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09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64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3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09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8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70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24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14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45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0531" y="1227659"/>
              <a:ext cx="1647673" cy="290037"/>
            </a:xfrm>
            <a:custGeom>
              <a:avLst/>
              <a:pathLst>
                <a:path w="1647673" h="290037">
                  <a:moveTo>
                    <a:pt x="1647673" y="290037"/>
                  </a:moveTo>
                  <a:lnTo>
                    <a:pt x="0" y="0"/>
                  </a:lnTo>
                </a:path>
              </a:pathLst>
            </a:custGeom>
            <a:ln w="168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65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67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70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958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15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7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38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435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6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43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48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17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17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180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24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175" y="3170392"/>
              <a:ext cx="2603" cy="167167"/>
            </a:xfrm>
            <a:custGeom>
              <a:avLst/>
              <a:pathLst>
                <a:path w="2603" h="167167">
                  <a:moveTo>
                    <a:pt x="2603" y="0"/>
                  </a:moveTo>
                  <a:lnTo>
                    <a:pt x="0" y="20"/>
                  </a:lnTo>
                  <a:lnTo>
                    <a:pt x="26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1175" y="3170412"/>
              <a:ext cx="2603" cy="167147"/>
            </a:xfrm>
            <a:custGeom>
              <a:avLst/>
              <a:pathLst>
                <a:path w="2603" h="167147">
                  <a:moveTo>
                    <a:pt x="0" y="0"/>
                  </a:moveTo>
                  <a:lnTo>
                    <a:pt x="2603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1" y="3170412"/>
              <a:ext cx="334334" cy="334296"/>
            </a:xfrm>
            <a:custGeom>
              <a:avLst/>
              <a:pathLst>
                <a:path w="334334" h="334296">
                  <a:moveTo>
                    <a:pt x="164563" y="0"/>
                  </a:moveTo>
                  <a:lnTo>
                    <a:pt x="159262" y="166"/>
                  </a:lnTo>
                  <a:lnTo>
                    <a:pt x="153970" y="501"/>
                  </a:lnTo>
                  <a:lnTo>
                    <a:pt x="148690" y="1003"/>
                  </a:lnTo>
                  <a:lnTo>
                    <a:pt x="143429" y="1673"/>
                  </a:lnTo>
                  <a:lnTo>
                    <a:pt x="138192" y="2509"/>
                  </a:lnTo>
                  <a:lnTo>
                    <a:pt x="132984" y="3511"/>
                  </a:lnTo>
                  <a:lnTo>
                    <a:pt x="127811" y="4678"/>
                  </a:lnTo>
                  <a:lnTo>
                    <a:pt x="122677" y="6008"/>
                  </a:lnTo>
                  <a:lnTo>
                    <a:pt x="117588" y="7501"/>
                  </a:lnTo>
                  <a:lnTo>
                    <a:pt x="112549" y="9154"/>
                  </a:lnTo>
                  <a:lnTo>
                    <a:pt x="107564" y="10966"/>
                  </a:lnTo>
                  <a:lnTo>
                    <a:pt x="102640" y="12935"/>
                  </a:lnTo>
                  <a:lnTo>
                    <a:pt x="97781" y="15059"/>
                  </a:lnTo>
                  <a:lnTo>
                    <a:pt x="92992" y="17337"/>
                  </a:lnTo>
                  <a:lnTo>
                    <a:pt x="88277" y="19765"/>
                  </a:lnTo>
                  <a:lnTo>
                    <a:pt x="83641" y="22342"/>
                  </a:lnTo>
                  <a:lnTo>
                    <a:pt x="79090" y="25064"/>
                  </a:lnTo>
                  <a:lnTo>
                    <a:pt x="74627" y="27930"/>
                  </a:lnTo>
                  <a:lnTo>
                    <a:pt x="70258" y="30935"/>
                  </a:lnTo>
                  <a:lnTo>
                    <a:pt x="65986" y="34078"/>
                  </a:lnTo>
                  <a:lnTo>
                    <a:pt x="61816" y="37354"/>
                  </a:lnTo>
                  <a:lnTo>
                    <a:pt x="57752" y="40761"/>
                  </a:lnTo>
                  <a:lnTo>
                    <a:pt x="53798" y="44296"/>
                  </a:lnTo>
                  <a:lnTo>
                    <a:pt x="49958" y="47954"/>
                  </a:lnTo>
                  <a:lnTo>
                    <a:pt x="46236" y="51732"/>
                  </a:lnTo>
                  <a:lnTo>
                    <a:pt x="42636" y="55626"/>
                  </a:lnTo>
                  <a:lnTo>
                    <a:pt x="39161" y="59632"/>
                  </a:lnTo>
                  <a:lnTo>
                    <a:pt x="35815" y="63747"/>
                  </a:lnTo>
                  <a:lnTo>
                    <a:pt x="32601" y="67965"/>
                  </a:lnTo>
                  <a:lnTo>
                    <a:pt x="29522" y="72284"/>
                  </a:lnTo>
                  <a:lnTo>
                    <a:pt x="26583" y="76698"/>
                  </a:lnTo>
                  <a:lnTo>
                    <a:pt x="23784" y="81203"/>
                  </a:lnTo>
                  <a:lnTo>
                    <a:pt x="21130" y="85794"/>
                  </a:lnTo>
                  <a:lnTo>
                    <a:pt x="18623" y="90468"/>
                  </a:lnTo>
                  <a:lnTo>
                    <a:pt x="16265" y="95218"/>
                  </a:lnTo>
                  <a:lnTo>
                    <a:pt x="14060" y="100041"/>
                  </a:lnTo>
                  <a:lnTo>
                    <a:pt x="12008" y="104932"/>
                  </a:lnTo>
                  <a:lnTo>
                    <a:pt x="10113" y="109885"/>
                  </a:lnTo>
                  <a:lnTo>
                    <a:pt x="8375" y="114895"/>
                  </a:lnTo>
                  <a:lnTo>
                    <a:pt x="6798" y="119959"/>
                  </a:lnTo>
                  <a:lnTo>
                    <a:pt x="5382" y="125070"/>
                  </a:lnTo>
                  <a:lnTo>
                    <a:pt x="4128" y="130223"/>
                  </a:lnTo>
                  <a:lnTo>
                    <a:pt x="3039" y="135413"/>
                  </a:lnTo>
                  <a:lnTo>
                    <a:pt x="2115" y="140635"/>
                  </a:lnTo>
                  <a:lnTo>
                    <a:pt x="1357" y="145884"/>
                  </a:lnTo>
                  <a:lnTo>
                    <a:pt x="766" y="151155"/>
                  </a:lnTo>
                  <a:lnTo>
                    <a:pt x="343" y="156441"/>
                  </a:lnTo>
                  <a:lnTo>
                    <a:pt x="87" y="161738"/>
                  </a:lnTo>
                  <a:lnTo>
                    <a:pt x="0" y="167041"/>
                  </a:lnTo>
                  <a:lnTo>
                    <a:pt x="80" y="172344"/>
                  </a:lnTo>
                  <a:lnTo>
                    <a:pt x="329" y="177641"/>
                  </a:lnTo>
                  <a:lnTo>
                    <a:pt x="746" y="182928"/>
                  </a:lnTo>
                  <a:lnTo>
                    <a:pt x="1330" y="188199"/>
                  </a:lnTo>
                  <a:lnTo>
                    <a:pt x="2082" y="193449"/>
                  </a:lnTo>
                  <a:lnTo>
                    <a:pt x="2999" y="198673"/>
                  </a:lnTo>
                  <a:lnTo>
                    <a:pt x="4082" y="203864"/>
                  </a:lnTo>
                  <a:lnTo>
                    <a:pt x="5329" y="209019"/>
                  </a:lnTo>
                  <a:lnTo>
                    <a:pt x="6738" y="214132"/>
                  </a:lnTo>
                  <a:lnTo>
                    <a:pt x="8309" y="219197"/>
                  </a:lnTo>
                  <a:lnTo>
                    <a:pt x="10040" y="224210"/>
                  </a:lnTo>
                  <a:lnTo>
                    <a:pt x="11930" y="229165"/>
                  </a:lnTo>
                  <a:lnTo>
                    <a:pt x="13975" y="234058"/>
                  </a:lnTo>
                  <a:lnTo>
                    <a:pt x="16175" y="238884"/>
                  </a:lnTo>
                  <a:lnTo>
                    <a:pt x="18526" y="243638"/>
                  </a:lnTo>
                  <a:lnTo>
                    <a:pt x="21027" y="248314"/>
                  </a:lnTo>
                  <a:lnTo>
                    <a:pt x="23676" y="252909"/>
                  </a:lnTo>
                  <a:lnTo>
                    <a:pt x="26468" y="257418"/>
                  </a:lnTo>
                  <a:lnTo>
                    <a:pt x="29403" y="261835"/>
                  </a:lnTo>
                  <a:lnTo>
                    <a:pt x="32475" y="266158"/>
                  </a:lnTo>
                  <a:lnTo>
                    <a:pt x="35684" y="270380"/>
                  </a:lnTo>
                  <a:lnTo>
                    <a:pt x="39025" y="274499"/>
                  </a:lnTo>
                  <a:lnTo>
                    <a:pt x="42495" y="278510"/>
                  </a:lnTo>
                  <a:lnTo>
                    <a:pt x="46090" y="282409"/>
                  </a:lnTo>
                  <a:lnTo>
                    <a:pt x="49807" y="286191"/>
                  </a:lnTo>
                  <a:lnTo>
                    <a:pt x="53642" y="289854"/>
                  </a:lnTo>
                  <a:lnTo>
                    <a:pt x="57592" y="293393"/>
                  </a:lnTo>
                  <a:lnTo>
                    <a:pt x="61652" y="296806"/>
                  </a:lnTo>
                  <a:lnTo>
                    <a:pt x="65818" y="300088"/>
                  </a:lnTo>
                  <a:lnTo>
                    <a:pt x="70086" y="303236"/>
                  </a:lnTo>
                  <a:lnTo>
                    <a:pt x="74451" y="306247"/>
                  </a:lnTo>
                  <a:lnTo>
                    <a:pt x="78910" y="309118"/>
                  </a:lnTo>
                  <a:lnTo>
                    <a:pt x="83458" y="311846"/>
                  </a:lnTo>
                  <a:lnTo>
                    <a:pt x="88090" y="314428"/>
                  </a:lnTo>
                  <a:lnTo>
                    <a:pt x="92802" y="316863"/>
                  </a:lnTo>
                  <a:lnTo>
                    <a:pt x="97589" y="319146"/>
                  </a:lnTo>
                  <a:lnTo>
                    <a:pt x="102445" y="321277"/>
                  </a:lnTo>
                  <a:lnTo>
                    <a:pt x="107367" y="323252"/>
                  </a:lnTo>
                  <a:lnTo>
                    <a:pt x="112349" y="325071"/>
                  </a:lnTo>
                  <a:lnTo>
                    <a:pt x="117386" y="326730"/>
                  </a:lnTo>
                  <a:lnTo>
                    <a:pt x="122473" y="328229"/>
                  </a:lnTo>
                  <a:lnTo>
                    <a:pt x="127605" y="329565"/>
                  </a:lnTo>
                  <a:lnTo>
                    <a:pt x="132777" y="330739"/>
                  </a:lnTo>
                  <a:lnTo>
                    <a:pt x="137984" y="331747"/>
                  </a:lnTo>
                  <a:lnTo>
                    <a:pt x="143220" y="332590"/>
                  </a:lnTo>
                  <a:lnTo>
                    <a:pt x="148480" y="333266"/>
                  </a:lnTo>
                  <a:lnTo>
                    <a:pt x="153759" y="333776"/>
                  </a:lnTo>
                  <a:lnTo>
                    <a:pt x="159051" y="334117"/>
                  </a:lnTo>
                  <a:lnTo>
                    <a:pt x="164352" y="334290"/>
                  </a:lnTo>
                  <a:lnTo>
                    <a:pt x="169655" y="334296"/>
                  </a:lnTo>
                  <a:lnTo>
                    <a:pt x="174956" y="334133"/>
                  </a:lnTo>
                  <a:lnTo>
                    <a:pt x="180249" y="333801"/>
                  </a:lnTo>
                  <a:lnTo>
                    <a:pt x="185529" y="333303"/>
                  </a:lnTo>
                  <a:lnTo>
                    <a:pt x="190790" y="332637"/>
                  </a:lnTo>
                  <a:lnTo>
                    <a:pt x="196028" y="331804"/>
                  </a:lnTo>
                  <a:lnTo>
                    <a:pt x="201236" y="330806"/>
                  </a:lnTo>
                  <a:lnTo>
                    <a:pt x="206411" y="329642"/>
                  </a:lnTo>
                  <a:lnTo>
                    <a:pt x="211545" y="328316"/>
                  </a:lnTo>
                  <a:lnTo>
                    <a:pt x="216636" y="326827"/>
                  </a:lnTo>
                  <a:lnTo>
                    <a:pt x="221676" y="325177"/>
                  </a:lnTo>
                  <a:lnTo>
                    <a:pt x="226661" y="323369"/>
                  </a:lnTo>
                  <a:lnTo>
                    <a:pt x="231587" y="321403"/>
                  </a:lnTo>
                  <a:lnTo>
                    <a:pt x="236448" y="319282"/>
                  </a:lnTo>
                  <a:lnTo>
                    <a:pt x="241239" y="317008"/>
                  </a:lnTo>
                  <a:lnTo>
                    <a:pt x="245955" y="314583"/>
                  </a:lnTo>
                  <a:lnTo>
                    <a:pt x="250592" y="312009"/>
                  </a:lnTo>
                  <a:lnTo>
                    <a:pt x="255146" y="309290"/>
                  </a:lnTo>
                  <a:lnTo>
                    <a:pt x="259610" y="306428"/>
                  </a:lnTo>
                  <a:lnTo>
                    <a:pt x="263982" y="303425"/>
                  </a:lnTo>
                  <a:lnTo>
                    <a:pt x="268256" y="300286"/>
                  </a:lnTo>
                  <a:lnTo>
                    <a:pt x="272428" y="297012"/>
                  </a:lnTo>
                  <a:lnTo>
                    <a:pt x="276495" y="293608"/>
                  </a:lnTo>
                  <a:lnTo>
                    <a:pt x="280451" y="290076"/>
                  </a:lnTo>
                  <a:lnTo>
                    <a:pt x="284294" y="286421"/>
                  </a:lnTo>
                  <a:lnTo>
                    <a:pt x="288018" y="282645"/>
                  </a:lnTo>
                  <a:lnTo>
                    <a:pt x="291621" y="278754"/>
                  </a:lnTo>
                  <a:lnTo>
                    <a:pt x="295099" y="274750"/>
                  </a:lnTo>
                  <a:lnTo>
                    <a:pt x="298448" y="270637"/>
                  </a:lnTo>
                  <a:lnTo>
                    <a:pt x="301664" y="266421"/>
                  </a:lnTo>
                  <a:lnTo>
                    <a:pt x="304746" y="262105"/>
                  </a:lnTo>
                  <a:lnTo>
                    <a:pt x="307689" y="257693"/>
                  </a:lnTo>
                  <a:lnTo>
                    <a:pt x="310490" y="253190"/>
                  </a:lnTo>
                  <a:lnTo>
                    <a:pt x="313147" y="248600"/>
                  </a:lnTo>
                  <a:lnTo>
                    <a:pt x="315658" y="243928"/>
                  </a:lnTo>
                  <a:lnTo>
                    <a:pt x="318019" y="239179"/>
                  </a:lnTo>
                  <a:lnTo>
                    <a:pt x="320228" y="234358"/>
                  </a:lnTo>
                  <a:lnTo>
                    <a:pt x="322283" y="229469"/>
                  </a:lnTo>
                  <a:lnTo>
                    <a:pt x="324182" y="224517"/>
                  </a:lnTo>
                  <a:lnTo>
                    <a:pt x="325922" y="219508"/>
                  </a:lnTo>
                  <a:lnTo>
                    <a:pt x="327503" y="214445"/>
                  </a:lnTo>
                  <a:lnTo>
                    <a:pt x="328923" y="209336"/>
                  </a:lnTo>
                  <a:lnTo>
                    <a:pt x="330180" y="204183"/>
                  </a:lnTo>
                  <a:lnTo>
                    <a:pt x="331273" y="198994"/>
                  </a:lnTo>
                  <a:lnTo>
                    <a:pt x="332200" y="193772"/>
                  </a:lnTo>
                  <a:lnTo>
                    <a:pt x="332962" y="188524"/>
                  </a:lnTo>
                  <a:lnTo>
                    <a:pt x="333557" y="183254"/>
                  </a:lnTo>
                  <a:lnTo>
                    <a:pt x="333984" y="177968"/>
                  </a:lnTo>
                  <a:lnTo>
                    <a:pt x="334243" y="172671"/>
                  </a:lnTo>
                  <a:lnTo>
                    <a:pt x="334334" y="167368"/>
                  </a:lnTo>
                  <a:lnTo>
                    <a:pt x="334257" y="162065"/>
                  </a:lnTo>
                  <a:lnTo>
                    <a:pt x="334012" y="156767"/>
                  </a:lnTo>
                  <a:lnTo>
                    <a:pt x="333599" y="151480"/>
                  </a:lnTo>
                  <a:lnTo>
                    <a:pt x="333018" y="146209"/>
                  </a:lnTo>
                  <a:lnTo>
                    <a:pt x="332270" y="140958"/>
                  </a:lnTo>
                  <a:lnTo>
                    <a:pt x="331356" y="135734"/>
                  </a:lnTo>
                  <a:lnTo>
                    <a:pt x="330277" y="130542"/>
                  </a:lnTo>
                  <a:lnTo>
                    <a:pt x="329034" y="125386"/>
                  </a:lnTo>
                  <a:lnTo>
                    <a:pt x="327628" y="120273"/>
                  </a:lnTo>
                  <a:lnTo>
                    <a:pt x="326060" y="115206"/>
                  </a:lnTo>
                  <a:lnTo>
                    <a:pt x="324333" y="110192"/>
                  </a:lnTo>
                  <a:lnTo>
                    <a:pt x="322447" y="105235"/>
                  </a:lnTo>
                  <a:lnTo>
                    <a:pt x="320405" y="100341"/>
                  </a:lnTo>
                  <a:lnTo>
                    <a:pt x="318209" y="95514"/>
                  </a:lnTo>
                  <a:lnTo>
                    <a:pt x="315861" y="90758"/>
                  </a:lnTo>
                  <a:lnTo>
                    <a:pt x="313363" y="86080"/>
                  </a:lnTo>
                  <a:lnTo>
                    <a:pt x="310717" y="81483"/>
                  </a:lnTo>
                  <a:lnTo>
                    <a:pt x="307928" y="76973"/>
                  </a:lnTo>
                  <a:lnTo>
                    <a:pt x="304997" y="72553"/>
                  </a:lnTo>
                  <a:lnTo>
                    <a:pt x="301927" y="68229"/>
                  </a:lnTo>
                  <a:lnTo>
                    <a:pt x="298721" y="64004"/>
                  </a:lnTo>
                  <a:lnTo>
                    <a:pt x="295383" y="59883"/>
                  </a:lnTo>
                  <a:lnTo>
                    <a:pt x="291916" y="55870"/>
                  </a:lnTo>
                  <a:lnTo>
                    <a:pt x="288324" y="51968"/>
                  </a:lnTo>
                  <a:lnTo>
                    <a:pt x="284609" y="48183"/>
                  </a:lnTo>
                  <a:lnTo>
                    <a:pt x="280776" y="44518"/>
                  </a:lnTo>
                  <a:lnTo>
                    <a:pt x="276829" y="40976"/>
                  </a:lnTo>
                  <a:lnTo>
                    <a:pt x="272772" y="37561"/>
                  </a:lnTo>
                  <a:lnTo>
                    <a:pt x="268608" y="34276"/>
                  </a:lnTo>
                  <a:lnTo>
                    <a:pt x="264342" y="31125"/>
                  </a:lnTo>
                  <a:lnTo>
                    <a:pt x="259979" y="28111"/>
                  </a:lnTo>
                  <a:lnTo>
                    <a:pt x="255521" y="25237"/>
                  </a:lnTo>
                  <a:lnTo>
                    <a:pt x="250975" y="22505"/>
                  </a:lnTo>
                  <a:lnTo>
                    <a:pt x="246345" y="19920"/>
                  </a:lnTo>
                  <a:lnTo>
                    <a:pt x="241635" y="17482"/>
                  </a:lnTo>
                  <a:lnTo>
                    <a:pt x="236850" y="15195"/>
                  </a:lnTo>
                  <a:lnTo>
                    <a:pt x="231995" y="13061"/>
                  </a:lnTo>
                  <a:lnTo>
                    <a:pt x="227075" y="11083"/>
                  </a:lnTo>
                  <a:lnTo>
                    <a:pt x="222094" y="9261"/>
                  </a:lnTo>
                  <a:lnTo>
                    <a:pt x="217058" y="7598"/>
                  </a:lnTo>
                  <a:lnTo>
                    <a:pt x="211972" y="6096"/>
                  </a:lnTo>
                  <a:lnTo>
                    <a:pt x="206841" y="4755"/>
                  </a:lnTo>
                  <a:lnTo>
                    <a:pt x="201670" y="3579"/>
                  </a:lnTo>
                  <a:lnTo>
                    <a:pt x="196464" y="2566"/>
                  </a:lnTo>
                  <a:lnTo>
                    <a:pt x="191228" y="1720"/>
                  </a:lnTo>
                  <a:lnTo>
                    <a:pt x="185969" y="1040"/>
                  </a:lnTo>
                  <a:lnTo>
                    <a:pt x="180690" y="527"/>
                  </a:lnTo>
                  <a:lnTo>
                    <a:pt x="175398" y="182"/>
                  </a:lnTo>
                  <a:lnTo>
                    <a:pt x="170098" y="5"/>
                  </a:lnTo>
                  <a:lnTo>
                    <a:pt x="167167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2930" cy="167167"/>
            </a:xfrm>
            <a:custGeom>
              <a:avLst/>
              <a:pathLst>
                <a:path w="2930" h="167167">
                  <a:moveTo>
                    <a:pt x="293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152" y="2655501"/>
              <a:ext cx="33342" cy="167167"/>
            </a:xfrm>
            <a:custGeom>
              <a:avLst/>
              <a:pathLst>
                <a:path w="33342" h="167167">
                  <a:moveTo>
                    <a:pt x="33342" y="0"/>
                  </a:moveTo>
                  <a:lnTo>
                    <a:pt x="26630" y="134"/>
                  </a:lnTo>
                  <a:lnTo>
                    <a:pt x="19930" y="538"/>
                  </a:lnTo>
                  <a:lnTo>
                    <a:pt x="13250" y="1211"/>
                  </a:lnTo>
                  <a:lnTo>
                    <a:pt x="6603" y="2152"/>
                  </a:lnTo>
                  <a:lnTo>
                    <a:pt x="0" y="3358"/>
                  </a:lnTo>
                  <a:lnTo>
                    <a:pt x="3334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90152" y="2658860"/>
              <a:ext cx="33342" cy="163808"/>
            </a:xfrm>
            <a:custGeom>
              <a:avLst/>
              <a:pathLst>
                <a:path w="33342" h="163808">
                  <a:moveTo>
                    <a:pt x="0" y="0"/>
                  </a:moveTo>
                  <a:lnTo>
                    <a:pt x="33342" y="163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6332" y="2658860"/>
              <a:ext cx="334319" cy="330972"/>
            </a:xfrm>
            <a:custGeom>
              <a:avLst/>
              <a:pathLst>
                <a:path w="334319" h="330972">
                  <a:moveTo>
                    <a:pt x="133820" y="0"/>
                  </a:moveTo>
                  <a:lnTo>
                    <a:pt x="128646" y="1138"/>
                  </a:lnTo>
                  <a:lnTo>
                    <a:pt x="123511" y="2440"/>
                  </a:lnTo>
                  <a:lnTo>
                    <a:pt x="118420" y="3905"/>
                  </a:lnTo>
                  <a:lnTo>
                    <a:pt x="113378" y="5529"/>
                  </a:lnTo>
                  <a:lnTo>
                    <a:pt x="108390" y="7313"/>
                  </a:lnTo>
                  <a:lnTo>
                    <a:pt x="103460" y="9254"/>
                  </a:lnTo>
                  <a:lnTo>
                    <a:pt x="98595" y="11350"/>
                  </a:lnTo>
                  <a:lnTo>
                    <a:pt x="93799" y="13599"/>
                  </a:lnTo>
                  <a:lnTo>
                    <a:pt x="89076" y="15999"/>
                  </a:lnTo>
                  <a:lnTo>
                    <a:pt x="84432" y="18548"/>
                  </a:lnTo>
                  <a:lnTo>
                    <a:pt x="79871" y="21242"/>
                  </a:lnTo>
                  <a:lnTo>
                    <a:pt x="75397" y="24079"/>
                  </a:lnTo>
                  <a:lnTo>
                    <a:pt x="71016" y="27057"/>
                  </a:lnTo>
                  <a:lnTo>
                    <a:pt x="66731" y="30172"/>
                  </a:lnTo>
                  <a:lnTo>
                    <a:pt x="62547" y="33422"/>
                  </a:lnTo>
                  <a:lnTo>
                    <a:pt x="58468" y="36802"/>
                  </a:lnTo>
                  <a:lnTo>
                    <a:pt x="54499" y="40310"/>
                  </a:lnTo>
                  <a:lnTo>
                    <a:pt x="50642" y="43942"/>
                  </a:lnTo>
                  <a:lnTo>
                    <a:pt x="46902" y="47694"/>
                  </a:lnTo>
                  <a:lnTo>
                    <a:pt x="43284" y="51563"/>
                  </a:lnTo>
                  <a:lnTo>
                    <a:pt x="39789" y="55544"/>
                  </a:lnTo>
                  <a:lnTo>
                    <a:pt x="36423" y="59635"/>
                  </a:lnTo>
                  <a:lnTo>
                    <a:pt x="33188" y="63830"/>
                  </a:lnTo>
                  <a:lnTo>
                    <a:pt x="30087" y="68125"/>
                  </a:lnTo>
                  <a:lnTo>
                    <a:pt x="27124" y="72516"/>
                  </a:lnTo>
                  <a:lnTo>
                    <a:pt x="24302" y="77000"/>
                  </a:lnTo>
                  <a:lnTo>
                    <a:pt x="21623" y="81570"/>
                  </a:lnTo>
                  <a:lnTo>
                    <a:pt x="19090" y="86223"/>
                  </a:lnTo>
                  <a:lnTo>
                    <a:pt x="16706" y="90953"/>
                  </a:lnTo>
                  <a:lnTo>
                    <a:pt x="14473" y="95757"/>
                  </a:lnTo>
                  <a:lnTo>
                    <a:pt x="12393" y="100630"/>
                  </a:lnTo>
                  <a:lnTo>
                    <a:pt x="10469" y="105565"/>
                  </a:lnTo>
                  <a:lnTo>
                    <a:pt x="8703" y="110560"/>
                  </a:lnTo>
                  <a:lnTo>
                    <a:pt x="7095" y="115607"/>
                  </a:lnTo>
                  <a:lnTo>
                    <a:pt x="5648" y="120703"/>
                  </a:lnTo>
                  <a:lnTo>
                    <a:pt x="4363" y="125843"/>
                  </a:lnTo>
                  <a:lnTo>
                    <a:pt x="3242" y="131020"/>
                  </a:lnTo>
                  <a:lnTo>
                    <a:pt x="2285" y="136231"/>
                  </a:lnTo>
                  <a:lnTo>
                    <a:pt x="1494" y="141469"/>
                  </a:lnTo>
                  <a:lnTo>
                    <a:pt x="870" y="146729"/>
                  </a:lnTo>
                  <a:lnTo>
                    <a:pt x="412" y="152007"/>
                  </a:lnTo>
                  <a:lnTo>
                    <a:pt x="122" y="157297"/>
                  </a:lnTo>
                  <a:lnTo>
                    <a:pt x="0" y="162593"/>
                  </a:lnTo>
                  <a:lnTo>
                    <a:pt x="45" y="167890"/>
                  </a:lnTo>
                  <a:lnTo>
                    <a:pt x="258" y="173183"/>
                  </a:lnTo>
                  <a:lnTo>
                    <a:pt x="639" y="178467"/>
                  </a:lnTo>
                  <a:lnTo>
                    <a:pt x="1187" y="183736"/>
                  </a:lnTo>
                  <a:lnTo>
                    <a:pt x="1902" y="188985"/>
                  </a:lnTo>
                  <a:lnTo>
                    <a:pt x="2783" y="194209"/>
                  </a:lnTo>
                  <a:lnTo>
                    <a:pt x="3829" y="199402"/>
                  </a:lnTo>
                  <a:lnTo>
                    <a:pt x="5038" y="204560"/>
                  </a:lnTo>
                  <a:lnTo>
                    <a:pt x="6411" y="209676"/>
                  </a:lnTo>
                  <a:lnTo>
                    <a:pt x="7945" y="214747"/>
                  </a:lnTo>
                  <a:lnTo>
                    <a:pt x="9639" y="219766"/>
                  </a:lnTo>
                  <a:lnTo>
                    <a:pt x="11491" y="224730"/>
                  </a:lnTo>
                  <a:lnTo>
                    <a:pt x="13500" y="229632"/>
                  </a:lnTo>
                  <a:lnTo>
                    <a:pt x="15663" y="234467"/>
                  </a:lnTo>
                  <a:lnTo>
                    <a:pt x="17978" y="239232"/>
                  </a:lnTo>
                  <a:lnTo>
                    <a:pt x="20443" y="243922"/>
                  </a:lnTo>
                  <a:lnTo>
                    <a:pt x="23055" y="248530"/>
                  </a:lnTo>
                  <a:lnTo>
                    <a:pt x="25812" y="253054"/>
                  </a:lnTo>
                  <a:lnTo>
                    <a:pt x="28710" y="257488"/>
                  </a:lnTo>
                  <a:lnTo>
                    <a:pt x="31748" y="261828"/>
                  </a:lnTo>
                  <a:lnTo>
                    <a:pt x="34922" y="266069"/>
                  </a:lnTo>
                  <a:lnTo>
                    <a:pt x="38229" y="270208"/>
                  </a:lnTo>
                  <a:lnTo>
                    <a:pt x="41665" y="274240"/>
                  </a:lnTo>
                  <a:lnTo>
                    <a:pt x="45227" y="278161"/>
                  </a:lnTo>
                  <a:lnTo>
                    <a:pt x="48912" y="281968"/>
                  </a:lnTo>
                  <a:lnTo>
                    <a:pt x="52715" y="285655"/>
                  </a:lnTo>
                  <a:lnTo>
                    <a:pt x="56633" y="289220"/>
                  </a:lnTo>
                  <a:lnTo>
                    <a:pt x="60663" y="292660"/>
                  </a:lnTo>
                  <a:lnTo>
                    <a:pt x="64799" y="295969"/>
                  </a:lnTo>
                  <a:lnTo>
                    <a:pt x="69038" y="299146"/>
                  </a:lnTo>
                  <a:lnTo>
                    <a:pt x="73376" y="302188"/>
                  </a:lnTo>
                  <a:lnTo>
                    <a:pt x="77807" y="305090"/>
                  </a:lnTo>
                  <a:lnTo>
                    <a:pt x="82329" y="307850"/>
                  </a:lnTo>
                  <a:lnTo>
                    <a:pt x="86936" y="310466"/>
                  </a:lnTo>
                  <a:lnTo>
                    <a:pt x="91623" y="312934"/>
                  </a:lnTo>
                  <a:lnTo>
                    <a:pt x="96386" y="315253"/>
                  </a:lnTo>
                  <a:lnTo>
                    <a:pt x="101220" y="317420"/>
                  </a:lnTo>
                  <a:lnTo>
                    <a:pt x="106121" y="319432"/>
                  </a:lnTo>
                  <a:lnTo>
                    <a:pt x="111082" y="321288"/>
                  </a:lnTo>
                  <a:lnTo>
                    <a:pt x="116100" y="322986"/>
                  </a:lnTo>
                  <a:lnTo>
                    <a:pt x="121170" y="324524"/>
                  </a:lnTo>
                  <a:lnTo>
                    <a:pt x="126285" y="325901"/>
                  </a:lnTo>
                  <a:lnTo>
                    <a:pt x="131442" y="327114"/>
                  </a:lnTo>
                  <a:lnTo>
                    <a:pt x="136634" y="328164"/>
                  </a:lnTo>
                  <a:lnTo>
                    <a:pt x="141857" y="329049"/>
                  </a:lnTo>
                  <a:lnTo>
                    <a:pt x="147106" y="329768"/>
                  </a:lnTo>
                  <a:lnTo>
                    <a:pt x="152375" y="330320"/>
                  </a:lnTo>
                  <a:lnTo>
                    <a:pt x="157658" y="330705"/>
                  </a:lnTo>
                  <a:lnTo>
                    <a:pt x="162951" y="330922"/>
                  </a:lnTo>
                  <a:lnTo>
                    <a:pt x="168248" y="330972"/>
                  </a:lnTo>
                  <a:lnTo>
                    <a:pt x="173545" y="330854"/>
                  </a:lnTo>
                  <a:lnTo>
                    <a:pt x="178834" y="330567"/>
                  </a:lnTo>
                  <a:lnTo>
                    <a:pt x="184113" y="330114"/>
                  </a:lnTo>
                  <a:lnTo>
                    <a:pt x="189374" y="329493"/>
                  </a:lnTo>
                  <a:lnTo>
                    <a:pt x="194612" y="328706"/>
                  </a:lnTo>
                  <a:lnTo>
                    <a:pt x="199824" y="327754"/>
                  </a:lnTo>
                  <a:lnTo>
                    <a:pt x="205002" y="326637"/>
                  </a:lnTo>
                  <a:lnTo>
                    <a:pt x="210142" y="325356"/>
                  </a:lnTo>
                  <a:lnTo>
                    <a:pt x="215239" y="323913"/>
                  </a:lnTo>
                  <a:lnTo>
                    <a:pt x="220288" y="322309"/>
                  </a:lnTo>
                  <a:lnTo>
                    <a:pt x="225284" y="320546"/>
                  </a:lnTo>
                  <a:lnTo>
                    <a:pt x="230221" y="318626"/>
                  </a:lnTo>
                  <a:lnTo>
                    <a:pt x="235095" y="316550"/>
                  </a:lnTo>
                  <a:lnTo>
                    <a:pt x="239901" y="314321"/>
                  </a:lnTo>
                  <a:lnTo>
                    <a:pt x="244633" y="311940"/>
                  </a:lnTo>
                  <a:lnTo>
                    <a:pt x="249288" y="309411"/>
                  </a:lnTo>
                  <a:lnTo>
                    <a:pt x="253861" y="306736"/>
                  </a:lnTo>
                  <a:lnTo>
                    <a:pt x="258346" y="303917"/>
                  </a:lnTo>
                  <a:lnTo>
                    <a:pt x="262739" y="300958"/>
                  </a:lnTo>
                  <a:lnTo>
                    <a:pt x="267037" y="297860"/>
                  </a:lnTo>
                  <a:lnTo>
                    <a:pt x="271235" y="294628"/>
                  </a:lnTo>
                  <a:lnTo>
                    <a:pt x="275328" y="291265"/>
                  </a:lnTo>
                  <a:lnTo>
                    <a:pt x="279312" y="287774"/>
                  </a:lnTo>
                  <a:lnTo>
                    <a:pt x="283183" y="284158"/>
                  </a:lnTo>
                  <a:lnTo>
                    <a:pt x="286939" y="280421"/>
                  </a:lnTo>
                  <a:lnTo>
                    <a:pt x="290573" y="276567"/>
                  </a:lnTo>
                  <a:lnTo>
                    <a:pt x="294084" y="272600"/>
                  </a:lnTo>
                  <a:lnTo>
                    <a:pt x="297468" y="268524"/>
                  </a:lnTo>
                  <a:lnTo>
                    <a:pt x="300720" y="264343"/>
                  </a:lnTo>
                  <a:lnTo>
                    <a:pt x="303839" y="260060"/>
                  </a:lnTo>
                  <a:lnTo>
                    <a:pt x="306820" y="255681"/>
                  </a:lnTo>
                  <a:lnTo>
                    <a:pt x="309661" y="251210"/>
                  </a:lnTo>
                  <a:lnTo>
                    <a:pt x="312359" y="246651"/>
                  </a:lnTo>
                  <a:lnTo>
                    <a:pt x="314911" y="242009"/>
                  </a:lnTo>
                  <a:lnTo>
                    <a:pt x="317315" y="237288"/>
                  </a:lnTo>
                  <a:lnTo>
                    <a:pt x="319568" y="232493"/>
                  </a:lnTo>
                  <a:lnTo>
                    <a:pt x="321667" y="227630"/>
                  </a:lnTo>
                  <a:lnTo>
                    <a:pt x="323612" y="222702"/>
                  </a:lnTo>
                  <a:lnTo>
                    <a:pt x="325400" y="217715"/>
                  </a:lnTo>
                  <a:lnTo>
                    <a:pt x="327028" y="212674"/>
                  </a:lnTo>
                  <a:lnTo>
                    <a:pt x="328496" y="207584"/>
                  </a:lnTo>
                  <a:lnTo>
                    <a:pt x="329802" y="202450"/>
                  </a:lnTo>
                  <a:lnTo>
                    <a:pt x="330945" y="197277"/>
                  </a:lnTo>
                  <a:lnTo>
                    <a:pt x="331923" y="192071"/>
                  </a:lnTo>
                  <a:lnTo>
                    <a:pt x="332736" y="186836"/>
                  </a:lnTo>
                  <a:lnTo>
                    <a:pt x="333383" y="181578"/>
                  </a:lnTo>
                  <a:lnTo>
                    <a:pt x="333862" y="176302"/>
                  </a:lnTo>
                  <a:lnTo>
                    <a:pt x="334175" y="171014"/>
                  </a:lnTo>
                  <a:lnTo>
                    <a:pt x="334319" y="165719"/>
                  </a:lnTo>
                  <a:lnTo>
                    <a:pt x="334296" y="160421"/>
                  </a:lnTo>
                  <a:lnTo>
                    <a:pt x="334104" y="155127"/>
                  </a:lnTo>
                  <a:lnTo>
                    <a:pt x="333746" y="149842"/>
                  </a:lnTo>
                  <a:lnTo>
                    <a:pt x="333219" y="144570"/>
                  </a:lnTo>
                  <a:lnTo>
                    <a:pt x="332526" y="139318"/>
                  </a:lnTo>
                  <a:lnTo>
                    <a:pt x="331667" y="134091"/>
                  </a:lnTo>
                  <a:lnTo>
                    <a:pt x="330643" y="128893"/>
                  </a:lnTo>
                  <a:lnTo>
                    <a:pt x="329455" y="123731"/>
                  </a:lnTo>
                  <a:lnTo>
                    <a:pt x="328103" y="118609"/>
                  </a:lnTo>
                  <a:lnTo>
                    <a:pt x="326590" y="113532"/>
                  </a:lnTo>
                  <a:lnTo>
                    <a:pt x="324917" y="108505"/>
                  </a:lnTo>
                  <a:lnTo>
                    <a:pt x="323086" y="103535"/>
                  </a:lnTo>
                  <a:lnTo>
                    <a:pt x="321098" y="98624"/>
                  </a:lnTo>
                  <a:lnTo>
                    <a:pt x="318955" y="93779"/>
                  </a:lnTo>
                  <a:lnTo>
                    <a:pt x="316660" y="89005"/>
                  </a:lnTo>
                  <a:lnTo>
                    <a:pt x="314215" y="84305"/>
                  </a:lnTo>
                  <a:lnTo>
                    <a:pt x="311622" y="79686"/>
                  </a:lnTo>
                  <a:lnTo>
                    <a:pt x="308884" y="75151"/>
                  </a:lnTo>
                  <a:lnTo>
                    <a:pt x="306003" y="70705"/>
                  </a:lnTo>
                  <a:lnTo>
                    <a:pt x="302983" y="66352"/>
                  </a:lnTo>
                  <a:lnTo>
                    <a:pt x="299827" y="62098"/>
                  </a:lnTo>
                  <a:lnTo>
                    <a:pt x="296538" y="57945"/>
                  </a:lnTo>
                  <a:lnTo>
                    <a:pt x="293119" y="53899"/>
                  </a:lnTo>
                  <a:lnTo>
                    <a:pt x="289573" y="49963"/>
                  </a:lnTo>
                  <a:lnTo>
                    <a:pt x="285904" y="46141"/>
                  </a:lnTo>
                  <a:lnTo>
                    <a:pt x="282116" y="42438"/>
                  </a:lnTo>
                  <a:lnTo>
                    <a:pt x="278213" y="38857"/>
                  </a:lnTo>
                  <a:lnTo>
                    <a:pt x="274198" y="35401"/>
                  </a:lnTo>
                  <a:lnTo>
                    <a:pt x="270075" y="32074"/>
                  </a:lnTo>
                  <a:lnTo>
                    <a:pt x="265849" y="28879"/>
                  </a:lnTo>
                  <a:lnTo>
                    <a:pt x="261524" y="25820"/>
                  </a:lnTo>
                  <a:lnTo>
                    <a:pt x="257105" y="22899"/>
                  </a:lnTo>
                  <a:lnTo>
                    <a:pt x="252595" y="20120"/>
                  </a:lnTo>
                  <a:lnTo>
                    <a:pt x="247999" y="17485"/>
                  </a:lnTo>
                  <a:lnTo>
                    <a:pt x="243322" y="14997"/>
                  </a:lnTo>
                  <a:lnTo>
                    <a:pt x="238569" y="12659"/>
                  </a:lnTo>
                  <a:lnTo>
                    <a:pt x="233743" y="10472"/>
                  </a:lnTo>
                  <a:lnTo>
                    <a:pt x="228851" y="8439"/>
                  </a:lnTo>
                  <a:lnTo>
                    <a:pt x="223897" y="6563"/>
                  </a:lnTo>
                  <a:lnTo>
                    <a:pt x="218886" y="4844"/>
                  </a:lnTo>
                  <a:lnTo>
                    <a:pt x="213823" y="3285"/>
                  </a:lnTo>
                  <a:lnTo>
                    <a:pt x="208714" y="1887"/>
                  </a:lnTo>
                  <a:lnTo>
                    <a:pt x="203562" y="652"/>
                  </a:lnTo>
                  <a:lnTo>
                    <a:pt x="167163" y="163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495" y="2655501"/>
              <a:ext cx="36399" cy="167167"/>
            </a:xfrm>
            <a:custGeom>
              <a:avLst/>
              <a:pathLst>
                <a:path w="36399" h="167167">
                  <a:moveTo>
                    <a:pt x="36399" y="4011"/>
                  </a:moveTo>
                  <a:lnTo>
                    <a:pt x="29204" y="2570"/>
                  </a:lnTo>
                  <a:lnTo>
                    <a:pt x="21952" y="1447"/>
                  </a:lnTo>
                  <a:lnTo>
                    <a:pt x="14658" y="643"/>
                  </a:lnTo>
                  <a:lnTo>
                    <a:pt x="7336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39172" y="2168369"/>
              <a:ext cx="6720" cy="167167"/>
            </a:xfrm>
            <a:custGeom>
              <a:avLst/>
              <a:pathLst>
                <a:path w="6720" h="167167">
                  <a:moveTo>
                    <a:pt x="6720" y="0"/>
                  </a:moveTo>
                  <a:lnTo>
                    <a:pt x="0" y="135"/>
                  </a:lnTo>
                  <a:lnTo>
                    <a:pt x="67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39172" y="2168504"/>
              <a:ext cx="6720" cy="167032"/>
            </a:xfrm>
            <a:custGeom>
              <a:avLst/>
              <a:pathLst>
                <a:path w="6720" h="167032">
                  <a:moveTo>
                    <a:pt x="0" y="0"/>
                  </a:moveTo>
                  <a:lnTo>
                    <a:pt x="6720" y="167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578727" y="2168504"/>
              <a:ext cx="167165" cy="333986"/>
            </a:xfrm>
            <a:custGeom>
              <a:avLst/>
              <a:pathLst>
                <a:path w="167165" h="333986">
                  <a:moveTo>
                    <a:pt x="160444" y="0"/>
                  </a:moveTo>
                  <a:lnTo>
                    <a:pt x="155140" y="297"/>
                  </a:lnTo>
                  <a:lnTo>
                    <a:pt x="149848" y="764"/>
                  </a:lnTo>
                  <a:lnTo>
                    <a:pt x="144574" y="1398"/>
                  </a:lnTo>
                  <a:lnTo>
                    <a:pt x="139322" y="2199"/>
                  </a:lnTo>
                  <a:lnTo>
                    <a:pt x="134099" y="3167"/>
                  </a:lnTo>
                  <a:lnTo>
                    <a:pt x="128909" y="4301"/>
                  </a:lnTo>
                  <a:lnTo>
                    <a:pt x="123758" y="5598"/>
                  </a:lnTo>
                  <a:lnTo>
                    <a:pt x="118650" y="7059"/>
                  </a:lnTo>
                  <a:lnTo>
                    <a:pt x="113592" y="8681"/>
                  </a:lnTo>
                  <a:lnTo>
                    <a:pt x="108587" y="10463"/>
                  </a:lnTo>
                  <a:lnTo>
                    <a:pt x="103642" y="12404"/>
                  </a:lnTo>
                  <a:lnTo>
                    <a:pt x="98761" y="14500"/>
                  </a:lnTo>
                  <a:lnTo>
                    <a:pt x="93949" y="16751"/>
                  </a:lnTo>
                  <a:lnTo>
                    <a:pt x="89211" y="19153"/>
                  </a:lnTo>
                  <a:lnTo>
                    <a:pt x="84552" y="21705"/>
                  </a:lnTo>
                  <a:lnTo>
                    <a:pt x="79976" y="24403"/>
                  </a:lnTo>
                  <a:lnTo>
                    <a:pt x="75488" y="27245"/>
                  </a:lnTo>
                  <a:lnTo>
                    <a:pt x="71092" y="30229"/>
                  </a:lnTo>
                  <a:lnTo>
                    <a:pt x="66794" y="33350"/>
                  </a:lnTo>
                  <a:lnTo>
                    <a:pt x="62597" y="36607"/>
                  </a:lnTo>
                  <a:lnTo>
                    <a:pt x="58506" y="39996"/>
                  </a:lnTo>
                  <a:lnTo>
                    <a:pt x="54524" y="43512"/>
                  </a:lnTo>
                  <a:lnTo>
                    <a:pt x="50656" y="47154"/>
                  </a:lnTo>
                  <a:lnTo>
                    <a:pt x="46906" y="50916"/>
                  </a:lnTo>
                  <a:lnTo>
                    <a:pt x="43277" y="54796"/>
                  </a:lnTo>
                  <a:lnTo>
                    <a:pt x="39774" y="58789"/>
                  </a:lnTo>
                  <a:lnTo>
                    <a:pt x="36399" y="62891"/>
                  </a:lnTo>
                  <a:lnTo>
                    <a:pt x="33156" y="67099"/>
                  </a:lnTo>
                  <a:lnTo>
                    <a:pt x="30048" y="71407"/>
                  </a:lnTo>
                  <a:lnTo>
                    <a:pt x="27079" y="75813"/>
                  </a:lnTo>
                  <a:lnTo>
                    <a:pt x="24251" y="80310"/>
                  </a:lnTo>
                  <a:lnTo>
                    <a:pt x="21568" y="84894"/>
                  </a:lnTo>
                  <a:lnTo>
                    <a:pt x="19032" y="89562"/>
                  </a:lnTo>
                  <a:lnTo>
                    <a:pt x="16645" y="94308"/>
                  </a:lnTo>
                  <a:lnTo>
                    <a:pt x="14410" y="99127"/>
                  </a:lnTo>
                  <a:lnTo>
                    <a:pt x="12330" y="104015"/>
                  </a:lnTo>
                  <a:lnTo>
                    <a:pt x="10406" y="108967"/>
                  </a:lnTo>
                  <a:lnTo>
                    <a:pt x="8640" y="113977"/>
                  </a:lnTo>
                  <a:lnTo>
                    <a:pt x="7034" y="119041"/>
                  </a:lnTo>
                  <a:lnTo>
                    <a:pt x="5590" y="124153"/>
                  </a:lnTo>
                  <a:lnTo>
                    <a:pt x="4309" y="129309"/>
                  </a:lnTo>
                  <a:lnTo>
                    <a:pt x="3193" y="134502"/>
                  </a:lnTo>
                  <a:lnTo>
                    <a:pt x="2242" y="139729"/>
                  </a:lnTo>
                  <a:lnTo>
                    <a:pt x="1458" y="144983"/>
                  </a:lnTo>
                  <a:lnTo>
                    <a:pt x="841" y="150259"/>
                  </a:lnTo>
                  <a:lnTo>
                    <a:pt x="392" y="155553"/>
                  </a:lnTo>
                  <a:lnTo>
                    <a:pt x="111" y="160857"/>
                  </a:lnTo>
                  <a:lnTo>
                    <a:pt x="0" y="166169"/>
                  </a:lnTo>
                  <a:lnTo>
                    <a:pt x="56" y="171481"/>
                  </a:lnTo>
                  <a:lnTo>
                    <a:pt x="282" y="176788"/>
                  </a:lnTo>
                  <a:lnTo>
                    <a:pt x="676" y="182086"/>
                  </a:lnTo>
                  <a:lnTo>
                    <a:pt x="1239" y="187368"/>
                  </a:lnTo>
                  <a:lnTo>
                    <a:pt x="1969" y="192630"/>
                  </a:lnTo>
                  <a:lnTo>
                    <a:pt x="2866" y="197866"/>
                  </a:lnTo>
                  <a:lnTo>
                    <a:pt x="3928" y="203071"/>
                  </a:lnTo>
                  <a:lnTo>
                    <a:pt x="5156" y="208239"/>
                  </a:lnTo>
                  <a:lnTo>
                    <a:pt x="6547" y="213366"/>
                  </a:lnTo>
                  <a:lnTo>
                    <a:pt x="8100" y="218446"/>
                  </a:lnTo>
                  <a:lnTo>
                    <a:pt x="9814" y="223475"/>
                  </a:lnTo>
                  <a:lnTo>
                    <a:pt x="11687" y="228446"/>
                  </a:lnTo>
                  <a:lnTo>
                    <a:pt x="13717" y="233355"/>
                  </a:lnTo>
                  <a:lnTo>
                    <a:pt x="15902" y="238197"/>
                  </a:lnTo>
                  <a:lnTo>
                    <a:pt x="18239" y="242967"/>
                  </a:lnTo>
                  <a:lnTo>
                    <a:pt x="20727" y="247661"/>
                  </a:lnTo>
                  <a:lnTo>
                    <a:pt x="23363" y="252273"/>
                  </a:lnTo>
                  <a:lnTo>
                    <a:pt x="26144" y="256799"/>
                  </a:lnTo>
                  <a:lnTo>
                    <a:pt x="29068" y="261235"/>
                  </a:lnTo>
                  <a:lnTo>
                    <a:pt x="32131" y="265575"/>
                  </a:lnTo>
                  <a:lnTo>
                    <a:pt x="35330" y="269816"/>
                  </a:lnTo>
                  <a:lnTo>
                    <a:pt x="38663" y="273953"/>
                  </a:lnTo>
                  <a:lnTo>
                    <a:pt x="42125" y="277982"/>
                  </a:lnTo>
                  <a:lnTo>
                    <a:pt x="45713" y="281899"/>
                  </a:lnTo>
                  <a:lnTo>
                    <a:pt x="49425" y="285700"/>
                  </a:lnTo>
                  <a:lnTo>
                    <a:pt x="53255" y="289381"/>
                  </a:lnTo>
                  <a:lnTo>
                    <a:pt x="57200" y="292939"/>
                  </a:lnTo>
                  <a:lnTo>
                    <a:pt x="61256" y="296370"/>
                  </a:lnTo>
                  <a:lnTo>
                    <a:pt x="65419" y="299669"/>
                  </a:lnTo>
                  <a:lnTo>
                    <a:pt x="69685" y="302835"/>
                  </a:lnTo>
                  <a:lnTo>
                    <a:pt x="74049" y="305864"/>
                  </a:lnTo>
                  <a:lnTo>
                    <a:pt x="78507" y="308753"/>
                  </a:lnTo>
                  <a:lnTo>
                    <a:pt x="83055" y="311498"/>
                  </a:lnTo>
                  <a:lnTo>
                    <a:pt x="87688" y="314098"/>
                  </a:lnTo>
                  <a:lnTo>
                    <a:pt x="92401" y="316549"/>
                  </a:lnTo>
                  <a:lnTo>
                    <a:pt x="97189" y="318849"/>
                  </a:lnTo>
                  <a:lnTo>
                    <a:pt x="102049" y="320996"/>
                  </a:lnTo>
                  <a:lnTo>
                    <a:pt x="106974" y="322987"/>
                  </a:lnTo>
                  <a:lnTo>
                    <a:pt x="111959" y="324821"/>
                  </a:lnTo>
                  <a:lnTo>
                    <a:pt x="117001" y="326495"/>
                  </a:lnTo>
                  <a:lnTo>
                    <a:pt x="122093" y="328008"/>
                  </a:lnTo>
                  <a:lnTo>
                    <a:pt x="127231" y="329359"/>
                  </a:lnTo>
                  <a:lnTo>
                    <a:pt x="132409" y="330546"/>
                  </a:lnTo>
                  <a:lnTo>
                    <a:pt x="137622" y="331568"/>
                  </a:lnTo>
                  <a:lnTo>
                    <a:pt x="142865" y="332424"/>
                  </a:lnTo>
                  <a:lnTo>
                    <a:pt x="148132" y="333112"/>
                  </a:lnTo>
                  <a:lnTo>
                    <a:pt x="153419" y="333633"/>
                  </a:lnTo>
                  <a:lnTo>
                    <a:pt x="158719" y="333986"/>
                  </a:lnTo>
                  <a:lnTo>
                    <a:pt x="167165" y="167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37447" y="2168369"/>
              <a:ext cx="175609" cy="334320"/>
            </a:xfrm>
            <a:custGeom>
              <a:avLst/>
              <a:pathLst>
                <a:path w="175609" h="334320">
                  <a:moveTo>
                    <a:pt x="0" y="334121"/>
                  </a:moveTo>
                  <a:lnTo>
                    <a:pt x="5332" y="334305"/>
                  </a:lnTo>
                  <a:lnTo>
                    <a:pt x="10668" y="334320"/>
                  </a:lnTo>
                  <a:lnTo>
                    <a:pt x="16002" y="334163"/>
                  </a:lnTo>
                  <a:lnTo>
                    <a:pt x="21328" y="333837"/>
                  </a:lnTo>
                  <a:lnTo>
                    <a:pt x="26641" y="333341"/>
                  </a:lnTo>
                  <a:lnTo>
                    <a:pt x="31935" y="332676"/>
                  </a:lnTo>
                  <a:lnTo>
                    <a:pt x="37206" y="331842"/>
                  </a:lnTo>
                  <a:lnTo>
                    <a:pt x="42447" y="330840"/>
                  </a:lnTo>
                  <a:lnTo>
                    <a:pt x="47653" y="329671"/>
                  </a:lnTo>
                  <a:lnTo>
                    <a:pt x="52820" y="328337"/>
                  </a:lnTo>
                  <a:lnTo>
                    <a:pt x="57941" y="326839"/>
                  </a:lnTo>
                  <a:lnTo>
                    <a:pt x="63012" y="325178"/>
                  </a:lnTo>
                  <a:lnTo>
                    <a:pt x="68027" y="323356"/>
                  </a:lnTo>
                  <a:lnTo>
                    <a:pt x="72982" y="321374"/>
                  </a:lnTo>
                  <a:lnTo>
                    <a:pt x="77870" y="319236"/>
                  </a:lnTo>
                  <a:lnTo>
                    <a:pt x="82688" y="316943"/>
                  </a:lnTo>
                  <a:lnTo>
                    <a:pt x="87431" y="314497"/>
                  </a:lnTo>
                  <a:lnTo>
                    <a:pt x="92093" y="311901"/>
                  </a:lnTo>
                  <a:lnTo>
                    <a:pt x="96669" y="309158"/>
                  </a:lnTo>
                  <a:lnTo>
                    <a:pt x="101156" y="306270"/>
                  </a:lnTo>
                  <a:lnTo>
                    <a:pt x="105549" y="303240"/>
                  </a:lnTo>
                  <a:lnTo>
                    <a:pt x="109842" y="300071"/>
                  </a:lnTo>
                  <a:lnTo>
                    <a:pt x="114032" y="296767"/>
                  </a:lnTo>
                  <a:lnTo>
                    <a:pt x="118115" y="293331"/>
                  </a:lnTo>
                  <a:lnTo>
                    <a:pt x="122086" y="289767"/>
                  </a:lnTo>
                  <a:lnTo>
                    <a:pt x="125941" y="286078"/>
                  </a:lnTo>
                  <a:lnTo>
                    <a:pt x="129676" y="282267"/>
                  </a:lnTo>
                  <a:lnTo>
                    <a:pt x="133288" y="278339"/>
                  </a:lnTo>
                  <a:lnTo>
                    <a:pt x="136772" y="274298"/>
                  </a:lnTo>
                  <a:lnTo>
                    <a:pt x="140126" y="270148"/>
                  </a:lnTo>
                  <a:lnTo>
                    <a:pt x="143346" y="265893"/>
                  </a:lnTo>
                  <a:lnTo>
                    <a:pt x="146428" y="261537"/>
                  </a:lnTo>
                  <a:lnTo>
                    <a:pt x="149369" y="257085"/>
                  </a:lnTo>
                  <a:lnTo>
                    <a:pt x="152167" y="252541"/>
                  </a:lnTo>
                  <a:lnTo>
                    <a:pt x="154819" y="247911"/>
                  </a:lnTo>
                  <a:lnTo>
                    <a:pt x="157321" y="243198"/>
                  </a:lnTo>
                  <a:lnTo>
                    <a:pt x="159672" y="238408"/>
                  </a:lnTo>
                  <a:lnTo>
                    <a:pt x="161869" y="233545"/>
                  </a:lnTo>
                  <a:lnTo>
                    <a:pt x="163909" y="228614"/>
                  </a:lnTo>
                  <a:lnTo>
                    <a:pt x="165791" y="223621"/>
                  </a:lnTo>
                  <a:lnTo>
                    <a:pt x="167513" y="218571"/>
                  </a:lnTo>
                  <a:lnTo>
                    <a:pt x="169072" y="213468"/>
                  </a:lnTo>
                  <a:lnTo>
                    <a:pt x="170468" y="208318"/>
                  </a:lnTo>
                  <a:lnTo>
                    <a:pt x="171699" y="203125"/>
                  </a:lnTo>
                  <a:lnTo>
                    <a:pt x="172764" y="197897"/>
                  </a:lnTo>
                  <a:lnTo>
                    <a:pt x="173661" y="192637"/>
                  </a:lnTo>
                  <a:lnTo>
                    <a:pt x="174389" y="187351"/>
                  </a:lnTo>
                  <a:lnTo>
                    <a:pt x="174949" y="182044"/>
                  </a:lnTo>
                  <a:lnTo>
                    <a:pt x="175339" y="176722"/>
                  </a:lnTo>
                  <a:lnTo>
                    <a:pt x="175559" y="171391"/>
                  </a:lnTo>
                  <a:lnTo>
                    <a:pt x="175609" y="166055"/>
                  </a:lnTo>
                  <a:lnTo>
                    <a:pt x="175488" y="160721"/>
                  </a:lnTo>
                  <a:lnTo>
                    <a:pt x="175197" y="155393"/>
                  </a:lnTo>
                  <a:lnTo>
                    <a:pt x="174736" y="150076"/>
                  </a:lnTo>
                  <a:lnTo>
                    <a:pt x="174106" y="144778"/>
                  </a:lnTo>
                  <a:lnTo>
                    <a:pt x="173307" y="139502"/>
                  </a:lnTo>
                  <a:lnTo>
                    <a:pt x="172340" y="134254"/>
                  </a:lnTo>
                  <a:lnTo>
                    <a:pt x="171206" y="129040"/>
                  </a:lnTo>
                  <a:lnTo>
                    <a:pt x="169907" y="123865"/>
                  </a:lnTo>
                  <a:lnTo>
                    <a:pt x="168442" y="118734"/>
                  </a:lnTo>
                  <a:lnTo>
                    <a:pt x="166815" y="113652"/>
                  </a:lnTo>
                  <a:lnTo>
                    <a:pt x="165026" y="108625"/>
                  </a:lnTo>
                  <a:lnTo>
                    <a:pt x="163078" y="103657"/>
                  </a:lnTo>
                  <a:lnTo>
                    <a:pt x="160972" y="98754"/>
                  </a:lnTo>
                  <a:lnTo>
                    <a:pt x="158711" y="93921"/>
                  </a:lnTo>
                  <a:lnTo>
                    <a:pt x="156297" y="89162"/>
                  </a:lnTo>
                  <a:lnTo>
                    <a:pt x="153732" y="84483"/>
                  </a:lnTo>
                  <a:lnTo>
                    <a:pt x="151019" y="79889"/>
                  </a:lnTo>
                  <a:lnTo>
                    <a:pt x="148161" y="75383"/>
                  </a:lnTo>
                  <a:lnTo>
                    <a:pt x="145160" y="70970"/>
                  </a:lnTo>
                  <a:lnTo>
                    <a:pt x="142021" y="66656"/>
                  </a:lnTo>
                  <a:lnTo>
                    <a:pt x="138745" y="62444"/>
                  </a:lnTo>
                  <a:lnTo>
                    <a:pt x="135336" y="58339"/>
                  </a:lnTo>
                  <a:lnTo>
                    <a:pt x="131798" y="54344"/>
                  </a:lnTo>
                  <a:lnTo>
                    <a:pt x="128134" y="50465"/>
                  </a:lnTo>
                  <a:lnTo>
                    <a:pt x="124349" y="46704"/>
                  </a:lnTo>
                  <a:lnTo>
                    <a:pt x="120445" y="43066"/>
                  </a:lnTo>
                  <a:lnTo>
                    <a:pt x="116427" y="39555"/>
                  </a:lnTo>
                  <a:lnTo>
                    <a:pt x="112299" y="36174"/>
                  </a:lnTo>
                  <a:lnTo>
                    <a:pt x="108065" y="32926"/>
                  </a:lnTo>
                  <a:lnTo>
                    <a:pt x="103730" y="29815"/>
                  </a:lnTo>
                  <a:lnTo>
                    <a:pt x="99298" y="26844"/>
                  </a:lnTo>
                  <a:lnTo>
                    <a:pt x="94773" y="24015"/>
                  </a:lnTo>
                  <a:lnTo>
                    <a:pt x="90160" y="21333"/>
                  </a:lnTo>
                  <a:lnTo>
                    <a:pt x="85464" y="18799"/>
                  </a:lnTo>
                  <a:lnTo>
                    <a:pt x="80690" y="16417"/>
                  </a:lnTo>
                  <a:lnTo>
                    <a:pt x="75842" y="14188"/>
                  </a:lnTo>
                  <a:lnTo>
                    <a:pt x="70925" y="12115"/>
                  </a:lnTo>
                  <a:lnTo>
                    <a:pt x="65944" y="10200"/>
                  </a:lnTo>
                  <a:lnTo>
                    <a:pt x="60905" y="8444"/>
                  </a:lnTo>
                  <a:lnTo>
                    <a:pt x="55813" y="6851"/>
                  </a:lnTo>
                  <a:lnTo>
                    <a:pt x="50672" y="5421"/>
                  </a:lnTo>
                  <a:lnTo>
                    <a:pt x="45488" y="4155"/>
                  </a:lnTo>
                  <a:lnTo>
                    <a:pt x="40267" y="3056"/>
                  </a:lnTo>
                  <a:lnTo>
                    <a:pt x="35013" y="2124"/>
                  </a:lnTo>
                  <a:lnTo>
                    <a:pt x="29732" y="1360"/>
                  </a:lnTo>
                  <a:lnTo>
                    <a:pt x="24429" y="765"/>
                  </a:lnTo>
                  <a:lnTo>
                    <a:pt x="19110" y="340"/>
                  </a:lnTo>
                  <a:lnTo>
                    <a:pt x="13780" y="85"/>
                  </a:lnTo>
                  <a:lnTo>
                    <a:pt x="8445" y="0"/>
                  </a:lnTo>
                  <a:lnTo>
                    <a:pt x="84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3427" y="1735255"/>
              <a:ext cx="17119" cy="167167"/>
            </a:xfrm>
            <a:custGeom>
              <a:avLst/>
              <a:pathLst>
                <a:path w="17119" h="167167">
                  <a:moveTo>
                    <a:pt x="17119" y="0"/>
                  </a:moveTo>
                  <a:lnTo>
                    <a:pt x="8548" y="219"/>
                  </a:lnTo>
                  <a:lnTo>
                    <a:pt x="0" y="878"/>
                  </a:lnTo>
                  <a:lnTo>
                    <a:pt x="1711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43427" y="1736134"/>
              <a:ext cx="17119" cy="166288"/>
            </a:xfrm>
            <a:custGeom>
              <a:avLst/>
              <a:pathLst>
                <a:path w="17119" h="166288">
                  <a:moveTo>
                    <a:pt x="0" y="0"/>
                  </a:moveTo>
                  <a:lnTo>
                    <a:pt x="17119" y="1662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293386" y="1736134"/>
              <a:ext cx="334318" cy="333452"/>
            </a:xfrm>
            <a:custGeom>
              <a:avLst/>
              <a:pathLst>
                <a:path w="334318" h="333452">
                  <a:moveTo>
                    <a:pt x="150040" y="0"/>
                  </a:moveTo>
                  <a:lnTo>
                    <a:pt x="144775" y="626"/>
                  </a:lnTo>
                  <a:lnTo>
                    <a:pt x="139533" y="1419"/>
                  </a:lnTo>
                  <a:lnTo>
                    <a:pt x="134318" y="2378"/>
                  </a:lnTo>
                  <a:lnTo>
                    <a:pt x="129136" y="3502"/>
                  </a:lnTo>
                  <a:lnTo>
                    <a:pt x="123993" y="4790"/>
                  </a:lnTo>
                  <a:lnTo>
                    <a:pt x="118893" y="6240"/>
                  </a:lnTo>
                  <a:lnTo>
                    <a:pt x="113842" y="7851"/>
                  </a:lnTo>
                  <a:lnTo>
                    <a:pt x="108844" y="9622"/>
                  </a:lnTo>
                  <a:lnTo>
                    <a:pt x="103905" y="11550"/>
                  </a:lnTo>
                  <a:lnTo>
                    <a:pt x="99030" y="13634"/>
                  </a:lnTo>
                  <a:lnTo>
                    <a:pt x="94223" y="15872"/>
                  </a:lnTo>
                  <a:lnTo>
                    <a:pt x="89489" y="18260"/>
                  </a:lnTo>
                  <a:lnTo>
                    <a:pt x="84834" y="20798"/>
                  </a:lnTo>
                  <a:lnTo>
                    <a:pt x="80261" y="23482"/>
                  </a:lnTo>
                  <a:lnTo>
                    <a:pt x="75776" y="26310"/>
                  </a:lnTo>
                  <a:lnTo>
                    <a:pt x="71383" y="29278"/>
                  </a:lnTo>
                  <a:lnTo>
                    <a:pt x="67086" y="32384"/>
                  </a:lnTo>
                  <a:lnTo>
                    <a:pt x="62890" y="35625"/>
                  </a:lnTo>
                  <a:lnTo>
                    <a:pt x="58799" y="38998"/>
                  </a:lnTo>
                  <a:lnTo>
                    <a:pt x="54816" y="42498"/>
                  </a:lnTo>
                  <a:lnTo>
                    <a:pt x="50947" y="46124"/>
                  </a:lnTo>
                  <a:lnTo>
                    <a:pt x="47195" y="49869"/>
                  </a:lnTo>
                  <a:lnTo>
                    <a:pt x="43563" y="53733"/>
                  </a:lnTo>
                  <a:lnTo>
                    <a:pt x="40056" y="57709"/>
                  </a:lnTo>
                  <a:lnTo>
                    <a:pt x="36676" y="61794"/>
                  </a:lnTo>
                  <a:lnTo>
                    <a:pt x="33428" y="65985"/>
                  </a:lnTo>
                  <a:lnTo>
                    <a:pt x="30314" y="70277"/>
                  </a:lnTo>
                  <a:lnTo>
                    <a:pt x="27338" y="74665"/>
                  </a:lnTo>
                  <a:lnTo>
                    <a:pt x="24503" y="79145"/>
                  </a:lnTo>
                  <a:lnTo>
                    <a:pt x="21811" y="83713"/>
                  </a:lnTo>
                  <a:lnTo>
                    <a:pt x="19265" y="88364"/>
                  </a:lnTo>
                  <a:lnTo>
                    <a:pt x="16869" y="93093"/>
                  </a:lnTo>
                  <a:lnTo>
                    <a:pt x="14623" y="97896"/>
                  </a:lnTo>
                  <a:lnTo>
                    <a:pt x="12531" y="102768"/>
                  </a:lnTo>
                  <a:lnTo>
                    <a:pt x="10594" y="107704"/>
                  </a:lnTo>
                  <a:lnTo>
                    <a:pt x="8815" y="112699"/>
                  </a:lnTo>
                  <a:lnTo>
                    <a:pt x="7195" y="117747"/>
                  </a:lnTo>
                  <a:lnTo>
                    <a:pt x="5736" y="122845"/>
                  </a:lnTo>
                  <a:lnTo>
                    <a:pt x="4440" y="127986"/>
                  </a:lnTo>
                  <a:lnTo>
                    <a:pt x="3307" y="133166"/>
                  </a:lnTo>
                  <a:lnTo>
                    <a:pt x="2339" y="138379"/>
                  </a:lnTo>
                  <a:lnTo>
                    <a:pt x="1537" y="143620"/>
                  </a:lnTo>
                  <a:lnTo>
                    <a:pt x="901" y="148884"/>
                  </a:lnTo>
                  <a:lnTo>
                    <a:pt x="433" y="154165"/>
                  </a:lnTo>
                  <a:lnTo>
                    <a:pt x="132" y="159459"/>
                  </a:lnTo>
                  <a:lnTo>
                    <a:pt x="0" y="164759"/>
                  </a:lnTo>
                  <a:lnTo>
                    <a:pt x="35" y="170061"/>
                  </a:lnTo>
                  <a:lnTo>
                    <a:pt x="239" y="175359"/>
                  </a:lnTo>
                  <a:lnTo>
                    <a:pt x="610" y="180648"/>
                  </a:lnTo>
                  <a:lnTo>
                    <a:pt x="1150" y="185923"/>
                  </a:lnTo>
                  <a:lnTo>
                    <a:pt x="1856" y="191178"/>
                  </a:lnTo>
                  <a:lnTo>
                    <a:pt x="2728" y="196408"/>
                  </a:lnTo>
                  <a:lnTo>
                    <a:pt x="3766" y="201607"/>
                  </a:lnTo>
                  <a:lnTo>
                    <a:pt x="4968" y="206771"/>
                  </a:lnTo>
                  <a:lnTo>
                    <a:pt x="6334" y="211894"/>
                  </a:lnTo>
                  <a:lnTo>
                    <a:pt x="7861" y="216972"/>
                  </a:lnTo>
                  <a:lnTo>
                    <a:pt x="9549" y="221998"/>
                  </a:lnTo>
                  <a:lnTo>
                    <a:pt x="11395" y="226968"/>
                  </a:lnTo>
                  <a:lnTo>
                    <a:pt x="13397" y="231878"/>
                  </a:lnTo>
                  <a:lnTo>
                    <a:pt x="15555" y="236721"/>
                  </a:lnTo>
                  <a:lnTo>
                    <a:pt x="17865" y="241494"/>
                  </a:lnTo>
                  <a:lnTo>
                    <a:pt x="20325" y="246190"/>
                  </a:lnTo>
                  <a:lnTo>
                    <a:pt x="22933" y="250807"/>
                  </a:lnTo>
                  <a:lnTo>
                    <a:pt x="25686" y="255338"/>
                  </a:lnTo>
                  <a:lnTo>
                    <a:pt x="28581" y="259780"/>
                  </a:lnTo>
                  <a:lnTo>
                    <a:pt x="31615" y="264128"/>
                  </a:lnTo>
                  <a:lnTo>
                    <a:pt x="34786" y="268377"/>
                  </a:lnTo>
                  <a:lnTo>
                    <a:pt x="38091" y="272524"/>
                  </a:lnTo>
                  <a:lnTo>
                    <a:pt x="41525" y="276564"/>
                  </a:lnTo>
                  <a:lnTo>
                    <a:pt x="45085" y="280493"/>
                  </a:lnTo>
                  <a:lnTo>
                    <a:pt x="48768" y="284306"/>
                  </a:lnTo>
                  <a:lnTo>
                    <a:pt x="52571" y="288002"/>
                  </a:lnTo>
                  <a:lnTo>
                    <a:pt x="56488" y="291575"/>
                  </a:lnTo>
                  <a:lnTo>
                    <a:pt x="60517" y="295021"/>
                  </a:lnTo>
                  <a:lnTo>
                    <a:pt x="64653" y="298339"/>
                  </a:lnTo>
                  <a:lnTo>
                    <a:pt x="68893" y="301523"/>
                  </a:lnTo>
                  <a:lnTo>
                    <a:pt x="73231" y="304571"/>
                  </a:lnTo>
                  <a:lnTo>
                    <a:pt x="77663" y="307481"/>
                  </a:lnTo>
                  <a:lnTo>
                    <a:pt x="82186" y="310248"/>
                  </a:lnTo>
                  <a:lnTo>
                    <a:pt x="86794" y="312870"/>
                  </a:lnTo>
                  <a:lnTo>
                    <a:pt x="91483" y="315345"/>
                  </a:lnTo>
                  <a:lnTo>
                    <a:pt x="96249" y="317670"/>
                  </a:lnTo>
                  <a:lnTo>
                    <a:pt x="101085" y="319843"/>
                  </a:lnTo>
                  <a:lnTo>
                    <a:pt x="105988" y="321861"/>
                  </a:lnTo>
                  <a:lnTo>
                    <a:pt x="110953" y="323723"/>
                  </a:lnTo>
                  <a:lnTo>
                    <a:pt x="115974" y="325426"/>
                  </a:lnTo>
                  <a:lnTo>
                    <a:pt x="121046" y="326969"/>
                  </a:lnTo>
                  <a:lnTo>
                    <a:pt x="126165" y="328351"/>
                  </a:lnTo>
                  <a:lnTo>
                    <a:pt x="131325" y="329569"/>
                  </a:lnTo>
                  <a:lnTo>
                    <a:pt x="136521" y="330624"/>
                  </a:lnTo>
                  <a:lnTo>
                    <a:pt x="141748" y="331513"/>
                  </a:lnTo>
                  <a:lnTo>
                    <a:pt x="147001" y="332236"/>
                  </a:lnTo>
                  <a:lnTo>
                    <a:pt x="152274" y="332791"/>
                  </a:lnTo>
                  <a:lnTo>
                    <a:pt x="157562" y="333180"/>
                  </a:lnTo>
                  <a:lnTo>
                    <a:pt x="162859" y="333400"/>
                  </a:lnTo>
                  <a:lnTo>
                    <a:pt x="168161" y="333452"/>
                  </a:lnTo>
                  <a:lnTo>
                    <a:pt x="173462" y="333337"/>
                  </a:lnTo>
                  <a:lnTo>
                    <a:pt x="178757" y="333053"/>
                  </a:lnTo>
                  <a:lnTo>
                    <a:pt x="184039" y="332601"/>
                  </a:lnTo>
                  <a:lnTo>
                    <a:pt x="189305" y="331982"/>
                  </a:lnTo>
                  <a:lnTo>
                    <a:pt x="194549" y="331196"/>
                  </a:lnTo>
                  <a:lnTo>
                    <a:pt x="199765" y="330245"/>
                  </a:lnTo>
                  <a:lnTo>
                    <a:pt x="204948" y="329128"/>
                  </a:lnTo>
                  <a:lnTo>
                    <a:pt x="210093" y="327848"/>
                  </a:lnTo>
                  <a:lnTo>
                    <a:pt x="215195" y="326405"/>
                  </a:lnTo>
                  <a:lnTo>
                    <a:pt x="220249" y="324801"/>
                  </a:lnTo>
                  <a:lnTo>
                    <a:pt x="225249" y="323038"/>
                  </a:lnTo>
                  <a:lnTo>
                    <a:pt x="230191" y="321117"/>
                  </a:lnTo>
                  <a:lnTo>
                    <a:pt x="235070" y="319040"/>
                  </a:lnTo>
                  <a:lnTo>
                    <a:pt x="239880" y="316810"/>
                  </a:lnTo>
                  <a:lnTo>
                    <a:pt x="244617" y="314428"/>
                  </a:lnTo>
                  <a:lnTo>
                    <a:pt x="249276" y="311897"/>
                  </a:lnTo>
                  <a:lnTo>
                    <a:pt x="253852" y="309220"/>
                  </a:lnTo>
                  <a:lnTo>
                    <a:pt x="258341" y="306398"/>
                  </a:lnTo>
                  <a:lnTo>
                    <a:pt x="262739" y="303436"/>
                  </a:lnTo>
                  <a:lnTo>
                    <a:pt x="267040" y="300336"/>
                  </a:lnTo>
                  <a:lnTo>
                    <a:pt x="271241" y="297101"/>
                  </a:lnTo>
                  <a:lnTo>
                    <a:pt x="275337" y="293735"/>
                  </a:lnTo>
                  <a:lnTo>
                    <a:pt x="279325" y="290240"/>
                  </a:lnTo>
                  <a:lnTo>
                    <a:pt x="283199" y="286620"/>
                  </a:lnTo>
                  <a:lnTo>
                    <a:pt x="286957" y="282880"/>
                  </a:lnTo>
                  <a:lnTo>
                    <a:pt x="290594" y="279022"/>
                  </a:lnTo>
                  <a:lnTo>
                    <a:pt x="294107" y="275051"/>
                  </a:lnTo>
                  <a:lnTo>
                    <a:pt x="297493" y="270970"/>
                  </a:lnTo>
                  <a:lnTo>
                    <a:pt x="300747" y="266784"/>
                  </a:lnTo>
                  <a:lnTo>
                    <a:pt x="303867" y="262497"/>
                  </a:lnTo>
                  <a:lnTo>
                    <a:pt x="306849" y="258113"/>
                  </a:lnTo>
                  <a:lnTo>
                    <a:pt x="309691" y="253637"/>
                  </a:lnTo>
                  <a:lnTo>
                    <a:pt x="312389" y="249073"/>
                  </a:lnTo>
                  <a:lnTo>
                    <a:pt x="314942" y="244426"/>
                  </a:lnTo>
                  <a:lnTo>
                    <a:pt x="317345" y="239700"/>
                  </a:lnTo>
                  <a:lnTo>
                    <a:pt x="319598" y="234900"/>
                  </a:lnTo>
                  <a:lnTo>
                    <a:pt x="321697" y="230031"/>
                  </a:lnTo>
                  <a:lnTo>
                    <a:pt x="323641" y="225098"/>
                  </a:lnTo>
                  <a:lnTo>
                    <a:pt x="325427" y="220106"/>
                  </a:lnTo>
                  <a:lnTo>
                    <a:pt x="327054" y="215060"/>
                  </a:lnTo>
                  <a:lnTo>
                    <a:pt x="328521" y="209964"/>
                  </a:lnTo>
                  <a:lnTo>
                    <a:pt x="329825" y="204825"/>
                  </a:lnTo>
                  <a:lnTo>
                    <a:pt x="330965" y="199647"/>
                  </a:lnTo>
                  <a:lnTo>
                    <a:pt x="331941" y="194436"/>
                  </a:lnTo>
                  <a:lnTo>
                    <a:pt x="332750" y="189196"/>
                  </a:lnTo>
                  <a:lnTo>
                    <a:pt x="333394" y="183933"/>
                  </a:lnTo>
                  <a:lnTo>
                    <a:pt x="333870" y="178652"/>
                  </a:lnTo>
                  <a:lnTo>
                    <a:pt x="334178" y="173359"/>
                  </a:lnTo>
                  <a:lnTo>
                    <a:pt x="334318" y="168059"/>
                  </a:lnTo>
                  <a:lnTo>
                    <a:pt x="334290" y="162757"/>
                  </a:lnTo>
                  <a:lnTo>
                    <a:pt x="334094" y="157458"/>
                  </a:lnTo>
                  <a:lnTo>
                    <a:pt x="333730" y="152169"/>
                  </a:lnTo>
                  <a:lnTo>
                    <a:pt x="333198" y="146893"/>
                  </a:lnTo>
                  <a:lnTo>
                    <a:pt x="332500" y="141637"/>
                  </a:lnTo>
                  <a:lnTo>
                    <a:pt x="331635" y="136406"/>
                  </a:lnTo>
                  <a:lnTo>
                    <a:pt x="330605" y="131205"/>
                  </a:lnTo>
                  <a:lnTo>
                    <a:pt x="329410" y="126039"/>
                  </a:lnTo>
                  <a:lnTo>
                    <a:pt x="328052" y="120914"/>
                  </a:lnTo>
                  <a:lnTo>
                    <a:pt x="326532" y="115835"/>
                  </a:lnTo>
                  <a:lnTo>
                    <a:pt x="324852" y="110806"/>
                  </a:lnTo>
                  <a:lnTo>
                    <a:pt x="323013" y="105833"/>
                  </a:lnTo>
                  <a:lnTo>
                    <a:pt x="321017" y="100921"/>
                  </a:lnTo>
                  <a:lnTo>
                    <a:pt x="318867" y="96074"/>
                  </a:lnTo>
                  <a:lnTo>
                    <a:pt x="316564" y="91298"/>
                  </a:lnTo>
                  <a:lnTo>
                    <a:pt x="314110" y="86598"/>
                  </a:lnTo>
                  <a:lnTo>
                    <a:pt x="311509" y="81978"/>
                  </a:lnTo>
                  <a:lnTo>
                    <a:pt x="308763" y="77442"/>
                  </a:lnTo>
                  <a:lnTo>
                    <a:pt x="305874" y="72996"/>
                  </a:lnTo>
                  <a:lnTo>
                    <a:pt x="302846" y="68644"/>
                  </a:lnTo>
                  <a:lnTo>
                    <a:pt x="299681" y="64390"/>
                  </a:lnTo>
                  <a:lnTo>
                    <a:pt x="296383" y="60239"/>
                  </a:lnTo>
                  <a:lnTo>
                    <a:pt x="292955" y="56194"/>
                  </a:lnTo>
                  <a:lnTo>
                    <a:pt x="289400" y="52260"/>
                  </a:lnTo>
                  <a:lnTo>
                    <a:pt x="285722" y="48441"/>
                  </a:lnTo>
                  <a:lnTo>
                    <a:pt x="281925" y="44740"/>
                  </a:lnTo>
                  <a:lnTo>
                    <a:pt x="278013" y="41162"/>
                  </a:lnTo>
                  <a:lnTo>
                    <a:pt x="273989" y="37709"/>
                  </a:lnTo>
                  <a:lnTo>
                    <a:pt x="269857" y="34386"/>
                  </a:lnTo>
                  <a:lnTo>
                    <a:pt x="265623" y="31195"/>
                  </a:lnTo>
                  <a:lnTo>
                    <a:pt x="261289" y="28141"/>
                  </a:lnTo>
                  <a:lnTo>
                    <a:pt x="256860" y="25225"/>
                  </a:lnTo>
                  <a:lnTo>
                    <a:pt x="252342" y="22451"/>
                  </a:lnTo>
                  <a:lnTo>
                    <a:pt x="247737" y="19822"/>
                  </a:lnTo>
                  <a:lnTo>
                    <a:pt x="243052" y="17340"/>
                  </a:lnTo>
                  <a:lnTo>
                    <a:pt x="238290" y="15009"/>
                  </a:lnTo>
                  <a:lnTo>
                    <a:pt x="233457" y="12829"/>
                  </a:lnTo>
                  <a:lnTo>
                    <a:pt x="228557" y="10804"/>
                  </a:lnTo>
                  <a:lnTo>
                    <a:pt x="223595" y="8935"/>
                  </a:lnTo>
                  <a:lnTo>
                    <a:pt x="218576" y="7224"/>
                  </a:lnTo>
                  <a:lnTo>
                    <a:pt x="213506" y="5674"/>
                  </a:lnTo>
                  <a:lnTo>
                    <a:pt x="208389" y="4285"/>
                  </a:lnTo>
                  <a:lnTo>
                    <a:pt x="203231" y="3059"/>
                  </a:lnTo>
                  <a:lnTo>
                    <a:pt x="198036" y="1997"/>
                  </a:lnTo>
                  <a:lnTo>
                    <a:pt x="192810" y="1100"/>
                  </a:lnTo>
                  <a:lnTo>
                    <a:pt x="187559" y="370"/>
                  </a:lnTo>
                  <a:lnTo>
                    <a:pt x="167160" y="1662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60546" y="1735255"/>
              <a:ext cx="20398" cy="167167"/>
            </a:xfrm>
            <a:custGeom>
              <a:avLst/>
              <a:pathLst>
                <a:path w="20398" h="167167">
                  <a:moveTo>
                    <a:pt x="20398" y="1249"/>
                  </a:moveTo>
                  <a:lnTo>
                    <a:pt x="10218" y="3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5676" y="1379510"/>
              <a:ext cx="167163" cy="250469"/>
            </a:xfrm>
            <a:custGeom>
              <a:avLst/>
              <a:pathLst>
                <a:path w="167163" h="250469">
                  <a:moveTo>
                    <a:pt x="167163" y="0"/>
                  </a:moveTo>
                  <a:lnTo>
                    <a:pt x="161783" y="86"/>
                  </a:lnTo>
                  <a:lnTo>
                    <a:pt x="156408" y="346"/>
                  </a:lnTo>
                  <a:lnTo>
                    <a:pt x="151044" y="778"/>
                  </a:lnTo>
                  <a:lnTo>
                    <a:pt x="145697" y="1383"/>
                  </a:lnTo>
                  <a:lnTo>
                    <a:pt x="140372" y="2160"/>
                  </a:lnTo>
                  <a:lnTo>
                    <a:pt x="135075" y="3108"/>
                  </a:lnTo>
                  <a:lnTo>
                    <a:pt x="129812" y="4226"/>
                  </a:lnTo>
                  <a:lnTo>
                    <a:pt x="124587" y="5512"/>
                  </a:lnTo>
                  <a:lnTo>
                    <a:pt x="119406" y="6967"/>
                  </a:lnTo>
                  <a:lnTo>
                    <a:pt x="114274" y="8587"/>
                  </a:lnTo>
                  <a:lnTo>
                    <a:pt x="109197" y="10371"/>
                  </a:lnTo>
                  <a:lnTo>
                    <a:pt x="104181" y="12318"/>
                  </a:lnTo>
                  <a:lnTo>
                    <a:pt x="99230" y="14425"/>
                  </a:lnTo>
                  <a:lnTo>
                    <a:pt x="94349" y="16691"/>
                  </a:lnTo>
                  <a:lnTo>
                    <a:pt x="89543" y="19113"/>
                  </a:lnTo>
                  <a:lnTo>
                    <a:pt x="84818" y="21688"/>
                  </a:lnTo>
                  <a:lnTo>
                    <a:pt x="80178" y="24413"/>
                  </a:lnTo>
                  <a:lnTo>
                    <a:pt x="75629" y="27287"/>
                  </a:lnTo>
                  <a:lnTo>
                    <a:pt x="71174" y="30306"/>
                  </a:lnTo>
                  <a:lnTo>
                    <a:pt x="66819" y="33466"/>
                  </a:lnTo>
                  <a:lnTo>
                    <a:pt x="62567" y="36765"/>
                  </a:lnTo>
                  <a:lnTo>
                    <a:pt x="58424" y="40199"/>
                  </a:lnTo>
                  <a:lnTo>
                    <a:pt x="54394" y="43765"/>
                  </a:lnTo>
                  <a:lnTo>
                    <a:pt x="50481" y="47458"/>
                  </a:lnTo>
                  <a:lnTo>
                    <a:pt x="46688" y="51276"/>
                  </a:lnTo>
                  <a:lnTo>
                    <a:pt x="43021" y="55214"/>
                  </a:lnTo>
                  <a:lnTo>
                    <a:pt x="39482" y="59267"/>
                  </a:lnTo>
                  <a:lnTo>
                    <a:pt x="36075" y="63433"/>
                  </a:lnTo>
                  <a:lnTo>
                    <a:pt x="32804" y="67706"/>
                  </a:lnTo>
                  <a:lnTo>
                    <a:pt x="29672" y="72082"/>
                  </a:lnTo>
                  <a:lnTo>
                    <a:pt x="26683" y="76556"/>
                  </a:lnTo>
                  <a:lnTo>
                    <a:pt x="23840" y="81125"/>
                  </a:lnTo>
                  <a:lnTo>
                    <a:pt x="21145" y="85782"/>
                  </a:lnTo>
                  <a:lnTo>
                    <a:pt x="18601" y="90524"/>
                  </a:lnTo>
                  <a:lnTo>
                    <a:pt x="16211" y="95345"/>
                  </a:lnTo>
                  <a:lnTo>
                    <a:pt x="13977" y="100241"/>
                  </a:lnTo>
                  <a:lnTo>
                    <a:pt x="11903" y="105206"/>
                  </a:lnTo>
                  <a:lnTo>
                    <a:pt x="9989" y="110236"/>
                  </a:lnTo>
                  <a:lnTo>
                    <a:pt x="8238" y="115324"/>
                  </a:lnTo>
                  <a:lnTo>
                    <a:pt x="6652" y="120466"/>
                  </a:lnTo>
                  <a:lnTo>
                    <a:pt x="5232" y="125656"/>
                  </a:lnTo>
                  <a:lnTo>
                    <a:pt x="3980" y="130890"/>
                  </a:lnTo>
                  <a:lnTo>
                    <a:pt x="2897" y="136161"/>
                  </a:lnTo>
                  <a:lnTo>
                    <a:pt x="1984" y="141464"/>
                  </a:lnTo>
                  <a:lnTo>
                    <a:pt x="1242" y="146794"/>
                  </a:lnTo>
                  <a:lnTo>
                    <a:pt x="672" y="152145"/>
                  </a:lnTo>
                  <a:lnTo>
                    <a:pt x="275" y="157511"/>
                  </a:lnTo>
                  <a:lnTo>
                    <a:pt x="51" y="162888"/>
                  </a:lnTo>
                  <a:lnTo>
                    <a:pt x="0" y="168269"/>
                  </a:lnTo>
                  <a:lnTo>
                    <a:pt x="122" y="173648"/>
                  </a:lnTo>
                  <a:lnTo>
                    <a:pt x="417" y="179021"/>
                  </a:lnTo>
                  <a:lnTo>
                    <a:pt x="885" y="184382"/>
                  </a:lnTo>
                  <a:lnTo>
                    <a:pt x="1525" y="189725"/>
                  </a:lnTo>
                  <a:lnTo>
                    <a:pt x="2337" y="195045"/>
                  </a:lnTo>
                  <a:lnTo>
                    <a:pt x="3319" y="200335"/>
                  </a:lnTo>
                  <a:lnTo>
                    <a:pt x="4472" y="205592"/>
                  </a:lnTo>
                  <a:lnTo>
                    <a:pt x="5793" y="210808"/>
                  </a:lnTo>
                  <a:lnTo>
                    <a:pt x="7281" y="215979"/>
                  </a:lnTo>
                  <a:lnTo>
                    <a:pt x="8935" y="221100"/>
                  </a:lnTo>
                  <a:lnTo>
                    <a:pt x="10753" y="226165"/>
                  </a:lnTo>
                  <a:lnTo>
                    <a:pt x="12733" y="231168"/>
                  </a:lnTo>
                  <a:lnTo>
                    <a:pt x="14873" y="236106"/>
                  </a:lnTo>
                  <a:lnTo>
                    <a:pt x="17171" y="240972"/>
                  </a:lnTo>
                  <a:lnTo>
                    <a:pt x="19624" y="245761"/>
                  </a:lnTo>
                  <a:lnTo>
                    <a:pt x="22230" y="25046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37906" y="1546678"/>
              <a:ext cx="144933" cy="83302"/>
            </a:xfrm>
            <a:custGeom>
              <a:avLst/>
              <a:pathLst>
                <a:path w="144933" h="83302">
                  <a:moveTo>
                    <a:pt x="0" y="83302"/>
                  </a:moveTo>
                  <a:lnTo>
                    <a:pt x="1449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937906" y="1498193"/>
              <a:ext cx="312097" cy="215647"/>
            </a:xfrm>
            <a:custGeom>
              <a:avLst/>
              <a:pathLst>
                <a:path w="312097" h="215647">
                  <a:moveTo>
                    <a:pt x="0" y="131786"/>
                  </a:moveTo>
                  <a:lnTo>
                    <a:pt x="2741" y="136384"/>
                  </a:lnTo>
                  <a:lnTo>
                    <a:pt x="5628" y="140892"/>
                  </a:lnTo>
                  <a:lnTo>
                    <a:pt x="8659" y="145305"/>
                  </a:lnTo>
                  <a:lnTo>
                    <a:pt x="11829" y="149619"/>
                  </a:lnTo>
                  <a:lnTo>
                    <a:pt x="15135" y="153829"/>
                  </a:lnTo>
                  <a:lnTo>
                    <a:pt x="18575" y="157931"/>
                  </a:lnTo>
                  <a:lnTo>
                    <a:pt x="22144" y="161920"/>
                  </a:lnTo>
                  <a:lnTo>
                    <a:pt x="25839" y="165794"/>
                  </a:lnTo>
                  <a:lnTo>
                    <a:pt x="29656" y="169547"/>
                  </a:lnTo>
                  <a:lnTo>
                    <a:pt x="33591" y="173176"/>
                  </a:lnTo>
                  <a:lnTo>
                    <a:pt x="37641" y="176677"/>
                  </a:lnTo>
                  <a:lnTo>
                    <a:pt x="41800" y="180046"/>
                  </a:lnTo>
                  <a:lnTo>
                    <a:pt x="46066" y="183281"/>
                  </a:lnTo>
                  <a:lnTo>
                    <a:pt x="50432" y="186378"/>
                  </a:lnTo>
                  <a:lnTo>
                    <a:pt x="54896" y="189333"/>
                  </a:lnTo>
                  <a:lnTo>
                    <a:pt x="59452" y="192143"/>
                  </a:lnTo>
                  <a:lnTo>
                    <a:pt x="64096" y="194807"/>
                  </a:lnTo>
                  <a:lnTo>
                    <a:pt x="68822" y="197320"/>
                  </a:lnTo>
                  <a:lnTo>
                    <a:pt x="73627" y="199681"/>
                  </a:lnTo>
                  <a:lnTo>
                    <a:pt x="78504" y="201886"/>
                  </a:lnTo>
                  <a:lnTo>
                    <a:pt x="83450" y="203935"/>
                  </a:lnTo>
                  <a:lnTo>
                    <a:pt x="88459" y="205824"/>
                  </a:lnTo>
                  <a:lnTo>
                    <a:pt x="93526" y="207551"/>
                  </a:lnTo>
                  <a:lnTo>
                    <a:pt x="98645" y="209116"/>
                  </a:lnTo>
                  <a:lnTo>
                    <a:pt x="103812" y="210515"/>
                  </a:lnTo>
                  <a:lnTo>
                    <a:pt x="109021" y="211749"/>
                  </a:lnTo>
                  <a:lnTo>
                    <a:pt x="114267" y="212815"/>
                  </a:lnTo>
                  <a:lnTo>
                    <a:pt x="119545" y="213713"/>
                  </a:lnTo>
                  <a:lnTo>
                    <a:pt x="124848" y="214441"/>
                  </a:lnTo>
                  <a:lnTo>
                    <a:pt x="130172" y="214999"/>
                  </a:lnTo>
                  <a:lnTo>
                    <a:pt x="135511" y="215386"/>
                  </a:lnTo>
                  <a:lnTo>
                    <a:pt x="140860" y="215602"/>
                  </a:lnTo>
                  <a:lnTo>
                    <a:pt x="146213" y="215647"/>
                  </a:lnTo>
                  <a:lnTo>
                    <a:pt x="151565" y="215520"/>
                  </a:lnTo>
                  <a:lnTo>
                    <a:pt x="156910" y="215222"/>
                  </a:lnTo>
                  <a:lnTo>
                    <a:pt x="162242" y="214753"/>
                  </a:lnTo>
                  <a:lnTo>
                    <a:pt x="167557" y="214114"/>
                  </a:lnTo>
                  <a:lnTo>
                    <a:pt x="172849" y="213304"/>
                  </a:lnTo>
                  <a:lnTo>
                    <a:pt x="178112" y="212326"/>
                  </a:lnTo>
                  <a:lnTo>
                    <a:pt x="183341" y="211180"/>
                  </a:lnTo>
                  <a:lnTo>
                    <a:pt x="188530" y="209866"/>
                  </a:lnTo>
                  <a:lnTo>
                    <a:pt x="193675" y="208388"/>
                  </a:lnTo>
                  <a:lnTo>
                    <a:pt x="198770" y="206745"/>
                  </a:lnTo>
                  <a:lnTo>
                    <a:pt x="203810" y="204940"/>
                  </a:lnTo>
                  <a:lnTo>
                    <a:pt x="208789" y="202975"/>
                  </a:lnTo>
                  <a:lnTo>
                    <a:pt x="213703" y="200851"/>
                  </a:lnTo>
                  <a:lnTo>
                    <a:pt x="218546" y="198571"/>
                  </a:lnTo>
                  <a:lnTo>
                    <a:pt x="223314" y="196137"/>
                  </a:lnTo>
                  <a:lnTo>
                    <a:pt x="228002" y="193552"/>
                  </a:lnTo>
                  <a:lnTo>
                    <a:pt x="232604" y="190817"/>
                  </a:lnTo>
                  <a:lnTo>
                    <a:pt x="237116" y="187937"/>
                  </a:lnTo>
                  <a:lnTo>
                    <a:pt x="241534" y="184914"/>
                  </a:lnTo>
                  <a:lnTo>
                    <a:pt x="245853" y="181751"/>
                  </a:lnTo>
                  <a:lnTo>
                    <a:pt x="250068" y="178452"/>
                  </a:lnTo>
                  <a:lnTo>
                    <a:pt x="254176" y="175019"/>
                  </a:lnTo>
                  <a:lnTo>
                    <a:pt x="258171" y="171456"/>
                  </a:lnTo>
                  <a:lnTo>
                    <a:pt x="262051" y="167767"/>
                  </a:lnTo>
                  <a:lnTo>
                    <a:pt x="265810" y="163956"/>
                  </a:lnTo>
                  <a:lnTo>
                    <a:pt x="269445" y="160027"/>
                  </a:lnTo>
                  <a:lnTo>
                    <a:pt x="272953" y="155983"/>
                  </a:lnTo>
                  <a:lnTo>
                    <a:pt x="276329" y="151829"/>
                  </a:lnTo>
                  <a:lnTo>
                    <a:pt x="279571" y="147568"/>
                  </a:lnTo>
                  <a:lnTo>
                    <a:pt x="282674" y="143207"/>
                  </a:lnTo>
                  <a:lnTo>
                    <a:pt x="285636" y="138748"/>
                  </a:lnTo>
                  <a:lnTo>
                    <a:pt x="288454" y="134196"/>
                  </a:lnTo>
                  <a:lnTo>
                    <a:pt x="291125" y="129557"/>
                  </a:lnTo>
                  <a:lnTo>
                    <a:pt x="293646" y="124835"/>
                  </a:lnTo>
                  <a:lnTo>
                    <a:pt x="296014" y="120034"/>
                  </a:lnTo>
                  <a:lnTo>
                    <a:pt x="298228" y="115160"/>
                  </a:lnTo>
                  <a:lnTo>
                    <a:pt x="300284" y="110217"/>
                  </a:lnTo>
                  <a:lnTo>
                    <a:pt x="302181" y="105211"/>
                  </a:lnTo>
                  <a:lnTo>
                    <a:pt x="303917" y="100147"/>
                  </a:lnTo>
                  <a:lnTo>
                    <a:pt x="305490" y="95030"/>
                  </a:lnTo>
                  <a:lnTo>
                    <a:pt x="306898" y="89866"/>
                  </a:lnTo>
                  <a:lnTo>
                    <a:pt x="308139" y="84659"/>
                  </a:lnTo>
                  <a:lnTo>
                    <a:pt x="309214" y="79414"/>
                  </a:lnTo>
                  <a:lnTo>
                    <a:pt x="310120" y="74139"/>
                  </a:lnTo>
                  <a:lnTo>
                    <a:pt x="310857" y="68836"/>
                  </a:lnTo>
                  <a:lnTo>
                    <a:pt x="311423" y="63513"/>
                  </a:lnTo>
                  <a:lnTo>
                    <a:pt x="311819" y="58175"/>
                  </a:lnTo>
                  <a:lnTo>
                    <a:pt x="312044" y="52826"/>
                  </a:lnTo>
                  <a:lnTo>
                    <a:pt x="312097" y="47473"/>
                  </a:lnTo>
                  <a:lnTo>
                    <a:pt x="311979" y="42121"/>
                  </a:lnTo>
                  <a:lnTo>
                    <a:pt x="311690" y="36776"/>
                  </a:lnTo>
                  <a:lnTo>
                    <a:pt x="311230" y="31443"/>
                  </a:lnTo>
                  <a:lnTo>
                    <a:pt x="310599" y="26127"/>
                  </a:lnTo>
                  <a:lnTo>
                    <a:pt x="309798" y="20834"/>
                  </a:lnTo>
                  <a:lnTo>
                    <a:pt x="308828" y="15569"/>
                  </a:lnTo>
                  <a:lnTo>
                    <a:pt x="307690" y="10338"/>
                  </a:lnTo>
                  <a:lnTo>
                    <a:pt x="306385" y="5147"/>
                  </a:lnTo>
                  <a:lnTo>
                    <a:pt x="304915" y="0"/>
                  </a:lnTo>
                  <a:lnTo>
                    <a:pt x="144933" y="48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82840" y="1379510"/>
              <a:ext cx="159981" cy="167167"/>
            </a:xfrm>
            <a:custGeom>
              <a:avLst/>
              <a:pathLst>
                <a:path w="159981" h="167167">
                  <a:moveTo>
                    <a:pt x="159981" y="118682"/>
                  </a:moveTo>
                  <a:lnTo>
                    <a:pt x="158309" y="113473"/>
                  </a:lnTo>
                  <a:lnTo>
                    <a:pt x="156467" y="108321"/>
                  </a:lnTo>
                  <a:lnTo>
                    <a:pt x="154457" y="103232"/>
                  </a:lnTo>
                  <a:lnTo>
                    <a:pt x="152282" y="98211"/>
                  </a:lnTo>
                  <a:lnTo>
                    <a:pt x="149944" y="93265"/>
                  </a:lnTo>
                  <a:lnTo>
                    <a:pt x="147445" y="88397"/>
                  </a:lnTo>
                  <a:lnTo>
                    <a:pt x="144788" y="83614"/>
                  </a:lnTo>
                  <a:lnTo>
                    <a:pt x="141977" y="78920"/>
                  </a:lnTo>
                  <a:lnTo>
                    <a:pt x="139013" y="74321"/>
                  </a:lnTo>
                  <a:lnTo>
                    <a:pt x="135900" y="69822"/>
                  </a:lnTo>
                  <a:lnTo>
                    <a:pt x="132641" y="65426"/>
                  </a:lnTo>
                  <a:lnTo>
                    <a:pt x="129241" y="61140"/>
                  </a:lnTo>
                  <a:lnTo>
                    <a:pt x="125702" y="56967"/>
                  </a:lnTo>
                  <a:lnTo>
                    <a:pt x="122028" y="52913"/>
                  </a:lnTo>
                  <a:lnTo>
                    <a:pt x="118224" y="48981"/>
                  </a:lnTo>
                  <a:lnTo>
                    <a:pt x="114292" y="45175"/>
                  </a:lnTo>
                  <a:lnTo>
                    <a:pt x="110239" y="41500"/>
                  </a:lnTo>
                  <a:lnTo>
                    <a:pt x="106067" y="37960"/>
                  </a:lnTo>
                  <a:lnTo>
                    <a:pt x="101782" y="34558"/>
                  </a:lnTo>
                  <a:lnTo>
                    <a:pt x="97388" y="31298"/>
                  </a:lnTo>
                  <a:lnTo>
                    <a:pt x="92889" y="28183"/>
                  </a:lnTo>
                  <a:lnTo>
                    <a:pt x="88291" y="25218"/>
                  </a:lnTo>
                  <a:lnTo>
                    <a:pt x="83599" y="22405"/>
                  </a:lnTo>
                  <a:lnTo>
                    <a:pt x="78816" y="19746"/>
                  </a:lnTo>
                  <a:lnTo>
                    <a:pt x="73950" y="17246"/>
                  </a:lnTo>
                  <a:lnTo>
                    <a:pt x="69004" y="14906"/>
                  </a:lnTo>
                  <a:lnTo>
                    <a:pt x="63984" y="12729"/>
                  </a:lnTo>
                  <a:lnTo>
                    <a:pt x="58896" y="10718"/>
                  </a:lnTo>
                  <a:lnTo>
                    <a:pt x="53744" y="8875"/>
                  </a:lnTo>
                  <a:lnTo>
                    <a:pt x="48535" y="7201"/>
                  </a:lnTo>
                  <a:lnTo>
                    <a:pt x="43274" y="5698"/>
                  </a:lnTo>
                  <a:lnTo>
                    <a:pt x="37967" y="4368"/>
                  </a:lnTo>
                  <a:lnTo>
                    <a:pt x="32619" y="3213"/>
                  </a:lnTo>
                  <a:lnTo>
                    <a:pt x="27236" y="2233"/>
                  </a:lnTo>
                  <a:lnTo>
                    <a:pt x="21824" y="1430"/>
                  </a:lnTo>
                  <a:lnTo>
                    <a:pt x="16388" y="805"/>
                  </a:lnTo>
                  <a:lnTo>
                    <a:pt x="10935" y="358"/>
                  </a:lnTo>
                  <a:lnTo>
                    <a:pt x="547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65972" y="1120312"/>
              <a:ext cx="167162" cy="309058"/>
            </a:xfrm>
            <a:custGeom>
              <a:avLst/>
              <a:pathLst>
                <a:path w="167162" h="309058">
                  <a:moveTo>
                    <a:pt x="167162" y="0"/>
                  </a:moveTo>
                  <a:lnTo>
                    <a:pt x="161829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5" y="1359"/>
                  </a:lnTo>
                  <a:lnTo>
                    <a:pt x="140606" y="2122"/>
                  </a:lnTo>
                  <a:lnTo>
                    <a:pt x="135354" y="3054"/>
                  </a:lnTo>
                  <a:lnTo>
                    <a:pt x="130135" y="4152"/>
                  </a:lnTo>
                  <a:lnTo>
                    <a:pt x="124953" y="5416"/>
                  </a:lnTo>
                  <a:lnTo>
                    <a:pt x="119815" y="6845"/>
                  </a:lnTo>
                  <a:lnTo>
                    <a:pt x="114724" y="8437"/>
                  </a:lnTo>
                  <a:lnTo>
                    <a:pt x="109687" y="10191"/>
                  </a:lnTo>
                  <a:lnTo>
                    <a:pt x="104708" y="12104"/>
                  </a:lnTo>
                  <a:lnTo>
                    <a:pt x="99793" y="14176"/>
                  </a:lnTo>
                  <a:lnTo>
                    <a:pt x="94947" y="16403"/>
                  </a:lnTo>
                  <a:lnTo>
                    <a:pt x="90174" y="18783"/>
                  </a:lnTo>
                  <a:lnTo>
                    <a:pt x="85479" y="21315"/>
                  </a:lnTo>
                  <a:lnTo>
                    <a:pt x="80868" y="23995"/>
                  </a:lnTo>
                  <a:lnTo>
                    <a:pt x="76344" y="26821"/>
                  </a:lnTo>
                  <a:lnTo>
                    <a:pt x="71913" y="29789"/>
                  </a:lnTo>
                  <a:lnTo>
                    <a:pt x="67579" y="32898"/>
                  </a:lnTo>
                  <a:lnTo>
                    <a:pt x="63346" y="36143"/>
                  </a:lnTo>
                  <a:lnTo>
                    <a:pt x="59219" y="39522"/>
                  </a:lnTo>
                  <a:lnTo>
                    <a:pt x="55202" y="43030"/>
                  </a:lnTo>
                  <a:lnTo>
                    <a:pt x="51299" y="46665"/>
                  </a:lnTo>
                  <a:lnTo>
                    <a:pt x="47514" y="50423"/>
                  </a:lnTo>
                  <a:lnTo>
                    <a:pt x="43850" y="54299"/>
                  </a:lnTo>
                  <a:lnTo>
                    <a:pt x="40312" y="58291"/>
                  </a:lnTo>
                  <a:lnTo>
                    <a:pt x="36904" y="62393"/>
                  </a:lnTo>
                  <a:lnTo>
                    <a:pt x="33627" y="66602"/>
                  </a:lnTo>
                  <a:lnTo>
                    <a:pt x="30487" y="70913"/>
                  </a:lnTo>
                  <a:lnTo>
                    <a:pt x="27486" y="75322"/>
                  </a:lnTo>
                  <a:lnTo>
                    <a:pt x="24627" y="79825"/>
                  </a:lnTo>
                  <a:lnTo>
                    <a:pt x="21913" y="84417"/>
                  </a:lnTo>
                  <a:lnTo>
                    <a:pt x="19347" y="89093"/>
                  </a:lnTo>
                  <a:lnTo>
                    <a:pt x="16932" y="93848"/>
                  </a:lnTo>
                  <a:lnTo>
                    <a:pt x="14669" y="98678"/>
                  </a:lnTo>
                  <a:lnTo>
                    <a:pt x="12562" y="103578"/>
                  </a:lnTo>
                  <a:lnTo>
                    <a:pt x="10612" y="108542"/>
                  </a:lnTo>
                  <a:lnTo>
                    <a:pt x="8821" y="113566"/>
                  </a:lnTo>
                  <a:lnTo>
                    <a:pt x="7192" y="118645"/>
                  </a:lnTo>
                  <a:lnTo>
                    <a:pt x="5725" y="123773"/>
                  </a:lnTo>
                  <a:lnTo>
                    <a:pt x="4423" y="128945"/>
                  </a:lnTo>
                  <a:lnTo>
                    <a:pt x="3287" y="134156"/>
                  </a:lnTo>
                  <a:lnTo>
                    <a:pt x="2317" y="139401"/>
                  </a:lnTo>
                  <a:lnTo>
                    <a:pt x="1515" y="144674"/>
                  </a:lnTo>
                  <a:lnTo>
                    <a:pt x="882" y="149970"/>
                  </a:lnTo>
                  <a:lnTo>
                    <a:pt x="418" y="155283"/>
                  </a:lnTo>
                  <a:lnTo>
                    <a:pt x="124" y="160609"/>
                  </a:lnTo>
                  <a:lnTo>
                    <a:pt x="0" y="165941"/>
                  </a:lnTo>
                  <a:lnTo>
                    <a:pt x="45" y="171275"/>
                  </a:lnTo>
                  <a:lnTo>
                    <a:pt x="262" y="176604"/>
                  </a:lnTo>
                  <a:lnTo>
                    <a:pt x="648" y="181924"/>
                  </a:lnTo>
                  <a:lnTo>
                    <a:pt x="1203" y="187228"/>
                  </a:lnTo>
                  <a:lnTo>
                    <a:pt x="1928" y="192512"/>
                  </a:lnTo>
                  <a:lnTo>
                    <a:pt x="2820" y="197771"/>
                  </a:lnTo>
                  <a:lnTo>
                    <a:pt x="3880" y="202998"/>
                  </a:lnTo>
                  <a:lnTo>
                    <a:pt x="5106" y="208189"/>
                  </a:lnTo>
                  <a:lnTo>
                    <a:pt x="6498" y="213338"/>
                  </a:lnTo>
                  <a:lnTo>
                    <a:pt x="8052" y="218440"/>
                  </a:lnTo>
                  <a:lnTo>
                    <a:pt x="9769" y="223490"/>
                  </a:lnTo>
                  <a:lnTo>
                    <a:pt x="11646" y="228482"/>
                  </a:lnTo>
                  <a:lnTo>
                    <a:pt x="13681" y="233412"/>
                  </a:lnTo>
                  <a:lnTo>
                    <a:pt x="15873" y="238275"/>
                  </a:lnTo>
                  <a:lnTo>
                    <a:pt x="18218" y="243065"/>
                  </a:lnTo>
                  <a:lnTo>
                    <a:pt x="20715" y="247778"/>
                  </a:lnTo>
                  <a:lnTo>
                    <a:pt x="23362" y="252409"/>
                  </a:lnTo>
                  <a:lnTo>
                    <a:pt x="26154" y="256953"/>
                  </a:lnTo>
                  <a:lnTo>
                    <a:pt x="29090" y="261406"/>
                  </a:lnTo>
                  <a:lnTo>
                    <a:pt x="32167" y="265763"/>
                  </a:lnTo>
                  <a:lnTo>
                    <a:pt x="35381" y="270019"/>
                  </a:lnTo>
                  <a:lnTo>
                    <a:pt x="38729" y="274171"/>
                  </a:lnTo>
                  <a:lnTo>
                    <a:pt x="42208" y="278214"/>
                  </a:lnTo>
                  <a:lnTo>
                    <a:pt x="45815" y="282144"/>
                  </a:lnTo>
                  <a:lnTo>
                    <a:pt x="49544" y="285956"/>
                  </a:lnTo>
                  <a:lnTo>
                    <a:pt x="53394" y="289648"/>
                  </a:lnTo>
                  <a:lnTo>
                    <a:pt x="57359" y="293215"/>
                  </a:lnTo>
                  <a:lnTo>
                    <a:pt x="61436" y="296654"/>
                  </a:lnTo>
                  <a:lnTo>
                    <a:pt x="65621" y="299961"/>
                  </a:lnTo>
                  <a:lnTo>
                    <a:pt x="69909" y="303133"/>
                  </a:lnTo>
                  <a:lnTo>
                    <a:pt x="74296" y="306166"/>
                  </a:lnTo>
                  <a:lnTo>
                    <a:pt x="78778" y="30905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4750" y="1287480"/>
              <a:ext cx="88384" cy="141891"/>
            </a:xfrm>
            <a:custGeom>
              <a:avLst/>
              <a:pathLst>
                <a:path w="88384" h="141891">
                  <a:moveTo>
                    <a:pt x="0" y="141891"/>
                  </a:moveTo>
                  <a:lnTo>
                    <a:pt x="883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4750" y="1122693"/>
              <a:ext cx="255551" cy="331934"/>
            </a:xfrm>
            <a:custGeom>
              <a:avLst/>
              <a:pathLst>
                <a:path w="255551" h="331934">
                  <a:moveTo>
                    <a:pt x="0" y="306677"/>
                  </a:moveTo>
                  <a:lnTo>
                    <a:pt x="4555" y="309416"/>
                  </a:lnTo>
                  <a:lnTo>
                    <a:pt x="9196" y="312008"/>
                  </a:lnTo>
                  <a:lnTo>
                    <a:pt x="13917" y="314451"/>
                  </a:lnTo>
                  <a:lnTo>
                    <a:pt x="18713" y="316743"/>
                  </a:lnTo>
                  <a:lnTo>
                    <a:pt x="23580" y="318881"/>
                  </a:lnTo>
                  <a:lnTo>
                    <a:pt x="28512" y="320864"/>
                  </a:lnTo>
                  <a:lnTo>
                    <a:pt x="33504" y="322689"/>
                  </a:lnTo>
                  <a:lnTo>
                    <a:pt x="38552" y="324354"/>
                  </a:lnTo>
                  <a:lnTo>
                    <a:pt x="43651" y="325857"/>
                  </a:lnTo>
                  <a:lnTo>
                    <a:pt x="48794" y="327198"/>
                  </a:lnTo>
                  <a:lnTo>
                    <a:pt x="53978" y="328375"/>
                  </a:lnTo>
                  <a:lnTo>
                    <a:pt x="59197" y="329386"/>
                  </a:lnTo>
                  <a:lnTo>
                    <a:pt x="64445" y="330231"/>
                  </a:lnTo>
                  <a:lnTo>
                    <a:pt x="69717" y="330908"/>
                  </a:lnTo>
                  <a:lnTo>
                    <a:pt x="75008" y="331418"/>
                  </a:lnTo>
                  <a:lnTo>
                    <a:pt x="80313" y="331759"/>
                  </a:lnTo>
                  <a:lnTo>
                    <a:pt x="85625" y="331931"/>
                  </a:lnTo>
                  <a:lnTo>
                    <a:pt x="90941" y="331934"/>
                  </a:lnTo>
                  <a:lnTo>
                    <a:pt x="96254" y="331768"/>
                  </a:lnTo>
                  <a:lnTo>
                    <a:pt x="101559" y="331434"/>
                  </a:lnTo>
                  <a:lnTo>
                    <a:pt x="106851" y="330931"/>
                  </a:lnTo>
                  <a:lnTo>
                    <a:pt x="112124" y="330259"/>
                  </a:lnTo>
                  <a:lnTo>
                    <a:pt x="117373" y="329421"/>
                  </a:lnTo>
                  <a:lnTo>
                    <a:pt x="122592" y="328416"/>
                  </a:lnTo>
                  <a:lnTo>
                    <a:pt x="127778" y="327246"/>
                  </a:lnTo>
                  <a:lnTo>
                    <a:pt x="132923" y="325911"/>
                  </a:lnTo>
                  <a:lnTo>
                    <a:pt x="138023" y="324414"/>
                  </a:lnTo>
                  <a:lnTo>
                    <a:pt x="143073" y="322755"/>
                  </a:lnTo>
                  <a:lnTo>
                    <a:pt x="148068" y="320936"/>
                  </a:lnTo>
                  <a:lnTo>
                    <a:pt x="153002" y="318960"/>
                  </a:lnTo>
                  <a:lnTo>
                    <a:pt x="157872" y="316827"/>
                  </a:lnTo>
                  <a:lnTo>
                    <a:pt x="162670" y="314541"/>
                  </a:lnTo>
                  <a:lnTo>
                    <a:pt x="167394" y="312104"/>
                  </a:lnTo>
                  <a:lnTo>
                    <a:pt x="172038" y="309517"/>
                  </a:lnTo>
                  <a:lnTo>
                    <a:pt x="176597" y="306784"/>
                  </a:lnTo>
                  <a:lnTo>
                    <a:pt x="181067" y="303908"/>
                  </a:lnTo>
                  <a:lnTo>
                    <a:pt x="185444" y="300891"/>
                  </a:lnTo>
                  <a:lnTo>
                    <a:pt x="189722" y="297736"/>
                  </a:lnTo>
                  <a:lnTo>
                    <a:pt x="193898" y="294447"/>
                  </a:lnTo>
                  <a:lnTo>
                    <a:pt x="197967" y="291027"/>
                  </a:lnTo>
                  <a:lnTo>
                    <a:pt x="201925" y="287479"/>
                  </a:lnTo>
                  <a:lnTo>
                    <a:pt x="205768" y="283807"/>
                  </a:lnTo>
                  <a:lnTo>
                    <a:pt x="209493" y="280015"/>
                  </a:lnTo>
                  <a:lnTo>
                    <a:pt x="213096" y="276106"/>
                  </a:lnTo>
                  <a:lnTo>
                    <a:pt x="216572" y="272084"/>
                  </a:lnTo>
                  <a:lnTo>
                    <a:pt x="219918" y="267955"/>
                  </a:lnTo>
                  <a:lnTo>
                    <a:pt x="223132" y="263721"/>
                  </a:lnTo>
                  <a:lnTo>
                    <a:pt x="226209" y="259386"/>
                  </a:lnTo>
                  <a:lnTo>
                    <a:pt x="229147" y="254957"/>
                  </a:lnTo>
                  <a:lnTo>
                    <a:pt x="231943" y="250436"/>
                  </a:lnTo>
                  <a:lnTo>
                    <a:pt x="234594" y="245828"/>
                  </a:lnTo>
                  <a:lnTo>
                    <a:pt x="237096" y="241138"/>
                  </a:lnTo>
                  <a:lnTo>
                    <a:pt x="239449" y="236372"/>
                  </a:lnTo>
                  <a:lnTo>
                    <a:pt x="241648" y="231533"/>
                  </a:lnTo>
                  <a:lnTo>
                    <a:pt x="243693" y="226626"/>
                  </a:lnTo>
                  <a:lnTo>
                    <a:pt x="245581" y="221657"/>
                  </a:lnTo>
                  <a:lnTo>
                    <a:pt x="247309" y="216630"/>
                  </a:lnTo>
                  <a:lnTo>
                    <a:pt x="248877" y="211551"/>
                  </a:lnTo>
                  <a:lnTo>
                    <a:pt x="250283" y="206425"/>
                  </a:lnTo>
                  <a:lnTo>
                    <a:pt x="251525" y="201256"/>
                  </a:lnTo>
                  <a:lnTo>
                    <a:pt x="252602" y="196051"/>
                  </a:lnTo>
                  <a:lnTo>
                    <a:pt x="253513" y="190814"/>
                  </a:lnTo>
                  <a:lnTo>
                    <a:pt x="254257" y="185551"/>
                  </a:lnTo>
                  <a:lnTo>
                    <a:pt x="254833" y="180267"/>
                  </a:lnTo>
                  <a:lnTo>
                    <a:pt x="255241" y="174967"/>
                  </a:lnTo>
                  <a:lnTo>
                    <a:pt x="255481" y="169657"/>
                  </a:lnTo>
                  <a:lnTo>
                    <a:pt x="255551" y="164341"/>
                  </a:lnTo>
                  <a:lnTo>
                    <a:pt x="255452" y="159027"/>
                  </a:lnTo>
                  <a:lnTo>
                    <a:pt x="255185" y="153718"/>
                  </a:lnTo>
                  <a:lnTo>
                    <a:pt x="254749" y="148420"/>
                  </a:lnTo>
                  <a:lnTo>
                    <a:pt x="254144" y="143139"/>
                  </a:lnTo>
                  <a:lnTo>
                    <a:pt x="253372" y="137880"/>
                  </a:lnTo>
                  <a:lnTo>
                    <a:pt x="252433" y="132648"/>
                  </a:lnTo>
                  <a:lnTo>
                    <a:pt x="251329" y="127449"/>
                  </a:lnTo>
                  <a:lnTo>
                    <a:pt x="250059" y="122287"/>
                  </a:lnTo>
                  <a:lnTo>
                    <a:pt x="248626" y="117168"/>
                  </a:lnTo>
                  <a:lnTo>
                    <a:pt x="247031" y="112097"/>
                  </a:lnTo>
                  <a:lnTo>
                    <a:pt x="245276" y="107080"/>
                  </a:lnTo>
                  <a:lnTo>
                    <a:pt x="243362" y="102121"/>
                  </a:lnTo>
                  <a:lnTo>
                    <a:pt x="241291" y="97225"/>
                  </a:lnTo>
                  <a:lnTo>
                    <a:pt x="239066" y="92398"/>
                  </a:lnTo>
                  <a:lnTo>
                    <a:pt x="236688" y="87644"/>
                  </a:lnTo>
                  <a:lnTo>
                    <a:pt x="234160" y="82968"/>
                  </a:lnTo>
                  <a:lnTo>
                    <a:pt x="231485" y="78374"/>
                  </a:lnTo>
                  <a:lnTo>
                    <a:pt x="228666" y="73868"/>
                  </a:lnTo>
                  <a:lnTo>
                    <a:pt x="225704" y="69454"/>
                  </a:lnTo>
                  <a:lnTo>
                    <a:pt x="222604" y="65136"/>
                  </a:lnTo>
                  <a:lnTo>
                    <a:pt x="219368" y="60919"/>
                  </a:lnTo>
                  <a:lnTo>
                    <a:pt x="215999" y="56807"/>
                  </a:lnTo>
                  <a:lnTo>
                    <a:pt x="212501" y="52805"/>
                  </a:lnTo>
                  <a:lnTo>
                    <a:pt x="208878" y="48915"/>
                  </a:lnTo>
                  <a:lnTo>
                    <a:pt x="205133" y="45143"/>
                  </a:lnTo>
                  <a:lnTo>
                    <a:pt x="201270" y="41491"/>
                  </a:lnTo>
                  <a:lnTo>
                    <a:pt x="197293" y="37965"/>
                  </a:lnTo>
                  <a:lnTo>
                    <a:pt x="193206" y="34566"/>
                  </a:lnTo>
                  <a:lnTo>
                    <a:pt x="189013" y="31299"/>
                  </a:lnTo>
                  <a:lnTo>
                    <a:pt x="184718" y="28167"/>
                  </a:lnTo>
                  <a:lnTo>
                    <a:pt x="180326" y="25173"/>
                  </a:lnTo>
                  <a:lnTo>
                    <a:pt x="175840" y="22321"/>
                  </a:lnTo>
                  <a:lnTo>
                    <a:pt x="171267" y="19612"/>
                  </a:lnTo>
                  <a:lnTo>
                    <a:pt x="166609" y="17051"/>
                  </a:lnTo>
                  <a:lnTo>
                    <a:pt x="161872" y="14638"/>
                  </a:lnTo>
                  <a:lnTo>
                    <a:pt x="157061" y="12378"/>
                  </a:lnTo>
                  <a:lnTo>
                    <a:pt x="152181" y="10271"/>
                  </a:lnTo>
                  <a:lnTo>
                    <a:pt x="147236" y="8321"/>
                  </a:lnTo>
                  <a:lnTo>
                    <a:pt x="142232" y="6529"/>
                  </a:lnTo>
                  <a:lnTo>
                    <a:pt x="137173" y="4897"/>
                  </a:lnTo>
                  <a:lnTo>
                    <a:pt x="132065" y="3427"/>
                  </a:lnTo>
                  <a:lnTo>
                    <a:pt x="126912" y="2119"/>
                  </a:lnTo>
                  <a:lnTo>
                    <a:pt x="121721" y="977"/>
                  </a:lnTo>
                  <a:lnTo>
                    <a:pt x="116496" y="0"/>
                  </a:lnTo>
                  <a:lnTo>
                    <a:pt x="88384" y="1647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633135" y="1120312"/>
              <a:ext cx="28111" cy="167167"/>
            </a:xfrm>
            <a:custGeom>
              <a:avLst/>
              <a:pathLst>
                <a:path w="28111" h="167167">
                  <a:moveTo>
                    <a:pt x="28111" y="2380"/>
                  </a:moveTo>
                  <a:lnTo>
                    <a:pt x="21127" y="1340"/>
                  </a:lnTo>
                  <a:lnTo>
                    <a:pt x="14106" y="596"/>
                  </a:lnTo>
                  <a:lnTo>
                    <a:pt x="7059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68512" y="971635"/>
              <a:ext cx="167164" cy="278404"/>
            </a:xfrm>
            <a:custGeom>
              <a:avLst/>
              <a:pathLst>
                <a:path w="167164" h="278404">
                  <a:moveTo>
                    <a:pt x="167164" y="0"/>
                  </a:moveTo>
                  <a:lnTo>
                    <a:pt x="161827" y="85"/>
                  </a:lnTo>
                  <a:lnTo>
                    <a:pt x="156496" y="340"/>
                  </a:lnTo>
                  <a:lnTo>
                    <a:pt x="151176" y="766"/>
                  </a:lnTo>
                  <a:lnTo>
                    <a:pt x="145872" y="1361"/>
                  </a:lnTo>
                  <a:lnTo>
                    <a:pt x="140590" y="2125"/>
                  </a:lnTo>
                  <a:lnTo>
                    <a:pt x="135335" y="3058"/>
                  </a:lnTo>
                  <a:lnTo>
                    <a:pt x="130112" y="4157"/>
                  </a:lnTo>
                  <a:lnTo>
                    <a:pt x="124927" y="5423"/>
                  </a:lnTo>
                  <a:lnTo>
                    <a:pt x="119785" y="6854"/>
                  </a:lnTo>
                  <a:lnTo>
                    <a:pt x="114692" y="8448"/>
                  </a:lnTo>
                  <a:lnTo>
                    <a:pt x="109652" y="10204"/>
                  </a:lnTo>
                  <a:lnTo>
                    <a:pt x="104670" y="12120"/>
                  </a:lnTo>
                  <a:lnTo>
                    <a:pt x="99753" y="14194"/>
                  </a:lnTo>
                  <a:lnTo>
                    <a:pt x="94904" y="16424"/>
                  </a:lnTo>
                  <a:lnTo>
                    <a:pt x="90128" y="18808"/>
                  </a:lnTo>
                  <a:lnTo>
                    <a:pt x="85431" y="21342"/>
                  </a:lnTo>
                  <a:lnTo>
                    <a:pt x="80818" y="24026"/>
                  </a:lnTo>
                  <a:lnTo>
                    <a:pt x="76292" y="26855"/>
                  </a:lnTo>
                  <a:lnTo>
                    <a:pt x="71859" y="29828"/>
                  </a:lnTo>
                  <a:lnTo>
                    <a:pt x="67524" y="32940"/>
                  </a:lnTo>
                  <a:lnTo>
                    <a:pt x="63290" y="36189"/>
                  </a:lnTo>
                  <a:lnTo>
                    <a:pt x="59161" y="39572"/>
                  </a:lnTo>
                  <a:lnTo>
                    <a:pt x="55143" y="43085"/>
                  </a:lnTo>
                  <a:lnTo>
                    <a:pt x="51239" y="46724"/>
                  </a:lnTo>
                  <a:lnTo>
                    <a:pt x="47453" y="50486"/>
                  </a:lnTo>
                  <a:lnTo>
                    <a:pt x="43790" y="54367"/>
                  </a:lnTo>
                  <a:lnTo>
                    <a:pt x="40252" y="58363"/>
                  </a:lnTo>
                  <a:lnTo>
                    <a:pt x="36843" y="62470"/>
                  </a:lnTo>
                  <a:lnTo>
                    <a:pt x="33567" y="66684"/>
                  </a:lnTo>
                  <a:lnTo>
                    <a:pt x="30427" y="71000"/>
                  </a:lnTo>
                  <a:lnTo>
                    <a:pt x="27427" y="75414"/>
                  </a:lnTo>
                  <a:lnTo>
                    <a:pt x="24569" y="79921"/>
                  </a:lnTo>
                  <a:lnTo>
                    <a:pt x="21857" y="84518"/>
                  </a:lnTo>
                  <a:lnTo>
                    <a:pt x="19292" y="89199"/>
                  </a:lnTo>
                  <a:lnTo>
                    <a:pt x="16879" y="93959"/>
                  </a:lnTo>
                  <a:lnTo>
                    <a:pt x="14618" y="98794"/>
                  </a:lnTo>
                  <a:lnTo>
                    <a:pt x="12513" y="103698"/>
                  </a:lnTo>
                  <a:lnTo>
                    <a:pt x="10566" y="108668"/>
                  </a:lnTo>
                  <a:lnTo>
                    <a:pt x="8778" y="113696"/>
                  </a:lnTo>
                  <a:lnTo>
                    <a:pt x="7152" y="118780"/>
                  </a:lnTo>
                  <a:lnTo>
                    <a:pt x="5689" y="123913"/>
                  </a:lnTo>
                  <a:lnTo>
                    <a:pt x="4391" y="129089"/>
                  </a:lnTo>
                  <a:lnTo>
                    <a:pt x="3258" y="134305"/>
                  </a:lnTo>
                  <a:lnTo>
                    <a:pt x="2293" y="139554"/>
                  </a:lnTo>
                  <a:lnTo>
                    <a:pt x="1495" y="144831"/>
                  </a:lnTo>
                  <a:lnTo>
                    <a:pt x="866" y="150131"/>
                  </a:lnTo>
                  <a:lnTo>
                    <a:pt x="407" y="155449"/>
                  </a:lnTo>
                  <a:lnTo>
                    <a:pt x="118" y="160778"/>
                  </a:lnTo>
                  <a:lnTo>
                    <a:pt x="0" y="166114"/>
                  </a:lnTo>
                  <a:lnTo>
                    <a:pt x="51" y="171451"/>
                  </a:lnTo>
                  <a:lnTo>
                    <a:pt x="273" y="176784"/>
                  </a:lnTo>
                  <a:lnTo>
                    <a:pt x="665" y="182106"/>
                  </a:lnTo>
                  <a:lnTo>
                    <a:pt x="1227" y="187414"/>
                  </a:lnTo>
                  <a:lnTo>
                    <a:pt x="1958" y="192701"/>
                  </a:lnTo>
                  <a:lnTo>
                    <a:pt x="2857" y="197962"/>
                  </a:lnTo>
                  <a:lnTo>
                    <a:pt x="3924" y="203191"/>
                  </a:lnTo>
                  <a:lnTo>
                    <a:pt x="5157" y="208384"/>
                  </a:lnTo>
                  <a:lnTo>
                    <a:pt x="6555" y="213535"/>
                  </a:lnTo>
                  <a:lnTo>
                    <a:pt x="8117" y="218638"/>
                  </a:lnTo>
                  <a:lnTo>
                    <a:pt x="9842" y="223689"/>
                  </a:lnTo>
                  <a:lnTo>
                    <a:pt x="11726" y="228682"/>
                  </a:lnTo>
                  <a:lnTo>
                    <a:pt x="13769" y="233613"/>
                  </a:lnTo>
                  <a:lnTo>
                    <a:pt x="15969" y="238476"/>
                  </a:lnTo>
                  <a:lnTo>
                    <a:pt x="18322" y="243266"/>
                  </a:lnTo>
                  <a:lnTo>
                    <a:pt x="20827" y="247979"/>
                  </a:lnTo>
                  <a:lnTo>
                    <a:pt x="23482" y="252609"/>
                  </a:lnTo>
                  <a:lnTo>
                    <a:pt x="26282" y="257153"/>
                  </a:lnTo>
                  <a:lnTo>
                    <a:pt x="29227" y="261604"/>
                  </a:lnTo>
                  <a:lnTo>
                    <a:pt x="32312" y="265959"/>
                  </a:lnTo>
                  <a:lnTo>
                    <a:pt x="35534" y="270214"/>
                  </a:lnTo>
                  <a:lnTo>
                    <a:pt x="38891" y="274363"/>
                  </a:lnTo>
                  <a:lnTo>
                    <a:pt x="42378" y="27840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10890" y="1138802"/>
              <a:ext cx="124785" cy="111236"/>
            </a:xfrm>
            <a:custGeom>
              <a:avLst/>
              <a:pathLst>
                <a:path w="124785" h="111236">
                  <a:moveTo>
                    <a:pt x="0" y="111236"/>
                  </a:moveTo>
                  <a:lnTo>
                    <a:pt x="1247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10890" y="1006398"/>
              <a:ext cx="291936" cy="299562"/>
            </a:xfrm>
            <a:custGeom>
              <a:avLst/>
              <a:pathLst>
                <a:path w="291936" h="299562">
                  <a:moveTo>
                    <a:pt x="0" y="243641"/>
                  </a:moveTo>
                  <a:lnTo>
                    <a:pt x="3622" y="247576"/>
                  </a:lnTo>
                  <a:lnTo>
                    <a:pt x="7369" y="251393"/>
                  </a:lnTo>
                  <a:lnTo>
                    <a:pt x="11235" y="255088"/>
                  </a:lnTo>
                  <a:lnTo>
                    <a:pt x="15218" y="258658"/>
                  </a:lnTo>
                  <a:lnTo>
                    <a:pt x="19313" y="262099"/>
                  </a:lnTo>
                  <a:lnTo>
                    <a:pt x="23517" y="265407"/>
                  </a:lnTo>
                  <a:lnTo>
                    <a:pt x="27823" y="268578"/>
                  </a:lnTo>
                  <a:lnTo>
                    <a:pt x="32229" y="271611"/>
                  </a:lnTo>
                  <a:lnTo>
                    <a:pt x="36730" y="274500"/>
                  </a:lnTo>
                  <a:lnTo>
                    <a:pt x="41321" y="277245"/>
                  </a:lnTo>
                  <a:lnTo>
                    <a:pt x="45998" y="279841"/>
                  </a:lnTo>
                  <a:lnTo>
                    <a:pt x="50755" y="282286"/>
                  </a:lnTo>
                  <a:lnTo>
                    <a:pt x="55587" y="284577"/>
                  </a:lnTo>
                  <a:lnTo>
                    <a:pt x="60491" y="286713"/>
                  </a:lnTo>
                  <a:lnTo>
                    <a:pt x="65461" y="288691"/>
                  </a:lnTo>
                  <a:lnTo>
                    <a:pt x="70491" y="290509"/>
                  </a:lnTo>
                  <a:lnTo>
                    <a:pt x="75577" y="292165"/>
                  </a:lnTo>
                  <a:lnTo>
                    <a:pt x="80713" y="293657"/>
                  </a:lnTo>
                  <a:lnTo>
                    <a:pt x="85894" y="294985"/>
                  </a:lnTo>
                  <a:lnTo>
                    <a:pt x="91115" y="296146"/>
                  </a:lnTo>
                  <a:lnTo>
                    <a:pt x="96371" y="297139"/>
                  </a:lnTo>
                  <a:lnTo>
                    <a:pt x="101656" y="297964"/>
                  </a:lnTo>
                  <a:lnTo>
                    <a:pt x="106964" y="298619"/>
                  </a:lnTo>
                  <a:lnTo>
                    <a:pt x="112291" y="299104"/>
                  </a:lnTo>
                  <a:lnTo>
                    <a:pt x="117630" y="299418"/>
                  </a:lnTo>
                  <a:lnTo>
                    <a:pt x="122977" y="299562"/>
                  </a:lnTo>
                  <a:lnTo>
                    <a:pt x="128325" y="299534"/>
                  </a:lnTo>
                  <a:lnTo>
                    <a:pt x="133670" y="299335"/>
                  </a:lnTo>
                  <a:lnTo>
                    <a:pt x="139006" y="298965"/>
                  </a:lnTo>
                  <a:lnTo>
                    <a:pt x="144327" y="298425"/>
                  </a:lnTo>
                  <a:lnTo>
                    <a:pt x="149629" y="297715"/>
                  </a:lnTo>
                  <a:lnTo>
                    <a:pt x="154904" y="296836"/>
                  </a:lnTo>
                  <a:lnTo>
                    <a:pt x="160149" y="295788"/>
                  </a:lnTo>
                  <a:lnTo>
                    <a:pt x="165358" y="294573"/>
                  </a:lnTo>
                  <a:lnTo>
                    <a:pt x="170525" y="293192"/>
                  </a:lnTo>
                  <a:lnTo>
                    <a:pt x="175646" y="291646"/>
                  </a:lnTo>
                  <a:lnTo>
                    <a:pt x="180714" y="289938"/>
                  </a:lnTo>
                  <a:lnTo>
                    <a:pt x="185725" y="288068"/>
                  </a:lnTo>
                  <a:lnTo>
                    <a:pt x="190674" y="286038"/>
                  </a:lnTo>
                  <a:lnTo>
                    <a:pt x="195555" y="283852"/>
                  </a:lnTo>
                  <a:lnTo>
                    <a:pt x="200364" y="281510"/>
                  </a:lnTo>
                  <a:lnTo>
                    <a:pt x="205096" y="279016"/>
                  </a:lnTo>
                  <a:lnTo>
                    <a:pt x="209745" y="276372"/>
                  </a:lnTo>
                  <a:lnTo>
                    <a:pt x="214307" y="273580"/>
                  </a:lnTo>
                  <a:lnTo>
                    <a:pt x="218778" y="270644"/>
                  </a:lnTo>
                  <a:lnTo>
                    <a:pt x="223152" y="267566"/>
                  </a:lnTo>
                  <a:lnTo>
                    <a:pt x="227426" y="264350"/>
                  </a:lnTo>
                  <a:lnTo>
                    <a:pt x="231595" y="260999"/>
                  </a:lnTo>
                  <a:lnTo>
                    <a:pt x="235654" y="257516"/>
                  </a:lnTo>
                  <a:lnTo>
                    <a:pt x="239600" y="253905"/>
                  </a:lnTo>
                  <a:lnTo>
                    <a:pt x="243428" y="250170"/>
                  </a:lnTo>
                  <a:lnTo>
                    <a:pt x="247135" y="246314"/>
                  </a:lnTo>
                  <a:lnTo>
                    <a:pt x="250716" y="242341"/>
                  </a:lnTo>
                  <a:lnTo>
                    <a:pt x="254169" y="238256"/>
                  </a:lnTo>
                  <a:lnTo>
                    <a:pt x="257489" y="234063"/>
                  </a:lnTo>
                  <a:lnTo>
                    <a:pt x="260673" y="229766"/>
                  </a:lnTo>
                  <a:lnTo>
                    <a:pt x="263718" y="225368"/>
                  </a:lnTo>
                  <a:lnTo>
                    <a:pt x="266621" y="220876"/>
                  </a:lnTo>
                  <a:lnTo>
                    <a:pt x="269379" y="216293"/>
                  </a:lnTo>
                  <a:lnTo>
                    <a:pt x="271989" y="211625"/>
                  </a:lnTo>
                  <a:lnTo>
                    <a:pt x="274448" y="206875"/>
                  </a:lnTo>
                  <a:lnTo>
                    <a:pt x="276754" y="202049"/>
                  </a:lnTo>
                  <a:lnTo>
                    <a:pt x="278904" y="197151"/>
                  </a:lnTo>
                  <a:lnTo>
                    <a:pt x="280896" y="192188"/>
                  </a:lnTo>
                  <a:lnTo>
                    <a:pt x="282729" y="187163"/>
                  </a:lnTo>
                  <a:lnTo>
                    <a:pt x="284400" y="182082"/>
                  </a:lnTo>
                  <a:lnTo>
                    <a:pt x="285908" y="176950"/>
                  </a:lnTo>
                  <a:lnTo>
                    <a:pt x="287250" y="171773"/>
                  </a:lnTo>
                  <a:lnTo>
                    <a:pt x="288427" y="166555"/>
                  </a:lnTo>
                  <a:lnTo>
                    <a:pt x="289435" y="161302"/>
                  </a:lnTo>
                  <a:lnTo>
                    <a:pt x="290276" y="156020"/>
                  </a:lnTo>
                  <a:lnTo>
                    <a:pt x="290946" y="150714"/>
                  </a:lnTo>
                  <a:lnTo>
                    <a:pt x="291447" y="145389"/>
                  </a:lnTo>
                  <a:lnTo>
                    <a:pt x="291777" y="140050"/>
                  </a:lnTo>
                  <a:lnTo>
                    <a:pt x="291936" y="134704"/>
                  </a:lnTo>
                  <a:lnTo>
                    <a:pt x="291924" y="129355"/>
                  </a:lnTo>
                  <a:lnTo>
                    <a:pt x="291741" y="124010"/>
                  </a:lnTo>
                  <a:lnTo>
                    <a:pt x="291387" y="118673"/>
                  </a:lnTo>
                  <a:lnTo>
                    <a:pt x="290863" y="113350"/>
                  </a:lnTo>
                  <a:lnTo>
                    <a:pt x="290168" y="108047"/>
                  </a:lnTo>
                  <a:lnTo>
                    <a:pt x="289304" y="102768"/>
                  </a:lnTo>
                  <a:lnTo>
                    <a:pt x="288272" y="97520"/>
                  </a:lnTo>
                  <a:lnTo>
                    <a:pt x="287072" y="92308"/>
                  </a:lnTo>
                  <a:lnTo>
                    <a:pt x="285706" y="87137"/>
                  </a:lnTo>
                  <a:lnTo>
                    <a:pt x="284176" y="82012"/>
                  </a:lnTo>
                  <a:lnTo>
                    <a:pt x="282482" y="76938"/>
                  </a:lnTo>
                  <a:lnTo>
                    <a:pt x="280627" y="71922"/>
                  </a:lnTo>
                  <a:lnTo>
                    <a:pt x="278612" y="66967"/>
                  </a:lnTo>
                  <a:lnTo>
                    <a:pt x="276440" y="62079"/>
                  </a:lnTo>
                  <a:lnTo>
                    <a:pt x="274113" y="57264"/>
                  </a:lnTo>
                  <a:lnTo>
                    <a:pt x="271632" y="52525"/>
                  </a:lnTo>
                  <a:lnTo>
                    <a:pt x="269002" y="47868"/>
                  </a:lnTo>
                  <a:lnTo>
                    <a:pt x="266224" y="43297"/>
                  </a:lnTo>
                  <a:lnTo>
                    <a:pt x="263301" y="38818"/>
                  </a:lnTo>
                  <a:lnTo>
                    <a:pt x="260236" y="34435"/>
                  </a:lnTo>
                  <a:lnTo>
                    <a:pt x="257032" y="30151"/>
                  </a:lnTo>
                  <a:lnTo>
                    <a:pt x="253693" y="25973"/>
                  </a:lnTo>
                  <a:lnTo>
                    <a:pt x="250222" y="21904"/>
                  </a:lnTo>
                  <a:lnTo>
                    <a:pt x="246623" y="17947"/>
                  </a:lnTo>
                  <a:lnTo>
                    <a:pt x="242899" y="14108"/>
                  </a:lnTo>
                  <a:lnTo>
                    <a:pt x="239054" y="10390"/>
                  </a:lnTo>
                  <a:lnTo>
                    <a:pt x="235092" y="6797"/>
                  </a:lnTo>
                  <a:lnTo>
                    <a:pt x="231017" y="3332"/>
                  </a:lnTo>
                  <a:lnTo>
                    <a:pt x="226834" y="0"/>
                  </a:lnTo>
                  <a:lnTo>
                    <a:pt x="124785" y="132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135676" y="971635"/>
              <a:ext cx="102049" cy="167167"/>
            </a:xfrm>
            <a:custGeom>
              <a:avLst/>
              <a:pathLst>
                <a:path w="102049" h="167167">
                  <a:moveTo>
                    <a:pt x="102049" y="34762"/>
                  </a:moveTo>
                  <a:lnTo>
                    <a:pt x="97413" y="31315"/>
                  </a:lnTo>
                  <a:lnTo>
                    <a:pt x="92660" y="28031"/>
                  </a:lnTo>
                  <a:lnTo>
                    <a:pt x="87797" y="24912"/>
                  </a:lnTo>
                  <a:lnTo>
                    <a:pt x="82830" y="21963"/>
                  </a:lnTo>
                  <a:lnTo>
                    <a:pt x="77763" y="19188"/>
                  </a:lnTo>
                  <a:lnTo>
                    <a:pt x="72603" y="16589"/>
                  </a:lnTo>
                  <a:lnTo>
                    <a:pt x="67357" y="14170"/>
                  </a:lnTo>
                  <a:lnTo>
                    <a:pt x="62030" y="11934"/>
                  </a:lnTo>
                  <a:lnTo>
                    <a:pt x="56629" y="9884"/>
                  </a:lnTo>
                  <a:lnTo>
                    <a:pt x="51161" y="8021"/>
                  </a:lnTo>
                  <a:lnTo>
                    <a:pt x="45631" y="6348"/>
                  </a:lnTo>
                  <a:lnTo>
                    <a:pt x="40047" y="4867"/>
                  </a:lnTo>
                  <a:lnTo>
                    <a:pt x="34416" y="3581"/>
                  </a:lnTo>
                  <a:lnTo>
                    <a:pt x="28743" y="2489"/>
                  </a:lnTo>
                  <a:lnTo>
                    <a:pt x="23035" y="1594"/>
                  </a:lnTo>
                  <a:lnTo>
                    <a:pt x="17300" y="897"/>
                  </a:lnTo>
                  <a:lnTo>
                    <a:pt x="11545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2473" y="941493"/>
              <a:ext cx="74807" cy="167167"/>
            </a:xfrm>
            <a:custGeom>
              <a:avLst/>
              <a:pathLst>
                <a:path w="74807" h="167167">
                  <a:moveTo>
                    <a:pt x="74807" y="0"/>
                  </a:moveTo>
                  <a:lnTo>
                    <a:pt x="68842" y="106"/>
                  </a:lnTo>
                  <a:lnTo>
                    <a:pt x="62885" y="425"/>
                  </a:lnTo>
                  <a:lnTo>
                    <a:pt x="56942" y="957"/>
                  </a:lnTo>
                  <a:lnTo>
                    <a:pt x="51023" y="1700"/>
                  </a:lnTo>
                  <a:lnTo>
                    <a:pt x="45134" y="2654"/>
                  </a:lnTo>
                  <a:lnTo>
                    <a:pt x="39283" y="3818"/>
                  </a:lnTo>
                  <a:lnTo>
                    <a:pt x="33477" y="5189"/>
                  </a:lnTo>
                  <a:lnTo>
                    <a:pt x="27723" y="6767"/>
                  </a:lnTo>
                  <a:lnTo>
                    <a:pt x="22030" y="8549"/>
                  </a:lnTo>
                  <a:lnTo>
                    <a:pt x="16404" y="10533"/>
                  </a:lnTo>
                  <a:lnTo>
                    <a:pt x="10852" y="12717"/>
                  </a:lnTo>
                  <a:lnTo>
                    <a:pt x="5381" y="15098"/>
                  </a:lnTo>
                  <a:lnTo>
                    <a:pt x="0" y="17672"/>
                  </a:lnTo>
                  <a:lnTo>
                    <a:pt x="748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542473" y="959165"/>
              <a:ext cx="74807" cy="149495"/>
            </a:xfrm>
            <a:custGeom>
              <a:avLst/>
              <a:pathLst>
                <a:path w="74807" h="149495">
                  <a:moveTo>
                    <a:pt x="0" y="0"/>
                  </a:moveTo>
                  <a:lnTo>
                    <a:pt x="74807" y="149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50113" y="949202"/>
              <a:ext cx="334334" cy="326605"/>
            </a:xfrm>
            <a:custGeom>
              <a:avLst/>
              <a:pathLst>
                <a:path w="334334" h="326605">
                  <a:moveTo>
                    <a:pt x="92359" y="9962"/>
                  </a:moveTo>
                  <a:lnTo>
                    <a:pt x="87660" y="12408"/>
                  </a:lnTo>
                  <a:lnTo>
                    <a:pt x="83040" y="15001"/>
                  </a:lnTo>
                  <a:lnTo>
                    <a:pt x="78505" y="17739"/>
                  </a:lnTo>
                  <a:lnTo>
                    <a:pt x="74059" y="20619"/>
                  </a:lnTo>
                  <a:lnTo>
                    <a:pt x="69707" y="23639"/>
                  </a:lnTo>
                  <a:lnTo>
                    <a:pt x="65452" y="26796"/>
                  </a:lnTo>
                  <a:lnTo>
                    <a:pt x="61300" y="30085"/>
                  </a:lnTo>
                  <a:lnTo>
                    <a:pt x="57253" y="33505"/>
                  </a:lnTo>
                  <a:lnTo>
                    <a:pt x="53318" y="37051"/>
                  </a:lnTo>
                  <a:lnTo>
                    <a:pt x="49496" y="40720"/>
                  </a:lnTo>
                  <a:lnTo>
                    <a:pt x="45793" y="44508"/>
                  </a:lnTo>
                  <a:lnTo>
                    <a:pt x="42212" y="48411"/>
                  </a:lnTo>
                  <a:lnTo>
                    <a:pt x="38756" y="52426"/>
                  </a:lnTo>
                  <a:lnTo>
                    <a:pt x="35429" y="56549"/>
                  </a:lnTo>
                  <a:lnTo>
                    <a:pt x="32234" y="60775"/>
                  </a:lnTo>
                  <a:lnTo>
                    <a:pt x="29175" y="65100"/>
                  </a:lnTo>
                  <a:lnTo>
                    <a:pt x="26254" y="69520"/>
                  </a:lnTo>
                  <a:lnTo>
                    <a:pt x="23475" y="74030"/>
                  </a:lnTo>
                  <a:lnTo>
                    <a:pt x="20841" y="78626"/>
                  </a:lnTo>
                  <a:lnTo>
                    <a:pt x="18353" y="83303"/>
                  </a:lnTo>
                  <a:lnTo>
                    <a:pt x="16015" y="88057"/>
                  </a:lnTo>
                  <a:lnTo>
                    <a:pt x="13828" y="92882"/>
                  </a:lnTo>
                  <a:lnTo>
                    <a:pt x="11796" y="97774"/>
                  </a:lnTo>
                  <a:lnTo>
                    <a:pt x="9919" y="102728"/>
                  </a:lnTo>
                  <a:lnTo>
                    <a:pt x="8200" y="107739"/>
                  </a:lnTo>
                  <a:lnTo>
                    <a:pt x="6642" y="112802"/>
                  </a:lnTo>
                  <a:lnTo>
                    <a:pt x="5244" y="117912"/>
                  </a:lnTo>
                  <a:lnTo>
                    <a:pt x="4009" y="123064"/>
                  </a:lnTo>
                  <a:lnTo>
                    <a:pt x="2937" y="128252"/>
                  </a:lnTo>
                  <a:lnTo>
                    <a:pt x="2031" y="133471"/>
                  </a:lnTo>
                  <a:lnTo>
                    <a:pt x="1291" y="138717"/>
                  </a:lnTo>
                  <a:lnTo>
                    <a:pt x="717" y="143983"/>
                  </a:lnTo>
                  <a:lnTo>
                    <a:pt x="310" y="149265"/>
                  </a:lnTo>
                  <a:lnTo>
                    <a:pt x="71" y="154557"/>
                  </a:lnTo>
                  <a:lnTo>
                    <a:pt x="0" y="159855"/>
                  </a:lnTo>
                  <a:lnTo>
                    <a:pt x="96" y="165151"/>
                  </a:lnTo>
                  <a:lnTo>
                    <a:pt x="360" y="170442"/>
                  </a:lnTo>
                  <a:lnTo>
                    <a:pt x="792" y="175722"/>
                  </a:lnTo>
                  <a:lnTo>
                    <a:pt x="1391" y="180986"/>
                  </a:lnTo>
                  <a:lnTo>
                    <a:pt x="2156" y="186228"/>
                  </a:lnTo>
                  <a:lnTo>
                    <a:pt x="3088" y="191443"/>
                  </a:lnTo>
                  <a:lnTo>
                    <a:pt x="4183" y="196626"/>
                  </a:lnTo>
                  <a:lnTo>
                    <a:pt x="5443" y="201772"/>
                  </a:lnTo>
                  <a:lnTo>
                    <a:pt x="6865" y="206875"/>
                  </a:lnTo>
                  <a:lnTo>
                    <a:pt x="8448" y="211930"/>
                  </a:lnTo>
                  <a:lnTo>
                    <a:pt x="10190" y="216933"/>
                  </a:lnTo>
                  <a:lnTo>
                    <a:pt x="12090" y="221878"/>
                  </a:lnTo>
                  <a:lnTo>
                    <a:pt x="14146" y="226761"/>
                  </a:lnTo>
                  <a:lnTo>
                    <a:pt x="16356" y="231575"/>
                  </a:lnTo>
                  <a:lnTo>
                    <a:pt x="18716" y="236318"/>
                  </a:lnTo>
                  <a:lnTo>
                    <a:pt x="21226" y="240983"/>
                  </a:lnTo>
                  <a:lnTo>
                    <a:pt x="23883" y="245567"/>
                  </a:lnTo>
                  <a:lnTo>
                    <a:pt x="26683" y="250063"/>
                  </a:lnTo>
                  <a:lnTo>
                    <a:pt x="29625" y="254469"/>
                  </a:lnTo>
                  <a:lnTo>
                    <a:pt x="32704" y="258780"/>
                  </a:lnTo>
                  <a:lnTo>
                    <a:pt x="35919" y="262990"/>
                  </a:lnTo>
                  <a:lnTo>
                    <a:pt x="39266" y="267097"/>
                  </a:lnTo>
                  <a:lnTo>
                    <a:pt x="42741" y="271096"/>
                  </a:lnTo>
                  <a:lnTo>
                    <a:pt x="46340" y="274982"/>
                  </a:lnTo>
                  <a:lnTo>
                    <a:pt x="50062" y="278753"/>
                  </a:lnTo>
                  <a:lnTo>
                    <a:pt x="53900" y="282404"/>
                  </a:lnTo>
                  <a:lnTo>
                    <a:pt x="57853" y="285931"/>
                  </a:lnTo>
                  <a:lnTo>
                    <a:pt x="61915" y="289331"/>
                  </a:lnTo>
                  <a:lnTo>
                    <a:pt x="66083" y="292601"/>
                  </a:lnTo>
                  <a:lnTo>
                    <a:pt x="70353" y="295737"/>
                  </a:lnTo>
                  <a:lnTo>
                    <a:pt x="74720" y="298736"/>
                  </a:lnTo>
                  <a:lnTo>
                    <a:pt x="79180" y="301596"/>
                  </a:lnTo>
                  <a:lnTo>
                    <a:pt x="83728" y="304312"/>
                  </a:lnTo>
                  <a:lnTo>
                    <a:pt x="88359" y="306883"/>
                  </a:lnTo>
                  <a:lnTo>
                    <a:pt x="93070" y="309306"/>
                  </a:lnTo>
                  <a:lnTo>
                    <a:pt x="97856" y="311579"/>
                  </a:lnTo>
                  <a:lnTo>
                    <a:pt x="102711" y="313699"/>
                  </a:lnTo>
                  <a:lnTo>
                    <a:pt x="107630" y="315664"/>
                  </a:lnTo>
                  <a:lnTo>
                    <a:pt x="112610" y="317472"/>
                  </a:lnTo>
                  <a:lnTo>
                    <a:pt x="117644" y="319121"/>
                  </a:lnTo>
                  <a:lnTo>
                    <a:pt x="122728" y="320610"/>
                  </a:lnTo>
                  <a:lnTo>
                    <a:pt x="127857" y="321937"/>
                  </a:lnTo>
                  <a:lnTo>
                    <a:pt x="133025" y="323101"/>
                  </a:lnTo>
                  <a:lnTo>
                    <a:pt x="138227" y="324101"/>
                  </a:lnTo>
                  <a:lnTo>
                    <a:pt x="143459" y="324935"/>
                  </a:lnTo>
                  <a:lnTo>
                    <a:pt x="148714" y="325603"/>
                  </a:lnTo>
                  <a:lnTo>
                    <a:pt x="153988" y="326105"/>
                  </a:lnTo>
                  <a:lnTo>
                    <a:pt x="159275" y="326439"/>
                  </a:lnTo>
                  <a:lnTo>
                    <a:pt x="164570" y="326605"/>
                  </a:lnTo>
                  <a:lnTo>
                    <a:pt x="169867" y="326603"/>
                  </a:lnTo>
                  <a:lnTo>
                    <a:pt x="175162" y="326434"/>
                  </a:lnTo>
                  <a:lnTo>
                    <a:pt x="180449" y="326096"/>
                  </a:lnTo>
                  <a:lnTo>
                    <a:pt x="185723" y="325592"/>
                  </a:lnTo>
                  <a:lnTo>
                    <a:pt x="190977" y="324920"/>
                  </a:lnTo>
                  <a:lnTo>
                    <a:pt x="196208" y="324083"/>
                  </a:lnTo>
                  <a:lnTo>
                    <a:pt x="201410" y="323080"/>
                  </a:lnTo>
                  <a:lnTo>
                    <a:pt x="206578" y="321913"/>
                  </a:lnTo>
                  <a:lnTo>
                    <a:pt x="211705" y="320582"/>
                  </a:lnTo>
                  <a:lnTo>
                    <a:pt x="216788" y="319090"/>
                  </a:lnTo>
                  <a:lnTo>
                    <a:pt x="221822" y="317438"/>
                  </a:lnTo>
                  <a:lnTo>
                    <a:pt x="226800" y="315627"/>
                  </a:lnTo>
                  <a:lnTo>
                    <a:pt x="231719" y="313659"/>
                  </a:lnTo>
                  <a:lnTo>
                    <a:pt x="236572" y="311536"/>
                  </a:lnTo>
                  <a:lnTo>
                    <a:pt x="241356" y="309260"/>
                  </a:lnTo>
                  <a:lnTo>
                    <a:pt x="246066" y="306834"/>
                  </a:lnTo>
                  <a:lnTo>
                    <a:pt x="250696" y="304260"/>
                  </a:lnTo>
                  <a:lnTo>
                    <a:pt x="255242" y="301541"/>
                  </a:lnTo>
                  <a:lnTo>
                    <a:pt x="259700" y="298679"/>
                  </a:lnTo>
                  <a:lnTo>
                    <a:pt x="264065" y="295677"/>
                  </a:lnTo>
                  <a:lnTo>
                    <a:pt x="268333" y="292538"/>
                  </a:lnTo>
                  <a:lnTo>
                    <a:pt x="272499" y="289265"/>
                  </a:lnTo>
                  <a:lnTo>
                    <a:pt x="276559" y="285863"/>
                  </a:lnTo>
                  <a:lnTo>
                    <a:pt x="280509" y="282333"/>
                  </a:lnTo>
                  <a:lnTo>
                    <a:pt x="284346" y="278680"/>
                  </a:lnTo>
                  <a:lnTo>
                    <a:pt x="288065" y="274907"/>
                  </a:lnTo>
                  <a:lnTo>
                    <a:pt x="291662" y="271018"/>
                  </a:lnTo>
                  <a:lnTo>
                    <a:pt x="295134" y="267017"/>
                  </a:lnTo>
                  <a:lnTo>
                    <a:pt x="298478" y="262909"/>
                  </a:lnTo>
                  <a:lnTo>
                    <a:pt x="301690" y="258696"/>
                  </a:lnTo>
                  <a:lnTo>
                    <a:pt x="304767" y="254383"/>
                  </a:lnTo>
                  <a:lnTo>
                    <a:pt x="307706" y="249976"/>
                  </a:lnTo>
                  <a:lnTo>
                    <a:pt x="310504" y="245477"/>
                  </a:lnTo>
                  <a:lnTo>
                    <a:pt x="313157" y="240892"/>
                  </a:lnTo>
                  <a:lnTo>
                    <a:pt x="315664" y="236225"/>
                  </a:lnTo>
                  <a:lnTo>
                    <a:pt x="318022" y="231481"/>
                  </a:lnTo>
                  <a:lnTo>
                    <a:pt x="320229" y="226665"/>
                  </a:lnTo>
                  <a:lnTo>
                    <a:pt x="322282" y="221781"/>
                  </a:lnTo>
                  <a:lnTo>
                    <a:pt x="324178" y="216835"/>
                  </a:lnTo>
                  <a:lnTo>
                    <a:pt x="325918" y="211831"/>
                  </a:lnTo>
                  <a:lnTo>
                    <a:pt x="327497" y="206775"/>
                  </a:lnTo>
                  <a:lnTo>
                    <a:pt x="328916" y="201671"/>
                  </a:lnTo>
                  <a:lnTo>
                    <a:pt x="330173" y="196524"/>
                  </a:lnTo>
                  <a:lnTo>
                    <a:pt x="331265" y="191340"/>
                  </a:lnTo>
                  <a:lnTo>
                    <a:pt x="332193" y="186125"/>
                  </a:lnTo>
                  <a:lnTo>
                    <a:pt x="332955" y="180882"/>
                  </a:lnTo>
                  <a:lnTo>
                    <a:pt x="333551" y="175618"/>
                  </a:lnTo>
                  <a:lnTo>
                    <a:pt x="333979" y="170338"/>
                  </a:lnTo>
                  <a:lnTo>
                    <a:pt x="334240" y="165047"/>
                  </a:lnTo>
                  <a:lnTo>
                    <a:pt x="334334" y="159750"/>
                  </a:lnTo>
                  <a:lnTo>
                    <a:pt x="334259" y="154453"/>
                  </a:lnTo>
                  <a:lnTo>
                    <a:pt x="334017" y="149161"/>
                  </a:lnTo>
                  <a:lnTo>
                    <a:pt x="333606" y="143879"/>
                  </a:lnTo>
                  <a:lnTo>
                    <a:pt x="333029" y="138613"/>
                  </a:lnTo>
                  <a:lnTo>
                    <a:pt x="332286" y="133368"/>
                  </a:lnTo>
                  <a:lnTo>
                    <a:pt x="331376" y="128149"/>
                  </a:lnTo>
                  <a:lnTo>
                    <a:pt x="330301" y="122962"/>
                  </a:lnTo>
                  <a:lnTo>
                    <a:pt x="329063" y="117811"/>
                  </a:lnTo>
                  <a:lnTo>
                    <a:pt x="327662" y="112702"/>
                  </a:lnTo>
                  <a:lnTo>
                    <a:pt x="326100" y="107640"/>
                  </a:lnTo>
                  <a:lnTo>
                    <a:pt x="324378" y="102630"/>
                  </a:lnTo>
                  <a:lnTo>
                    <a:pt x="322499" y="97677"/>
                  </a:lnTo>
                  <a:lnTo>
                    <a:pt x="320463" y="92786"/>
                  </a:lnTo>
                  <a:lnTo>
                    <a:pt x="318274" y="87962"/>
                  </a:lnTo>
                  <a:lnTo>
                    <a:pt x="315932" y="83210"/>
                  </a:lnTo>
                  <a:lnTo>
                    <a:pt x="313442" y="78535"/>
                  </a:lnTo>
                  <a:lnTo>
                    <a:pt x="310804" y="73940"/>
                  </a:lnTo>
                  <a:lnTo>
                    <a:pt x="308022" y="69432"/>
                  </a:lnTo>
                  <a:lnTo>
                    <a:pt x="305099" y="65014"/>
                  </a:lnTo>
                  <a:lnTo>
                    <a:pt x="302037" y="60691"/>
                  </a:lnTo>
                  <a:lnTo>
                    <a:pt x="298840" y="56467"/>
                  </a:lnTo>
                  <a:lnTo>
                    <a:pt x="295510" y="52346"/>
                  </a:lnTo>
                  <a:lnTo>
                    <a:pt x="292052" y="48333"/>
                  </a:lnTo>
                  <a:lnTo>
                    <a:pt x="288468" y="44432"/>
                  </a:lnTo>
                  <a:lnTo>
                    <a:pt x="284763" y="40646"/>
                  </a:lnTo>
                  <a:lnTo>
                    <a:pt x="280939" y="36980"/>
                  </a:lnTo>
                  <a:lnTo>
                    <a:pt x="277001" y="33436"/>
                  </a:lnTo>
                  <a:lnTo>
                    <a:pt x="272953" y="30019"/>
                  </a:lnTo>
                  <a:lnTo>
                    <a:pt x="268798" y="26732"/>
                  </a:lnTo>
                  <a:lnTo>
                    <a:pt x="264541" y="23579"/>
                  </a:lnTo>
                  <a:lnTo>
                    <a:pt x="260187" y="20561"/>
                  </a:lnTo>
                  <a:lnTo>
                    <a:pt x="255739" y="17684"/>
                  </a:lnTo>
                  <a:lnTo>
                    <a:pt x="251202" y="14948"/>
                  </a:lnTo>
                  <a:lnTo>
                    <a:pt x="246581" y="12358"/>
                  </a:lnTo>
                  <a:lnTo>
                    <a:pt x="241880" y="9916"/>
                  </a:lnTo>
                  <a:lnTo>
                    <a:pt x="237104" y="7623"/>
                  </a:lnTo>
                  <a:lnTo>
                    <a:pt x="232258" y="5483"/>
                  </a:lnTo>
                  <a:lnTo>
                    <a:pt x="227347" y="3498"/>
                  </a:lnTo>
                  <a:lnTo>
                    <a:pt x="222375" y="1670"/>
                  </a:lnTo>
                  <a:lnTo>
                    <a:pt x="217347" y="0"/>
                  </a:lnTo>
                  <a:lnTo>
                    <a:pt x="167166" y="159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617280" y="941493"/>
              <a:ext cx="50180" cy="167167"/>
            </a:xfrm>
            <a:custGeom>
              <a:avLst/>
              <a:pathLst>
                <a:path w="50180" h="167167">
                  <a:moveTo>
                    <a:pt x="50180" y="7709"/>
                  </a:moveTo>
                  <a:lnTo>
                    <a:pt x="44068" y="5913"/>
                  </a:lnTo>
                  <a:lnTo>
                    <a:pt x="37892" y="4351"/>
                  </a:lnTo>
                  <a:lnTo>
                    <a:pt x="31661" y="3025"/>
                  </a:lnTo>
                  <a:lnTo>
                    <a:pt x="25384" y="1938"/>
                  </a:lnTo>
                  <a:lnTo>
                    <a:pt x="19070" y="1091"/>
                  </a:lnTo>
                  <a:lnTo>
                    <a:pt x="12729" y="485"/>
                  </a:lnTo>
                  <a:lnTo>
                    <a:pt x="636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39187" y="1031511"/>
              <a:ext cx="166707" cy="167167"/>
            </a:xfrm>
            <a:custGeom>
              <a:avLst/>
              <a:pathLst>
                <a:path w="166707" h="167167">
                  <a:moveTo>
                    <a:pt x="166707" y="0"/>
                  </a:moveTo>
                  <a:lnTo>
                    <a:pt x="161269" y="88"/>
                  </a:lnTo>
                  <a:lnTo>
                    <a:pt x="155837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3" y="2207"/>
                  </a:lnTo>
                  <a:lnTo>
                    <a:pt x="134281" y="3175"/>
                  </a:lnTo>
                  <a:lnTo>
                    <a:pt x="128964" y="4316"/>
                  </a:lnTo>
                  <a:lnTo>
                    <a:pt x="123686" y="5630"/>
                  </a:lnTo>
                  <a:lnTo>
                    <a:pt x="118455" y="7115"/>
                  </a:lnTo>
                  <a:lnTo>
                    <a:pt x="113274" y="8769"/>
                  </a:lnTo>
                  <a:lnTo>
                    <a:pt x="108149" y="10591"/>
                  </a:lnTo>
                  <a:lnTo>
                    <a:pt x="103087" y="12579"/>
                  </a:lnTo>
                  <a:lnTo>
                    <a:pt x="98092" y="14730"/>
                  </a:lnTo>
                  <a:lnTo>
                    <a:pt x="93170" y="17043"/>
                  </a:lnTo>
                  <a:lnTo>
                    <a:pt x="88325" y="19514"/>
                  </a:lnTo>
                  <a:lnTo>
                    <a:pt x="83564" y="22142"/>
                  </a:lnTo>
                  <a:lnTo>
                    <a:pt x="78890" y="24924"/>
                  </a:lnTo>
                  <a:lnTo>
                    <a:pt x="74310" y="27856"/>
                  </a:lnTo>
                  <a:lnTo>
                    <a:pt x="69827" y="30935"/>
                  </a:lnTo>
                  <a:lnTo>
                    <a:pt x="65447" y="34158"/>
                  </a:lnTo>
                  <a:lnTo>
                    <a:pt x="61174" y="37523"/>
                  </a:lnTo>
                  <a:lnTo>
                    <a:pt x="57012" y="41024"/>
                  </a:lnTo>
                  <a:lnTo>
                    <a:pt x="52967" y="44659"/>
                  </a:lnTo>
                  <a:lnTo>
                    <a:pt x="49042" y="48424"/>
                  </a:lnTo>
                  <a:lnTo>
                    <a:pt x="45242" y="52314"/>
                  </a:lnTo>
                  <a:lnTo>
                    <a:pt x="41570" y="56326"/>
                  </a:lnTo>
                  <a:lnTo>
                    <a:pt x="38031" y="60456"/>
                  </a:lnTo>
                  <a:lnTo>
                    <a:pt x="34627" y="64698"/>
                  </a:lnTo>
                  <a:lnTo>
                    <a:pt x="31364" y="69048"/>
                  </a:lnTo>
                  <a:lnTo>
                    <a:pt x="28244" y="73503"/>
                  </a:lnTo>
                  <a:lnTo>
                    <a:pt x="25270" y="78057"/>
                  </a:lnTo>
                  <a:lnTo>
                    <a:pt x="22447" y="82705"/>
                  </a:lnTo>
                  <a:lnTo>
                    <a:pt x="19776" y="87442"/>
                  </a:lnTo>
                  <a:lnTo>
                    <a:pt x="17260" y="92264"/>
                  </a:lnTo>
                  <a:lnTo>
                    <a:pt x="14902" y="97165"/>
                  </a:lnTo>
                  <a:lnTo>
                    <a:pt x="12706" y="102140"/>
                  </a:lnTo>
                  <a:lnTo>
                    <a:pt x="10672" y="107184"/>
                  </a:lnTo>
                  <a:lnTo>
                    <a:pt x="8803" y="112291"/>
                  </a:lnTo>
                  <a:lnTo>
                    <a:pt x="7102" y="117457"/>
                  </a:lnTo>
                  <a:lnTo>
                    <a:pt x="5569" y="122675"/>
                  </a:lnTo>
                  <a:lnTo>
                    <a:pt x="4207" y="127940"/>
                  </a:lnTo>
                  <a:lnTo>
                    <a:pt x="3017" y="133247"/>
                  </a:lnTo>
                  <a:lnTo>
                    <a:pt x="2000" y="138590"/>
                  </a:lnTo>
                  <a:lnTo>
                    <a:pt x="1158" y="143963"/>
                  </a:lnTo>
                  <a:lnTo>
                    <a:pt x="491" y="149360"/>
                  </a:lnTo>
                  <a:lnTo>
                    <a:pt x="0" y="154776"/>
                  </a:lnTo>
                  <a:lnTo>
                    <a:pt x="1667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39187" y="1186288"/>
              <a:ext cx="166707" cy="12390"/>
            </a:xfrm>
            <a:custGeom>
              <a:avLst/>
              <a:pathLst>
                <a:path w="166707" h="12390">
                  <a:moveTo>
                    <a:pt x="0" y="0"/>
                  </a:moveTo>
                  <a:lnTo>
                    <a:pt x="166707" y="123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38734" y="1186288"/>
              <a:ext cx="174901" cy="179542"/>
            </a:xfrm>
            <a:custGeom>
              <a:avLst/>
              <a:pathLst>
                <a:path w="174901" h="179542">
                  <a:moveTo>
                    <a:pt x="452" y="0"/>
                  </a:moveTo>
                  <a:lnTo>
                    <a:pt x="138" y="5427"/>
                  </a:lnTo>
                  <a:lnTo>
                    <a:pt x="0" y="10862"/>
                  </a:lnTo>
                  <a:lnTo>
                    <a:pt x="38" y="16299"/>
                  </a:lnTo>
                  <a:lnTo>
                    <a:pt x="254" y="21732"/>
                  </a:lnTo>
                  <a:lnTo>
                    <a:pt x="646" y="27155"/>
                  </a:lnTo>
                  <a:lnTo>
                    <a:pt x="1214" y="32562"/>
                  </a:lnTo>
                  <a:lnTo>
                    <a:pt x="1958" y="37948"/>
                  </a:lnTo>
                  <a:lnTo>
                    <a:pt x="2876" y="43306"/>
                  </a:lnTo>
                  <a:lnTo>
                    <a:pt x="3969" y="48632"/>
                  </a:lnTo>
                  <a:lnTo>
                    <a:pt x="5233" y="53920"/>
                  </a:lnTo>
                  <a:lnTo>
                    <a:pt x="6670" y="59164"/>
                  </a:lnTo>
                  <a:lnTo>
                    <a:pt x="8276" y="64358"/>
                  </a:lnTo>
                  <a:lnTo>
                    <a:pt x="10050" y="69498"/>
                  </a:lnTo>
                  <a:lnTo>
                    <a:pt x="11990" y="74577"/>
                  </a:lnTo>
                  <a:lnTo>
                    <a:pt x="14094" y="79590"/>
                  </a:lnTo>
                  <a:lnTo>
                    <a:pt x="16360" y="84532"/>
                  </a:lnTo>
                  <a:lnTo>
                    <a:pt x="18786" y="89398"/>
                  </a:lnTo>
                  <a:lnTo>
                    <a:pt x="21369" y="94182"/>
                  </a:lnTo>
                  <a:lnTo>
                    <a:pt x="24106" y="98880"/>
                  </a:lnTo>
                  <a:lnTo>
                    <a:pt x="26994" y="103486"/>
                  </a:lnTo>
                  <a:lnTo>
                    <a:pt x="30031" y="107996"/>
                  </a:lnTo>
                  <a:lnTo>
                    <a:pt x="33212" y="112405"/>
                  </a:lnTo>
                  <a:lnTo>
                    <a:pt x="36535" y="116708"/>
                  </a:lnTo>
                  <a:lnTo>
                    <a:pt x="39997" y="120900"/>
                  </a:lnTo>
                  <a:lnTo>
                    <a:pt x="43593" y="124978"/>
                  </a:lnTo>
                  <a:lnTo>
                    <a:pt x="47319" y="128937"/>
                  </a:lnTo>
                  <a:lnTo>
                    <a:pt x="51173" y="132773"/>
                  </a:lnTo>
                  <a:lnTo>
                    <a:pt x="55149" y="136481"/>
                  </a:lnTo>
                  <a:lnTo>
                    <a:pt x="59244" y="140058"/>
                  </a:lnTo>
                  <a:lnTo>
                    <a:pt x="63452" y="143500"/>
                  </a:lnTo>
                  <a:lnTo>
                    <a:pt x="67771" y="146803"/>
                  </a:lnTo>
                  <a:lnTo>
                    <a:pt x="72194" y="149964"/>
                  </a:lnTo>
                  <a:lnTo>
                    <a:pt x="76718" y="152979"/>
                  </a:lnTo>
                  <a:lnTo>
                    <a:pt x="81338" y="155846"/>
                  </a:lnTo>
                  <a:lnTo>
                    <a:pt x="86049" y="158561"/>
                  </a:lnTo>
                  <a:lnTo>
                    <a:pt x="90845" y="161121"/>
                  </a:lnTo>
                  <a:lnTo>
                    <a:pt x="95722" y="163524"/>
                  </a:lnTo>
                  <a:lnTo>
                    <a:pt x="100675" y="165768"/>
                  </a:lnTo>
                  <a:lnTo>
                    <a:pt x="105697" y="167848"/>
                  </a:lnTo>
                  <a:lnTo>
                    <a:pt x="110785" y="169765"/>
                  </a:lnTo>
                  <a:lnTo>
                    <a:pt x="115933" y="171515"/>
                  </a:lnTo>
                  <a:lnTo>
                    <a:pt x="121135" y="173097"/>
                  </a:lnTo>
                  <a:lnTo>
                    <a:pt x="126385" y="174508"/>
                  </a:lnTo>
                  <a:lnTo>
                    <a:pt x="131679" y="175749"/>
                  </a:lnTo>
                  <a:lnTo>
                    <a:pt x="137010" y="176816"/>
                  </a:lnTo>
                  <a:lnTo>
                    <a:pt x="142373" y="177710"/>
                  </a:lnTo>
                  <a:lnTo>
                    <a:pt x="147762" y="178428"/>
                  </a:lnTo>
                  <a:lnTo>
                    <a:pt x="153172" y="178971"/>
                  </a:lnTo>
                  <a:lnTo>
                    <a:pt x="158596" y="179338"/>
                  </a:lnTo>
                  <a:lnTo>
                    <a:pt x="164030" y="179528"/>
                  </a:lnTo>
                  <a:lnTo>
                    <a:pt x="169467" y="179542"/>
                  </a:lnTo>
                  <a:lnTo>
                    <a:pt x="174901" y="179378"/>
                  </a:lnTo>
                  <a:lnTo>
                    <a:pt x="167160" y="12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105894" y="1031511"/>
              <a:ext cx="167163" cy="334155"/>
            </a:xfrm>
            <a:custGeom>
              <a:avLst/>
              <a:pathLst>
                <a:path w="167163" h="334155">
                  <a:moveTo>
                    <a:pt x="7741" y="334155"/>
                  </a:moveTo>
                  <a:lnTo>
                    <a:pt x="13064" y="333823"/>
                  </a:lnTo>
                  <a:lnTo>
                    <a:pt x="18375" y="333321"/>
                  </a:lnTo>
                  <a:lnTo>
                    <a:pt x="23667" y="332651"/>
                  </a:lnTo>
                  <a:lnTo>
                    <a:pt x="28934" y="331811"/>
                  </a:lnTo>
                  <a:lnTo>
                    <a:pt x="34172" y="330804"/>
                  </a:lnTo>
                  <a:lnTo>
                    <a:pt x="39376" y="329631"/>
                  </a:lnTo>
                  <a:lnTo>
                    <a:pt x="44539" y="328292"/>
                  </a:lnTo>
                  <a:lnTo>
                    <a:pt x="49657" y="326789"/>
                  </a:lnTo>
                  <a:lnTo>
                    <a:pt x="54724" y="325123"/>
                  </a:lnTo>
                  <a:lnTo>
                    <a:pt x="59736" y="323297"/>
                  </a:lnTo>
                  <a:lnTo>
                    <a:pt x="64687" y="321311"/>
                  </a:lnTo>
                  <a:lnTo>
                    <a:pt x="69572" y="319169"/>
                  </a:lnTo>
                  <a:lnTo>
                    <a:pt x="74386" y="316872"/>
                  </a:lnTo>
                  <a:lnTo>
                    <a:pt x="79124" y="314422"/>
                  </a:lnTo>
                  <a:lnTo>
                    <a:pt x="83782" y="311823"/>
                  </a:lnTo>
                  <a:lnTo>
                    <a:pt x="88355" y="309076"/>
                  </a:lnTo>
                  <a:lnTo>
                    <a:pt x="92837" y="306185"/>
                  </a:lnTo>
                  <a:lnTo>
                    <a:pt x="97225" y="303152"/>
                  </a:lnTo>
                  <a:lnTo>
                    <a:pt x="101515" y="299981"/>
                  </a:lnTo>
                  <a:lnTo>
                    <a:pt x="105700" y="296675"/>
                  </a:lnTo>
                  <a:lnTo>
                    <a:pt x="109778" y="293237"/>
                  </a:lnTo>
                  <a:lnTo>
                    <a:pt x="113745" y="289670"/>
                  </a:lnTo>
                  <a:lnTo>
                    <a:pt x="117595" y="285979"/>
                  </a:lnTo>
                  <a:lnTo>
                    <a:pt x="121326" y="282166"/>
                  </a:lnTo>
                  <a:lnTo>
                    <a:pt x="124933" y="278237"/>
                  </a:lnTo>
                  <a:lnTo>
                    <a:pt x="128413" y="274194"/>
                  </a:lnTo>
                  <a:lnTo>
                    <a:pt x="131762" y="270043"/>
                  </a:lnTo>
                  <a:lnTo>
                    <a:pt x="134978" y="265787"/>
                  </a:lnTo>
                  <a:lnTo>
                    <a:pt x="138055" y="261430"/>
                  </a:lnTo>
                  <a:lnTo>
                    <a:pt x="140992" y="256978"/>
                  </a:lnTo>
                  <a:lnTo>
                    <a:pt x="143786" y="252433"/>
                  </a:lnTo>
                  <a:lnTo>
                    <a:pt x="146433" y="247803"/>
                  </a:lnTo>
                  <a:lnTo>
                    <a:pt x="148931" y="243090"/>
                  </a:lnTo>
                  <a:lnTo>
                    <a:pt x="151278" y="238299"/>
                  </a:lnTo>
                  <a:lnTo>
                    <a:pt x="153470" y="233437"/>
                  </a:lnTo>
                  <a:lnTo>
                    <a:pt x="155506" y="228507"/>
                  </a:lnTo>
                  <a:lnTo>
                    <a:pt x="157384" y="223514"/>
                  </a:lnTo>
                  <a:lnTo>
                    <a:pt x="159102" y="218464"/>
                  </a:lnTo>
                  <a:lnTo>
                    <a:pt x="160657" y="213362"/>
                  </a:lnTo>
                  <a:lnTo>
                    <a:pt x="162050" y="208213"/>
                  </a:lnTo>
                  <a:lnTo>
                    <a:pt x="163277" y="203022"/>
                  </a:lnTo>
                  <a:lnTo>
                    <a:pt x="164337" y="197794"/>
                  </a:lnTo>
                  <a:lnTo>
                    <a:pt x="165231" y="192535"/>
                  </a:lnTo>
                  <a:lnTo>
                    <a:pt x="165956" y="187251"/>
                  </a:lnTo>
                  <a:lnTo>
                    <a:pt x="166512" y="181946"/>
                  </a:lnTo>
                  <a:lnTo>
                    <a:pt x="166899" y="176626"/>
                  </a:lnTo>
                  <a:lnTo>
                    <a:pt x="167116" y="171296"/>
                  </a:lnTo>
                  <a:lnTo>
                    <a:pt x="167163" y="165962"/>
                  </a:lnTo>
                  <a:lnTo>
                    <a:pt x="167039" y="160629"/>
                  </a:lnTo>
                  <a:lnTo>
                    <a:pt x="166745" y="155303"/>
                  </a:lnTo>
                  <a:lnTo>
                    <a:pt x="166282" y="149990"/>
                  </a:lnTo>
                  <a:lnTo>
                    <a:pt x="165649" y="144693"/>
                  </a:lnTo>
                  <a:lnTo>
                    <a:pt x="164848" y="139420"/>
                  </a:lnTo>
                  <a:lnTo>
                    <a:pt x="163879" y="134174"/>
                  </a:lnTo>
                  <a:lnTo>
                    <a:pt x="162743" y="128963"/>
                  </a:lnTo>
                  <a:lnTo>
                    <a:pt x="161441" y="123790"/>
                  </a:lnTo>
                  <a:lnTo>
                    <a:pt x="159975" y="118661"/>
                  </a:lnTo>
                  <a:lnTo>
                    <a:pt x="158346" y="113582"/>
                  </a:lnTo>
                  <a:lnTo>
                    <a:pt x="156556" y="108557"/>
                  </a:lnTo>
                  <a:lnTo>
                    <a:pt x="154606" y="103592"/>
                  </a:lnTo>
                  <a:lnTo>
                    <a:pt x="152499" y="98692"/>
                  </a:lnTo>
                  <a:lnTo>
                    <a:pt x="150237" y="93861"/>
                  </a:lnTo>
                  <a:lnTo>
                    <a:pt x="147821" y="89105"/>
                  </a:lnTo>
                  <a:lnTo>
                    <a:pt x="145256" y="84429"/>
                  </a:lnTo>
                  <a:lnTo>
                    <a:pt x="142542" y="79837"/>
                  </a:lnTo>
                  <a:lnTo>
                    <a:pt x="139683" y="75333"/>
                  </a:lnTo>
                  <a:lnTo>
                    <a:pt x="136682" y="70924"/>
                  </a:lnTo>
                  <a:lnTo>
                    <a:pt x="133542" y="66612"/>
                  </a:lnTo>
                  <a:lnTo>
                    <a:pt x="130266" y="62402"/>
                  </a:lnTo>
                  <a:lnTo>
                    <a:pt x="126857" y="58300"/>
                  </a:lnTo>
                  <a:lnTo>
                    <a:pt x="123319" y="54308"/>
                  </a:lnTo>
                  <a:lnTo>
                    <a:pt x="119656" y="50431"/>
                  </a:lnTo>
                  <a:lnTo>
                    <a:pt x="115870" y="46673"/>
                  </a:lnTo>
                  <a:lnTo>
                    <a:pt x="111967" y="43037"/>
                  </a:lnTo>
                  <a:lnTo>
                    <a:pt x="107950" y="39528"/>
                  </a:lnTo>
                  <a:lnTo>
                    <a:pt x="103822" y="36149"/>
                  </a:lnTo>
                  <a:lnTo>
                    <a:pt x="99590" y="32903"/>
                  </a:lnTo>
                  <a:lnTo>
                    <a:pt x="95255" y="29794"/>
                  </a:lnTo>
                  <a:lnTo>
                    <a:pt x="90824" y="26825"/>
                  </a:lnTo>
                  <a:lnTo>
                    <a:pt x="86300" y="23999"/>
                  </a:lnTo>
                  <a:lnTo>
                    <a:pt x="81688" y="21318"/>
                  </a:lnTo>
                  <a:lnTo>
                    <a:pt x="76994" y="18786"/>
                  </a:lnTo>
                  <a:lnTo>
                    <a:pt x="72220" y="16405"/>
                  </a:lnTo>
                  <a:lnTo>
                    <a:pt x="67374" y="14178"/>
                  </a:lnTo>
                  <a:lnTo>
                    <a:pt x="62458" y="12106"/>
                  </a:lnTo>
                  <a:lnTo>
                    <a:pt x="57479" y="10192"/>
                  </a:lnTo>
                  <a:lnTo>
                    <a:pt x="52442" y="8438"/>
                  </a:lnTo>
                  <a:lnTo>
                    <a:pt x="47351" y="6846"/>
                  </a:lnTo>
                  <a:lnTo>
                    <a:pt x="42212" y="5417"/>
                  </a:lnTo>
                  <a:lnTo>
                    <a:pt x="37030" y="4153"/>
                  </a:lnTo>
                  <a:lnTo>
                    <a:pt x="31810" y="3054"/>
                  </a:lnTo>
                  <a:lnTo>
                    <a:pt x="26558" y="2123"/>
                  </a:lnTo>
                  <a:lnTo>
                    <a:pt x="21279" y="1359"/>
                  </a:lnTo>
                  <a:lnTo>
                    <a:pt x="15978" y="765"/>
                  </a:lnTo>
                  <a:lnTo>
                    <a:pt x="10661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2714" y="1236837"/>
              <a:ext cx="166374" cy="167167"/>
            </a:xfrm>
            <a:custGeom>
              <a:avLst/>
              <a:pathLst>
                <a:path w="166374" h="167167">
                  <a:moveTo>
                    <a:pt x="166374" y="0"/>
                  </a:moveTo>
                  <a:lnTo>
                    <a:pt x="160901" y="89"/>
                  </a:lnTo>
                  <a:lnTo>
                    <a:pt x="155435" y="358"/>
                  </a:lnTo>
                  <a:lnTo>
                    <a:pt x="149980" y="805"/>
                  </a:lnTo>
                  <a:lnTo>
                    <a:pt x="144543" y="1431"/>
                  </a:lnTo>
                  <a:lnTo>
                    <a:pt x="139130" y="2234"/>
                  </a:lnTo>
                  <a:lnTo>
                    <a:pt x="133745" y="3215"/>
                  </a:lnTo>
                  <a:lnTo>
                    <a:pt x="128396" y="4371"/>
                  </a:lnTo>
                  <a:lnTo>
                    <a:pt x="123087" y="5701"/>
                  </a:lnTo>
                  <a:lnTo>
                    <a:pt x="117825" y="7205"/>
                  </a:lnTo>
                  <a:lnTo>
                    <a:pt x="112614" y="8880"/>
                  </a:lnTo>
                  <a:lnTo>
                    <a:pt x="107462" y="10724"/>
                  </a:lnTo>
                  <a:lnTo>
                    <a:pt x="102372" y="12737"/>
                  </a:lnTo>
                  <a:lnTo>
                    <a:pt x="97351" y="14914"/>
                  </a:lnTo>
                  <a:lnTo>
                    <a:pt x="92404" y="17255"/>
                  </a:lnTo>
                  <a:lnTo>
                    <a:pt x="87536" y="19757"/>
                  </a:lnTo>
                  <a:lnTo>
                    <a:pt x="82753" y="22417"/>
                  </a:lnTo>
                  <a:lnTo>
                    <a:pt x="78060" y="25232"/>
                  </a:lnTo>
                  <a:lnTo>
                    <a:pt x="73461" y="28199"/>
                  </a:lnTo>
                  <a:lnTo>
                    <a:pt x="68961" y="31315"/>
                  </a:lnTo>
                  <a:lnTo>
                    <a:pt x="64567" y="34576"/>
                  </a:lnTo>
                  <a:lnTo>
                    <a:pt x="60281" y="37980"/>
                  </a:lnTo>
                  <a:lnTo>
                    <a:pt x="56109" y="41522"/>
                  </a:lnTo>
                  <a:lnTo>
                    <a:pt x="52055" y="45199"/>
                  </a:lnTo>
                  <a:lnTo>
                    <a:pt x="48124" y="49007"/>
                  </a:lnTo>
                  <a:lnTo>
                    <a:pt x="44319" y="52941"/>
                  </a:lnTo>
                  <a:lnTo>
                    <a:pt x="40645" y="56997"/>
                  </a:lnTo>
                  <a:lnTo>
                    <a:pt x="37106" y="61172"/>
                  </a:lnTo>
                  <a:lnTo>
                    <a:pt x="33706" y="65461"/>
                  </a:lnTo>
                  <a:lnTo>
                    <a:pt x="30447" y="69858"/>
                  </a:lnTo>
                  <a:lnTo>
                    <a:pt x="27335" y="74360"/>
                  </a:lnTo>
                  <a:lnTo>
                    <a:pt x="24371" y="78961"/>
                  </a:lnTo>
                  <a:lnTo>
                    <a:pt x="21560" y="83656"/>
                  </a:lnTo>
                  <a:lnTo>
                    <a:pt x="18904" y="88442"/>
                  </a:lnTo>
                  <a:lnTo>
                    <a:pt x="16406" y="93311"/>
                  </a:lnTo>
                  <a:lnTo>
                    <a:pt x="14069" y="98260"/>
                  </a:lnTo>
                  <a:lnTo>
                    <a:pt x="11895" y="103283"/>
                  </a:lnTo>
                  <a:lnTo>
                    <a:pt x="9886" y="108374"/>
                  </a:lnTo>
                  <a:lnTo>
                    <a:pt x="8045" y="113528"/>
                  </a:lnTo>
                  <a:lnTo>
                    <a:pt x="6374" y="118739"/>
                  </a:lnTo>
                  <a:lnTo>
                    <a:pt x="4875" y="124003"/>
                  </a:lnTo>
                  <a:lnTo>
                    <a:pt x="3549" y="129313"/>
                  </a:lnTo>
                  <a:lnTo>
                    <a:pt x="2397" y="134663"/>
                  </a:lnTo>
                  <a:lnTo>
                    <a:pt x="1420" y="140048"/>
                  </a:lnTo>
                  <a:lnTo>
                    <a:pt x="621" y="145462"/>
                  </a:lnTo>
                  <a:lnTo>
                    <a:pt x="0" y="150900"/>
                  </a:lnTo>
                  <a:lnTo>
                    <a:pt x="16637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62714" y="1387738"/>
              <a:ext cx="166374" cy="16266"/>
            </a:xfrm>
            <a:custGeom>
              <a:avLst/>
              <a:pathLst>
                <a:path w="166374" h="16266">
                  <a:moveTo>
                    <a:pt x="0" y="0"/>
                  </a:moveTo>
                  <a:lnTo>
                    <a:pt x="166374" y="16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61921" y="1236961"/>
              <a:ext cx="334332" cy="334194"/>
            </a:xfrm>
            <a:custGeom>
              <a:avLst/>
              <a:pathLst>
                <a:path w="334332" h="334194">
                  <a:moveTo>
                    <a:pt x="792" y="150777"/>
                  </a:moveTo>
                  <a:lnTo>
                    <a:pt x="359" y="156076"/>
                  </a:lnTo>
                  <a:lnTo>
                    <a:pt x="95" y="161387"/>
                  </a:lnTo>
                  <a:lnTo>
                    <a:pt x="0" y="166703"/>
                  </a:lnTo>
                  <a:lnTo>
                    <a:pt x="73" y="172020"/>
                  </a:lnTo>
                  <a:lnTo>
                    <a:pt x="316" y="177332"/>
                  </a:lnTo>
                  <a:lnTo>
                    <a:pt x="728" y="182633"/>
                  </a:lnTo>
                  <a:lnTo>
                    <a:pt x="1308" y="187919"/>
                  </a:lnTo>
                  <a:lnTo>
                    <a:pt x="2055" y="193183"/>
                  </a:lnTo>
                  <a:lnTo>
                    <a:pt x="2970" y="198421"/>
                  </a:lnTo>
                  <a:lnTo>
                    <a:pt x="4051" y="203627"/>
                  </a:lnTo>
                  <a:lnTo>
                    <a:pt x="5297" y="208796"/>
                  </a:lnTo>
                  <a:lnTo>
                    <a:pt x="6707" y="213923"/>
                  </a:lnTo>
                  <a:lnTo>
                    <a:pt x="8279" y="219003"/>
                  </a:lnTo>
                  <a:lnTo>
                    <a:pt x="10012" y="224030"/>
                  </a:lnTo>
                  <a:lnTo>
                    <a:pt x="11904" y="228999"/>
                  </a:lnTo>
                  <a:lnTo>
                    <a:pt x="13953" y="233906"/>
                  </a:lnTo>
                  <a:lnTo>
                    <a:pt x="16157" y="238745"/>
                  </a:lnTo>
                  <a:lnTo>
                    <a:pt x="18514" y="243511"/>
                  </a:lnTo>
                  <a:lnTo>
                    <a:pt x="21021" y="248200"/>
                  </a:lnTo>
                  <a:lnTo>
                    <a:pt x="23676" y="252807"/>
                  </a:lnTo>
                  <a:lnTo>
                    <a:pt x="26476" y="257328"/>
                  </a:lnTo>
                  <a:lnTo>
                    <a:pt x="29419" y="261756"/>
                  </a:lnTo>
                  <a:lnTo>
                    <a:pt x="32501" y="266089"/>
                  </a:lnTo>
                  <a:lnTo>
                    <a:pt x="35719" y="270322"/>
                  </a:lnTo>
                  <a:lnTo>
                    <a:pt x="39070" y="274451"/>
                  </a:lnTo>
                  <a:lnTo>
                    <a:pt x="42551" y="278470"/>
                  </a:lnTo>
                  <a:lnTo>
                    <a:pt x="46158" y="282377"/>
                  </a:lnTo>
                  <a:lnTo>
                    <a:pt x="49887" y="286167"/>
                  </a:lnTo>
                  <a:lnTo>
                    <a:pt x="53735" y="289837"/>
                  </a:lnTo>
                  <a:lnTo>
                    <a:pt x="57698" y="293383"/>
                  </a:lnTo>
                  <a:lnTo>
                    <a:pt x="61771" y="296800"/>
                  </a:lnTo>
                  <a:lnTo>
                    <a:pt x="65951" y="300087"/>
                  </a:lnTo>
                  <a:lnTo>
                    <a:pt x="70234" y="303238"/>
                  </a:lnTo>
                  <a:lnTo>
                    <a:pt x="74615" y="306252"/>
                  </a:lnTo>
                  <a:lnTo>
                    <a:pt x="79089" y="309125"/>
                  </a:lnTo>
                  <a:lnTo>
                    <a:pt x="83652" y="311855"/>
                  </a:lnTo>
                  <a:lnTo>
                    <a:pt x="88300" y="314438"/>
                  </a:lnTo>
                  <a:lnTo>
                    <a:pt x="93028" y="316871"/>
                  </a:lnTo>
                  <a:lnTo>
                    <a:pt x="97830" y="319153"/>
                  </a:lnTo>
                  <a:lnTo>
                    <a:pt x="102703" y="321282"/>
                  </a:lnTo>
                  <a:lnTo>
                    <a:pt x="107641" y="323254"/>
                  </a:lnTo>
                  <a:lnTo>
                    <a:pt x="112639" y="325068"/>
                  </a:lnTo>
                  <a:lnTo>
                    <a:pt x="117693" y="326722"/>
                  </a:lnTo>
                  <a:lnTo>
                    <a:pt x="122796" y="328215"/>
                  </a:lnTo>
                  <a:lnTo>
                    <a:pt x="127945" y="329544"/>
                  </a:lnTo>
                  <a:lnTo>
                    <a:pt x="133133" y="330710"/>
                  </a:lnTo>
                  <a:lnTo>
                    <a:pt x="138355" y="331709"/>
                  </a:lnTo>
                  <a:lnTo>
                    <a:pt x="143607" y="332542"/>
                  </a:lnTo>
                  <a:lnTo>
                    <a:pt x="148882" y="333208"/>
                  </a:lnTo>
                  <a:lnTo>
                    <a:pt x="154176" y="333705"/>
                  </a:lnTo>
                  <a:lnTo>
                    <a:pt x="159483" y="334034"/>
                  </a:lnTo>
                  <a:lnTo>
                    <a:pt x="164798" y="334194"/>
                  </a:lnTo>
                  <a:lnTo>
                    <a:pt x="170115" y="334185"/>
                  </a:lnTo>
                  <a:lnTo>
                    <a:pt x="175430" y="334007"/>
                  </a:lnTo>
                  <a:lnTo>
                    <a:pt x="180735" y="333659"/>
                  </a:lnTo>
                  <a:lnTo>
                    <a:pt x="186028" y="333143"/>
                  </a:lnTo>
                  <a:lnTo>
                    <a:pt x="191301" y="332460"/>
                  </a:lnTo>
                  <a:lnTo>
                    <a:pt x="196549" y="331608"/>
                  </a:lnTo>
                  <a:lnTo>
                    <a:pt x="201768" y="330591"/>
                  </a:lnTo>
                  <a:lnTo>
                    <a:pt x="206952" y="329407"/>
                  </a:lnTo>
                  <a:lnTo>
                    <a:pt x="212096" y="328060"/>
                  </a:lnTo>
                  <a:lnTo>
                    <a:pt x="217194" y="326549"/>
                  </a:lnTo>
                  <a:lnTo>
                    <a:pt x="222242" y="324878"/>
                  </a:lnTo>
                  <a:lnTo>
                    <a:pt x="227234" y="323046"/>
                  </a:lnTo>
                  <a:lnTo>
                    <a:pt x="232165" y="321057"/>
                  </a:lnTo>
                  <a:lnTo>
                    <a:pt x="237030" y="318912"/>
                  </a:lnTo>
                  <a:lnTo>
                    <a:pt x="241825" y="316613"/>
                  </a:lnTo>
                  <a:lnTo>
                    <a:pt x="246544" y="314163"/>
                  </a:lnTo>
                  <a:lnTo>
                    <a:pt x="251183" y="311564"/>
                  </a:lnTo>
                  <a:lnTo>
                    <a:pt x="255737" y="308819"/>
                  </a:lnTo>
                  <a:lnTo>
                    <a:pt x="260201" y="305930"/>
                  </a:lnTo>
                  <a:lnTo>
                    <a:pt x="264571" y="302901"/>
                  </a:lnTo>
                  <a:lnTo>
                    <a:pt x="268843" y="299734"/>
                  </a:lnTo>
                  <a:lnTo>
                    <a:pt x="273011" y="296434"/>
                  </a:lnTo>
                  <a:lnTo>
                    <a:pt x="277073" y="293002"/>
                  </a:lnTo>
                  <a:lnTo>
                    <a:pt x="281023" y="289443"/>
                  </a:lnTo>
                  <a:lnTo>
                    <a:pt x="284859" y="285760"/>
                  </a:lnTo>
                  <a:lnTo>
                    <a:pt x="288575" y="281956"/>
                  </a:lnTo>
                  <a:lnTo>
                    <a:pt x="292168" y="278037"/>
                  </a:lnTo>
                  <a:lnTo>
                    <a:pt x="295635" y="274005"/>
                  </a:lnTo>
                  <a:lnTo>
                    <a:pt x="298972" y="269865"/>
                  </a:lnTo>
                  <a:lnTo>
                    <a:pt x="302175" y="265622"/>
                  </a:lnTo>
                  <a:lnTo>
                    <a:pt x="305242" y="261278"/>
                  </a:lnTo>
                  <a:lnTo>
                    <a:pt x="308169" y="256839"/>
                  </a:lnTo>
                  <a:lnTo>
                    <a:pt x="310954" y="252309"/>
                  </a:lnTo>
                  <a:lnTo>
                    <a:pt x="313593" y="247693"/>
                  </a:lnTo>
                  <a:lnTo>
                    <a:pt x="316084" y="242995"/>
                  </a:lnTo>
                  <a:lnTo>
                    <a:pt x="318424" y="238220"/>
                  </a:lnTo>
                  <a:lnTo>
                    <a:pt x="320611" y="233374"/>
                  </a:lnTo>
                  <a:lnTo>
                    <a:pt x="322643" y="228460"/>
                  </a:lnTo>
                  <a:lnTo>
                    <a:pt x="324518" y="223484"/>
                  </a:lnTo>
                  <a:lnTo>
                    <a:pt x="326233" y="218451"/>
                  </a:lnTo>
                  <a:lnTo>
                    <a:pt x="327788" y="213366"/>
                  </a:lnTo>
                  <a:lnTo>
                    <a:pt x="329180" y="208234"/>
                  </a:lnTo>
                  <a:lnTo>
                    <a:pt x="330408" y="203061"/>
                  </a:lnTo>
                  <a:lnTo>
                    <a:pt x="331471" y="197851"/>
                  </a:lnTo>
                  <a:lnTo>
                    <a:pt x="332367" y="192610"/>
                  </a:lnTo>
                  <a:lnTo>
                    <a:pt x="333097" y="187343"/>
                  </a:lnTo>
                  <a:lnTo>
                    <a:pt x="333659" y="182055"/>
                  </a:lnTo>
                  <a:lnTo>
                    <a:pt x="334052" y="176753"/>
                  </a:lnTo>
                  <a:lnTo>
                    <a:pt x="334276" y="171440"/>
                  </a:lnTo>
                  <a:lnTo>
                    <a:pt x="334332" y="166123"/>
                  </a:lnTo>
                  <a:lnTo>
                    <a:pt x="334218" y="160807"/>
                  </a:lnTo>
                  <a:lnTo>
                    <a:pt x="333935" y="155497"/>
                  </a:lnTo>
                  <a:lnTo>
                    <a:pt x="333483" y="150199"/>
                  </a:lnTo>
                  <a:lnTo>
                    <a:pt x="332863" y="144918"/>
                  </a:lnTo>
                  <a:lnTo>
                    <a:pt x="332076" y="139660"/>
                  </a:lnTo>
                  <a:lnTo>
                    <a:pt x="331122" y="134429"/>
                  </a:lnTo>
                  <a:lnTo>
                    <a:pt x="330001" y="129231"/>
                  </a:lnTo>
                  <a:lnTo>
                    <a:pt x="328716" y="124071"/>
                  </a:lnTo>
                  <a:lnTo>
                    <a:pt x="327268" y="118955"/>
                  </a:lnTo>
                  <a:lnTo>
                    <a:pt x="325658" y="113887"/>
                  </a:lnTo>
                  <a:lnTo>
                    <a:pt x="323887" y="108874"/>
                  </a:lnTo>
                  <a:lnTo>
                    <a:pt x="321957" y="103919"/>
                  </a:lnTo>
                  <a:lnTo>
                    <a:pt x="319872" y="99028"/>
                  </a:lnTo>
                  <a:lnTo>
                    <a:pt x="317631" y="94205"/>
                  </a:lnTo>
                  <a:lnTo>
                    <a:pt x="315238" y="89457"/>
                  </a:lnTo>
                  <a:lnTo>
                    <a:pt x="312696" y="84787"/>
                  </a:lnTo>
                  <a:lnTo>
                    <a:pt x="310006" y="80200"/>
                  </a:lnTo>
                  <a:lnTo>
                    <a:pt x="307172" y="75701"/>
                  </a:lnTo>
                  <a:lnTo>
                    <a:pt x="304196" y="71294"/>
                  </a:lnTo>
                  <a:lnTo>
                    <a:pt x="301082" y="66985"/>
                  </a:lnTo>
                  <a:lnTo>
                    <a:pt x="297832" y="62776"/>
                  </a:lnTo>
                  <a:lnTo>
                    <a:pt x="294449" y="58673"/>
                  </a:lnTo>
                  <a:lnTo>
                    <a:pt x="290938" y="54680"/>
                  </a:lnTo>
                  <a:lnTo>
                    <a:pt x="287302" y="50801"/>
                  </a:lnTo>
                  <a:lnTo>
                    <a:pt x="283544" y="47039"/>
                  </a:lnTo>
                  <a:lnTo>
                    <a:pt x="279669" y="43398"/>
                  </a:lnTo>
                  <a:lnTo>
                    <a:pt x="275679" y="39883"/>
                  </a:lnTo>
                  <a:lnTo>
                    <a:pt x="271580" y="36496"/>
                  </a:lnTo>
                  <a:lnTo>
                    <a:pt x="267376" y="33241"/>
                  </a:lnTo>
                  <a:lnTo>
                    <a:pt x="263069" y="30122"/>
                  </a:lnTo>
                  <a:lnTo>
                    <a:pt x="258666" y="27141"/>
                  </a:lnTo>
                  <a:lnTo>
                    <a:pt x="254170" y="24301"/>
                  </a:lnTo>
                  <a:lnTo>
                    <a:pt x="249587" y="21607"/>
                  </a:lnTo>
                  <a:lnTo>
                    <a:pt x="244920" y="19059"/>
                  </a:lnTo>
                  <a:lnTo>
                    <a:pt x="240174" y="16661"/>
                  </a:lnTo>
                  <a:lnTo>
                    <a:pt x="235354" y="14415"/>
                  </a:lnTo>
                  <a:lnTo>
                    <a:pt x="230465" y="12324"/>
                  </a:lnTo>
                  <a:lnTo>
                    <a:pt x="225513" y="10389"/>
                  </a:lnTo>
                  <a:lnTo>
                    <a:pt x="220501" y="8612"/>
                  </a:lnTo>
                  <a:lnTo>
                    <a:pt x="215435" y="6996"/>
                  </a:lnTo>
                  <a:lnTo>
                    <a:pt x="210320" y="5542"/>
                  </a:lnTo>
                  <a:lnTo>
                    <a:pt x="205162" y="4251"/>
                  </a:lnTo>
                  <a:lnTo>
                    <a:pt x="199966" y="3125"/>
                  </a:lnTo>
                  <a:lnTo>
                    <a:pt x="194736" y="2165"/>
                  </a:lnTo>
                  <a:lnTo>
                    <a:pt x="189478" y="1372"/>
                  </a:lnTo>
                  <a:lnTo>
                    <a:pt x="184198" y="746"/>
                  </a:lnTo>
                  <a:lnTo>
                    <a:pt x="178900" y="288"/>
                  </a:lnTo>
                  <a:lnTo>
                    <a:pt x="173591" y="0"/>
                  </a:lnTo>
                  <a:lnTo>
                    <a:pt x="167167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629088" y="1236837"/>
              <a:ext cx="6424" cy="167167"/>
            </a:xfrm>
            <a:custGeom>
              <a:avLst/>
              <a:pathLst>
                <a:path w="6424" h="167167">
                  <a:moveTo>
                    <a:pt x="6424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021" y="1546402"/>
              <a:ext cx="38545" cy="167167"/>
            </a:xfrm>
            <a:custGeom>
              <a:avLst/>
              <a:pathLst>
                <a:path w="38545" h="167167">
                  <a:moveTo>
                    <a:pt x="38545" y="0"/>
                  </a:moveTo>
                  <a:lnTo>
                    <a:pt x="32064" y="125"/>
                  </a:lnTo>
                  <a:lnTo>
                    <a:pt x="25593" y="502"/>
                  </a:lnTo>
                  <a:lnTo>
                    <a:pt x="19141" y="1129"/>
                  </a:lnTo>
                  <a:lnTo>
                    <a:pt x="12719" y="2007"/>
                  </a:lnTo>
                  <a:lnTo>
                    <a:pt x="6335" y="3132"/>
                  </a:lnTo>
                  <a:lnTo>
                    <a:pt x="0" y="4504"/>
                  </a:lnTo>
                  <a:lnTo>
                    <a:pt x="3854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174021" y="1550907"/>
              <a:ext cx="38545" cy="162662"/>
            </a:xfrm>
            <a:custGeom>
              <a:avLst/>
              <a:pathLst>
                <a:path w="38545" h="162662">
                  <a:moveTo>
                    <a:pt x="0" y="0"/>
                  </a:moveTo>
                  <a:lnTo>
                    <a:pt x="38545" y="1626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45406" y="1550907"/>
              <a:ext cx="334313" cy="329829"/>
            </a:xfrm>
            <a:custGeom>
              <a:avLst/>
              <a:pathLst>
                <a:path w="334313" h="329829">
                  <a:moveTo>
                    <a:pt x="128614" y="0"/>
                  </a:moveTo>
                  <a:lnTo>
                    <a:pt x="123488" y="1300"/>
                  </a:lnTo>
                  <a:lnTo>
                    <a:pt x="118405" y="2763"/>
                  </a:lnTo>
                  <a:lnTo>
                    <a:pt x="113371" y="4385"/>
                  </a:lnTo>
                  <a:lnTo>
                    <a:pt x="108391" y="6166"/>
                  </a:lnTo>
                  <a:lnTo>
                    <a:pt x="103470" y="8103"/>
                  </a:lnTo>
                  <a:lnTo>
                    <a:pt x="98613" y="10195"/>
                  </a:lnTo>
                  <a:lnTo>
                    <a:pt x="93824" y="12440"/>
                  </a:lnTo>
                  <a:lnTo>
                    <a:pt x="89109" y="14835"/>
                  </a:lnTo>
                  <a:lnTo>
                    <a:pt x="84471" y="17378"/>
                  </a:lnTo>
                  <a:lnTo>
                    <a:pt x="79917" y="20066"/>
                  </a:lnTo>
                  <a:lnTo>
                    <a:pt x="75450" y="22898"/>
                  </a:lnTo>
                  <a:lnTo>
                    <a:pt x="71074" y="25869"/>
                  </a:lnTo>
                  <a:lnTo>
                    <a:pt x="66795" y="28977"/>
                  </a:lnTo>
                  <a:lnTo>
                    <a:pt x="62616" y="32218"/>
                  </a:lnTo>
                  <a:lnTo>
                    <a:pt x="58542" y="35591"/>
                  </a:lnTo>
                  <a:lnTo>
                    <a:pt x="54577" y="39090"/>
                  </a:lnTo>
                  <a:lnTo>
                    <a:pt x="50724" y="42714"/>
                  </a:lnTo>
                  <a:lnTo>
                    <a:pt x="46988" y="46457"/>
                  </a:lnTo>
                  <a:lnTo>
                    <a:pt x="43372" y="50317"/>
                  </a:lnTo>
                  <a:lnTo>
                    <a:pt x="39880" y="54289"/>
                  </a:lnTo>
                  <a:lnTo>
                    <a:pt x="36515" y="58369"/>
                  </a:lnTo>
                  <a:lnTo>
                    <a:pt x="33282" y="62554"/>
                  </a:lnTo>
                  <a:lnTo>
                    <a:pt x="30182" y="66840"/>
                  </a:lnTo>
                  <a:lnTo>
                    <a:pt x="27219" y="71221"/>
                  </a:lnTo>
                  <a:lnTo>
                    <a:pt x="24397" y="75693"/>
                  </a:lnTo>
                  <a:lnTo>
                    <a:pt x="21717" y="80253"/>
                  </a:lnTo>
                  <a:lnTo>
                    <a:pt x="19183" y="84895"/>
                  </a:lnTo>
                  <a:lnTo>
                    <a:pt x="16797" y="89615"/>
                  </a:lnTo>
                  <a:lnTo>
                    <a:pt x="14561" y="94408"/>
                  </a:lnTo>
                  <a:lnTo>
                    <a:pt x="12478" y="99270"/>
                  </a:lnTo>
                  <a:lnTo>
                    <a:pt x="10550" y="104195"/>
                  </a:lnTo>
                  <a:lnTo>
                    <a:pt x="8779" y="109178"/>
                  </a:lnTo>
                  <a:lnTo>
                    <a:pt x="7167" y="114215"/>
                  </a:lnTo>
                  <a:lnTo>
                    <a:pt x="5714" y="119300"/>
                  </a:lnTo>
                  <a:lnTo>
                    <a:pt x="4423" y="124429"/>
                  </a:lnTo>
                  <a:lnTo>
                    <a:pt x="3295" y="129596"/>
                  </a:lnTo>
                  <a:lnTo>
                    <a:pt x="2331" y="134796"/>
                  </a:lnTo>
                  <a:lnTo>
                    <a:pt x="1532" y="140025"/>
                  </a:lnTo>
                  <a:lnTo>
                    <a:pt x="899" y="145275"/>
                  </a:lnTo>
                  <a:lnTo>
                    <a:pt x="432" y="150544"/>
                  </a:lnTo>
                  <a:lnTo>
                    <a:pt x="132" y="155824"/>
                  </a:lnTo>
                  <a:lnTo>
                    <a:pt x="0" y="161111"/>
                  </a:lnTo>
                  <a:lnTo>
                    <a:pt x="34" y="166400"/>
                  </a:lnTo>
                  <a:lnTo>
                    <a:pt x="236" y="171685"/>
                  </a:lnTo>
                  <a:lnTo>
                    <a:pt x="605" y="176960"/>
                  </a:lnTo>
                  <a:lnTo>
                    <a:pt x="1141" y="182222"/>
                  </a:lnTo>
                  <a:lnTo>
                    <a:pt x="1842" y="187464"/>
                  </a:lnTo>
                  <a:lnTo>
                    <a:pt x="2710" y="192681"/>
                  </a:lnTo>
                  <a:lnTo>
                    <a:pt x="3742" y="197868"/>
                  </a:lnTo>
                  <a:lnTo>
                    <a:pt x="4937" y="203020"/>
                  </a:lnTo>
                  <a:lnTo>
                    <a:pt x="6295" y="208132"/>
                  </a:lnTo>
                  <a:lnTo>
                    <a:pt x="7814" y="213198"/>
                  </a:lnTo>
                  <a:lnTo>
                    <a:pt x="9492" y="218213"/>
                  </a:lnTo>
                  <a:lnTo>
                    <a:pt x="11328" y="223173"/>
                  </a:lnTo>
                  <a:lnTo>
                    <a:pt x="13321" y="228072"/>
                  </a:lnTo>
                  <a:lnTo>
                    <a:pt x="15467" y="232906"/>
                  </a:lnTo>
                  <a:lnTo>
                    <a:pt x="17765" y="237670"/>
                  </a:lnTo>
                  <a:lnTo>
                    <a:pt x="20212" y="242358"/>
                  </a:lnTo>
                  <a:lnTo>
                    <a:pt x="22807" y="246967"/>
                  </a:lnTo>
                  <a:lnTo>
                    <a:pt x="25546" y="251491"/>
                  </a:lnTo>
                  <a:lnTo>
                    <a:pt x="28427" y="255926"/>
                  </a:lnTo>
                  <a:lnTo>
                    <a:pt x="31447" y="260268"/>
                  </a:lnTo>
                  <a:lnTo>
                    <a:pt x="34602" y="264513"/>
                  </a:lnTo>
                  <a:lnTo>
                    <a:pt x="37890" y="268655"/>
                  </a:lnTo>
                  <a:lnTo>
                    <a:pt x="41308" y="272691"/>
                  </a:lnTo>
                  <a:lnTo>
                    <a:pt x="44852" y="276617"/>
                  </a:lnTo>
                  <a:lnTo>
                    <a:pt x="48518" y="280429"/>
                  </a:lnTo>
                  <a:lnTo>
                    <a:pt x="52303" y="284123"/>
                  </a:lnTo>
                  <a:lnTo>
                    <a:pt x="56202" y="287696"/>
                  </a:lnTo>
                  <a:lnTo>
                    <a:pt x="60213" y="291143"/>
                  </a:lnTo>
                  <a:lnTo>
                    <a:pt x="64331" y="294462"/>
                  </a:lnTo>
                  <a:lnTo>
                    <a:pt x="68552" y="297649"/>
                  </a:lnTo>
                  <a:lnTo>
                    <a:pt x="72871" y="300701"/>
                  </a:lnTo>
                  <a:lnTo>
                    <a:pt x="77285" y="303615"/>
                  </a:lnTo>
                  <a:lnTo>
                    <a:pt x="81789" y="306387"/>
                  </a:lnTo>
                  <a:lnTo>
                    <a:pt x="86378" y="309016"/>
                  </a:lnTo>
                  <a:lnTo>
                    <a:pt x="91048" y="311498"/>
                  </a:lnTo>
                  <a:lnTo>
                    <a:pt x="95795" y="313831"/>
                  </a:lnTo>
                  <a:lnTo>
                    <a:pt x="100613" y="316013"/>
                  </a:lnTo>
                  <a:lnTo>
                    <a:pt x="105497" y="318041"/>
                  </a:lnTo>
                  <a:lnTo>
                    <a:pt x="110443" y="319914"/>
                  </a:lnTo>
                  <a:lnTo>
                    <a:pt x="115446" y="321630"/>
                  </a:lnTo>
                  <a:lnTo>
                    <a:pt x="120500" y="323186"/>
                  </a:lnTo>
                  <a:lnTo>
                    <a:pt x="125602" y="324582"/>
                  </a:lnTo>
                  <a:lnTo>
                    <a:pt x="130745" y="325815"/>
                  </a:lnTo>
                  <a:lnTo>
                    <a:pt x="135924" y="326886"/>
                  </a:lnTo>
                  <a:lnTo>
                    <a:pt x="141135" y="327792"/>
                  </a:lnTo>
                  <a:lnTo>
                    <a:pt x="146371" y="328532"/>
                  </a:lnTo>
                  <a:lnTo>
                    <a:pt x="151629" y="329107"/>
                  </a:lnTo>
                  <a:lnTo>
                    <a:pt x="156902" y="329515"/>
                  </a:lnTo>
                  <a:lnTo>
                    <a:pt x="162185" y="329756"/>
                  </a:lnTo>
                  <a:lnTo>
                    <a:pt x="167474" y="329829"/>
                  </a:lnTo>
                  <a:lnTo>
                    <a:pt x="172762" y="329736"/>
                  </a:lnTo>
                  <a:lnTo>
                    <a:pt x="178044" y="329475"/>
                  </a:lnTo>
                  <a:lnTo>
                    <a:pt x="183315" y="329047"/>
                  </a:lnTo>
                  <a:lnTo>
                    <a:pt x="188571" y="328453"/>
                  </a:lnTo>
                  <a:lnTo>
                    <a:pt x="193805" y="327693"/>
                  </a:lnTo>
                  <a:lnTo>
                    <a:pt x="199012" y="326767"/>
                  </a:lnTo>
                  <a:lnTo>
                    <a:pt x="204187" y="325677"/>
                  </a:lnTo>
                  <a:lnTo>
                    <a:pt x="209325" y="324425"/>
                  </a:lnTo>
                  <a:lnTo>
                    <a:pt x="214421" y="323010"/>
                  </a:lnTo>
                  <a:lnTo>
                    <a:pt x="219470" y="321434"/>
                  </a:lnTo>
                  <a:lnTo>
                    <a:pt x="224467" y="319700"/>
                  </a:lnTo>
                  <a:lnTo>
                    <a:pt x="229406" y="317809"/>
                  </a:lnTo>
                  <a:lnTo>
                    <a:pt x="234282" y="315762"/>
                  </a:lnTo>
                  <a:lnTo>
                    <a:pt x="239092" y="313562"/>
                  </a:lnTo>
                  <a:lnTo>
                    <a:pt x="243829" y="311211"/>
                  </a:lnTo>
                  <a:lnTo>
                    <a:pt x="248490" y="308711"/>
                  </a:lnTo>
                  <a:lnTo>
                    <a:pt x="253070" y="306065"/>
                  </a:lnTo>
                  <a:lnTo>
                    <a:pt x="257563" y="303276"/>
                  </a:lnTo>
                  <a:lnTo>
                    <a:pt x="261966" y="300346"/>
                  </a:lnTo>
                  <a:lnTo>
                    <a:pt x="266274" y="297278"/>
                  </a:lnTo>
                  <a:lnTo>
                    <a:pt x="270483" y="294075"/>
                  </a:lnTo>
                  <a:lnTo>
                    <a:pt x="274588" y="290741"/>
                  </a:lnTo>
                  <a:lnTo>
                    <a:pt x="278586" y="287278"/>
                  </a:lnTo>
                  <a:lnTo>
                    <a:pt x="282472" y="283691"/>
                  </a:lnTo>
                  <a:lnTo>
                    <a:pt x="286243" y="279983"/>
                  </a:lnTo>
                  <a:lnTo>
                    <a:pt x="289895" y="276157"/>
                  </a:lnTo>
                  <a:lnTo>
                    <a:pt x="293424" y="272218"/>
                  </a:lnTo>
                  <a:lnTo>
                    <a:pt x="296826" y="268169"/>
                  </a:lnTo>
                  <a:lnTo>
                    <a:pt x="300099" y="264014"/>
                  </a:lnTo>
                  <a:lnTo>
                    <a:pt x="303238" y="259758"/>
                  </a:lnTo>
                  <a:lnTo>
                    <a:pt x="306242" y="255405"/>
                  </a:lnTo>
                  <a:lnTo>
                    <a:pt x="309106" y="250959"/>
                  </a:lnTo>
                  <a:lnTo>
                    <a:pt x="311828" y="246424"/>
                  </a:lnTo>
                  <a:lnTo>
                    <a:pt x="314405" y="241806"/>
                  </a:lnTo>
                  <a:lnTo>
                    <a:pt x="316835" y="237108"/>
                  </a:lnTo>
                  <a:lnTo>
                    <a:pt x="319115" y="232336"/>
                  </a:lnTo>
                  <a:lnTo>
                    <a:pt x="321243" y="227494"/>
                  </a:lnTo>
                  <a:lnTo>
                    <a:pt x="323217" y="222588"/>
                  </a:lnTo>
                  <a:lnTo>
                    <a:pt x="325035" y="217621"/>
                  </a:lnTo>
                  <a:lnTo>
                    <a:pt x="326694" y="212599"/>
                  </a:lnTo>
                  <a:lnTo>
                    <a:pt x="328194" y="207528"/>
                  </a:lnTo>
                  <a:lnTo>
                    <a:pt x="329533" y="202411"/>
                  </a:lnTo>
                  <a:lnTo>
                    <a:pt x="330709" y="197255"/>
                  </a:lnTo>
                  <a:lnTo>
                    <a:pt x="331721" y="192064"/>
                  </a:lnTo>
                  <a:lnTo>
                    <a:pt x="332569" y="186843"/>
                  </a:lnTo>
                  <a:lnTo>
                    <a:pt x="333251" y="181599"/>
                  </a:lnTo>
                  <a:lnTo>
                    <a:pt x="333767" y="176335"/>
                  </a:lnTo>
                  <a:lnTo>
                    <a:pt x="334116" y="171058"/>
                  </a:lnTo>
                  <a:lnTo>
                    <a:pt x="334298" y="165772"/>
                  </a:lnTo>
                  <a:lnTo>
                    <a:pt x="334313" y="160483"/>
                  </a:lnTo>
                  <a:lnTo>
                    <a:pt x="334160" y="155197"/>
                  </a:lnTo>
                  <a:lnTo>
                    <a:pt x="333841" y="149918"/>
                  </a:lnTo>
                  <a:lnTo>
                    <a:pt x="333354" y="144651"/>
                  </a:lnTo>
                  <a:lnTo>
                    <a:pt x="332701" y="139403"/>
                  </a:lnTo>
                  <a:lnTo>
                    <a:pt x="331882" y="134178"/>
                  </a:lnTo>
                  <a:lnTo>
                    <a:pt x="330899" y="128981"/>
                  </a:lnTo>
                  <a:lnTo>
                    <a:pt x="329752" y="123818"/>
                  </a:lnTo>
                  <a:lnTo>
                    <a:pt x="328441" y="118694"/>
                  </a:lnTo>
                  <a:lnTo>
                    <a:pt x="326970" y="113614"/>
                  </a:lnTo>
                  <a:lnTo>
                    <a:pt x="325338" y="108584"/>
                  </a:lnTo>
                  <a:lnTo>
                    <a:pt x="323548" y="103607"/>
                  </a:lnTo>
                  <a:lnTo>
                    <a:pt x="321602" y="98689"/>
                  </a:lnTo>
                  <a:lnTo>
                    <a:pt x="319501" y="93836"/>
                  </a:lnTo>
                  <a:lnTo>
                    <a:pt x="317247" y="89051"/>
                  </a:lnTo>
                  <a:lnTo>
                    <a:pt x="314844" y="84340"/>
                  </a:lnTo>
                  <a:lnTo>
                    <a:pt x="312292" y="79707"/>
                  </a:lnTo>
                  <a:lnTo>
                    <a:pt x="309595" y="75158"/>
                  </a:lnTo>
                  <a:lnTo>
                    <a:pt x="306756" y="70696"/>
                  </a:lnTo>
                  <a:lnTo>
                    <a:pt x="303777" y="66326"/>
                  </a:lnTo>
                  <a:lnTo>
                    <a:pt x="300661" y="62052"/>
                  </a:lnTo>
                  <a:lnTo>
                    <a:pt x="297412" y="57880"/>
                  </a:lnTo>
                  <a:lnTo>
                    <a:pt x="294032" y="53812"/>
                  </a:lnTo>
                  <a:lnTo>
                    <a:pt x="290525" y="49853"/>
                  </a:lnTo>
                  <a:lnTo>
                    <a:pt x="286894" y="46007"/>
                  </a:lnTo>
                  <a:lnTo>
                    <a:pt x="283144" y="42277"/>
                  </a:lnTo>
                  <a:lnTo>
                    <a:pt x="279278" y="38669"/>
                  </a:lnTo>
                  <a:lnTo>
                    <a:pt x="275300" y="35184"/>
                  </a:lnTo>
                  <a:lnTo>
                    <a:pt x="271213" y="31827"/>
                  </a:lnTo>
                  <a:lnTo>
                    <a:pt x="267022" y="28601"/>
                  </a:lnTo>
                  <a:lnTo>
                    <a:pt x="262731" y="25509"/>
                  </a:lnTo>
                  <a:lnTo>
                    <a:pt x="258344" y="22554"/>
                  </a:lnTo>
                  <a:lnTo>
                    <a:pt x="253867" y="19740"/>
                  </a:lnTo>
                  <a:lnTo>
                    <a:pt x="249302" y="17068"/>
                  </a:lnTo>
                  <a:lnTo>
                    <a:pt x="244655" y="14543"/>
                  </a:lnTo>
                  <a:lnTo>
                    <a:pt x="239931" y="12165"/>
                  </a:lnTo>
                  <a:lnTo>
                    <a:pt x="235134" y="9939"/>
                  </a:lnTo>
                  <a:lnTo>
                    <a:pt x="230268" y="7865"/>
                  </a:lnTo>
                  <a:lnTo>
                    <a:pt x="225340" y="5946"/>
                  </a:lnTo>
                  <a:lnTo>
                    <a:pt x="220353" y="4184"/>
                  </a:lnTo>
                  <a:lnTo>
                    <a:pt x="215314" y="2581"/>
                  </a:lnTo>
                  <a:lnTo>
                    <a:pt x="167160" y="1626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212566" y="1546402"/>
              <a:ext cx="48153" cy="167167"/>
            </a:xfrm>
            <a:custGeom>
              <a:avLst/>
              <a:pathLst>
                <a:path w="48153" h="167167">
                  <a:moveTo>
                    <a:pt x="48153" y="7085"/>
                  </a:moveTo>
                  <a:lnTo>
                    <a:pt x="42276" y="5434"/>
                  </a:lnTo>
                  <a:lnTo>
                    <a:pt x="36341" y="3998"/>
                  </a:lnTo>
                  <a:lnTo>
                    <a:pt x="30359" y="2779"/>
                  </a:lnTo>
                  <a:lnTo>
                    <a:pt x="24336" y="1780"/>
                  </a:lnTo>
                  <a:lnTo>
                    <a:pt x="18280" y="1002"/>
                  </a:lnTo>
                  <a:lnTo>
                    <a:pt x="12200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45549" y="1943516"/>
              <a:ext cx="33233" cy="167167"/>
            </a:xfrm>
            <a:custGeom>
              <a:avLst/>
              <a:pathLst>
                <a:path w="33233" h="167167">
                  <a:moveTo>
                    <a:pt x="33233" y="0"/>
                  </a:moveTo>
                  <a:lnTo>
                    <a:pt x="26544" y="133"/>
                  </a:lnTo>
                  <a:lnTo>
                    <a:pt x="19865" y="535"/>
                  </a:lnTo>
                  <a:lnTo>
                    <a:pt x="13208" y="1203"/>
                  </a:lnTo>
                  <a:lnTo>
                    <a:pt x="6582" y="2138"/>
                  </a:lnTo>
                  <a:lnTo>
                    <a:pt x="0" y="3336"/>
                  </a:lnTo>
                  <a:lnTo>
                    <a:pt x="332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845549" y="1946853"/>
              <a:ext cx="33233" cy="163830"/>
            </a:xfrm>
            <a:custGeom>
              <a:avLst/>
              <a:pathLst>
                <a:path w="33233" h="163830">
                  <a:moveTo>
                    <a:pt x="0" y="0"/>
                  </a:moveTo>
                  <a:lnTo>
                    <a:pt x="33233" y="1638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6055" y="1946853"/>
              <a:ext cx="92727" cy="163830"/>
            </a:xfrm>
            <a:custGeom>
              <a:avLst/>
              <a:pathLst>
                <a:path w="92727" h="163830">
                  <a:moveTo>
                    <a:pt x="59493" y="0"/>
                  </a:moveTo>
                  <a:lnTo>
                    <a:pt x="53738" y="1273"/>
                  </a:lnTo>
                  <a:lnTo>
                    <a:pt x="48032" y="2748"/>
                  </a:lnTo>
                  <a:lnTo>
                    <a:pt x="42381" y="4424"/>
                  </a:lnTo>
                  <a:lnTo>
                    <a:pt x="36793" y="6298"/>
                  </a:lnTo>
                  <a:lnTo>
                    <a:pt x="31274" y="8368"/>
                  </a:lnTo>
                  <a:lnTo>
                    <a:pt x="25832" y="10631"/>
                  </a:lnTo>
                  <a:lnTo>
                    <a:pt x="20473" y="13084"/>
                  </a:lnTo>
                  <a:lnTo>
                    <a:pt x="15204" y="15725"/>
                  </a:lnTo>
                  <a:lnTo>
                    <a:pt x="10031" y="18550"/>
                  </a:lnTo>
                  <a:lnTo>
                    <a:pt x="4961" y="21556"/>
                  </a:lnTo>
                  <a:lnTo>
                    <a:pt x="0" y="24738"/>
                  </a:lnTo>
                  <a:lnTo>
                    <a:pt x="92727" y="1638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11616" y="1943516"/>
              <a:ext cx="334324" cy="334327"/>
            </a:xfrm>
            <a:custGeom>
              <a:avLst/>
              <a:pathLst>
                <a:path w="334324" h="334327">
                  <a:moveTo>
                    <a:pt x="74439" y="28075"/>
                  </a:moveTo>
                  <a:lnTo>
                    <a:pt x="70085" y="31078"/>
                  </a:lnTo>
                  <a:lnTo>
                    <a:pt x="65829" y="34217"/>
                  </a:lnTo>
                  <a:lnTo>
                    <a:pt x="61674" y="37490"/>
                  </a:lnTo>
                  <a:lnTo>
                    <a:pt x="57624" y="40892"/>
                  </a:lnTo>
                  <a:lnTo>
                    <a:pt x="53684" y="44420"/>
                  </a:lnTo>
                  <a:lnTo>
                    <a:pt x="49858" y="48072"/>
                  </a:lnTo>
                  <a:lnTo>
                    <a:pt x="46149" y="51842"/>
                  </a:lnTo>
                  <a:lnTo>
                    <a:pt x="42562" y="55728"/>
                  </a:lnTo>
                  <a:lnTo>
                    <a:pt x="39099" y="59726"/>
                  </a:lnTo>
                  <a:lnTo>
                    <a:pt x="35764" y="63831"/>
                  </a:lnTo>
                  <a:lnTo>
                    <a:pt x="32561" y="68040"/>
                  </a:lnTo>
                  <a:lnTo>
                    <a:pt x="29492" y="72348"/>
                  </a:lnTo>
                  <a:lnTo>
                    <a:pt x="26561" y="76750"/>
                  </a:lnTo>
                  <a:lnTo>
                    <a:pt x="23772" y="81244"/>
                  </a:lnTo>
                  <a:lnTo>
                    <a:pt x="21125" y="85823"/>
                  </a:lnTo>
                  <a:lnTo>
                    <a:pt x="18625" y="90484"/>
                  </a:lnTo>
                  <a:lnTo>
                    <a:pt x="16273" y="95221"/>
                  </a:lnTo>
                  <a:lnTo>
                    <a:pt x="14073" y="100030"/>
                  </a:lnTo>
                  <a:lnTo>
                    <a:pt x="12026" y="104907"/>
                  </a:lnTo>
                  <a:lnTo>
                    <a:pt x="10134" y="109846"/>
                  </a:lnTo>
                  <a:lnTo>
                    <a:pt x="8399" y="114843"/>
                  </a:lnTo>
                  <a:lnTo>
                    <a:pt x="6823" y="119891"/>
                  </a:lnTo>
                  <a:lnTo>
                    <a:pt x="5408" y="124987"/>
                  </a:lnTo>
                  <a:lnTo>
                    <a:pt x="4155" y="130126"/>
                  </a:lnTo>
                  <a:lnTo>
                    <a:pt x="3064" y="135301"/>
                  </a:lnTo>
                  <a:lnTo>
                    <a:pt x="2139" y="140508"/>
                  </a:lnTo>
                  <a:lnTo>
                    <a:pt x="1378" y="145742"/>
                  </a:lnTo>
                  <a:lnTo>
                    <a:pt x="783" y="150998"/>
                  </a:lnTo>
                  <a:lnTo>
                    <a:pt x="355" y="156269"/>
                  </a:lnTo>
                  <a:lnTo>
                    <a:pt x="94" y="161552"/>
                  </a:lnTo>
                  <a:lnTo>
                    <a:pt x="0" y="166840"/>
                  </a:lnTo>
                  <a:lnTo>
                    <a:pt x="73" y="172128"/>
                  </a:lnTo>
                  <a:lnTo>
                    <a:pt x="313" y="177412"/>
                  </a:lnTo>
                  <a:lnTo>
                    <a:pt x="721" y="182685"/>
                  </a:lnTo>
                  <a:lnTo>
                    <a:pt x="1295" y="187943"/>
                  </a:lnTo>
                  <a:lnTo>
                    <a:pt x="2035" y="193179"/>
                  </a:lnTo>
                  <a:lnTo>
                    <a:pt x="2941" y="198390"/>
                  </a:lnTo>
                  <a:lnTo>
                    <a:pt x="4011" y="203570"/>
                  </a:lnTo>
                  <a:lnTo>
                    <a:pt x="5244" y="208713"/>
                  </a:lnTo>
                  <a:lnTo>
                    <a:pt x="6640" y="213815"/>
                  </a:lnTo>
                  <a:lnTo>
                    <a:pt x="8196" y="218869"/>
                  </a:lnTo>
                  <a:lnTo>
                    <a:pt x="9911" y="223873"/>
                  </a:lnTo>
                  <a:lnTo>
                    <a:pt x="11783" y="228819"/>
                  </a:lnTo>
                  <a:lnTo>
                    <a:pt x="13811" y="233704"/>
                  </a:lnTo>
                  <a:lnTo>
                    <a:pt x="15993" y="238522"/>
                  </a:lnTo>
                  <a:lnTo>
                    <a:pt x="18326" y="243268"/>
                  </a:lnTo>
                  <a:lnTo>
                    <a:pt x="20808" y="247939"/>
                  </a:lnTo>
                  <a:lnTo>
                    <a:pt x="23436" y="252528"/>
                  </a:lnTo>
                  <a:lnTo>
                    <a:pt x="26209" y="257032"/>
                  </a:lnTo>
                  <a:lnTo>
                    <a:pt x="29122" y="261446"/>
                  </a:lnTo>
                  <a:lnTo>
                    <a:pt x="32174" y="265766"/>
                  </a:lnTo>
                  <a:lnTo>
                    <a:pt x="35360" y="269987"/>
                  </a:lnTo>
                  <a:lnTo>
                    <a:pt x="38679" y="274106"/>
                  </a:lnTo>
                  <a:lnTo>
                    <a:pt x="42126" y="278117"/>
                  </a:lnTo>
                  <a:lnTo>
                    <a:pt x="45699" y="282017"/>
                  </a:lnTo>
                  <a:lnTo>
                    <a:pt x="49393" y="285802"/>
                  </a:lnTo>
                  <a:lnTo>
                    <a:pt x="53205" y="289468"/>
                  </a:lnTo>
                  <a:lnTo>
                    <a:pt x="57131" y="293012"/>
                  </a:lnTo>
                  <a:lnTo>
                    <a:pt x="61167" y="296430"/>
                  </a:lnTo>
                  <a:lnTo>
                    <a:pt x="65309" y="299719"/>
                  </a:lnTo>
                  <a:lnTo>
                    <a:pt x="69553" y="302875"/>
                  </a:lnTo>
                  <a:lnTo>
                    <a:pt x="73895" y="305895"/>
                  </a:lnTo>
                  <a:lnTo>
                    <a:pt x="78330" y="308776"/>
                  </a:lnTo>
                  <a:lnTo>
                    <a:pt x="82855" y="311515"/>
                  </a:lnTo>
                  <a:lnTo>
                    <a:pt x="87463" y="314110"/>
                  </a:lnTo>
                  <a:lnTo>
                    <a:pt x="92152" y="316558"/>
                  </a:lnTo>
                  <a:lnTo>
                    <a:pt x="96915" y="318856"/>
                  </a:lnTo>
                  <a:lnTo>
                    <a:pt x="101749" y="321003"/>
                  </a:lnTo>
                  <a:lnTo>
                    <a:pt x="106648" y="322995"/>
                  </a:lnTo>
                  <a:lnTo>
                    <a:pt x="111608" y="324832"/>
                  </a:lnTo>
                  <a:lnTo>
                    <a:pt x="116623" y="326510"/>
                  </a:lnTo>
                  <a:lnTo>
                    <a:pt x="121690" y="328030"/>
                  </a:lnTo>
                  <a:lnTo>
                    <a:pt x="126801" y="329388"/>
                  </a:lnTo>
                  <a:lnTo>
                    <a:pt x="131953" y="330583"/>
                  </a:lnTo>
                  <a:lnTo>
                    <a:pt x="137140" y="331616"/>
                  </a:lnTo>
                  <a:lnTo>
                    <a:pt x="142358" y="332483"/>
                  </a:lnTo>
                  <a:lnTo>
                    <a:pt x="147600" y="333185"/>
                  </a:lnTo>
                  <a:lnTo>
                    <a:pt x="152862" y="333721"/>
                  </a:lnTo>
                  <a:lnTo>
                    <a:pt x="158138" y="334090"/>
                  </a:lnTo>
                  <a:lnTo>
                    <a:pt x="163423" y="334292"/>
                  </a:lnTo>
                  <a:lnTo>
                    <a:pt x="168712" y="334327"/>
                  </a:lnTo>
                  <a:lnTo>
                    <a:pt x="173999" y="334195"/>
                  </a:lnTo>
                  <a:lnTo>
                    <a:pt x="179279" y="333895"/>
                  </a:lnTo>
                  <a:lnTo>
                    <a:pt x="184548" y="333428"/>
                  </a:lnTo>
                  <a:lnTo>
                    <a:pt x="189798" y="332795"/>
                  </a:lnTo>
                  <a:lnTo>
                    <a:pt x="195027" y="331996"/>
                  </a:lnTo>
                  <a:lnTo>
                    <a:pt x="200227" y="331033"/>
                  </a:lnTo>
                  <a:lnTo>
                    <a:pt x="205394" y="329905"/>
                  </a:lnTo>
                  <a:lnTo>
                    <a:pt x="210523" y="328614"/>
                  </a:lnTo>
                  <a:lnTo>
                    <a:pt x="215609" y="327162"/>
                  </a:lnTo>
                  <a:lnTo>
                    <a:pt x="220646" y="325549"/>
                  </a:lnTo>
                  <a:lnTo>
                    <a:pt x="225630" y="323778"/>
                  </a:lnTo>
                  <a:lnTo>
                    <a:pt x="230555" y="321850"/>
                  </a:lnTo>
                  <a:lnTo>
                    <a:pt x="235416" y="319767"/>
                  </a:lnTo>
                  <a:lnTo>
                    <a:pt x="240210" y="317532"/>
                  </a:lnTo>
                  <a:lnTo>
                    <a:pt x="244930" y="315146"/>
                  </a:lnTo>
                  <a:lnTo>
                    <a:pt x="249572" y="312612"/>
                  </a:lnTo>
                  <a:lnTo>
                    <a:pt x="254132" y="309932"/>
                  </a:lnTo>
                  <a:lnTo>
                    <a:pt x="258605" y="307110"/>
                  </a:lnTo>
                  <a:lnTo>
                    <a:pt x="262986" y="304147"/>
                  </a:lnTo>
                  <a:lnTo>
                    <a:pt x="267272" y="301047"/>
                  </a:lnTo>
                  <a:lnTo>
                    <a:pt x="271457" y="297814"/>
                  </a:lnTo>
                  <a:lnTo>
                    <a:pt x="275537" y="294449"/>
                  </a:lnTo>
                  <a:lnTo>
                    <a:pt x="279510" y="290957"/>
                  </a:lnTo>
                  <a:lnTo>
                    <a:pt x="283370" y="287341"/>
                  </a:lnTo>
                  <a:lnTo>
                    <a:pt x="287113" y="283605"/>
                  </a:lnTo>
                  <a:lnTo>
                    <a:pt x="290737" y="279752"/>
                  </a:lnTo>
                  <a:lnTo>
                    <a:pt x="294236" y="275787"/>
                  </a:lnTo>
                  <a:lnTo>
                    <a:pt x="297609" y="271713"/>
                  </a:lnTo>
                  <a:lnTo>
                    <a:pt x="300851" y="267534"/>
                  </a:lnTo>
                  <a:lnTo>
                    <a:pt x="303959" y="263254"/>
                  </a:lnTo>
                  <a:lnTo>
                    <a:pt x="306930" y="258879"/>
                  </a:lnTo>
                  <a:lnTo>
                    <a:pt x="309762" y="254412"/>
                  </a:lnTo>
                  <a:lnTo>
                    <a:pt x="312450" y="249857"/>
                  </a:lnTo>
                  <a:lnTo>
                    <a:pt x="314993" y="245220"/>
                  </a:lnTo>
                  <a:lnTo>
                    <a:pt x="317388" y="240504"/>
                  </a:lnTo>
                  <a:lnTo>
                    <a:pt x="319633" y="235715"/>
                  </a:lnTo>
                  <a:lnTo>
                    <a:pt x="321725" y="230858"/>
                  </a:lnTo>
                  <a:lnTo>
                    <a:pt x="323663" y="225937"/>
                  </a:lnTo>
                  <a:lnTo>
                    <a:pt x="325444" y="220956"/>
                  </a:lnTo>
                  <a:lnTo>
                    <a:pt x="327066" y="215922"/>
                  </a:lnTo>
                  <a:lnTo>
                    <a:pt x="328528" y="210840"/>
                  </a:lnTo>
                  <a:lnTo>
                    <a:pt x="329829" y="205713"/>
                  </a:lnTo>
                  <a:lnTo>
                    <a:pt x="330967" y="200548"/>
                  </a:lnTo>
                  <a:lnTo>
                    <a:pt x="331941" y="195350"/>
                  </a:lnTo>
                  <a:lnTo>
                    <a:pt x="332750" y="190123"/>
                  </a:lnTo>
                  <a:lnTo>
                    <a:pt x="333394" y="184873"/>
                  </a:lnTo>
                  <a:lnTo>
                    <a:pt x="333871" y="179606"/>
                  </a:lnTo>
                  <a:lnTo>
                    <a:pt x="334181" y="174326"/>
                  </a:lnTo>
                  <a:lnTo>
                    <a:pt x="334324" y="169039"/>
                  </a:lnTo>
                  <a:lnTo>
                    <a:pt x="334299" y="163750"/>
                  </a:lnTo>
                  <a:lnTo>
                    <a:pt x="334107" y="158465"/>
                  </a:lnTo>
                  <a:lnTo>
                    <a:pt x="333749" y="153188"/>
                  </a:lnTo>
                  <a:lnTo>
                    <a:pt x="333223" y="147925"/>
                  </a:lnTo>
                  <a:lnTo>
                    <a:pt x="332531" y="142682"/>
                  </a:lnTo>
                  <a:lnTo>
                    <a:pt x="331674" y="137463"/>
                  </a:lnTo>
                  <a:lnTo>
                    <a:pt x="330652" y="132273"/>
                  </a:lnTo>
                  <a:lnTo>
                    <a:pt x="329466" y="127119"/>
                  </a:lnTo>
                  <a:lnTo>
                    <a:pt x="328118" y="122005"/>
                  </a:lnTo>
                  <a:lnTo>
                    <a:pt x="326609" y="116936"/>
                  </a:lnTo>
                  <a:lnTo>
                    <a:pt x="324940" y="111917"/>
                  </a:lnTo>
                  <a:lnTo>
                    <a:pt x="323113" y="106954"/>
                  </a:lnTo>
                  <a:lnTo>
                    <a:pt x="321130" y="102050"/>
                  </a:lnTo>
                  <a:lnTo>
                    <a:pt x="318993" y="97212"/>
                  </a:lnTo>
                  <a:lnTo>
                    <a:pt x="316704" y="92444"/>
                  </a:lnTo>
                  <a:lnTo>
                    <a:pt x="314266" y="87751"/>
                  </a:lnTo>
                  <a:lnTo>
                    <a:pt x="311680" y="83138"/>
                  </a:lnTo>
                  <a:lnTo>
                    <a:pt x="308949" y="78608"/>
                  </a:lnTo>
                  <a:lnTo>
                    <a:pt x="306077" y="74167"/>
                  </a:lnTo>
                  <a:lnTo>
                    <a:pt x="303065" y="69819"/>
                  </a:lnTo>
                  <a:lnTo>
                    <a:pt x="299918" y="65569"/>
                  </a:lnTo>
                  <a:lnTo>
                    <a:pt x="296637" y="61420"/>
                  </a:lnTo>
                  <a:lnTo>
                    <a:pt x="293227" y="57377"/>
                  </a:lnTo>
                  <a:lnTo>
                    <a:pt x="289691" y="53445"/>
                  </a:lnTo>
                  <a:lnTo>
                    <a:pt x="286032" y="49625"/>
                  </a:lnTo>
                  <a:lnTo>
                    <a:pt x="282254" y="45924"/>
                  </a:lnTo>
                  <a:lnTo>
                    <a:pt x="278361" y="42344"/>
                  </a:lnTo>
                  <a:lnTo>
                    <a:pt x="274357" y="38889"/>
                  </a:lnTo>
                  <a:lnTo>
                    <a:pt x="270245" y="35562"/>
                  </a:lnTo>
                  <a:lnTo>
                    <a:pt x="266030" y="32367"/>
                  </a:lnTo>
                  <a:lnTo>
                    <a:pt x="261716" y="29307"/>
                  </a:lnTo>
                  <a:lnTo>
                    <a:pt x="257308" y="26385"/>
                  </a:lnTo>
                  <a:lnTo>
                    <a:pt x="252809" y="23604"/>
                  </a:lnTo>
                  <a:lnTo>
                    <a:pt x="248225" y="20967"/>
                  </a:lnTo>
                  <a:lnTo>
                    <a:pt x="243559" y="18475"/>
                  </a:lnTo>
                  <a:lnTo>
                    <a:pt x="238817" y="16133"/>
                  </a:lnTo>
                  <a:lnTo>
                    <a:pt x="234003" y="13942"/>
                  </a:lnTo>
                  <a:lnTo>
                    <a:pt x="229123" y="11905"/>
                  </a:lnTo>
                  <a:lnTo>
                    <a:pt x="224180" y="10022"/>
                  </a:lnTo>
                  <a:lnTo>
                    <a:pt x="219180" y="8297"/>
                  </a:lnTo>
                  <a:lnTo>
                    <a:pt x="214128" y="6731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1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841" y="2406772"/>
              <a:ext cx="19892" cy="167167"/>
            </a:xfrm>
            <a:custGeom>
              <a:avLst/>
              <a:pathLst>
                <a:path w="19892" h="167167">
                  <a:moveTo>
                    <a:pt x="19892" y="0"/>
                  </a:moveTo>
                  <a:lnTo>
                    <a:pt x="9928" y="297"/>
                  </a:lnTo>
                  <a:lnTo>
                    <a:pt x="0" y="1187"/>
                  </a:lnTo>
                  <a:lnTo>
                    <a:pt x="1989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25841" y="2407959"/>
              <a:ext cx="19892" cy="165979"/>
            </a:xfrm>
            <a:custGeom>
              <a:avLst/>
              <a:pathLst>
                <a:path w="19892" h="165979">
                  <a:moveTo>
                    <a:pt x="0" y="0"/>
                  </a:moveTo>
                  <a:lnTo>
                    <a:pt x="19892" y="1659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78567" y="2407959"/>
              <a:ext cx="334331" cy="333126"/>
            </a:xfrm>
            <a:custGeom>
              <a:avLst/>
              <a:pathLst>
                <a:path w="334331" h="333126">
                  <a:moveTo>
                    <a:pt x="147273" y="0"/>
                  </a:moveTo>
                  <a:lnTo>
                    <a:pt x="142031" y="712"/>
                  </a:lnTo>
                  <a:lnTo>
                    <a:pt x="136815" y="1590"/>
                  </a:lnTo>
                  <a:lnTo>
                    <a:pt x="131629" y="2633"/>
                  </a:lnTo>
                  <a:lnTo>
                    <a:pt x="126478" y="3839"/>
                  </a:lnTo>
                  <a:lnTo>
                    <a:pt x="121369" y="5207"/>
                  </a:lnTo>
                  <a:lnTo>
                    <a:pt x="116305" y="6737"/>
                  </a:lnTo>
                  <a:lnTo>
                    <a:pt x="111292" y="8426"/>
                  </a:lnTo>
                  <a:lnTo>
                    <a:pt x="106335" y="10272"/>
                  </a:lnTo>
                  <a:lnTo>
                    <a:pt x="101439" y="12275"/>
                  </a:lnTo>
                  <a:lnTo>
                    <a:pt x="96608" y="14432"/>
                  </a:lnTo>
                  <a:lnTo>
                    <a:pt x="91849" y="16740"/>
                  </a:lnTo>
                  <a:lnTo>
                    <a:pt x="87165" y="19198"/>
                  </a:lnTo>
                  <a:lnTo>
                    <a:pt x="82561" y="21802"/>
                  </a:lnTo>
                  <a:lnTo>
                    <a:pt x="78041" y="24551"/>
                  </a:lnTo>
                  <a:lnTo>
                    <a:pt x="73611" y="27442"/>
                  </a:lnTo>
                  <a:lnTo>
                    <a:pt x="69275" y="30472"/>
                  </a:lnTo>
                  <a:lnTo>
                    <a:pt x="65036" y="33637"/>
                  </a:lnTo>
                  <a:lnTo>
                    <a:pt x="60900" y="36934"/>
                  </a:lnTo>
                  <a:lnTo>
                    <a:pt x="56870" y="40361"/>
                  </a:lnTo>
                  <a:lnTo>
                    <a:pt x="52951" y="43914"/>
                  </a:lnTo>
                  <a:lnTo>
                    <a:pt x="49146" y="47589"/>
                  </a:lnTo>
                  <a:lnTo>
                    <a:pt x="45459" y="51382"/>
                  </a:lnTo>
                  <a:lnTo>
                    <a:pt x="41894" y="55290"/>
                  </a:lnTo>
                  <a:lnTo>
                    <a:pt x="38455" y="59309"/>
                  </a:lnTo>
                  <a:lnTo>
                    <a:pt x="35144" y="63435"/>
                  </a:lnTo>
                  <a:lnTo>
                    <a:pt x="31966" y="67663"/>
                  </a:lnTo>
                  <a:lnTo>
                    <a:pt x="28923" y="71990"/>
                  </a:lnTo>
                  <a:lnTo>
                    <a:pt x="26018" y="76411"/>
                  </a:lnTo>
                  <a:lnTo>
                    <a:pt x="23255" y="80922"/>
                  </a:lnTo>
                  <a:lnTo>
                    <a:pt x="20636" y="85518"/>
                  </a:lnTo>
                  <a:lnTo>
                    <a:pt x="18163" y="90194"/>
                  </a:lnTo>
                  <a:lnTo>
                    <a:pt x="15840" y="94947"/>
                  </a:lnTo>
                  <a:lnTo>
                    <a:pt x="13668" y="99770"/>
                  </a:lnTo>
                  <a:lnTo>
                    <a:pt x="11650" y="104660"/>
                  </a:lnTo>
                  <a:lnTo>
                    <a:pt x="9788" y="109611"/>
                  </a:lnTo>
                  <a:lnTo>
                    <a:pt x="8084" y="114619"/>
                  </a:lnTo>
                  <a:lnTo>
                    <a:pt x="6538" y="119678"/>
                  </a:lnTo>
                  <a:lnTo>
                    <a:pt x="5154" y="124783"/>
                  </a:lnTo>
                  <a:lnTo>
                    <a:pt x="3931" y="129930"/>
                  </a:lnTo>
                  <a:lnTo>
                    <a:pt x="2872" y="135113"/>
                  </a:lnTo>
                  <a:lnTo>
                    <a:pt x="1978" y="140326"/>
                  </a:lnTo>
                  <a:lnTo>
                    <a:pt x="1249" y="145566"/>
                  </a:lnTo>
                  <a:lnTo>
                    <a:pt x="686" y="150826"/>
                  </a:lnTo>
                  <a:lnTo>
                    <a:pt x="290" y="156101"/>
                  </a:lnTo>
                  <a:lnTo>
                    <a:pt x="61" y="161385"/>
                  </a:lnTo>
                  <a:lnTo>
                    <a:pt x="0" y="166675"/>
                  </a:lnTo>
                  <a:lnTo>
                    <a:pt x="105" y="171964"/>
                  </a:lnTo>
                  <a:lnTo>
                    <a:pt x="378" y="177246"/>
                  </a:lnTo>
                  <a:lnTo>
                    <a:pt x="818" y="182518"/>
                  </a:lnTo>
                  <a:lnTo>
                    <a:pt x="1425" y="187773"/>
                  </a:lnTo>
                  <a:lnTo>
                    <a:pt x="2197" y="193006"/>
                  </a:lnTo>
                  <a:lnTo>
                    <a:pt x="3135" y="198212"/>
                  </a:lnTo>
                  <a:lnTo>
                    <a:pt x="4237" y="203386"/>
                  </a:lnTo>
                  <a:lnTo>
                    <a:pt x="5502" y="208522"/>
                  </a:lnTo>
                  <a:lnTo>
                    <a:pt x="6929" y="213616"/>
                  </a:lnTo>
                  <a:lnTo>
                    <a:pt x="8517" y="218662"/>
                  </a:lnTo>
                  <a:lnTo>
                    <a:pt x="10263" y="223655"/>
                  </a:lnTo>
                  <a:lnTo>
                    <a:pt x="12166" y="228591"/>
                  </a:lnTo>
                  <a:lnTo>
                    <a:pt x="14225" y="233463"/>
                  </a:lnTo>
                  <a:lnTo>
                    <a:pt x="16437" y="238269"/>
                  </a:lnTo>
                  <a:lnTo>
                    <a:pt x="18799" y="243002"/>
                  </a:lnTo>
                  <a:lnTo>
                    <a:pt x="21311" y="247657"/>
                  </a:lnTo>
                  <a:lnTo>
                    <a:pt x="23968" y="252231"/>
                  </a:lnTo>
                  <a:lnTo>
                    <a:pt x="26769" y="256719"/>
                  </a:lnTo>
                  <a:lnTo>
                    <a:pt x="29710" y="261115"/>
                  </a:lnTo>
                  <a:lnTo>
                    <a:pt x="32789" y="265417"/>
                  </a:lnTo>
                  <a:lnTo>
                    <a:pt x="36002" y="269619"/>
                  </a:lnTo>
                  <a:lnTo>
                    <a:pt x="39347" y="273717"/>
                  </a:lnTo>
                  <a:lnTo>
                    <a:pt x="42820" y="277707"/>
                  </a:lnTo>
                  <a:lnTo>
                    <a:pt x="46417" y="281585"/>
                  </a:lnTo>
                  <a:lnTo>
                    <a:pt x="50136" y="285348"/>
                  </a:lnTo>
                  <a:lnTo>
                    <a:pt x="53971" y="288991"/>
                  </a:lnTo>
                  <a:lnTo>
                    <a:pt x="57920" y="292511"/>
                  </a:lnTo>
                  <a:lnTo>
                    <a:pt x="61978" y="295904"/>
                  </a:lnTo>
                  <a:lnTo>
                    <a:pt x="66141" y="299167"/>
                  </a:lnTo>
                  <a:lnTo>
                    <a:pt x="70406" y="302297"/>
                  </a:lnTo>
                  <a:lnTo>
                    <a:pt x="74767" y="305290"/>
                  </a:lnTo>
                  <a:lnTo>
                    <a:pt x="79222" y="308144"/>
                  </a:lnTo>
                  <a:lnTo>
                    <a:pt x="83764" y="310855"/>
                  </a:lnTo>
                  <a:lnTo>
                    <a:pt x="88389" y="313422"/>
                  </a:lnTo>
                  <a:lnTo>
                    <a:pt x="93094" y="315840"/>
                  </a:lnTo>
                  <a:lnTo>
                    <a:pt x="97872" y="318109"/>
                  </a:lnTo>
                  <a:lnTo>
                    <a:pt x="102721" y="320225"/>
                  </a:lnTo>
                  <a:lnTo>
                    <a:pt x="107633" y="322187"/>
                  </a:lnTo>
                  <a:lnTo>
                    <a:pt x="112605" y="323992"/>
                  </a:lnTo>
                  <a:lnTo>
                    <a:pt x="117632" y="325639"/>
                  </a:lnTo>
                  <a:lnTo>
                    <a:pt x="122709" y="327127"/>
                  </a:lnTo>
                  <a:lnTo>
                    <a:pt x="127830" y="328453"/>
                  </a:lnTo>
                  <a:lnTo>
                    <a:pt x="132990" y="329616"/>
                  </a:lnTo>
                  <a:lnTo>
                    <a:pt x="138184" y="330615"/>
                  </a:lnTo>
                  <a:lnTo>
                    <a:pt x="143408" y="331450"/>
                  </a:lnTo>
                  <a:lnTo>
                    <a:pt x="148655" y="332119"/>
                  </a:lnTo>
                  <a:lnTo>
                    <a:pt x="153921" y="332621"/>
                  </a:lnTo>
                  <a:lnTo>
                    <a:pt x="159200" y="332957"/>
                  </a:lnTo>
                  <a:lnTo>
                    <a:pt x="164488" y="333125"/>
                  </a:lnTo>
                  <a:lnTo>
                    <a:pt x="169777" y="333126"/>
                  </a:lnTo>
                  <a:lnTo>
                    <a:pt x="175065" y="332960"/>
                  </a:lnTo>
                  <a:lnTo>
                    <a:pt x="180344" y="332626"/>
                  </a:lnTo>
                  <a:lnTo>
                    <a:pt x="185610" y="332126"/>
                  </a:lnTo>
                  <a:lnTo>
                    <a:pt x="190858" y="331459"/>
                  </a:lnTo>
                  <a:lnTo>
                    <a:pt x="196082" y="330627"/>
                  </a:lnTo>
                  <a:lnTo>
                    <a:pt x="201277" y="329629"/>
                  </a:lnTo>
                  <a:lnTo>
                    <a:pt x="206437" y="328468"/>
                  </a:lnTo>
                  <a:lnTo>
                    <a:pt x="211559" y="327144"/>
                  </a:lnTo>
                  <a:lnTo>
                    <a:pt x="216636" y="325659"/>
                  </a:lnTo>
                  <a:lnTo>
                    <a:pt x="221663" y="324014"/>
                  </a:lnTo>
                  <a:lnTo>
                    <a:pt x="226636" y="322210"/>
                  </a:lnTo>
                  <a:lnTo>
                    <a:pt x="231550" y="320250"/>
                  </a:lnTo>
                  <a:lnTo>
                    <a:pt x="236398" y="318136"/>
                  </a:lnTo>
                  <a:lnTo>
                    <a:pt x="241178" y="315869"/>
                  </a:lnTo>
                  <a:lnTo>
                    <a:pt x="245884" y="313453"/>
                  </a:lnTo>
                  <a:lnTo>
                    <a:pt x="250510" y="310888"/>
                  </a:lnTo>
                  <a:lnTo>
                    <a:pt x="255053" y="308179"/>
                  </a:lnTo>
                  <a:lnTo>
                    <a:pt x="259508" y="305327"/>
                  </a:lnTo>
                  <a:lnTo>
                    <a:pt x="263871" y="302335"/>
                  </a:lnTo>
                  <a:lnTo>
                    <a:pt x="268137" y="299207"/>
                  </a:lnTo>
                  <a:lnTo>
                    <a:pt x="272302" y="295946"/>
                  </a:lnTo>
                  <a:lnTo>
                    <a:pt x="276361" y="292554"/>
                  </a:lnTo>
                  <a:lnTo>
                    <a:pt x="280311" y="289036"/>
                  </a:lnTo>
                  <a:lnTo>
                    <a:pt x="284148" y="285394"/>
                  </a:lnTo>
                  <a:lnTo>
                    <a:pt x="287868" y="281633"/>
                  </a:lnTo>
                  <a:lnTo>
                    <a:pt x="291467" y="277756"/>
                  </a:lnTo>
                  <a:lnTo>
                    <a:pt x="294941" y="273767"/>
                  </a:lnTo>
                  <a:lnTo>
                    <a:pt x="298288" y="269671"/>
                  </a:lnTo>
                  <a:lnTo>
                    <a:pt x="301503" y="265470"/>
                  </a:lnTo>
                  <a:lnTo>
                    <a:pt x="304583" y="261170"/>
                  </a:lnTo>
                  <a:lnTo>
                    <a:pt x="307527" y="256774"/>
                  </a:lnTo>
                  <a:lnTo>
                    <a:pt x="310329" y="252288"/>
                  </a:lnTo>
                  <a:lnTo>
                    <a:pt x="312988" y="247715"/>
                  </a:lnTo>
                  <a:lnTo>
                    <a:pt x="315501" y="243060"/>
                  </a:lnTo>
                  <a:lnTo>
                    <a:pt x="317866" y="238328"/>
                  </a:lnTo>
                  <a:lnTo>
                    <a:pt x="320079" y="233524"/>
                  </a:lnTo>
                  <a:lnTo>
                    <a:pt x="322140" y="228652"/>
                  </a:lnTo>
                  <a:lnTo>
                    <a:pt x="324045" y="223717"/>
                  </a:lnTo>
                  <a:lnTo>
                    <a:pt x="325794" y="218724"/>
                  </a:lnTo>
                  <a:lnTo>
                    <a:pt x="327383" y="213679"/>
                  </a:lnTo>
                  <a:lnTo>
                    <a:pt x="328812" y="208586"/>
                  </a:lnTo>
                  <a:lnTo>
                    <a:pt x="330079" y="203450"/>
                  </a:lnTo>
                  <a:lnTo>
                    <a:pt x="331183" y="198277"/>
                  </a:lnTo>
                  <a:lnTo>
                    <a:pt x="332123" y="193071"/>
                  </a:lnTo>
                  <a:lnTo>
                    <a:pt x="332898" y="187838"/>
                  </a:lnTo>
                  <a:lnTo>
                    <a:pt x="333506" y="182584"/>
                  </a:lnTo>
                  <a:lnTo>
                    <a:pt x="333948" y="177312"/>
                  </a:lnTo>
                  <a:lnTo>
                    <a:pt x="334223" y="172030"/>
                  </a:lnTo>
                  <a:lnTo>
                    <a:pt x="334331" y="166741"/>
                  </a:lnTo>
                  <a:lnTo>
                    <a:pt x="334272" y="161451"/>
                  </a:lnTo>
                  <a:lnTo>
                    <a:pt x="334045" y="156166"/>
                  </a:lnTo>
                  <a:lnTo>
                    <a:pt x="333651" y="150891"/>
                  </a:lnTo>
                  <a:lnTo>
                    <a:pt x="333090" y="145631"/>
                  </a:lnTo>
                  <a:lnTo>
                    <a:pt x="332363" y="140392"/>
                  </a:lnTo>
                  <a:lnTo>
                    <a:pt x="331471" y="135178"/>
                  </a:lnTo>
                  <a:lnTo>
                    <a:pt x="330414" y="129994"/>
                  </a:lnTo>
                  <a:lnTo>
                    <a:pt x="329194" y="124847"/>
                  </a:lnTo>
                  <a:lnTo>
                    <a:pt x="327811" y="119741"/>
                  </a:lnTo>
                  <a:lnTo>
                    <a:pt x="326268" y="114682"/>
                  </a:lnTo>
                  <a:lnTo>
                    <a:pt x="324565" y="109673"/>
                  </a:lnTo>
                  <a:lnTo>
                    <a:pt x="322705" y="104721"/>
                  </a:lnTo>
                  <a:lnTo>
                    <a:pt x="320689" y="99831"/>
                  </a:lnTo>
                  <a:lnTo>
                    <a:pt x="318519" y="95007"/>
                  </a:lnTo>
                  <a:lnTo>
                    <a:pt x="316198" y="90253"/>
                  </a:lnTo>
                  <a:lnTo>
                    <a:pt x="313727" y="85576"/>
                  </a:lnTo>
                  <a:lnTo>
                    <a:pt x="311110" y="80979"/>
                  </a:lnTo>
                  <a:lnTo>
                    <a:pt x="308348" y="76467"/>
                  </a:lnTo>
                  <a:lnTo>
                    <a:pt x="305445" y="72045"/>
                  </a:lnTo>
                  <a:lnTo>
                    <a:pt x="302404" y="67717"/>
                  </a:lnTo>
                  <a:lnTo>
                    <a:pt x="299227" y="63487"/>
                  </a:lnTo>
                  <a:lnTo>
                    <a:pt x="295918" y="59360"/>
                  </a:lnTo>
                  <a:lnTo>
                    <a:pt x="292480" y="55340"/>
                  </a:lnTo>
                  <a:lnTo>
                    <a:pt x="288917" y="51430"/>
                  </a:lnTo>
                  <a:lnTo>
                    <a:pt x="285232" y="47635"/>
                  </a:lnTo>
                  <a:lnTo>
                    <a:pt x="281428" y="43959"/>
                  </a:lnTo>
                  <a:lnTo>
                    <a:pt x="277510" y="40405"/>
                  </a:lnTo>
                  <a:lnTo>
                    <a:pt x="273482" y="36976"/>
                  </a:lnTo>
                  <a:lnTo>
                    <a:pt x="269347" y="33677"/>
                  </a:lnTo>
                  <a:lnTo>
                    <a:pt x="265110" y="30510"/>
                  </a:lnTo>
                  <a:lnTo>
                    <a:pt x="260775" y="27479"/>
                  </a:lnTo>
                  <a:lnTo>
                    <a:pt x="256346" y="24587"/>
                  </a:lnTo>
                  <a:lnTo>
                    <a:pt x="251827" y="21836"/>
                  </a:lnTo>
                  <a:lnTo>
                    <a:pt x="247224" y="19229"/>
                  </a:lnTo>
                  <a:lnTo>
                    <a:pt x="242541" y="16770"/>
                  </a:lnTo>
                  <a:lnTo>
                    <a:pt x="237782" y="14459"/>
                  </a:lnTo>
                  <a:lnTo>
                    <a:pt x="232953" y="12301"/>
                  </a:lnTo>
                  <a:lnTo>
                    <a:pt x="228058" y="10296"/>
                  </a:lnTo>
                  <a:lnTo>
                    <a:pt x="223101" y="8448"/>
                  </a:lnTo>
                  <a:lnTo>
                    <a:pt x="218089" y="6757"/>
                  </a:lnTo>
                  <a:lnTo>
                    <a:pt x="213026" y="5225"/>
                  </a:lnTo>
                  <a:lnTo>
                    <a:pt x="207917" y="3855"/>
                  </a:lnTo>
                  <a:lnTo>
                    <a:pt x="202767" y="2647"/>
                  </a:lnTo>
                  <a:lnTo>
                    <a:pt x="197581" y="1602"/>
                  </a:lnTo>
                  <a:lnTo>
                    <a:pt x="192365" y="722"/>
                  </a:lnTo>
                  <a:lnTo>
                    <a:pt x="187123" y="7"/>
                  </a:lnTo>
                  <a:lnTo>
                    <a:pt x="167165" y="1659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45733" y="2406772"/>
              <a:ext cx="19958" cy="167167"/>
            </a:xfrm>
            <a:custGeom>
              <a:avLst/>
              <a:pathLst>
                <a:path w="19958" h="167167">
                  <a:moveTo>
                    <a:pt x="19958" y="1195"/>
                  </a:moveTo>
                  <a:lnTo>
                    <a:pt x="9996" y="2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846" y="2911194"/>
              <a:ext cx="3134" cy="167167"/>
            </a:xfrm>
            <a:custGeom>
              <a:avLst/>
              <a:pathLst>
                <a:path w="3134" h="167167">
                  <a:moveTo>
                    <a:pt x="3134" y="0"/>
                  </a:moveTo>
                  <a:lnTo>
                    <a:pt x="0" y="29"/>
                  </a:lnTo>
                  <a:lnTo>
                    <a:pt x="31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2846" y="2911224"/>
              <a:ext cx="3134" cy="167138"/>
            </a:xfrm>
            <a:custGeom>
              <a:avLst/>
              <a:pathLst>
                <a:path w="3134" h="167138">
                  <a:moveTo>
                    <a:pt x="0" y="0"/>
                  </a:moveTo>
                  <a:lnTo>
                    <a:pt x="3134" y="167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358814" y="2911224"/>
              <a:ext cx="334315" cy="334301"/>
            </a:xfrm>
            <a:custGeom>
              <a:avLst/>
              <a:pathLst>
                <a:path w="334315" h="334301">
                  <a:moveTo>
                    <a:pt x="164032" y="0"/>
                  </a:moveTo>
                  <a:lnTo>
                    <a:pt x="158750" y="182"/>
                  </a:lnTo>
                  <a:lnTo>
                    <a:pt x="153478" y="531"/>
                  </a:lnTo>
                  <a:lnTo>
                    <a:pt x="148219" y="1047"/>
                  </a:lnTo>
                  <a:lnTo>
                    <a:pt x="142978" y="1729"/>
                  </a:lnTo>
                  <a:lnTo>
                    <a:pt x="137762" y="2576"/>
                  </a:lnTo>
                  <a:lnTo>
                    <a:pt x="132576" y="3588"/>
                  </a:lnTo>
                  <a:lnTo>
                    <a:pt x="127424" y="4763"/>
                  </a:lnTo>
                  <a:lnTo>
                    <a:pt x="122311" y="6100"/>
                  </a:lnTo>
                  <a:lnTo>
                    <a:pt x="117244" y="7598"/>
                  </a:lnTo>
                  <a:lnTo>
                    <a:pt x="112226" y="9256"/>
                  </a:lnTo>
                  <a:lnTo>
                    <a:pt x="107264" y="11071"/>
                  </a:lnTo>
                  <a:lnTo>
                    <a:pt x="102361" y="13043"/>
                  </a:lnTo>
                  <a:lnTo>
                    <a:pt x="97523" y="15168"/>
                  </a:lnTo>
                  <a:lnTo>
                    <a:pt x="92754" y="17445"/>
                  </a:lnTo>
                  <a:lnTo>
                    <a:pt x="88060" y="19872"/>
                  </a:lnTo>
                  <a:lnTo>
                    <a:pt x="83445" y="22446"/>
                  </a:lnTo>
                  <a:lnTo>
                    <a:pt x="78913" y="25164"/>
                  </a:lnTo>
                  <a:lnTo>
                    <a:pt x="74470" y="28025"/>
                  </a:lnTo>
                  <a:lnTo>
                    <a:pt x="70119" y="31024"/>
                  </a:lnTo>
                  <a:lnTo>
                    <a:pt x="65866" y="34159"/>
                  </a:lnTo>
                  <a:lnTo>
                    <a:pt x="61713" y="37428"/>
                  </a:lnTo>
                  <a:lnTo>
                    <a:pt x="57666" y="40825"/>
                  </a:lnTo>
                  <a:lnTo>
                    <a:pt x="53729" y="44350"/>
                  </a:lnTo>
                  <a:lnTo>
                    <a:pt x="49904" y="47996"/>
                  </a:lnTo>
                  <a:lnTo>
                    <a:pt x="46197" y="51762"/>
                  </a:lnTo>
                  <a:lnTo>
                    <a:pt x="42611" y="55643"/>
                  </a:lnTo>
                  <a:lnTo>
                    <a:pt x="39149" y="59636"/>
                  </a:lnTo>
                  <a:lnTo>
                    <a:pt x="35815" y="63736"/>
                  </a:lnTo>
                  <a:lnTo>
                    <a:pt x="32613" y="67939"/>
                  </a:lnTo>
                  <a:lnTo>
                    <a:pt x="29545" y="72241"/>
                  </a:lnTo>
                  <a:lnTo>
                    <a:pt x="26614" y="76639"/>
                  </a:lnTo>
                  <a:lnTo>
                    <a:pt x="23824" y="81126"/>
                  </a:lnTo>
                  <a:lnTo>
                    <a:pt x="21177" y="85700"/>
                  </a:lnTo>
                  <a:lnTo>
                    <a:pt x="18676" y="90355"/>
                  </a:lnTo>
                  <a:lnTo>
                    <a:pt x="16323" y="95087"/>
                  </a:lnTo>
                  <a:lnTo>
                    <a:pt x="14121" y="99890"/>
                  </a:lnTo>
                  <a:lnTo>
                    <a:pt x="12072" y="104761"/>
                  </a:lnTo>
                  <a:lnTo>
                    <a:pt x="10178" y="109694"/>
                  </a:lnTo>
                  <a:lnTo>
                    <a:pt x="8441" y="114685"/>
                  </a:lnTo>
                  <a:lnTo>
                    <a:pt x="6862" y="119728"/>
                  </a:lnTo>
                  <a:lnTo>
                    <a:pt x="5444" y="124819"/>
                  </a:lnTo>
                  <a:lnTo>
                    <a:pt x="4187" y="129951"/>
                  </a:lnTo>
                  <a:lnTo>
                    <a:pt x="3093" y="135121"/>
                  </a:lnTo>
                  <a:lnTo>
                    <a:pt x="2163" y="140323"/>
                  </a:lnTo>
                  <a:lnTo>
                    <a:pt x="1398" y="145552"/>
                  </a:lnTo>
                  <a:lnTo>
                    <a:pt x="799" y="150802"/>
                  </a:lnTo>
                  <a:lnTo>
                    <a:pt x="366" y="156068"/>
                  </a:lnTo>
                  <a:lnTo>
                    <a:pt x="99" y="161346"/>
                  </a:lnTo>
                  <a:lnTo>
                    <a:pt x="0" y="166629"/>
                  </a:lnTo>
                  <a:lnTo>
                    <a:pt x="67" y="171913"/>
                  </a:lnTo>
                  <a:lnTo>
                    <a:pt x="301" y="177192"/>
                  </a:lnTo>
                  <a:lnTo>
                    <a:pt x="703" y="182462"/>
                  </a:lnTo>
                  <a:lnTo>
                    <a:pt x="1270" y="187715"/>
                  </a:lnTo>
                  <a:lnTo>
                    <a:pt x="2003" y="192948"/>
                  </a:lnTo>
                  <a:lnTo>
                    <a:pt x="2902" y="198156"/>
                  </a:lnTo>
                  <a:lnTo>
                    <a:pt x="3964" y="203332"/>
                  </a:lnTo>
                  <a:lnTo>
                    <a:pt x="5190" y="208473"/>
                  </a:lnTo>
                  <a:lnTo>
                    <a:pt x="6577" y="213572"/>
                  </a:lnTo>
                  <a:lnTo>
                    <a:pt x="8125" y="218624"/>
                  </a:lnTo>
                  <a:lnTo>
                    <a:pt x="9832" y="223625"/>
                  </a:lnTo>
                  <a:lnTo>
                    <a:pt x="11696" y="228570"/>
                  </a:lnTo>
                  <a:lnTo>
                    <a:pt x="13715" y="233453"/>
                  </a:lnTo>
                  <a:lnTo>
                    <a:pt x="15888" y="238270"/>
                  </a:lnTo>
                  <a:lnTo>
                    <a:pt x="18212" y="243016"/>
                  </a:lnTo>
                  <a:lnTo>
                    <a:pt x="20684" y="247686"/>
                  </a:lnTo>
                  <a:lnTo>
                    <a:pt x="23304" y="252276"/>
                  </a:lnTo>
                  <a:lnTo>
                    <a:pt x="26066" y="256780"/>
                  </a:lnTo>
                  <a:lnTo>
                    <a:pt x="28970" y="261195"/>
                  </a:lnTo>
                  <a:lnTo>
                    <a:pt x="32012" y="265516"/>
                  </a:lnTo>
                  <a:lnTo>
                    <a:pt x="35189" y="269739"/>
                  </a:lnTo>
                  <a:lnTo>
                    <a:pt x="38498" y="273859"/>
                  </a:lnTo>
                  <a:lnTo>
                    <a:pt x="41935" y="277872"/>
                  </a:lnTo>
                  <a:lnTo>
                    <a:pt x="45498" y="281775"/>
                  </a:lnTo>
                  <a:lnTo>
                    <a:pt x="49182" y="285564"/>
                  </a:lnTo>
                  <a:lnTo>
                    <a:pt x="52984" y="289234"/>
                  </a:lnTo>
                  <a:lnTo>
                    <a:pt x="56900" y="292782"/>
                  </a:lnTo>
                  <a:lnTo>
                    <a:pt x="60927" y="296204"/>
                  </a:lnTo>
                  <a:lnTo>
                    <a:pt x="65059" y="299497"/>
                  </a:lnTo>
                  <a:lnTo>
                    <a:pt x="69294" y="302659"/>
                  </a:lnTo>
                  <a:lnTo>
                    <a:pt x="73626" y="305684"/>
                  </a:lnTo>
                  <a:lnTo>
                    <a:pt x="78052" y="308572"/>
                  </a:lnTo>
                  <a:lnTo>
                    <a:pt x="82567" y="311318"/>
                  </a:lnTo>
                  <a:lnTo>
                    <a:pt x="87166" y="313919"/>
                  </a:lnTo>
                  <a:lnTo>
                    <a:pt x="91845" y="316375"/>
                  </a:lnTo>
                  <a:lnTo>
                    <a:pt x="96600" y="318681"/>
                  </a:lnTo>
                  <a:lnTo>
                    <a:pt x="101425" y="320836"/>
                  </a:lnTo>
                  <a:lnTo>
                    <a:pt x="106316" y="322837"/>
                  </a:lnTo>
                  <a:lnTo>
                    <a:pt x="111267" y="324682"/>
                  </a:lnTo>
                  <a:lnTo>
                    <a:pt x="116275" y="326370"/>
                  </a:lnTo>
                  <a:lnTo>
                    <a:pt x="121333" y="327899"/>
                  </a:lnTo>
                  <a:lnTo>
                    <a:pt x="126437" y="329267"/>
                  </a:lnTo>
                  <a:lnTo>
                    <a:pt x="131582" y="330474"/>
                  </a:lnTo>
                  <a:lnTo>
                    <a:pt x="136762" y="331517"/>
                  </a:lnTo>
                  <a:lnTo>
                    <a:pt x="141973" y="332396"/>
                  </a:lnTo>
                  <a:lnTo>
                    <a:pt x="147209" y="333109"/>
                  </a:lnTo>
                  <a:lnTo>
                    <a:pt x="152465" y="333657"/>
                  </a:lnTo>
                  <a:lnTo>
                    <a:pt x="157736" y="334039"/>
                  </a:lnTo>
                  <a:lnTo>
                    <a:pt x="163015" y="334253"/>
                  </a:lnTo>
                  <a:lnTo>
                    <a:pt x="168300" y="334301"/>
                  </a:lnTo>
                  <a:lnTo>
                    <a:pt x="173583" y="334182"/>
                  </a:lnTo>
                  <a:lnTo>
                    <a:pt x="178859" y="333896"/>
                  </a:lnTo>
                  <a:lnTo>
                    <a:pt x="184124" y="333443"/>
                  </a:lnTo>
                  <a:lnTo>
                    <a:pt x="189372" y="332824"/>
                  </a:lnTo>
                  <a:lnTo>
                    <a:pt x="194598" y="332039"/>
                  </a:lnTo>
                  <a:lnTo>
                    <a:pt x="199796" y="331090"/>
                  </a:lnTo>
                  <a:lnTo>
                    <a:pt x="204962" y="329976"/>
                  </a:lnTo>
                  <a:lnTo>
                    <a:pt x="210090" y="328700"/>
                  </a:lnTo>
                  <a:lnTo>
                    <a:pt x="215175" y="327263"/>
                  </a:lnTo>
                  <a:lnTo>
                    <a:pt x="220212" y="325665"/>
                  </a:lnTo>
                  <a:lnTo>
                    <a:pt x="225196" y="323910"/>
                  </a:lnTo>
                  <a:lnTo>
                    <a:pt x="230122" y="321997"/>
                  </a:lnTo>
                  <a:lnTo>
                    <a:pt x="234985" y="319930"/>
                  </a:lnTo>
                  <a:lnTo>
                    <a:pt x="239781" y="317710"/>
                  </a:lnTo>
                  <a:lnTo>
                    <a:pt x="244504" y="315340"/>
                  </a:lnTo>
                  <a:lnTo>
                    <a:pt x="249149" y="312821"/>
                  </a:lnTo>
                  <a:lnTo>
                    <a:pt x="253713" y="310157"/>
                  </a:lnTo>
                  <a:lnTo>
                    <a:pt x="258190" y="307350"/>
                  </a:lnTo>
                  <a:lnTo>
                    <a:pt x="262576" y="304403"/>
                  </a:lnTo>
                  <a:lnTo>
                    <a:pt x="266867" y="301319"/>
                  </a:lnTo>
                  <a:lnTo>
                    <a:pt x="271059" y="298101"/>
                  </a:lnTo>
                  <a:lnTo>
                    <a:pt x="275146" y="294751"/>
                  </a:lnTo>
                  <a:lnTo>
                    <a:pt x="279126" y="291275"/>
                  </a:lnTo>
                  <a:lnTo>
                    <a:pt x="282993" y="287674"/>
                  </a:lnTo>
                  <a:lnTo>
                    <a:pt x="286745" y="283953"/>
                  </a:lnTo>
                  <a:lnTo>
                    <a:pt x="290378" y="280115"/>
                  </a:lnTo>
                  <a:lnTo>
                    <a:pt x="293887" y="276164"/>
                  </a:lnTo>
                  <a:lnTo>
                    <a:pt x="297270" y="272104"/>
                  </a:lnTo>
                  <a:lnTo>
                    <a:pt x="300522" y="267940"/>
                  </a:lnTo>
                  <a:lnTo>
                    <a:pt x="303642" y="263674"/>
                  </a:lnTo>
                  <a:lnTo>
                    <a:pt x="306625" y="259313"/>
                  </a:lnTo>
                  <a:lnTo>
                    <a:pt x="309468" y="254859"/>
                  </a:lnTo>
                  <a:lnTo>
                    <a:pt x="312170" y="250317"/>
                  </a:lnTo>
                  <a:lnTo>
                    <a:pt x="314727" y="245692"/>
                  </a:lnTo>
                  <a:lnTo>
                    <a:pt x="317136" y="240989"/>
                  </a:lnTo>
                  <a:lnTo>
                    <a:pt x="319395" y="236212"/>
                  </a:lnTo>
                  <a:lnTo>
                    <a:pt x="321502" y="231366"/>
                  </a:lnTo>
                  <a:lnTo>
                    <a:pt x="323455" y="226456"/>
                  </a:lnTo>
                  <a:lnTo>
                    <a:pt x="325252" y="221487"/>
                  </a:lnTo>
                  <a:lnTo>
                    <a:pt x="326891" y="216463"/>
                  </a:lnTo>
                  <a:lnTo>
                    <a:pt x="328370" y="211390"/>
                  </a:lnTo>
                  <a:lnTo>
                    <a:pt x="329688" y="206272"/>
                  </a:lnTo>
                  <a:lnTo>
                    <a:pt x="330844" y="201116"/>
                  </a:lnTo>
                  <a:lnTo>
                    <a:pt x="331836" y="195926"/>
                  </a:lnTo>
                  <a:lnTo>
                    <a:pt x="332664" y="190707"/>
                  </a:lnTo>
                  <a:lnTo>
                    <a:pt x="333326" y="185464"/>
                  </a:lnTo>
                  <a:lnTo>
                    <a:pt x="333822" y="180203"/>
                  </a:lnTo>
                  <a:lnTo>
                    <a:pt x="334152" y="174929"/>
                  </a:lnTo>
                  <a:lnTo>
                    <a:pt x="334315" y="169647"/>
                  </a:lnTo>
                  <a:lnTo>
                    <a:pt x="334311" y="164363"/>
                  </a:lnTo>
                  <a:lnTo>
                    <a:pt x="334139" y="159081"/>
                  </a:lnTo>
                  <a:lnTo>
                    <a:pt x="333801" y="153808"/>
                  </a:lnTo>
                  <a:lnTo>
                    <a:pt x="333297" y="148547"/>
                  </a:lnTo>
                  <a:lnTo>
                    <a:pt x="332626" y="143306"/>
                  </a:lnTo>
                  <a:lnTo>
                    <a:pt x="331790" y="138088"/>
                  </a:lnTo>
                  <a:lnTo>
                    <a:pt x="330790" y="132899"/>
                  </a:lnTo>
                  <a:lnTo>
                    <a:pt x="329626" y="127745"/>
                  </a:lnTo>
                  <a:lnTo>
                    <a:pt x="328300" y="122629"/>
                  </a:lnTo>
                  <a:lnTo>
                    <a:pt x="326812" y="117559"/>
                  </a:lnTo>
                  <a:lnTo>
                    <a:pt x="325166" y="112538"/>
                  </a:lnTo>
                  <a:lnTo>
                    <a:pt x="323361" y="107571"/>
                  </a:lnTo>
                  <a:lnTo>
                    <a:pt x="321400" y="102664"/>
                  </a:lnTo>
                  <a:lnTo>
                    <a:pt x="319285" y="97821"/>
                  </a:lnTo>
                  <a:lnTo>
                    <a:pt x="317018" y="93048"/>
                  </a:lnTo>
                  <a:lnTo>
                    <a:pt x="314602" y="88348"/>
                  </a:lnTo>
                  <a:lnTo>
                    <a:pt x="312038" y="83728"/>
                  </a:lnTo>
                  <a:lnTo>
                    <a:pt x="309329" y="79191"/>
                  </a:lnTo>
                  <a:lnTo>
                    <a:pt x="306478" y="74741"/>
                  </a:lnTo>
                  <a:lnTo>
                    <a:pt x="303488" y="70384"/>
                  </a:lnTo>
                  <a:lnTo>
                    <a:pt x="300362" y="66124"/>
                  </a:lnTo>
                  <a:lnTo>
                    <a:pt x="297103" y="61964"/>
                  </a:lnTo>
                  <a:lnTo>
                    <a:pt x="293714" y="57910"/>
                  </a:lnTo>
                  <a:lnTo>
                    <a:pt x="290198" y="53965"/>
                  </a:lnTo>
                  <a:lnTo>
                    <a:pt x="286559" y="50132"/>
                  </a:lnTo>
                  <a:lnTo>
                    <a:pt x="282802" y="46417"/>
                  </a:lnTo>
                  <a:lnTo>
                    <a:pt x="278928" y="42823"/>
                  </a:lnTo>
                  <a:lnTo>
                    <a:pt x="274943" y="39352"/>
                  </a:lnTo>
                  <a:lnTo>
                    <a:pt x="270850" y="36010"/>
                  </a:lnTo>
                  <a:lnTo>
                    <a:pt x="266654" y="32798"/>
                  </a:lnTo>
                  <a:lnTo>
                    <a:pt x="262358" y="29721"/>
                  </a:lnTo>
                  <a:lnTo>
                    <a:pt x="257967" y="26781"/>
                  </a:lnTo>
                  <a:lnTo>
                    <a:pt x="253486" y="23981"/>
                  </a:lnTo>
                  <a:lnTo>
                    <a:pt x="248918" y="21324"/>
                  </a:lnTo>
                  <a:lnTo>
                    <a:pt x="244268" y="18813"/>
                  </a:lnTo>
                  <a:lnTo>
                    <a:pt x="239542" y="16450"/>
                  </a:lnTo>
                  <a:lnTo>
                    <a:pt x="234743" y="14238"/>
                  </a:lnTo>
                  <a:lnTo>
                    <a:pt x="229876" y="12178"/>
                  </a:lnTo>
                  <a:lnTo>
                    <a:pt x="224947" y="10274"/>
                  </a:lnTo>
                  <a:lnTo>
                    <a:pt x="219960" y="8526"/>
                  </a:lnTo>
                  <a:lnTo>
                    <a:pt x="214920" y="6936"/>
                  </a:lnTo>
                  <a:lnTo>
                    <a:pt x="167166" y="167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2911194"/>
              <a:ext cx="47754" cy="167167"/>
            </a:xfrm>
            <a:custGeom>
              <a:avLst/>
              <a:pathLst>
                <a:path w="47754" h="167167">
                  <a:moveTo>
                    <a:pt x="47754" y="6966"/>
                  </a:moveTo>
                  <a:lnTo>
                    <a:pt x="41922" y="5342"/>
                  </a:lnTo>
                  <a:lnTo>
                    <a:pt x="36036" y="3930"/>
                  </a:lnTo>
                  <a:lnTo>
                    <a:pt x="30102" y="2732"/>
                  </a:lnTo>
                  <a:lnTo>
                    <a:pt x="24129" y="1750"/>
                  </a:lnTo>
                  <a:lnTo>
                    <a:pt x="18125" y="985"/>
                  </a:lnTo>
                  <a:lnTo>
                    <a:pt x="12096" y="438"/>
                  </a:lnTo>
                  <a:lnTo>
                    <a:pt x="605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499" y="3429590"/>
              <a:ext cx="17480" cy="167167"/>
            </a:xfrm>
            <a:custGeom>
              <a:avLst/>
              <a:pathLst>
                <a:path w="17480" h="167167">
                  <a:moveTo>
                    <a:pt x="17480" y="0"/>
                  </a:moveTo>
                  <a:lnTo>
                    <a:pt x="8728" y="229"/>
                  </a:lnTo>
                  <a:lnTo>
                    <a:pt x="0" y="916"/>
                  </a:lnTo>
                  <a:lnTo>
                    <a:pt x="174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08499" y="3430506"/>
              <a:ext cx="17480" cy="166250"/>
            </a:xfrm>
            <a:custGeom>
              <a:avLst/>
              <a:pathLst>
                <a:path w="17480" h="166250">
                  <a:moveTo>
                    <a:pt x="0" y="0"/>
                  </a:moveTo>
                  <a:lnTo>
                    <a:pt x="17480" y="1662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358817" y="3430506"/>
              <a:ext cx="334322" cy="333413"/>
            </a:xfrm>
            <a:custGeom>
              <a:avLst/>
              <a:pathLst>
                <a:path w="334322" h="333413">
                  <a:moveTo>
                    <a:pt x="149682" y="0"/>
                  </a:moveTo>
                  <a:lnTo>
                    <a:pt x="144419" y="637"/>
                  </a:lnTo>
                  <a:lnTo>
                    <a:pt x="139180" y="1442"/>
                  </a:lnTo>
                  <a:lnTo>
                    <a:pt x="133969" y="2412"/>
                  </a:lnTo>
                  <a:lnTo>
                    <a:pt x="128791" y="3546"/>
                  </a:lnTo>
                  <a:lnTo>
                    <a:pt x="123652" y="4845"/>
                  </a:lnTo>
                  <a:lnTo>
                    <a:pt x="118556" y="6306"/>
                  </a:lnTo>
                  <a:lnTo>
                    <a:pt x="113509" y="7927"/>
                  </a:lnTo>
                  <a:lnTo>
                    <a:pt x="108517" y="9708"/>
                  </a:lnTo>
                  <a:lnTo>
                    <a:pt x="103583" y="11646"/>
                  </a:lnTo>
                  <a:lnTo>
                    <a:pt x="98713" y="13739"/>
                  </a:lnTo>
                  <a:lnTo>
                    <a:pt x="93912" y="15986"/>
                  </a:lnTo>
                  <a:lnTo>
                    <a:pt x="89185" y="18384"/>
                  </a:lnTo>
                  <a:lnTo>
                    <a:pt x="84536" y="20931"/>
                  </a:lnTo>
                  <a:lnTo>
                    <a:pt x="79970" y="23624"/>
                  </a:lnTo>
                  <a:lnTo>
                    <a:pt x="75492" y="26460"/>
                  </a:lnTo>
                  <a:lnTo>
                    <a:pt x="71106" y="29436"/>
                  </a:lnTo>
                  <a:lnTo>
                    <a:pt x="66816" y="32551"/>
                  </a:lnTo>
                  <a:lnTo>
                    <a:pt x="62628" y="35799"/>
                  </a:lnTo>
                  <a:lnTo>
                    <a:pt x="58544" y="39179"/>
                  </a:lnTo>
                  <a:lnTo>
                    <a:pt x="54570" y="42687"/>
                  </a:lnTo>
                  <a:lnTo>
                    <a:pt x="50709" y="46319"/>
                  </a:lnTo>
                  <a:lnTo>
                    <a:pt x="46965" y="50071"/>
                  </a:lnTo>
                  <a:lnTo>
                    <a:pt x="43342" y="53941"/>
                  </a:lnTo>
                  <a:lnTo>
                    <a:pt x="39844" y="57923"/>
                  </a:lnTo>
                  <a:lnTo>
                    <a:pt x="36473" y="62014"/>
                  </a:lnTo>
                  <a:lnTo>
                    <a:pt x="33234" y="66210"/>
                  </a:lnTo>
                  <a:lnTo>
                    <a:pt x="30129" y="70506"/>
                  </a:lnTo>
                  <a:lnTo>
                    <a:pt x="27163" y="74899"/>
                  </a:lnTo>
                  <a:lnTo>
                    <a:pt x="24337" y="79384"/>
                  </a:lnTo>
                  <a:lnTo>
                    <a:pt x="21655" y="83956"/>
                  </a:lnTo>
                  <a:lnTo>
                    <a:pt x="19119" y="88611"/>
                  </a:lnTo>
                  <a:lnTo>
                    <a:pt x="16731" y="93343"/>
                  </a:lnTo>
                  <a:lnTo>
                    <a:pt x="14495" y="98149"/>
                  </a:lnTo>
                  <a:lnTo>
                    <a:pt x="12413" y="103024"/>
                  </a:lnTo>
                  <a:lnTo>
                    <a:pt x="10486" y="107962"/>
                  </a:lnTo>
                  <a:lnTo>
                    <a:pt x="8717" y="112959"/>
                  </a:lnTo>
                  <a:lnTo>
                    <a:pt x="7107" y="118009"/>
                  </a:lnTo>
                  <a:lnTo>
                    <a:pt x="5658" y="123108"/>
                  </a:lnTo>
                  <a:lnTo>
                    <a:pt x="4371" y="128250"/>
                  </a:lnTo>
                  <a:lnTo>
                    <a:pt x="3248" y="133431"/>
                  </a:lnTo>
                  <a:lnTo>
                    <a:pt x="2290" y="138644"/>
                  </a:lnTo>
                  <a:lnTo>
                    <a:pt x="1498" y="143885"/>
                  </a:lnTo>
                  <a:lnTo>
                    <a:pt x="872" y="149149"/>
                  </a:lnTo>
                  <a:lnTo>
                    <a:pt x="413" y="154430"/>
                  </a:lnTo>
                  <a:lnTo>
                    <a:pt x="122" y="159723"/>
                  </a:lnTo>
                  <a:lnTo>
                    <a:pt x="0" y="165022"/>
                  </a:lnTo>
                  <a:lnTo>
                    <a:pt x="45" y="170323"/>
                  </a:lnTo>
                  <a:lnTo>
                    <a:pt x="258" y="175619"/>
                  </a:lnTo>
                  <a:lnTo>
                    <a:pt x="639" y="180906"/>
                  </a:lnTo>
                  <a:lnTo>
                    <a:pt x="1187" y="186178"/>
                  </a:lnTo>
                  <a:lnTo>
                    <a:pt x="1902" y="191431"/>
                  </a:lnTo>
                  <a:lnTo>
                    <a:pt x="2784" y="196658"/>
                  </a:lnTo>
                  <a:lnTo>
                    <a:pt x="3830" y="201854"/>
                  </a:lnTo>
                  <a:lnTo>
                    <a:pt x="5041" y="207015"/>
                  </a:lnTo>
                  <a:lnTo>
                    <a:pt x="6415" y="212134"/>
                  </a:lnTo>
                  <a:lnTo>
                    <a:pt x="7951" y="217208"/>
                  </a:lnTo>
                  <a:lnTo>
                    <a:pt x="9647" y="222230"/>
                  </a:lnTo>
                  <a:lnTo>
                    <a:pt x="11501" y="227196"/>
                  </a:lnTo>
                  <a:lnTo>
                    <a:pt x="13511" y="232100"/>
                  </a:lnTo>
                  <a:lnTo>
                    <a:pt x="15676" y="236939"/>
                  </a:lnTo>
                  <a:lnTo>
                    <a:pt x="17993" y="241706"/>
                  </a:lnTo>
                  <a:lnTo>
                    <a:pt x="20461" y="246398"/>
                  </a:lnTo>
                  <a:lnTo>
                    <a:pt x="23076" y="251009"/>
                  </a:lnTo>
                  <a:lnTo>
                    <a:pt x="25835" y="255534"/>
                  </a:lnTo>
                  <a:lnTo>
                    <a:pt x="28737" y="259970"/>
                  </a:lnTo>
                  <a:lnTo>
                    <a:pt x="31778" y="264312"/>
                  </a:lnTo>
                  <a:lnTo>
                    <a:pt x="34955" y="268555"/>
                  </a:lnTo>
                  <a:lnTo>
                    <a:pt x="38265" y="272695"/>
                  </a:lnTo>
                  <a:lnTo>
                    <a:pt x="41705" y="276728"/>
                  </a:lnTo>
                  <a:lnTo>
                    <a:pt x="45271" y="280651"/>
                  </a:lnTo>
                  <a:lnTo>
                    <a:pt x="48959" y="284458"/>
                  </a:lnTo>
                  <a:lnTo>
                    <a:pt x="52766" y="288146"/>
                  </a:lnTo>
                  <a:lnTo>
                    <a:pt x="56689" y="291712"/>
                  </a:lnTo>
                  <a:lnTo>
                    <a:pt x="60722" y="295151"/>
                  </a:lnTo>
                  <a:lnTo>
                    <a:pt x="64862" y="298461"/>
                  </a:lnTo>
                  <a:lnTo>
                    <a:pt x="69106" y="301638"/>
                  </a:lnTo>
                  <a:lnTo>
                    <a:pt x="73447" y="304679"/>
                  </a:lnTo>
                  <a:lnTo>
                    <a:pt x="77883" y="307581"/>
                  </a:lnTo>
                  <a:lnTo>
                    <a:pt x="82409" y="310340"/>
                  </a:lnTo>
                  <a:lnTo>
                    <a:pt x="87020" y="312955"/>
                  </a:lnTo>
                  <a:lnTo>
                    <a:pt x="91712" y="315422"/>
                  </a:lnTo>
                  <a:lnTo>
                    <a:pt x="96479" y="317739"/>
                  </a:lnTo>
                  <a:lnTo>
                    <a:pt x="101318" y="319904"/>
                  </a:lnTo>
                  <a:lnTo>
                    <a:pt x="106222" y="321914"/>
                  </a:lnTo>
                  <a:lnTo>
                    <a:pt x="111188" y="323768"/>
                  </a:lnTo>
                  <a:lnTo>
                    <a:pt x="116211" y="325464"/>
                  </a:lnTo>
                  <a:lnTo>
                    <a:pt x="121284" y="326999"/>
                  </a:lnTo>
                  <a:lnTo>
                    <a:pt x="126404" y="328373"/>
                  </a:lnTo>
                  <a:lnTo>
                    <a:pt x="131564" y="329584"/>
                  </a:lnTo>
                  <a:lnTo>
                    <a:pt x="136761" y="330630"/>
                  </a:lnTo>
                  <a:lnTo>
                    <a:pt x="141988" y="331511"/>
                  </a:lnTo>
                  <a:lnTo>
                    <a:pt x="147240" y="332227"/>
                  </a:lnTo>
                  <a:lnTo>
                    <a:pt x="152512" y="332775"/>
                  </a:lnTo>
                  <a:lnTo>
                    <a:pt x="157800" y="333155"/>
                  </a:lnTo>
                  <a:lnTo>
                    <a:pt x="163096" y="333368"/>
                  </a:lnTo>
                  <a:lnTo>
                    <a:pt x="168397" y="333413"/>
                  </a:lnTo>
                  <a:lnTo>
                    <a:pt x="173696" y="333290"/>
                  </a:lnTo>
                  <a:lnTo>
                    <a:pt x="178989" y="332999"/>
                  </a:lnTo>
                  <a:lnTo>
                    <a:pt x="184270" y="332540"/>
                  </a:lnTo>
                  <a:lnTo>
                    <a:pt x="189533" y="331914"/>
                  </a:lnTo>
                  <a:lnTo>
                    <a:pt x="194774" y="331122"/>
                  </a:lnTo>
                  <a:lnTo>
                    <a:pt x="199988" y="330163"/>
                  </a:lnTo>
                  <a:lnTo>
                    <a:pt x="205168" y="329040"/>
                  </a:lnTo>
                  <a:lnTo>
                    <a:pt x="210310" y="327753"/>
                  </a:lnTo>
                  <a:lnTo>
                    <a:pt x="215409" y="326304"/>
                  </a:lnTo>
                  <a:lnTo>
                    <a:pt x="220459" y="324694"/>
                  </a:lnTo>
                  <a:lnTo>
                    <a:pt x="225456" y="322925"/>
                  </a:lnTo>
                  <a:lnTo>
                    <a:pt x="230394" y="320998"/>
                  </a:lnTo>
                  <a:lnTo>
                    <a:pt x="235269" y="318915"/>
                  </a:lnTo>
                  <a:lnTo>
                    <a:pt x="240075" y="316679"/>
                  </a:lnTo>
                  <a:lnTo>
                    <a:pt x="244807" y="314292"/>
                  </a:lnTo>
                  <a:lnTo>
                    <a:pt x="249462" y="311755"/>
                  </a:lnTo>
                  <a:lnTo>
                    <a:pt x="254034" y="309073"/>
                  </a:lnTo>
                  <a:lnTo>
                    <a:pt x="258519" y="306247"/>
                  </a:lnTo>
                  <a:lnTo>
                    <a:pt x="262911" y="303280"/>
                  </a:lnTo>
                  <a:lnTo>
                    <a:pt x="267208" y="300175"/>
                  </a:lnTo>
                  <a:lnTo>
                    <a:pt x="271403" y="296936"/>
                  </a:lnTo>
                  <a:lnTo>
                    <a:pt x="275494" y="293565"/>
                  </a:lnTo>
                  <a:lnTo>
                    <a:pt x="279477" y="290067"/>
                  </a:lnTo>
                  <a:lnTo>
                    <a:pt x="283346" y="286444"/>
                  </a:lnTo>
                  <a:lnTo>
                    <a:pt x="287098" y="282700"/>
                  </a:lnTo>
                  <a:lnTo>
                    <a:pt x="290730" y="278838"/>
                  </a:lnTo>
                  <a:lnTo>
                    <a:pt x="294237" y="274864"/>
                  </a:lnTo>
                  <a:lnTo>
                    <a:pt x="297617" y="270781"/>
                  </a:lnTo>
                  <a:lnTo>
                    <a:pt x="300866" y="266592"/>
                  </a:lnTo>
                  <a:lnTo>
                    <a:pt x="303980" y="262302"/>
                  </a:lnTo>
                  <a:lnTo>
                    <a:pt x="306956" y="257916"/>
                  </a:lnTo>
                  <a:lnTo>
                    <a:pt x="309792" y="253438"/>
                  </a:lnTo>
                  <a:lnTo>
                    <a:pt x="312485" y="248872"/>
                  </a:lnTo>
                  <a:lnTo>
                    <a:pt x="315031" y="244223"/>
                  </a:lnTo>
                  <a:lnTo>
                    <a:pt x="317429" y="239496"/>
                  </a:lnTo>
                  <a:lnTo>
                    <a:pt x="319676" y="234694"/>
                  </a:lnTo>
                  <a:lnTo>
                    <a:pt x="321769" y="229825"/>
                  </a:lnTo>
                  <a:lnTo>
                    <a:pt x="323707" y="224891"/>
                  </a:lnTo>
                  <a:lnTo>
                    <a:pt x="325488" y="219898"/>
                  </a:lnTo>
                  <a:lnTo>
                    <a:pt x="327109" y="214851"/>
                  </a:lnTo>
                  <a:lnTo>
                    <a:pt x="328569" y="209756"/>
                  </a:lnTo>
                  <a:lnTo>
                    <a:pt x="329868" y="204616"/>
                  </a:lnTo>
                  <a:lnTo>
                    <a:pt x="331002" y="199439"/>
                  </a:lnTo>
                  <a:lnTo>
                    <a:pt x="331972" y="194227"/>
                  </a:lnTo>
                  <a:lnTo>
                    <a:pt x="332776" y="188988"/>
                  </a:lnTo>
                  <a:lnTo>
                    <a:pt x="333414" y="183726"/>
                  </a:lnTo>
                  <a:lnTo>
                    <a:pt x="333884" y="178446"/>
                  </a:lnTo>
                  <a:lnTo>
                    <a:pt x="334187" y="173154"/>
                  </a:lnTo>
                  <a:lnTo>
                    <a:pt x="334322" y="167855"/>
                  </a:lnTo>
                  <a:lnTo>
                    <a:pt x="334289" y="162554"/>
                  </a:lnTo>
                  <a:lnTo>
                    <a:pt x="334088" y="157257"/>
                  </a:lnTo>
                  <a:lnTo>
                    <a:pt x="333719" y="151969"/>
                  </a:lnTo>
                  <a:lnTo>
                    <a:pt x="333182" y="146696"/>
                  </a:lnTo>
                  <a:lnTo>
                    <a:pt x="332479" y="141442"/>
                  </a:lnTo>
                  <a:lnTo>
                    <a:pt x="331609" y="136213"/>
                  </a:lnTo>
                  <a:lnTo>
                    <a:pt x="330574" y="131014"/>
                  </a:lnTo>
                  <a:lnTo>
                    <a:pt x="329375" y="125851"/>
                  </a:lnTo>
                  <a:lnTo>
                    <a:pt x="328012" y="120728"/>
                  </a:lnTo>
                  <a:lnTo>
                    <a:pt x="326488" y="115651"/>
                  </a:lnTo>
                  <a:lnTo>
                    <a:pt x="324804" y="110625"/>
                  </a:lnTo>
                  <a:lnTo>
                    <a:pt x="322961" y="105655"/>
                  </a:lnTo>
                  <a:lnTo>
                    <a:pt x="320961" y="100746"/>
                  </a:lnTo>
                  <a:lnTo>
                    <a:pt x="318807" y="95903"/>
                  </a:lnTo>
                  <a:lnTo>
                    <a:pt x="316501" y="91130"/>
                  </a:lnTo>
                  <a:lnTo>
                    <a:pt x="314044" y="86433"/>
                  </a:lnTo>
                  <a:lnTo>
                    <a:pt x="311439" y="81816"/>
                  </a:lnTo>
                  <a:lnTo>
                    <a:pt x="308690" y="77284"/>
                  </a:lnTo>
                  <a:lnTo>
                    <a:pt x="305798" y="72842"/>
                  </a:lnTo>
                  <a:lnTo>
                    <a:pt x="302767" y="68493"/>
                  </a:lnTo>
                  <a:lnTo>
                    <a:pt x="299599" y="64243"/>
                  </a:lnTo>
                  <a:lnTo>
                    <a:pt x="296298" y="60096"/>
                  </a:lnTo>
                  <a:lnTo>
                    <a:pt x="292868" y="56055"/>
                  </a:lnTo>
                  <a:lnTo>
                    <a:pt x="289311" y="52125"/>
                  </a:lnTo>
                  <a:lnTo>
                    <a:pt x="285631" y="48309"/>
                  </a:lnTo>
                  <a:lnTo>
                    <a:pt x="281832" y="44612"/>
                  </a:lnTo>
                  <a:lnTo>
                    <a:pt x="277918" y="41038"/>
                  </a:lnTo>
                  <a:lnTo>
                    <a:pt x="273892" y="37589"/>
                  </a:lnTo>
                  <a:lnTo>
                    <a:pt x="269759" y="34270"/>
                  </a:lnTo>
                  <a:lnTo>
                    <a:pt x="265523" y="31084"/>
                  </a:lnTo>
                  <a:lnTo>
                    <a:pt x="261188" y="28033"/>
                  </a:lnTo>
                  <a:lnTo>
                    <a:pt x="256759" y="25121"/>
                  </a:lnTo>
                  <a:lnTo>
                    <a:pt x="252239" y="22352"/>
                  </a:lnTo>
                  <a:lnTo>
                    <a:pt x="247634" y="19727"/>
                  </a:lnTo>
                  <a:lnTo>
                    <a:pt x="242948" y="17249"/>
                  </a:lnTo>
                  <a:lnTo>
                    <a:pt x="238186" y="14921"/>
                  </a:lnTo>
                  <a:lnTo>
                    <a:pt x="233352" y="12745"/>
                  </a:lnTo>
                  <a:lnTo>
                    <a:pt x="228452" y="10724"/>
                  </a:lnTo>
                  <a:lnTo>
                    <a:pt x="223490" y="8859"/>
                  </a:lnTo>
                  <a:lnTo>
                    <a:pt x="167162" y="1662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429590"/>
              <a:ext cx="56327" cy="167167"/>
            </a:xfrm>
            <a:custGeom>
              <a:avLst/>
              <a:pathLst>
                <a:path w="56327" h="167167">
                  <a:moveTo>
                    <a:pt x="56327" y="9775"/>
                  </a:moveTo>
                  <a:lnTo>
                    <a:pt x="50278" y="7740"/>
                  </a:lnTo>
                  <a:lnTo>
                    <a:pt x="44154" y="5936"/>
                  </a:lnTo>
                  <a:lnTo>
                    <a:pt x="37967" y="4368"/>
                  </a:lnTo>
                  <a:lnTo>
                    <a:pt x="31724" y="3037"/>
                  </a:lnTo>
                  <a:lnTo>
                    <a:pt x="25435" y="1946"/>
                  </a:lnTo>
                  <a:lnTo>
                    <a:pt x="19108" y="1095"/>
                  </a:lnTo>
                  <a:lnTo>
                    <a:pt x="12754" y="487"/>
                  </a:lnTo>
                  <a:lnTo>
                    <a:pt x="6382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395" y="3934012"/>
              <a:ext cx="3338" cy="167167"/>
            </a:xfrm>
            <a:custGeom>
              <a:avLst/>
              <a:pathLst>
                <a:path w="3338" h="167167">
                  <a:moveTo>
                    <a:pt x="3338" y="0"/>
                  </a:moveTo>
                  <a:lnTo>
                    <a:pt x="0" y="33"/>
                  </a:lnTo>
                  <a:lnTo>
                    <a:pt x="33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2395" y="3934046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478566" y="3934012"/>
              <a:ext cx="334325" cy="334326"/>
            </a:xfrm>
            <a:custGeom>
              <a:avLst/>
              <a:pathLst>
                <a:path w="334325" h="334326">
                  <a:moveTo>
                    <a:pt x="163828" y="33"/>
                  </a:moveTo>
                  <a:lnTo>
                    <a:pt x="158544" y="222"/>
                  </a:lnTo>
                  <a:lnTo>
                    <a:pt x="153268" y="578"/>
                  </a:lnTo>
                  <a:lnTo>
                    <a:pt x="148007" y="1101"/>
                  </a:lnTo>
                  <a:lnTo>
                    <a:pt x="142764" y="1790"/>
                  </a:lnTo>
                  <a:lnTo>
                    <a:pt x="137546" y="2645"/>
                  </a:lnTo>
                  <a:lnTo>
                    <a:pt x="132357" y="3664"/>
                  </a:lnTo>
                  <a:lnTo>
                    <a:pt x="127204" y="4847"/>
                  </a:lnTo>
                  <a:lnTo>
                    <a:pt x="122090" y="6192"/>
                  </a:lnTo>
                  <a:lnTo>
                    <a:pt x="117021" y="7698"/>
                  </a:lnTo>
                  <a:lnTo>
                    <a:pt x="112003" y="9364"/>
                  </a:lnTo>
                  <a:lnTo>
                    <a:pt x="107040" y="11187"/>
                  </a:lnTo>
                  <a:lnTo>
                    <a:pt x="102137" y="13167"/>
                  </a:lnTo>
                  <a:lnTo>
                    <a:pt x="97298" y="15301"/>
                  </a:lnTo>
                  <a:lnTo>
                    <a:pt x="92530" y="17586"/>
                  </a:lnTo>
                  <a:lnTo>
                    <a:pt x="87837" y="20022"/>
                  </a:lnTo>
                  <a:lnTo>
                    <a:pt x="83223" y="22604"/>
                  </a:lnTo>
                  <a:lnTo>
                    <a:pt x="78693" y="25332"/>
                  </a:lnTo>
                  <a:lnTo>
                    <a:pt x="74251" y="28201"/>
                  </a:lnTo>
                  <a:lnTo>
                    <a:pt x="69903" y="31209"/>
                  </a:lnTo>
                  <a:lnTo>
                    <a:pt x="65651" y="34353"/>
                  </a:lnTo>
                  <a:lnTo>
                    <a:pt x="61502" y="37630"/>
                  </a:lnTo>
                  <a:lnTo>
                    <a:pt x="57458" y="41037"/>
                  </a:lnTo>
                  <a:lnTo>
                    <a:pt x="53523" y="44570"/>
                  </a:lnTo>
                  <a:lnTo>
                    <a:pt x="49703" y="48225"/>
                  </a:lnTo>
                  <a:lnTo>
                    <a:pt x="46000" y="52000"/>
                  </a:lnTo>
                  <a:lnTo>
                    <a:pt x="42418" y="55890"/>
                  </a:lnTo>
                  <a:lnTo>
                    <a:pt x="38961" y="59891"/>
                  </a:lnTo>
                  <a:lnTo>
                    <a:pt x="35632" y="63999"/>
                  </a:lnTo>
                  <a:lnTo>
                    <a:pt x="32435" y="68211"/>
                  </a:lnTo>
                  <a:lnTo>
                    <a:pt x="29373" y="72521"/>
                  </a:lnTo>
                  <a:lnTo>
                    <a:pt x="26449" y="76927"/>
                  </a:lnTo>
                  <a:lnTo>
                    <a:pt x="23665" y="81422"/>
                  </a:lnTo>
                  <a:lnTo>
                    <a:pt x="21025" y="86004"/>
                  </a:lnTo>
                  <a:lnTo>
                    <a:pt x="18531" y="90666"/>
                  </a:lnTo>
                  <a:lnTo>
                    <a:pt x="16186" y="95406"/>
                  </a:lnTo>
                  <a:lnTo>
                    <a:pt x="13992" y="100217"/>
                  </a:lnTo>
                  <a:lnTo>
                    <a:pt x="11951" y="105095"/>
                  </a:lnTo>
                  <a:lnTo>
                    <a:pt x="10065" y="110035"/>
                  </a:lnTo>
                  <a:lnTo>
                    <a:pt x="8337" y="115032"/>
                  </a:lnTo>
                  <a:lnTo>
                    <a:pt x="6768" y="120081"/>
                  </a:lnTo>
                  <a:lnTo>
                    <a:pt x="5359" y="125178"/>
                  </a:lnTo>
                  <a:lnTo>
                    <a:pt x="4112" y="130316"/>
                  </a:lnTo>
                  <a:lnTo>
                    <a:pt x="3028" y="135492"/>
                  </a:lnTo>
                  <a:lnTo>
                    <a:pt x="2108" y="140699"/>
                  </a:lnTo>
                  <a:lnTo>
                    <a:pt x="1354" y="145932"/>
                  </a:lnTo>
                  <a:lnTo>
                    <a:pt x="765" y="151187"/>
                  </a:lnTo>
                  <a:lnTo>
                    <a:pt x="343" y="156458"/>
                  </a:lnTo>
                  <a:lnTo>
                    <a:pt x="88" y="161739"/>
                  </a:lnTo>
                  <a:lnTo>
                    <a:pt x="0" y="167026"/>
                  </a:lnTo>
                  <a:lnTo>
                    <a:pt x="79" y="172313"/>
                  </a:lnTo>
                  <a:lnTo>
                    <a:pt x="325" y="177595"/>
                  </a:lnTo>
                  <a:lnTo>
                    <a:pt x="738" y="182867"/>
                  </a:lnTo>
                  <a:lnTo>
                    <a:pt x="1318" y="188123"/>
                  </a:lnTo>
                  <a:lnTo>
                    <a:pt x="2064" y="193357"/>
                  </a:lnTo>
                  <a:lnTo>
                    <a:pt x="2975" y="198566"/>
                  </a:lnTo>
                  <a:lnTo>
                    <a:pt x="4050" y="203743"/>
                  </a:lnTo>
                  <a:lnTo>
                    <a:pt x="5288" y="208884"/>
                  </a:lnTo>
                  <a:lnTo>
                    <a:pt x="6689" y="213983"/>
                  </a:lnTo>
                  <a:lnTo>
                    <a:pt x="8250" y="219035"/>
                  </a:lnTo>
                  <a:lnTo>
                    <a:pt x="9970" y="224035"/>
                  </a:lnTo>
                  <a:lnTo>
                    <a:pt x="11847" y="228978"/>
                  </a:lnTo>
                  <a:lnTo>
                    <a:pt x="13879" y="233860"/>
                  </a:lnTo>
                  <a:lnTo>
                    <a:pt x="16065" y="238674"/>
                  </a:lnTo>
                  <a:lnTo>
                    <a:pt x="18403" y="243417"/>
                  </a:lnTo>
                  <a:lnTo>
                    <a:pt x="20889" y="248084"/>
                  </a:lnTo>
                  <a:lnTo>
                    <a:pt x="23521" y="252670"/>
                  </a:lnTo>
                  <a:lnTo>
                    <a:pt x="26297" y="257170"/>
                  </a:lnTo>
                  <a:lnTo>
                    <a:pt x="29214" y="261581"/>
                  </a:lnTo>
                  <a:lnTo>
                    <a:pt x="32269" y="265896"/>
                  </a:lnTo>
                  <a:lnTo>
                    <a:pt x="35459" y="270113"/>
                  </a:lnTo>
                  <a:lnTo>
                    <a:pt x="38781" y="274227"/>
                  </a:lnTo>
                  <a:lnTo>
                    <a:pt x="42231" y="278234"/>
                  </a:lnTo>
                  <a:lnTo>
                    <a:pt x="45806" y="282130"/>
                  </a:lnTo>
                  <a:lnTo>
                    <a:pt x="49503" y="285911"/>
                  </a:lnTo>
                  <a:lnTo>
                    <a:pt x="53317" y="289573"/>
                  </a:lnTo>
                  <a:lnTo>
                    <a:pt x="57246" y="293112"/>
                  </a:lnTo>
                  <a:lnTo>
                    <a:pt x="61284" y="296526"/>
                  </a:lnTo>
                  <a:lnTo>
                    <a:pt x="65428" y="299810"/>
                  </a:lnTo>
                  <a:lnTo>
                    <a:pt x="69674" y="302961"/>
                  </a:lnTo>
                  <a:lnTo>
                    <a:pt x="74018" y="305977"/>
                  </a:lnTo>
                  <a:lnTo>
                    <a:pt x="78454" y="308853"/>
                  </a:lnTo>
                  <a:lnTo>
                    <a:pt x="82980" y="311588"/>
                  </a:lnTo>
                  <a:lnTo>
                    <a:pt x="87590" y="314178"/>
                  </a:lnTo>
                  <a:lnTo>
                    <a:pt x="92279" y="316622"/>
                  </a:lnTo>
                  <a:lnTo>
                    <a:pt x="97043" y="318915"/>
                  </a:lnTo>
                  <a:lnTo>
                    <a:pt x="101878" y="321057"/>
                  </a:lnTo>
                  <a:lnTo>
                    <a:pt x="106777" y="323045"/>
                  </a:lnTo>
                  <a:lnTo>
                    <a:pt x="111737" y="324877"/>
                  </a:lnTo>
                  <a:lnTo>
                    <a:pt x="116753" y="326551"/>
                  </a:lnTo>
                  <a:lnTo>
                    <a:pt x="121819" y="328066"/>
                  </a:lnTo>
                  <a:lnTo>
                    <a:pt x="126931" y="329420"/>
                  </a:lnTo>
                  <a:lnTo>
                    <a:pt x="132082" y="330611"/>
                  </a:lnTo>
                  <a:lnTo>
                    <a:pt x="137269" y="331639"/>
                  </a:lnTo>
                  <a:lnTo>
                    <a:pt x="142486" y="332502"/>
                  </a:lnTo>
                  <a:lnTo>
                    <a:pt x="147727" y="333200"/>
                  </a:lnTo>
                  <a:lnTo>
                    <a:pt x="152988" y="333732"/>
                  </a:lnTo>
                  <a:lnTo>
                    <a:pt x="158263" y="334097"/>
                  </a:lnTo>
                  <a:lnTo>
                    <a:pt x="163547" y="334295"/>
                  </a:lnTo>
                  <a:lnTo>
                    <a:pt x="168835" y="334326"/>
                  </a:lnTo>
                  <a:lnTo>
                    <a:pt x="174121" y="334190"/>
                  </a:lnTo>
                  <a:lnTo>
                    <a:pt x="179400" y="333886"/>
                  </a:lnTo>
                  <a:lnTo>
                    <a:pt x="184666" y="333416"/>
                  </a:lnTo>
                  <a:lnTo>
                    <a:pt x="189916" y="332779"/>
                  </a:lnTo>
                  <a:lnTo>
                    <a:pt x="195142" y="331977"/>
                  </a:lnTo>
                  <a:lnTo>
                    <a:pt x="200340" y="331010"/>
                  </a:lnTo>
                  <a:lnTo>
                    <a:pt x="205506" y="329879"/>
                  </a:lnTo>
                  <a:lnTo>
                    <a:pt x="210633" y="328585"/>
                  </a:lnTo>
                  <a:lnTo>
                    <a:pt x="215716" y="327129"/>
                  </a:lnTo>
                  <a:lnTo>
                    <a:pt x="220751" y="325514"/>
                  </a:lnTo>
                  <a:lnTo>
                    <a:pt x="225732" y="323740"/>
                  </a:lnTo>
                  <a:lnTo>
                    <a:pt x="230655" y="321809"/>
                  </a:lnTo>
                  <a:lnTo>
                    <a:pt x="235514" y="319724"/>
                  </a:lnTo>
                  <a:lnTo>
                    <a:pt x="240305" y="317486"/>
                  </a:lnTo>
                  <a:lnTo>
                    <a:pt x="245022" y="315098"/>
                  </a:lnTo>
                  <a:lnTo>
                    <a:pt x="249662" y="312561"/>
                  </a:lnTo>
                  <a:lnTo>
                    <a:pt x="254219" y="309880"/>
                  </a:lnTo>
                  <a:lnTo>
                    <a:pt x="258689" y="307055"/>
                  </a:lnTo>
                  <a:lnTo>
                    <a:pt x="263067" y="304090"/>
                  </a:lnTo>
                  <a:lnTo>
                    <a:pt x="267350" y="300989"/>
                  </a:lnTo>
                  <a:lnTo>
                    <a:pt x="271532" y="297753"/>
                  </a:lnTo>
                  <a:lnTo>
                    <a:pt x="275610" y="294387"/>
                  </a:lnTo>
                  <a:lnTo>
                    <a:pt x="279579" y="290894"/>
                  </a:lnTo>
                  <a:lnTo>
                    <a:pt x="283436" y="287277"/>
                  </a:lnTo>
                  <a:lnTo>
                    <a:pt x="287177" y="283539"/>
                  </a:lnTo>
                  <a:lnTo>
                    <a:pt x="290797" y="279686"/>
                  </a:lnTo>
                  <a:lnTo>
                    <a:pt x="294294" y="275719"/>
                  </a:lnTo>
                  <a:lnTo>
                    <a:pt x="297664" y="271644"/>
                  </a:lnTo>
                  <a:lnTo>
                    <a:pt x="300903" y="267465"/>
                  </a:lnTo>
                  <a:lnTo>
                    <a:pt x="304008" y="263185"/>
                  </a:lnTo>
                  <a:lnTo>
                    <a:pt x="306976" y="258809"/>
                  </a:lnTo>
                  <a:lnTo>
                    <a:pt x="309805" y="254342"/>
                  </a:lnTo>
                  <a:lnTo>
                    <a:pt x="312490" y="249787"/>
                  </a:lnTo>
                  <a:lnTo>
                    <a:pt x="315031" y="245149"/>
                  </a:lnTo>
                  <a:lnTo>
                    <a:pt x="317423" y="240434"/>
                  </a:lnTo>
                  <a:lnTo>
                    <a:pt x="319665" y="235645"/>
                  </a:lnTo>
                  <a:lnTo>
                    <a:pt x="321755" y="230788"/>
                  </a:lnTo>
                  <a:lnTo>
                    <a:pt x="323689" y="225867"/>
                  </a:lnTo>
                  <a:lnTo>
                    <a:pt x="325468" y="220887"/>
                  </a:lnTo>
                  <a:lnTo>
                    <a:pt x="327087" y="215853"/>
                  </a:lnTo>
                  <a:lnTo>
                    <a:pt x="328547" y="210771"/>
                  </a:lnTo>
                  <a:lnTo>
                    <a:pt x="329846" y="205646"/>
                  </a:lnTo>
                  <a:lnTo>
                    <a:pt x="330981" y="200481"/>
                  </a:lnTo>
                  <a:lnTo>
                    <a:pt x="331953" y="195284"/>
                  </a:lnTo>
                  <a:lnTo>
                    <a:pt x="332760" y="190058"/>
                  </a:lnTo>
                  <a:lnTo>
                    <a:pt x="333401" y="184809"/>
                  </a:lnTo>
                  <a:lnTo>
                    <a:pt x="333876" y="179543"/>
                  </a:lnTo>
                  <a:lnTo>
                    <a:pt x="334184" y="174264"/>
                  </a:lnTo>
                  <a:lnTo>
                    <a:pt x="334325" y="168978"/>
                  </a:lnTo>
                  <a:lnTo>
                    <a:pt x="334298" y="163691"/>
                  </a:lnTo>
                  <a:lnTo>
                    <a:pt x="334105" y="158407"/>
                  </a:lnTo>
                  <a:lnTo>
                    <a:pt x="333744" y="153131"/>
                  </a:lnTo>
                  <a:lnTo>
                    <a:pt x="333217" y="147870"/>
                  </a:lnTo>
                  <a:lnTo>
                    <a:pt x="332523" y="142628"/>
                  </a:lnTo>
                  <a:lnTo>
                    <a:pt x="331665" y="137411"/>
                  </a:lnTo>
                  <a:lnTo>
                    <a:pt x="330641" y="132223"/>
                  </a:lnTo>
                  <a:lnTo>
                    <a:pt x="329454" y="127070"/>
                  </a:lnTo>
                  <a:lnTo>
                    <a:pt x="328105" y="121958"/>
                  </a:lnTo>
                  <a:lnTo>
                    <a:pt x="326595" y="116890"/>
                  </a:lnTo>
                  <a:lnTo>
                    <a:pt x="324925" y="111873"/>
                  </a:lnTo>
                  <a:lnTo>
                    <a:pt x="323097" y="106911"/>
                  </a:lnTo>
                  <a:lnTo>
                    <a:pt x="321113" y="102010"/>
                  </a:lnTo>
                  <a:lnTo>
                    <a:pt x="318976" y="97174"/>
                  </a:lnTo>
                  <a:lnTo>
                    <a:pt x="316686" y="92407"/>
                  </a:lnTo>
                  <a:lnTo>
                    <a:pt x="314247" y="87716"/>
                  </a:lnTo>
                  <a:lnTo>
                    <a:pt x="311660" y="83104"/>
                  </a:lnTo>
                  <a:lnTo>
                    <a:pt x="308929" y="78576"/>
                  </a:lnTo>
                  <a:lnTo>
                    <a:pt x="306057" y="74137"/>
                  </a:lnTo>
                  <a:lnTo>
                    <a:pt x="303045" y="69791"/>
                  </a:lnTo>
                  <a:lnTo>
                    <a:pt x="299897" y="65542"/>
                  </a:lnTo>
                  <a:lnTo>
                    <a:pt x="296617" y="61395"/>
                  </a:lnTo>
                  <a:lnTo>
                    <a:pt x="293207" y="57354"/>
                  </a:lnTo>
                  <a:lnTo>
                    <a:pt x="289671" y="53422"/>
                  </a:lnTo>
                  <a:lnTo>
                    <a:pt x="286012" y="49605"/>
                  </a:lnTo>
                  <a:lnTo>
                    <a:pt x="282234" y="45905"/>
                  </a:lnTo>
                  <a:lnTo>
                    <a:pt x="278342" y="42326"/>
                  </a:lnTo>
                  <a:lnTo>
                    <a:pt x="274338" y="38873"/>
                  </a:lnTo>
                  <a:lnTo>
                    <a:pt x="270226" y="35548"/>
                  </a:lnTo>
                  <a:lnTo>
                    <a:pt x="266012" y="32354"/>
                  </a:lnTo>
                  <a:lnTo>
                    <a:pt x="261699" y="29295"/>
                  </a:lnTo>
                  <a:lnTo>
                    <a:pt x="257291" y="26374"/>
                  </a:lnTo>
                  <a:lnTo>
                    <a:pt x="252793" y="23594"/>
                  </a:lnTo>
                  <a:lnTo>
                    <a:pt x="248210" y="20958"/>
                  </a:lnTo>
                  <a:lnTo>
                    <a:pt x="243545" y="18468"/>
                  </a:lnTo>
                  <a:lnTo>
                    <a:pt x="238804" y="16127"/>
                  </a:lnTo>
                  <a:lnTo>
                    <a:pt x="233991" y="13937"/>
                  </a:lnTo>
                  <a:lnTo>
                    <a:pt x="229111" y="11900"/>
                  </a:lnTo>
                  <a:lnTo>
                    <a:pt x="224170" y="10019"/>
                  </a:lnTo>
                  <a:lnTo>
                    <a:pt x="219171" y="8294"/>
                  </a:lnTo>
                  <a:lnTo>
                    <a:pt x="214121" y="6729"/>
                  </a:lnTo>
                  <a:lnTo>
                    <a:pt x="209023" y="5324"/>
                  </a:lnTo>
                  <a:lnTo>
                    <a:pt x="203883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5" y="1336"/>
                  </a:lnTo>
                  <a:lnTo>
                    <a:pt x="183010" y="752"/>
                  </a:lnTo>
                  <a:lnTo>
                    <a:pt x="177739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445" y="4397268"/>
              <a:ext cx="3338" cy="167167"/>
            </a:xfrm>
            <a:custGeom>
              <a:avLst/>
              <a:pathLst>
                <a:path w="3338" h="167167">
                  <a:moveTo>
                    <a:pt x="3338" y="0"/>
                  </a:moveTo>
                  <a:lnTo>
                    <a:pt x="0" y="33"/>
                  </a:lnTo>
                  <a:lnTo>
                    <a:pt x="33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5445" y="4397301"/>
              <a:ext cx="3338" cy="167134"/>
            </a:xfrm>
            <a:custGeom>
              <a:avLst/>
              <a:pathLst>
                <a:path w="3338" h="167134">
                  <a:moveTo>
                    <a:pt x="0" y="0"/>
                  </a:moveTo>
                  <a:lnTo>
                    <a:pt x="3338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11616" y="4397268"/>
              <a:ext cx="334325" cy="334326"/>
            </a:xfrm>
            <a:custGeom>
              <a:avLst/>
              <a:pathLst>
                <a:path w="334325" h="334326">
                  <a:moveTo>
                    <a:pt x="163828" y="33"/>
                  </a:moveTo>
                  <a:lnTo>
                    <a:pt x="158544" y="222"/>
                  </a:lnTo>
                  <a:lnTo>
                    <a:pt x="153268" y="578"/>
                  </a:lnTo>
                  <a:lnTo>
                    <a:pt x="148007" y="1101"/>
                  </a:lnTo>
                  <a:lnTo>
                    <a:pt x="142764" y="1790"/>
                  </a:lnTo>
                  <a:lnTo>
                    <a:pt x="137546" y="2645"/>
                  </a:lnTo>
                  <a:lnTo>
                    <a:pt x="132357" y="3664"/>
                  </a:lnTo>
                  <a:lnTo>
                    <a:pt x="127204" y="4847"/>
                  </a:lnTo>
                  <a:lnTo>
                    <a:pt x="122090" y="6192"/>
                  </a:lnTo>
                  <a:lnTo>
                    <a:pt x="117021" y="7698"/>
                  </a:lnTo>
                  <a:lnTo>
                    <a:pt x="112003" y="9364"/>
                  </a:lnTo>
                  <a:lnTo>
                    <a:pt x="107040" y="11187"/>
                  </a:lnTo>
                  <a:lnTo>
                    <a:pt x="102137" y="13167"/>
                  </a:lnTo>
                  <a:lnTo>
                    <a:pt x="97298" y="15301"/>
                  </a:lnTo>
                  <a:lnTo>
                    <a:pt x="92530" y="17586"/>
                  </a:lnTo>
                  <a:lnTo>
                    <a:pt x="87837" y="20022"/>
                  </a:lnTo>
                  <a:lnTo>
                    <a:pt x="83223" y="22604"/>
                  </a:lnTo>
                  <a:lnTo>
                    <a:pt x="78693" y="25332"/>
                  </a:lnTo>
                  <a:lnTo>
                    <a:pt x="74251" y="28201"/>
                  </a:lnTo>
                  <a:lnTo>
                    <a:pt x="69903" y="31209"/>
                  </a:lnTo>
                  <a:lnTo>
                    <a:pt x="65651" y="34353"/>
                  </a:lnTo>
                  <a:lnTo>
                    <a:pt x="61502" y="37630"/>
                  </a:lnTo>
                  <a:lnTo>
                    <a:pt x="57458" y="41037"/>
                  </a:lnTo>
                  <a:lnTo>
                    <a:pt x="53523" y="44570"/>
                  </a:lnTo>
                  <a:lnTo>
                    <a:pt x="49703" y="48225"/>
                  </a:lnTo>
                  <a:lnTo>
                    <a:pt x="46000" y="52000"/>
                  </a:lnTo>
                  <a:lnTo>
                    <a:pt x="42418" y="55890"/>
                  </a:lnTo>
                  <a:lnTo>
                    <a:pt x="38961" y="59891"/>
                  </a:lnTo>
                  <a:lnTo>
                    <a:pt x="35632" y="63999"/>
                  </a:lnTo>
                  <a:lnTo>
                    <a:pt x="32435" y="68211"/>
                  </a:lnTo>
                  <a:lnTo>
                    <a:pt x="29373" y="72521"/>
                  </a:lnTo>
                  <a:lnTo>
                    <a:pt x="26449" y="76927"/>
                  </a:lnTo>
                  <a:lnTo>
                    <a:pt x="23665" y="81422"/>
                  </a:lnTo>
                  <a:lnTo>
                    <a:pt x="21025" y="86004"/>
                  </a:lnTo>
                  <a:lnTo>
                    <a:pt x="18531" y="90666"/>
                  </a:lnTo>
                  <a:lnTo>
                    <a:pt x="16186" y="95406"/>
                  </a:lnTo>
                  <a:lnTo>
                    <a:pt x="13992" y="100217"/>
                  </a:lnTo>
                  <a:lnTo>
                    <a:pt x="11951" y="105095"/>
                  </a:lnTo>
                  <a:lnTo>
                    <a:pt x="10065" y="110035"/>
                  </a:lnTo>
                  <a:lnTo>
                    <a:pt x="8337" y="115032"/>
                  </a:lnTo>
                  <a:lnTo>
                    <a:pt x="6768" y="120081"/>
                  </a:lnTo>
                  <a:lnTo>
                    <a:pt x="5359" y="125178"/>
                  </a:lnTo>
                  <a:lnTo>
                    <a:pt x="4112" y="130316"/>
                  </a:lnTo>
                  <a:lnTo>
                    <a:pt x="3028" y="135492"/>
                  </a:lnTo>
                  <a:lnTo>
                    <a:pt x="2108" y="140699"/>
                  </a:lnTo>
                  <a:lnTo>
                    <a:pt x="1354" y="145932"/>
                  </a:lnTo>
                  <a:lnTo>
                    <a:pt x="765" y="151187"/>
                  </a:lnTo>
                  <a:lnTo>
                    <a:pt x="343" y="156458"/>
                  </a:lnTo>
                  <a:lnTo>
                    <a:pt x="88" y="161739"/>
                  </a:lnTo>
                  <a:lnTo>
                    <a:pt x="0" y="167026"/>
                  </a:lnTo>
                  <a:lnTo>
                    <a:pt x="79" y="172313"/>
                  </a:lnTo>
                  <a:lnTo>
                    <a:pt x="325" y="177595"/>
                  </a:lnTo>
                  <a:lnTo>
                    <a:pt x="738" y="182867"/>
                  </a:lnTo>
                  <a:lnTo>
                    <a:pt x="1318" y="188123"/>
                  </a:lnTo>
                  <a:lnTo>
                    <a:pt x="2064" y="193357"/>
                  </a:lnTo>
                  <a:lnTo>
                    <a:pt x="2975" y="198566"/>
                  </a:lnTo>
                  <a:lnTo>
                    <a:pt x="4050" y="203743"/>
                  </a:lnTo>
                  <a:lnTo>
                    <a:pt x="5288" y="208884"/>
                  </a:lnTo>
                  <a:lnTo>
                    <a:pt x="6689" y="213983"/>
                  </a:lnTo>
                  <a:lnTo>
                    <a:pt x="8250" y="219035"/>
                  </a:lnTo>
                  <a:lnTo>
                    <a:pt x="9970" y="224035"/>
                  </a:lnTo>
                  <a:lnTo>
                    <a:pt x="11847" y="228978"/>
                  </a:lnTo>
                  <a:lnTo>
                    <a:pt x="13879" y="233860"/>
                  </a:lnTo>
                  <a:lnTo>
                    <a:pt x="16065" y="238674"/>
                  </a:lnTo>
                  <a:lnTo>
                    <a:pt x="18403" y="243417"/>
                  </a:lnTo>
                  <a:lnTo>
                    <a:pt x="20889" y="248084"/>
                  </a:lnTo>
                  <a:lnTo>
                    <a:pt x="23521" y="252670"/>
                  </a:lnTo>
                  <a:lnTo>
                    <a:pt x="26297" y="257170"/>
                  </a:lnTo>
                  <a:lnTo>
                    <a:pt x="29214" y="261581"/>
                  </a:lnTo>
                  <a:lnTo>
                    <a:pt x="32269" y="265896"/>
                  </a:lnTo>
                  <a:lnTo>
                    <a:pt x="35459" y="270113"/>
                  </a:lnTo>
                  <a:lnTo>
                    <a:pt x="38781" y="274227"/>
                  </a:lnTo>
                  <a:lnTo>
                    <a:pt x="42231" y="278234"/>
                  </a:lnTo>
                  <a:lnTo>
                    <a:pt x="45806" y="282130"/>
                  </a:lnTo>
                  <a:lnTo>
                    <a:pt x="49503" y="285911"/>
                  </a:lnTo>
                  <a:lnTo>
                    <a:pt x="53317" y="289573"/>
                  </a:lnTo>
                  <a:lnTo>
                    <a:pt x="57246" y="293112"/>
                  </a:lnTo>
                  <a:lnTo>
                    <a:pt x="61284" y="296526"/>
                  </a:lnTo>
                  <a:lnTo>
                    <a:pt x="65428" y="299810"/>
                  </a:lnTo>
                  <a:lnTo>
                    <a:pt x="69674" y="302961"/>
                  </a:lnTo>
                  <a:lnTo>
                    <a:pt x="74018" y="305977"/>
                  </a:lnTo>
                  <a:lnTo>
                    <a:pt x="78454" y="308853"/>
                  </a:lnTo>
                  <a:lnTo>
                    <a:pt x="82980" y="311588"/>
                  </a:lnTo>
                  <a:lnTo>
                    <a:pt x="87590" y="314178"/>
                  </a:lnTo>
                  <a:lnTo>
                    <a:pt x="92279" y="316622"/>
                  </a:lnTo>
                  <a:lnTo>
                    <a:pt x="97043" y="318915"/>
                  </a:lnTo>
                  <a:lnTo>
                    <a:pt x="101878" y="321057"/>
                  </a:lnTo>
                  <a:lnTo>
                    <a:pt x="106777" y="323045"/>
                  </a:lnTo>
                  <a:lnTo>
                    <a:pt x="111737" y="324877"/>
                  </a:lnTo>
                  <a:lnTo>
                    <a:pt x="116753" y="326551"/>
                  </a:lnTo>
                  <a:lnTo>
                    <a:pt x="121819" y="328066"/>
                  </a:lnTo>
                  <a:lnTo>
                    <a:pt x="126931" y="329420"/>
                  </a:lnTo>
                  <a:lnTo>
                    <a:pt x="132082" y="330611"/>
                  </a:lnTo>
                  <a:lnTo>
                    <a:pt x="137269" y="331639"/>
                  </a:lnTo>
                  <a:lnTo>
                    <a:pt x="142486" y="332502"/>
                  </a:lnTo>
                  <a:lnTo>
                    <a:pt x="147727" y="333200"/>
                  </a:lnTo>
                  <a:lnTo>
                    <a:pt x="152988" y="333732"/>
                  </a:lnTo>
                  <a:lnTo>
                    <a:pt x="158263" y="334097"/>
                  </a:lnTo>
                  <a:lnTo>
                    <a:pt x="163547" y="334295"/>
                  </a:lnTo>
                  <a:lnTo>
                    <a:pt x="168835" y="334326"/>
                  </a:lnTo>
                  <a:lnTo>
                    <a:pt x="174121" y="334190"/>
                  </a:lnTo>
                  <a:lnTo>
                    <a:pt x="179400" y="333886"/>
                  </a:lnTo>
                  <a:lnTo>
                    <a:pt x="184666" y="333416"/>
                  </a:lnTo>
                  <a:lnTo>
                    <a:pt x="189916" y="332779"/>
                  </a:lnTo>
                  <a:lnTo>
                    <a:pt x="195142" y="331977"/>
                  </a:lnTo>
                  <a:lnTo>
                    <a:pt x="200340" y="331010"/>
                  </a:lnTo>
                  <a:lnTo>
                    <a:pt x="205506" y="329879"/>
                  </a:lnTo>
                  <a:lnTo>
                    <a:pt x="210633" y="328585"/>
                  </a:lnTo>
                  <a:lnTo>
                    <a:pt x="215716" y="327129"/>
                  </a:lnTo>
                  <a:lnTo>
                    <a:pt x="220751" y="325514"/>
                  </a:lnTo>
                  <a:lnTo>
                    <a:pt x="225732" y="323740"/>
                  </a:lnTo>
                  <a:lnTo>
                    <a:pt x="230655" y="321809"/>
                  </a:lnTo>
                  <a:lnTo>
                    <a:pt x="235514" y="319724"/>
                  </a:lnTo>
                  <a:lnTo>
                    <a:pt x="240305" y="317486"/>
                  </a:lnTo>
                  <a:lnTo>
                    <a:pt x="245022" y="315098"/>
                  </a:lnTo>
                  <a:lnTo>
                    <a:pt x="249662" y="312561"/>
                  </a:lnTo>
                  <a:lnTo>
                    <a:pt x="254219" y="309880"/>
                  </a:lnTo>
                  <a:lnTo>
                    <a:pt x="258689" y="307055"/>
                  </a:lnTo>
                  <a:lnTo>
                    <a:pt x="263067" y="304090"/>
                  </a:lnTo>
                  <a:lnTo>
                    <a:pt x="267350" y="300989"/>
                  </a:lnTo>
                  <a:lnTo>
                    <a:pt x="271532" y="297753"/>
                  </a:lnTo>
                  <a:lnTo>
                    <a:pt x="275610" y="294387"/>
                  </a:lnTo>
                  <a:lnTo>
                    <a:pt x="279579" y="290894"/>
                  </a:lnTo>
                  <a:lnTo>
                    <a:pt x="283436" y="287277"/>
                  </a:lnTo>
                  <a:lnTo>
                    <a:pt x="287177" y="283539"/>
                  </a:lnTo>
                  <a:lnTo>
                    <a:pt x="290797" y="279686"/>
                  </a:lnTo>
                  <a:lnTo>
                    <a:pt x="294294" y="275719"/>
                  </a:lnTo>
                  <a:lnTo>
                    <a:pt x="297664" y="271644"/>
                  </a:lnTo>
                  <a:lnTo>
                    <a:pt x="300903" y="267465"/>
                  </a:lnTo>
                  <a:lnTo>
                    <a:pt x="304008" y="263185"/>
                  </a:lnTo>
                  <a:lnTo>
                    <a:pt x="306976" y="258809"/>
                  </a:lnTo>
                  <a:lnTo>
                    <a:pt x="309805" y="254342"/>
                  </a:lnTo>
                  <a:lnTo>
                    <a:pt x="312490" y="249787"/>
                  </a:lnTo>
                  <a:lnTo>
                    <a:pt x="315031" y="245149"/>
                  </a:lnTo>
                  <a:lnTo>
                    <a:pt x="317423" y="240434"/>
                  </a:lnTo>
                  <a:lnTo>
                    <a:pt x="319665" y="235645"/>
                  </a:lnTo>
                  <a:lnTo>
                    <a:pt x="321755" y="230788"/>
                  </a:lnTo>
                  <a:lnTo>
                    <a:pt x="323689" y="225867"/>
                  </a:lnTo>
                  <a:lnTo>
                    <a:pt x="325468" y="220887"/>
                  </a:lnTo>
                  <a:lnTo>
                    <a:pt x="327087" y="215853"/>
                  </a:lnTo>
                  <a:lnTo>
                    <a:pt x="328547" y="210771"/>
                  </a:lnTo>
                  <a:lnTo>
                    <a:pt x="329846" y="205646"/>
                  </a:lnTo>
                  <a:lnTo>
                    <a:pt x="330981" y="200481"/>
                  </a:lnTo>
                  <a:lnTo>
                    <a:pt x="331953" y="195284"/>
                  </a:lnTo>
                  <a:lnTo>
                    <a:pt x="332760" y="190058"/>
                  </a:lnTo>
                  <a:lnTo>
                    <a:pt x="333401" y="184809"/>
                  </a:lnTo>
                  <a:lnTo>
                    <a:pt x="333876" y="179543"/>
                  </a:lnTo>
                  <a:lnTo>
                    <a:pt x="334184" y="174264"/>
                  </a:lnTo>
                  <a:lnTo>
                    <a:pt x="334325" y="168978"/>
                  </a:lnTo>
                  <a:lnTo>
                    <a:pt x="334298" y="163691"/>
                  </a:lnTo>
                  <a:lnTo>
                    <a:pt x="334105" y="158407"/>
                  </a:lnTo>
                  <a:lnTo>
                    <a:pt x="333744" y="153131"/>
                  </a:lnTo>
                  <a:lnTo>
                    <a:pt x="333217" y="147870"/>
                  </a:lnTo>
                  <a:lnTo>
                    <a:pt x="332523" y="142628"/>
                  </a:lnTo>
                  <a:lnTo>
                    <a:pt x="331665" y="137411"/>
                  </a:lnTo>
                  <a:lnTo>
                    <a:pt x="330641" y="132223"/>
                  </a:lnTo>
                  <a:lnTo>
                    <a:pt x="329454" y="127070"/>
                  </a:lnTo>
                  <a:lnTo>
                    <a:pt x="328105" y="121958"/>
                  </a:lnTo>
                  <a:lnTo>
                    <a:pt x="326595" y="116890"/>
                  </a:lnTo>
                  <a:lnTo>
                    <a:pt x="324925" y="111873"/>
                  </a:lnTo>
                  <a:lnTo>
                    <a:pt x="323097" y="106911"/>
                  </a:lnTo>
                  <a:lnTo>
                    <a:pt x="321113" y="102010"/>
                  </a:lnTo>
                  <a:lnTo>
                    <a:pt x="318976" y="97174"/>
                  </a:lnTo>
                  <a:lnTo>
                    <a:pt x="316686" y="92407"/>
                  </a:lnTo>
                  <a:lnTo>
                    <a:pt x="314247" y="87716"/>
                  </a:lnTo>
                  <a:lnTo>
                    <a:pt x="311660" y="83104"/>
                  </a:lnTo>
                  <a:lnTo>
                    <a:pt x="308929" y="78576"/>
                  </a:lnTo>
                  <a:lnTo>
                    <a:pt x="306057" y="74137"/>
                  </a:lnTo>
                  <a:lnTo>
                    <a:pt x="303045" y="69791"/>
                  </a:lnTo>
                  <a:lnTo>
                    <a:pt x="299897" y="65542"/>
                  </a:lnTo>
                  <a:lnTo>
                    <a:pt x="296617" y="61395"/>
                  </a:lnTo>
                  <a:lnTo>
                    <a:pt x="293207" y="57354"/>
                  </a:lnTo>
                  <a:lnTo>
                    <a:pt x="289671" y="53422"/>
                  </a:lnTo>
                  <a:lnTo>
                    <a:pt x="286012" y="49605"/>
                  </a:lnTo>
                  <a:lnTo>
                    <a:pt x="282234" y="45905"/>
                  </a:lnTo>
                  <a:lnTo>
                    <a:pt x="278342" y="42326"/>
                  </a:lnTo>
                  <a:lnTo>
                    <a:pt x="274338" y="38873"/>
                  </a:lnTo>
                  <a:lnTo>
                    <a:pt x="270226" y="35548"/>
                  </a:lnTo>
                  <a:lnTo>
                    <a:pt x="266012" y="32354"/>
                  </a:lnTo>
                  <a:lnTo>
                    <a:pt x="261699" y="29295"/>
                  </a:lnTo>
                  <a:lnTo>
                    <a:pt x="257291" y="26374"/>
                  </a:lnTo>
                  <a:lnTo>
                    <a:pt x="252793" y="23594"/>
                  </a:lnTo>
                  <a:lnTo>
                    <a:pt x="248210" y="20958"/>
                  </a:lnTo>
                  <a:lnTo>
                    <a:pt x="243545" y="18468"/>
                  </a:lnTo>
                  <a:lnTo>
                    <a:pt x="238804" y="16127"/>
                  </a:lnTo>
                  <a:lnTo>
                    <a:pt x="233991" y="13937"/>
                  </a:lnTo>
                  <a:lnTo>
                    <a:pt x="229111" y="11900"/>
                  </a:lnTo>
                  <a:lnTo>
                    <a:pt x="224170" y="10019"/>
                  </a:lnTo>
                  <a:lnTo>
                    <a:pt x="219171" y="8294"/>
                  </a:lnTo>
                  <a:lnTo>
                    <a:pt x="214121" y="6729"/>
                  </a:lnTo>
                  <a:lnTo>
                    <a:pt x="209023" y="5324"/>
                  </a:lnTo>
                  <a:lnTo>
                    <a:pt x="203883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5" y="1336"/>
                  </a:lnTo>
                  <a:lnTo>
                    <a:pt x="183010" y="752"/>
                  </a:lnTo>
                  <a:lnTo>
                    <a:pt x="177739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67" y="4794382"/>
              <a:ext cx="698" cy="167167"/>
            </a:xfrm>
            <a:custGeom>
              <a:avLst/>
              <a:pathLst>
                <a:path w="698" h="167167">
                  <a:moveTo>
                    <a:pt x="698" y="0"/>
                  </a:moveTo>
                  <a:lnTo>
                    <a:pt x="0" y="1"/>
                  </a:lnTo>
                  <a:lnTo>
                    <a:pt x="69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211867" y="4794384"/>
              <a:ext cx="698" cy="167165"/>
            </a:xfrm>
            <a:custGeom>
              <a:avLst/>
              <a:pathLst>
                <a:path w="698" h="167165">
                  <a:moveTo>
                    <a:pt x="0" y="0"/>
                  </a:moveTo>
                  <a:lnTo>
                    <a:pt x="69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68084" y="4794384"/>
              <a:ext cx="144482" cy="167165"/>
            </a:xfrm>
            <a:custGeom>
              <a:avLst/>
              <a:pathLst>
                <a:path w="144482" h="167165">
                  <a:moveTo>
                    <a:pt x="143783" y="0"/>
                  </a:moveTo>
                  <a:lnTo>
                    <a:pt x="138353" y="110"/>
                  </a:lnTo>
                  <a:lnTo>
                    <a:pt x="132931" y="398"/>
                  </a:lnTo>
                  <a:lnTo>
                    <a:pt x="127520" y="861"/>
                  </a:lnTo>
                  <a:lnTo>
                    <a:pt x="122127" y="1499"/>
                  </a:lnTo>
                  <a:lnTo>
                    <a:pt x="116758" y="2313"/>
                  </a:lnTo>
                  <a:lnTo>
                    <a:pt x="111418" y="3300"/>
                  </a:lnTo>
                  <a:lnTo>
                    <a:pt x="106113" y="4461"/>
                  </a:lnTo>
                  <a:lnTo>
                    <a:pt x="100849" y="5793"/>
                  </a:lnTo>
                  <a:lnTo>
                    <a:pt x="95630" y="7295"/>
                  </a:lnTo>
                  <a:lnTo>
                    <a:pt x="90463" y="8966"/>
                  </a:lnTo>
                  <a:lnTo>
                    <a:pt x="85353" y="10804"/>
                  </a:lnTo>
                  <a:lnTo>
                    <a:pt x="80306" y="12807"/>
                  </a:lnTo>
                  <a:lnTo>
                    <a:pt x="75326" y="14973"/>
                  </a:lnTo>
                  <a:lnTo>
                    <a:pt x="70419" y="17300"/>
                  </a:lnTo>
                  <a:lnTo>
                    <a:pt x="65590" y="19785"/>
                  </a:lnTo>
                  <a:lnTo>
                    <a:pt x="60845" y="22425"/>
                  </a:lnTo>
                  <a:lnTo>
                    <a:pt x="56188" y="25218"/>
                  </a:lnTo>
                  <a:lnTo>
                    <a:pt x="51624" y="28161"/>
                  </a:lnTo>
                  <a:lnTo>
                    <a:pt x="47158" y="31250"/>
                  </a:lnTo>
                  <a:lnTo>
                    <a:pt x="42794" y="34483"/>
                  </a:lnTo>
                  <a:lnTo>
                    <a:pt x="38538" y="37856"/>
                  </a:lnTo>
                  <a:lnTo>
                    <a:pt x="34394" y="41365"/>
                  </a:lnTo>
                  <a:lnTo>
                    <a:pt x="30366" y="45007"/>
                  </a:lnTo>
                  <a:lnTo>
                    <a:pt x="26459" y="48778"/>
                  </a:lnTo>
                  <a:lnTo>
                    <a:pt x="22676" y="52674"/>
                  </a:lnTo>
                  <a:lnTo>
                    <a:pt x="19021" y="56691"/>
                  </a:lnTo>
                  <a:lnTo>
                    <a:pt x="15499" y="60824"/>
                  </a:lnTo>
                  <a:lnTo>
                    <a:pt x="12113" y="65070"/>
                  </a:lnTo>
                  <a:lnTo>
                    <a:pt x="8867" y="69423"/>
                  </a:lnTo>
                  <a:lnTo>
                    <a:pt x="5764" y="73880"/>
                  </a:lnTo>
                  <a:lnTo>
                    <a:pt x="2807" y="78434"/>
                  </a:lnTo>
                  <a:lnTo>
                    <a:pt x="0" y="83083"/>
                  </a:lnTo>
                  <a:lnTo>
                    <a:pt x="144482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045412" y="4794382"/>
              <a:ext cx="334302" cy="334334"/>
            </a:xfrm>
            <a:custGeom>
              <a:avLst/>
              <a:pathLst>
                <a:path w="334302" h="334334">
                  <a:moveTo>
                    <a:pt x="22671" y="83084"/>
                  </a:moveTo>
                  <a:lnTo>
                    <a:pt x="20074" y="87714"/>
                  </a:lnTo>
                  <a:lnTo>
                    <a:pt x="17626" y="92424"/>
                  </a:lnTo>
                  <a:lnTo>
                    <a:pt x="15328" y="97209"/>
                  </a:lnTo>
                  <a:lnTo>
                    <a:pt x="13184" y="102064"/>
                  </a:lnTo>
                  <a:lnTo>
                    <a:pt x="11195" y="106985"/>
                  </a:lnTo>
                  <a:lnTo>
                    <a:pt x="9362" y="111967"/>
                  </a:lnTo>
                  <a:lnTo>
                    <a:pt x="7690" y="117005"/>
                  </a:lnTo>
                  <a:lnTo>
                    <a:pt x="6177" y="122093"/>
                  </a:lnTo>
                  <a:lnTo>
                    <a:pt x="4827" y="127226"/>
                  </a:lnTo>
                  <a:lnTo>
                    <a:pt x="3641" y="132400"/>
                  </a:lnTo>
                  <a:lnTo>
                    <a:pt x="2620" y="137609"/>
                  </a:lnTo>
                  <a:lnTo>
                    <a:pt x="1764" y="142848"/>
                  </a:lnTo>
                  <a:lnTo>
                    <a:pt x="1076" y="148111"/>
                  </a:lnTo>
                  <a:lnTo>
                    <a:pt x="554" y="153393"/>
                  </a:lnTo>
                  <a:lnTo>
                    <a:pt x="201" y="158689"/>
                  </a:lnTo>
                  <a:lnTo>
                    <a:pt x="16" y="163994"/>
                  </a:lnTo>
                  <a:lnTo>
                    <a:pt x="0" y="169302"/>
                  </a:lnTo>
                  <a:lnTo>
                    <a:pt x="152" y="174608"/>
                  </a:lnTo>
                  <a:lnTo>
                    <a:pt x="472" y="179906"/>
                  </a:lnTo>
                  <a:lnTo>
                    <a:pt x="960" y="185192"/>
                  </a:lnTo>
                  <a:lnTo>
                    <a:pt x="1617" y="190459"/>
                  </a:lnTo>
                  <a:lnTo>
                    <a:pt x="2439" y="195703"/>
                  </a:lnTo>
                  <a:lnTo>
                    <a:pt x="3429" y="200918"/>
                  </a:lnTo>
                  <a:lnTo>
                    <a:pt x="4583" y="206099"/>
                  </a:lnTo>
                  <a:lnTo>
                    <a:pt x="5901" y="211241"/>
                  </a:lnTo>
                  <a:lnTo>
                    <a:pt x="7381" y="216338"/>
                  </a:lnTo>
                  <a:lnTo>
                    <a:pt x="9023" y="221386"/>
                  </a:lnTo>
                  <a:lnTo>
                    <a:pt x="10824" y="226379"/>
                  </a:lnTo>
                  <a:lnTo>
                    <a:pt x="12783" y="231313"/>
                  </a:lnTo>
                  <a:lnTo>
                    <a:pt x="14897" y="236182"/>
                  </a:lnTo>
                  <a:lnTo>
                    <a:pt x="17165" y="240981"/>
                  </a:lnTo>
                  <a:lnTo>
                    <a:pt x="19584" y="245705"/>
                  </a:lnTo>
                  <a:lnTo>
                    <a:pt x="22152" y="250351"/>
                  </a:lnTo>
                  <a:lnTo>
                    <a:pt x="24866" y="254913"/>
                  </a:lnTo>
                  <a:lnTo>
                    <a:pt x="27724" y="259386"/>
                  </a:lnTo>
                  <a:lnTo>
                    <a:pt x="30722" y="263766"/>
                  </a:lnTo>
                  <a:lnTo>
                    <a:pt x="33857" y="268049"/>
                  </a:lnTo>
                  <a:lnTo>
                    <a:pt x="37128" y="272230"/>
                  </a:lnTo>
                  <a:lnTo>
                    <a:pt x="40529" y="276305"/>
                  </a:lnTo>
                  <a:lnTo>
                    <a:pt x="44058" y="280270"/>
                  </a:lnTo>
                  <a:lnTo>
                    <a:pt x="47711" y="284122"/>
                  </a:lnTo>
                  <a:lnTo>
                    <a:pt x="51484" y="287855"/>
                  </a:lnTo>
                  <a:lnTo>
                    <a:pt x="55374" y="291466"/>
                  </a:lnTo>
                  <a:lnTo>
                    <a:pt x="59377" y="294952"/>
                  </a:lnTo>
                  <a:lnTo>
                    <a:pt x="63488" y="298310"/>
                  </a:lnTo>
                  <a:lnTo>
                    <a:pt x="67704" y="301535"/>
                  </a:lnTo>
                  <a:lnTo>
                    <a:pt x="72020" y="304625"/>
                  </a:lnTo>
                  <a:lnTo>
                    <a:pt x="76432" y="307576"/>
                  </a:lnTo>
                  <a:lnTo>
                    <a:pt x="80936" y="310385"/>
                  </a:lnTo>
                  <a:lnTo>
                    <a:pt x="85526" y="313050"/>
                  </a:lnTo>
                  <a:lnTo>
                    <a:pt x="90199" y="315568"/>
                  </a:lnTo>
                  <a:lnTo>
                    <a:pt x="94949" y="317937"/>
                  </a:lnTo>
                  <a:lnTo>
                    <a:pt x="99772" y="320153"/>
                  </a:lnTo>
                  <a:lnTo>
                    <a:pt x="104664" y="322215"/>
                  </a:lnTo>
                  <a:lnTo>
                    <a:pt x="109618" y="324121"/>
                  </a:lnTo>
                  <a:lnTo>
                    <a:pt x="114630" y="325869"/>
                  </a:lnTo>
                  <a:lnTo>
                    <a:pt x="119695" y="327456"/>
                  </a:lnTo>
                  <a:lnTo>
                    <a:pt x="124808" y="328882"/>
                  </a:lnTo>
                  <a:lnTo>
                    <a:pt x="129963" y="330145"/>
                  </a:lnTo>
                  <a:lnTo>
                    <a:pt x="135157" y="331244"/>
                  </a:lnTo>
                  <a:lnTo>
                    <a:pt x="140382" y="332177"/>
                  </a:lnTo>
                  <a:lnTo>
                    <a:pt x="145634" y="332944"/>
                  </a:lnTo>
                  <a:lnTo>
                    <a:pt x="150908" y="333543"/>
                  </a:lnTo>
                  <a:lnTo>
                    <a:pt x="156199" y="333975"/>
                  </a:lnTo>
                  <a:lnTo>
                    <a:pt x="161500" y="334239"/>
                  </a:lnTo>
                  <a:lnTo>
                    <a:pt x="166807" y="334334"/>
                  </a:lnTo>
                  <a:lnTo>
                    <a:pt x="172115" y="334261"/>
                  </a:lnTo>
                  <a:lnTo>
                    <a:pt x="177417" y="334019"/>
                  </a:lnTo>
                  <a:lnTo>
                    <a:pt x="182710" y="333609"/>
                  </a:lnTo>
                  <a:lnTo>
                    <a:pt x="187986" y="333031"/>
                  </a:lnTo>
                  <a:lnTo>
                    <a:pt x="193242" y="332286"/>
                  </a:lnTo>
                  <a:lnTo>
                    <a:pt x="198471" y="331375"/>
                  </a:lnTo>
                  <a:lnTo>
                    <a:pt x="203668" y="330298"/>
                  </a:lnTo>
                  <a:lnTo>
                    <a:pt x="208829" y="329056"/>
                  </a:lnTo>
                  <a:lnTo>
                    <a:pt x="213948" y="327651"/>
                  </a:lnTo>
                  <a:lnTo>
                    <a:pt x="219020" y="326085"/>
                  </a:lnTo>
                  <a:lnTo>
                    <a:pt x="224039" y="324358"/>
                  </a:lnTo>
                  <a:lnTo>
                    <a:pt x="229001" y="322473"/>
                  </a:lnTo>
                  <a:lnTo>
                    <a:pt x="233900" y="320431"/>
                  </a:lnTo>
                  <a:lnTo>
                    <a:pt x="238733" y="318234"/>
                  </a:lnTo>
                  <a:lnTo>
                    <a:pt x="243493" y="315886"/>
                  </a:lnTo>
                  <a:lnTo>
                    <a:pt x="248176" y="313387"/>
                  </a:lnTo>
                  <a:lnTo>
                    <a:pt x="252778" y="310741"/>
                  </a:lnTo>
                  <a:lnTo>
                    <a:pt x="257293" y="307950"/>
                  </a:lnTo>
                  <a:lnTo>
                    <a:pt x="261717" y="305017"/>
                  </a:lnTo>
                  <a:lnTo>
                    <a:pt x="266046" y="301945"/>
                  </a:lnTo>
                  <a:lnTo>
                    <a:pt x="270275" y="298738"/>
                  </a:lnTo>
                  <a:lnTo>
                    <a:pt x="274400" y="295397"/>
                  </a:lnTo>
                  <a:lnTo>
                    <a:pt x="278417" y="291928"/>
                  </a:lnTo>
                  <a:lnTo>
                    <a:pt x="282322" y="288332"/>
                  </a:lnTo>
                  <a:lnTo>
                    <a:pt x="286111" y="284615"/>
                  </a:lnTo>
                  <a:lnTo>
                    <a:pt x="289780" y="280779"/>
                  </a:lnTo>
                  <a:lnTo>
                    <a:pt x="293325" y="276828"/>
                  </a:lnTo>
                  <a:lnTo>
                    <a:pt x="296743" y="272767"/>
                  </a:lnTo>
                  <a:lnTo>
                    <a:pt x="300031" y="268600"/>
                  </a:lnTo>
                  <a:lnTo>
                    <a:pt x="303184" y="264330"/>
                  </a:lnTo>
                  <a:lnTo>
                    <a:pt x="306200" y="259962"/>
                  </a:lnTo>
                  <a:lnTo>
                    <a:pt x="309076" y="255501"/>
                  </a:lnTo>
                  <a:lnTo>
                    <a:pt x="311809" y="250950"/>
                  </a:lnTo>
                  <a:lnTo>
                    <a:pt x="314396" y="246315"/>
                  </a:lnTo>
                  <a:lnTo>
                    <a:pt x="316835" y="241601"/>
                  </a:lnTo>
                  <a:lnTo>
                    <a:pt x="319123" y="236811"/>
                  </a:lnTo>
                  <a:lnTo>
                    <a:pt x="321257" y="231951"/>
                  </a:lnTo>
                  <a:lnTo>
                    <a:pt x="323236" y="227026"/>
                  </a:lnTo>
                  <a:lnTo>
                    <a:pt x="325058" y="222040"/>
                  </a:lnTo>
                  <a:lnTo>
                    <a:pt x="326721" y="216999"/>
                  </a:lnTo>
                  <a:lnTo>
                    <a:pt x="328222" y="211908"/>
                  </a:lnTo>
                  <a:lnTo>
                    <a:pt x="329561" y="206772"/>
                  </a:lnTo>
                  <a:lnTo>
                    <a:pt x="330737" y="201595"/>
                  </a:lnTo>
                  <a:lnTo>
                    <a:pt x="331748" y="196384"/>
                  </a:lnTo>
                  <a:lnTo>
                    <a:pt x="332592" y="191144"/>
                  </a:lnTo>
                  <a:lnTo>
                    <a:pt x="333270" y="185879"/>
                  </a:lnTo>
                  <a:lnTo>
                    <a:pt x="333780" y="180596"/>
                  </a:lnTo>
                  <a:lnTo>
                    <a:pt x="334123" y="175299"/>
                  </a:lnTo>
                  <a:lnTo>
                    <a:pt x="334297" y="169994"/>
                  </a:lnTo>
                  <a:lnTo>
                    <a:pt x="334302" y="164686"/>
                  </a:lnTo>
                  <a:lnTo>
                    <a:pt x="334139" y="159380"/>
                  </a:lnTo>
                  <a:lnTo>
                    <a:pt x="333808" y="154083"/>
                  </a:lnTo>
                  <a:lnTo>
                    <a:pt x="333308" y="148798"/>
                  </a:lnTo>
                  <a:lnTo>
                    <a:pt x="332642" y="143532"/>
                  </a:lnTo>
                  <a:lnTo>
                    <a:pt x="331808" y="138290"/>
                  </a:lnTo>
                  <a:lnTo>
                    <a:pt x="330808" y="133077"/>
                  </a:lnTo>
                  <a:lnTo>
                    <a:pt x="329643" y="127898"/>
                  </a:lnTo>
                  <a:lnTo>
                    <a:pt x="328314" y="122759"/>
                  </a:lnTo>
                  <a:lnTo>
                    <a:pt x="326823" y="117665"/>
                  </a:lnTo>
                  <a:lnTo>
                    <a:pt x="325171" y="112621"/>
                  </a:lnTo>
                  <a:lnTo>
                    <a:pt x="323360" y="107631"/>
                  </a:lnTo>
                  <a:lnTo>
                    <a:pt x="321391" y="102702"/>
                  </a:lnTo>
                  <a:lnTo>
                    <a:pt x="319266" y="97838"/>
                  </a:lnTo>
                  <a:lnTo>
                    <a:pt x="316989" y="93043"/>
                  </a:lnTo>
                  <a:lnTo>
                    <a:pt x="314560" y="88323"/>
                  </a:lnTo>
                  <a:lnTo>
                    <a:pt x="311982" y="83683"/>
                  </a:lnTo>
                  <a:lnTo>
                    <a:pt x="309259" y="79127"/>
                  </a:lnTo>
                  <a:lnTo>
                    <a:pt x="306392" y="74660"/>
                  </a:lnTo>
                  <a:lnTo>
                    <a:pt x="303385" y="70286"/>
                  </a:lnTo>
                  <a:lnTo>
                    <a:pt x="300240" y="66009"/>
                  </a:lnTo>
                  <a:lnTo>
                    <a:pt x="296961" y="61835"/>
                  </a:lnTo>
                  <a:lnTo>
                    <a:pt x="293552" y="57767"/>
                  </a:lnTo>
                  <a:lnTo>
                    <a:pt x="290015" y="53809"/>
                  </a:lnTo>
                  <a:lnTo>
                    <a:pt x="286354" y="49965"/>
                  </a:lnTo>
                  <a:lnTo>
                    <a:pt x="282573" y="46240"/>
                  </a:lnTo>
                  <a:lnTo>
                    <a:pt x="278675" y="42637"/>
                  </a:lnTo>
                  <a:lnTo>
                    <a:pt x="274665" y="39159"/>
                  </a:lnTo>
                  <a:lnTo>
                    <a:pt x="270547" y="35810"/>
                  </a:lnTo>
                  <a:lnTo>
                    <a:pt x="266324" y="32593"/>
                  </a:lnTo>
                  <a:lnTo>
                    <a:pt x="262002" y="29513"/>
                  </a:lnTo>
                  <a:lnTo>
                    <a:pt x="257584" y="26571"/>
                  </a:lnTo>
                  <a:lnTo>
                    <a:pt x="253074" y="23771"/>
                  </a:lnTo>
                  <a:lnTo>
                    <a:pt x="248478" y="21115"/>
                  </a:lnTo>
                  <a:lnTo>
                    <a:pt x="243800" y="18607"/>
                  </a:lnTo>
                  <a:lnTo>
                    <a:pt x="239045" y="16248"/>
                  </a:lnTo>
                  <a:lnTo>
                    <a:pt x="234217" y="14042"/>
                  </a:lnTo>
                  <a:lnTo>
                    <a:pt x="229322" y="11990"/>
                  </a:lnTo>
                  <a:lnTo>
                    <a:pt x="224364" y="10094"/>
                  </a:lnTo>
                  <a:lnTo>
                    <a:pt x="219348" y="8357"/>
                  </a:lnTo>
                  <a:lnTo>
                    <a:pt x="214280" y="6780"/>
                  </a:lnTo>
                  <a:lnTo>
                    <a:pt x="209164" y="5364"/>
                  </a:lnTo>
                  <a:lnTo>
                    <a:pt x="204006" y="4112"/>
                  </a:lnTo>
                  <a:lnTo>
                    <a:pt x="198811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22" y="5103947"/>
              <a:ext cx="65" cy="167167"/>
            </a:xfrm>
            <a:custGeom>
              <a:avLst/>
              <a:pathLst>
                <a:path w="65" h="167167">
                  <a:moveTo>
                    <a:pt x="0" y="0"/>
                  </a:moveTo>
                  <a:lnTo>
                    <a:pt x="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61938" y="5103947"/>
              <a:ext cx="334308" cy="334333"/>
            </a:xfrm>
            <a:custGeom>
              <a:avLst/>
              <a:pathLst>
                <a:path w="334308" h="334333">
                  <a:moveTo>
                    <a:pt x="167084" y="0"/>
                  </a:moveTo>
                  <a:lnTo>
                    <a:pt x="161786" y="86"/>
                  </a:lnTo>
                  <a:lnTo>
                    <a:pt x="156494" y="339"/>
                  </a:lnTo>
                  <a:lnTo>
                    <a:pt x="151213" y="761"/>
                  </a:lnTo>
                  <a:lnTo>
                    <a:pt x="145947" y="1350"/>
                  </a:lnTo>
                  <a:lnTo>
                    <a:pt x="140703" y="2105"/>
                  </a:lnTo>
                  <a:lnTo>
                    <a:pt x="135485" y="3026"/>
                  </a:lnTo>
                  <a:lnTo>
                    <a:pt x="130300" y="4112"/>
                  </a:lnTo>
                  <a:lnTo>
                    <a:pt x="125151" y="5361"/>
                  </a:lnTo>
                  <a:lnTo>
                    <a:pt x="120044" y="6774"/>
                  </a:lnTo>
                  <a:lnTo>
                    <a:pt x="114985" y="8347"/>
                  </a:lnTo>
                  <a:lnTo>
                    <a:pt x="109978" y="10080"/>
                  </a:lnTo>
                  <a:lnTo>
                    <a:pt x="105029" y="11970"/>
                  </a:lnTo>
                  <a:lnTo>
                    <a:pt x="100142" y="14017"/>
                  </a:lnTo>
                  <a:lnTo>
                    <a:pt x="95322" y="16217"/>
                  </a:lnTo>
                  <a:lnTo>
                    <a:pt x="90574" y="18570"/>
                  </a:lnTo>
                  <a:lnTo>
                    <a:pt x="85904" y="21071"/>
                  </a:lnTo>
                  <a:lnTo>
                    <a:pt x="81315" y="23719"/>
                  </a:lnTo>
                  <a:lnTo>
                    <a:pt x="76812" y="26511"/>
                  </a:lnTo>
                  <a:lnTo>
                    <a:pt x="72400" y="29445"/>
                  </a:lnTo>
                  <a:lnTo>
                    <a:pt x="68083" y="32516"/>
                  </a:lnTo>
                  <a:lnTo>
                    <a:pt x="63866" y="35723"/>
                  </a:lnTo>
                  <a:lnTo>
                    <a:pt x="59752" y="39063"/>
                  </a:lnTo>
                  <a:lnTo>
                    <a:pt x="55746" y="42530"/>
                  </a:lnTo>
                  <a:lnTo>
                    <a:pt x="51853" y="46123"/>
                  </a:lnTo>
                  <a:lnTo>
                    <a:pt x="48075" y="49838"/>
                  </a:lnTo>
                  <a:lnTo>
                    <a:pt x="44416" y="53670"/>
                  </a:lnTo>
                  <a:lnTo>
                    <a:pt x="40881" y="57617"/>
                  </a:lnTo>
                  <a:lnTo>
                    <a:pt x="37473" y="61673"/>
                  </a:lnTo>
                  <a:lnTo>
                    <a:pt x="34195" y="65836"/>
                  </a:lnTo>
                  <a:lnTo>
                    <a:pt x="31051" y="70100"/>
                  </a:lnTo>
                  <a:lnTo>
                    <a:pt x="28043" y="74462"/>
                  </a:lnTo>
                  <a:lnTo>
                    <a:pt x="25175" y="78917"/>
                  </a:lnTo>
                  <a:lnTo>
                    <a:pt x="22449" y="83460"/>
                  </a:lnTo>
                  <a:lnTo>
                    <a:pt x="19869" y="88088"/>
                  </a:lnTo>
                  <a:lnTo>
                    <a:pt x="17437" y="92795"/>
                  </a:lnTo>
                  <a:lnTo>
                    <a:pt x="15156" y="97577"/>
                  </a:lnTo>
                  <a:lnTo>
                    <a:pt x="13027" y="102428"/>
                  </a:lnTo>
                  <a:lnTo>
                    <a:pt x="11053" y="107345"/>
                  </a:lnTo>
                  <a:lnTo>
                    <a:pt x="9235" y="112322"/>
                  </a:lnTo>
                  <a:lnTo>
                    <a:pt x="7576" y="117354"/>
                  </a:lnTo>
                  <a:lnTo>
                    <a:pt x="6078" y="122436"/>
                  </a:lnTo>
                  <a:lnTo>
                    <a:pt x="4741" y="127563"/>
                  </a:lnTo>
                  <a:lnTo>
                    <a:pt x="3568" y="132729"/>
                  </a:lnTo>
                  <a:lnTo>
                    <a:pt x="2559" y="137931"/>
                  </a:lnTo>
                  <a:lnTo>
                    <a:pt x="1715" y="143161"/>
                  </a:lnTo>
                  <a:lnTo>
                    <a:pt x="1037" y="148416"/>
                  </a:lnTo>
                  <a:lnTo>
                    <a:pt x="526" y="153689"/>
                  </a:lnTo>
                  <a:lnTo>
                    <a:pt x="183" y="158977"/>
                  </a:lnTo>
                  <a:lnTo>
                    <a:pt x="7" y="164272"/>
                  </a:lnTo>
                  <a:lnTo>
                    <a:pt x="0" y="169570"/>
                  </a:lnTo>
                  <a:lnTo>
                    <a:pt x="160" y="174866"/>
                  </a:lnTo>
                  <a:lnTo>
                    <a:pt x="487" y="180154"/>
                  </a:lnTo>
                  <a:lnTo>
                    <a:pt x="983" y="185429"/>
                  </a:lnTo>
                  <a:lnTo>
                    <a:pt x="1645" y="190686"/>
                  </a:lnTo>
                  <a:lnTo>
                    <a:pt x="2473" y="195919"/>
                  </a:lnTo>
                  <a:lnTo>
                    <a:pt x="3467" y="201123"/>
                  </a:lnTo>
                  <a:lnTo>
                    <a:pt x="4626" y="206293"/>
                  </a:lnTo>
                  <a:lnTo>
                    <a:pt x="5947" y="211424"/>
                  </a:lnTo>
                  <a:lnTo>
                    <a:pt x="7431" y="216510"/>
                  </a:lnTo>
                  <a:lnTo>
                    <a:pt x="9074" y="221547"/>
                  </a:lnTo>
                  <a:lnTo>
                    <a:pt x="10877" y="226529"/>
                  </a:lnTo>
                  <a:lnTo>
                    <a:pt x="12837" y="231452"/>
                  </a:lnTo>
                  <a:lnTo>
                    <a:pt x="14952" y="236310"/>
                  </a:lnTo>
                  <a:lnTo>
                    <a:pt x="17219" y="241098"/>
                  </a:lnTo>
                  <a:lnTo>
                    <a:pt x="19637" y="245812"/>
                  </a:lnTo>
                  <a:lnTo>
                    <a:pt x="22204" y="250447"/>
                  </a:lnTo>
                  <a:lnTo>
                    <a:pt x="24916" y="254999"/>
                  </a:lnTo>
                  <a:lnTo>
                    <a:pt x="27771" y="259462"/>
                  </a:lnTo>
                  <a:lnTo>
                    <a:pt x="30765" y="263833"/>
                  </a:lnTo>
                  <a:lnTo>
                    <a:pt x="33897" y="268106"/>
                  </a:lnTo>
                  <a:lnTo>
                    <a:pt x="37163" y="272278"/>
                  </a:lnTo>
                  <a:lnTo>
                    <a:pt x="40559" y="276345"/>
                  </a:lnTo>
                  <a:lnTo>
                    <a:pt x="44083" y="280302"/>
                  </a:lnTo>
                  <a:lnTo>
                    <a:pt x="47730" y="284145"/>
                  </a:lnTo>
                  <a:lnTo>
                    <a:pt x="51497" y="287871"/>
                  </a:lnTo>
                  <a:lnTo>
                    <a:pt x="55380" y="291475"/>
                  </a:lnTo>
                  <a:lnTo>
                    <a:pt x="59376" y="294955"/>
                  </a:lnTo>
                  <a:lnTo>
                    <a:pt x="63479" y="298306"/>
                  </a:lnTo>
                  <a:lnTo>
                    <a:pt x="67687" y="301525"/>
                  </a:lnTo>
                  <a:lnTo>
                    <a:pt x="71995" y="304610"/>
                  </a:lnTo>
                  <a:lnTo>
                    <a:pt x="76398" y="307556"/>
                  </a:lnTo>
                  <a:lnTo>
                    <a:pt x="80893" y="310362"/>
                  </a:lnTo>
                  <a:lnTo>
                    <a:pt x="85474" y="313023"/>
                  </a:lnTo>
                  <a:lnTo>
                    <a:pt x="90137" y="315538"/>
                  </a:lnTo>
                  <a:lnTo>
                    <a:pt x="94878" y="317904"/>
                  </a:lnTo>
                  <a:lnTo>
                    <a:pt x="99691" y="320119"/>
                  </a:lnTo>
                  <a:lnTo>
                    <a:pt x="104572" y="322180"/>
                  </a:lnTo>
                  <a:lnTo>
                    <a:pt x="109516" y="324085"/>
                  </a:lnTo>
                  <a:lnTo>
                    <a:pt x="114518" y="325833"/>
                  </a:lnTo>
                  <a:lnTo>
                    <a:pt x="119572" y="327421"/>
                  </a:lnTo>
                  <a:lnTo>
                    <a:pt x="124675" y="328848"/>
                  </a:lnTo>
                  <a:lnTo>
                    <a:pt x="129820" y="330113"/>
                  </a:lnTo>
                  <a:lnTo>
                    <a:pt x="135002" y="331214"/>
                  </a:lnTo>
                  <a:lnTo>
                    <a:pt x="140217" y="332151"/>
                  </a:lnTo>
                  <a:lnTo>
                    <a:pt x="145459" y="332921"/>
                  </a:lnTo>
                  <a:lnTo>
                    <a:pt x="150723" y="333525"/>
                  </a:lnTo>
                  <a:lnTo>
                    <a:pt x="156003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3" y="334033"/>
                  </a:lnTo>
                  <a:lnTo>
                    <a:pt x="182466" y="333631"/>
                  </a:lnTo>
                  <a:lnTo>
                    <a:pt x="187733" y="333062"/>
                  </a:lnTo>
                  <a:lnTo>
                    <a:pt x="192980" y="332327"/>
                  </a:lnTo>
                  <a:lnTo>
                    <a:pt x="198201" y="331425"/>
                  </a:lnTo>
                  <a:lnTo>
                    <a:pt x="203391" y="330359"/>
                  </a:lnTo>
                  <a:lnTo>
                    <a:pt x="208544" y="329128"/>
                  </a:lnTo>
                  <a:lnTo>
                    <a:pt x="213656" y="327735"/>
                  </a:lnTo>
                  <a:lnTo>
                    <a:pt x="218721" y="326181"/>
                  </a:lnTo>
                  <a:lnTo>
                    <a:pt x="223734" y="324466"/>
                  </a:lnTo>
                  <a:lnTo>
                    <a:pt x="228691" y="322594"/>
                  </a:lnTo>
                  <a:lnTo>
                    <a:pt x="233585" y="320566"/>
                  </a:lnTo>
                  <a:lnTo>
                    <a:pt x="238413" y="318383"/>
                  </a:lnTo>
                  <a:lnTo>
                    <a:pt x="243170" y="316049"/>
                  </a:lnTo>
                  <a:lnTo>
                    <a:pt x="247850" y="313565"/>
                  </a:lnTo>
                  <a:lnTo>
                    <a:pt x="252448" y="310934"/>
                  </a:lnTo>
                  <a:lnTo>
                    <a:pt x="256962" y="308159"/>
                  </a:lnTo>
                  <a:lnTo>
                    <a:pt x="261385" y="305242"/>
                  </a:lnTo>
                  <a:lnTo>
                    <a:pt x="265713" y="302186"/>
                  </a:lnTo>
                  <a:lnTo>
                    <a:pt x="269942" y="298995"/>
                  </a:lnTo>
                  <a:lnTo>
                    <a:pt x="274068" y="295671"/>
                  </a:lnTo>
                  <a:lnTo>
                    <a:pt x="278087" y="292218"/>
                  </a:lnTo>
                  <a:lnTo>
                    <a:pt x="281994" y="288640"/>
                  </a:lnTo>
                  <a:lnTo>
                    <a:pt x="285786" y="284940"/>
                  </a:lnTo>
                  <a:lnTo>
                    <a:pt x="289459" y="281121"/>
                  </a:lnTo>
                  <a:lnTo>
                    <a:pt x="293008" y="277188"/>
                  </a:lnTo>
                  <a:lnTo>
                    <a:pt x="296432" y="273144"/>
                  </a:lnTo>
                  <a:lnTo>
                    <a:pt x="299725" y="268994"/>
                  </a:lnTo>
                  <a:lnTo>
                    <a:pt x="302886" y="264741"/>
                  </a:lnTo>
                  <a:lnTo>
                    <a:pt x="305910" y="260391"/>
                  </a:lnTo>
                  <a:lnTo>
                    <a:pt x="308794" y="255946"/>
                  </a:lnTo>
                  <a:lnTo>
                    <a:pt x="311536" y="251413"/>
                  </a:lnTo>
                  <a:lnTo>
                    <a:pt x="314134" y="246795"/>
                  </a:lnTo>
                  <a:lnTo>
                    <a:pt x="316583" y="242097"/>
                  </a:lnTo>
                  <a:lnTo>
                    <a:pt x="318883" y="237324"/>
                  </a:lnTo>
                  <a:lnTo>
                    <a:pt x="321030" y="232480"/>
                  </a:lnTo>
                  <a:lnTo>
                    <a:pt x="323022" y="227571"/>
                  </a:lnTo>
                  <a:lnTo>
                    <a:pt x="324858" y="222601"/>
                  </a:lnTo>
                  <a:lnTo>
                    <a:pt x="326536" y="217575"/>
                  </a:lnTo>
                  <a:lnTo>
                    <a:pt x="328053" y="212499"/>
                  </a:lnTo>
                  <a:lnTo>
                    <a:pt x="329409" y="207377"/>
                  </a:lnTo>
                  <a:lnTo>
                    <a:pt x="330602" y="202215"/>
                  </a:lnTo>
                  <a:lnTo>
                    <a:pt x="331630" y="197017"/>
                  </a:lnTo>
                  <a:lnTo>
                    <a:pt x="332494" y="191790"/>
                  </a:lnTo>
                  <a:lnTo>
                    <a:pt x="333191" y="186538"/>
                  </a:lnTo>
                  <a:lnTo>
                    <a:pt x="333721" y="181266"/>
                  </a:lnTo>
                  <a:lnTo>
                    <a:pt x="334085" y="175980"/>
                  </a:lnTo>
                  <a:lnTo>
                    <a:pt x="334280" y="170686"/>
                  </a:lnTo>
                  <a:lnTo>
                    <a:pt x="334308" y="165388"/>
                  </a:lnTo>
                  <a:lnTo>
                    <a:pt x="334167" y="160091"/>
                  </a:lnTo>
                  <a:lnTo>
                    <a:pt x="333859" y="154802"/>
                  </a:lnTo>
                  <a:lnTo>
                    <a:pt x="333384" y="149525"/>
                  </a:lnTo>
                  <a:lnTo>
                    <a:pt x="332741" y="144266"/>
                  </a:lnTo>
                  <a:lnTo>
                    <a:pt x="331932" y="139030"/>
                  </a:lnTo>
                  <a:lnTo>
                    <a:pt x="330958" y="133822"/>
                  </a:lnTo>
                  <a:lnTo>
                    <a:pt x="329819" y="128648"/>
                  </a:lnTo>
                  <a:lnTo>
                    <a:pt x="328516" y="123512"/>
                  </a:lnTo>
                  <a:lnTo>
                    <a:pt x="327052" y="118420"/>
                  </a:lnTo>
                  <a:lnTo>
                    <a:pt x="325427" y="113377"/>
                  </a:lnTo>
                  <a:lnTo>
                    <a:pt x="323643" y="108388"/>
                  </a:lnTo>
                  <a:lnTo>
                    <a:pt x="321701" y="103459"/>
                  </a:lnTo>
                  <a:lnTo>
                    <a:pt x="319605" y="98593"/>
                  </a:lnTo>
                  <a:lnTo>
                    <a:pt x="317355" y="93796"/>
                  </a:lnTo>
                  <a:lnTo>
                    <a:pt x="314954" y="89073"/>
                  </a:lnTo>
                  <a:lnTo>
                    <a:pt x="312405" y="84428"/>
                  </a:lnTo>
                  <a:lnTo>
                    <a:pt x="309710" y="79866"/>
                  </a:lnTo>
                  <a:lnTo>
                    <a:pt x="306872" y="75393"/>
                  </a:lnTo>
                  <a:lnTo>
                    <a:pt x="303894" y="71011"/>
                  </a:lnTo>
                  <a:lnTo>
                    <a:pt x="300778" y="66726"/>
                  </a:lnTo>
                  <a:lnTo>
                    <a:pt x="297528" y="62541"/>
                  </a:lnTo>
                  <a:lnTo>
                    <a:pt x="294147" y="58462"/>
                  </a:lnTo>
                  <a:lnTo>
                    <a:pt x="290638" y="54492"/>
                  </a:lnTo>
                  <a:lnTo>
                    <a:pt x="287005" y="50635"/>
                  </a:lnTo>
                  <a:lnTo>
                    <a:pt x="283252" y="46896"/>
                  </a:lnTo>
                  <a:lnTo>
                    <a:pt x="279382" y="43277"/>
                  </a:lnTo>
                  <a:lnTo>
                    <a:pt x="275400" y="39782"/>
                  </a:lnTo>
                  <a:lnTo>
                    <a:pt x="271309" y="36416"/>
                  </a:lnTo>
                  <a:lnTo>
                    <a:pt x="267113" y="33181"/>
                  </a:lnTo>
                  <a:lnTo>
                    <a:pt x="262817" y="30080"/>
                  </a:lnTo>
                  <a:lnTo>
                    <a:pt x="258424" y="27117"/>
                  </a:lnTo>
                  <a:lnTo>
                    <a:pt x="253940" y="24295"/>
                  </a:lnTo>
                  <a:lnTo>
                    <a:pt x="249369" y="21616"/>
                  </a:lnTo>
                  <a:lnTo>
                    <a:pt x="244715" y="19084"/>
                  </a:lnTo>
                  <a:lnTo>
                    <a:pt x="239983" y="16700"/>
                  </a:lnTo>
                  <a:lnTo>
                    <a:pt x="235178" y="14468"/>
                  </a:lnTo>
                  <a:lnTo>
                    <a:pt x="230305" y="12389"/>
                  </a:lnTo>
                  <a:lnTo>
                    <a:pt x="225369" y="10465"/>
                  </a:lnTo>
                  <a:lnTo>
                    <a:pt x="220373" y="8699"/>
                  </a:lnTo>
                  <a:lnTo>
                    <a:pt x="215325" y="7092"/>
                  </a:lnTo>
                  <a:lnTo>
                    <a:pt x="210228" y="5645"/>
                  </a:lnTo>
                  <a:lnTo>
                    <a:pt x="205087" y="4361"/>
                  </a:lnTo>
                  <a:lnTo>
                    <a:pt x="199909" y="3241"/>
                  </a:lnTo>
                  <a:lnTo>
                    <a:pt x="194698" y="2285"/>
                  </a:lnTo>
                  <a:lnTo>
                    <a:pt x="189459" y="1495"/>
                  </a:lnTo>
                  <a:lnTo>
                    <a:pt x="184197" y="871"/>
                  </a:lnTo>
                  <a:lnTo>
                    <a:pt x="178919" y="414"/>
                  </a:lnTo>
                  <a:lnTo>
                    <a:pt x="173628" y="125"/>
                  </a:lnTo>
                  <a:lnTo>
                    <a:pt x="168332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629088" y="5103947"/>
              <a:ext cx="1181" cy="167167"/>
            </a:xfrm>
            <a:custGeom>
              <a:avLst/>
              <a:pathLst>
                <a:path w="1181" h="167167">
                  <a:moveTo>
                    <a:pt x="1181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57358" y="5309273"/>
              <a:ext cx="148536" cy="167167"/>
            </a:xfrm>
            <a:custGeom>
              <a:avLst/>
              <a:pathLst>
                <a:path w="148536" h="167167">
                  <a:moveTo>
                    <a:pt x="148533" y="0"/>
                  </a:moveTo>
                  <a:lnTo>
                    <a:pt x="142991" y="91"/>
                  </a:lnTo>
                  <a:lnTo>
                    <a:pt x="137456" y="367"/>
                  </a:lnTo>
                  <a:lnTo>
                    <a:pt x="131933" y="826"/>
                  </a:lnTo>
                  <a:lnTo>
                    <a:pt x="126427" y="1468"/>
                  </a:lnTo>
                  <a:lnTo>
                    <a:pt x="120947" y="2292"/>
                  </a:lnTo>
                  <a:lnTo>
                    <a:pt x="115496" y="3297"/>
                  </a:lnTo>
                  <a:lnTo>
                    <a:pt x="110082" y="4482"/>
                  </a:lnTo>
                  <a:lnTo>
                    <a:pt x="104710" y="5847"/>
                  </a:lnTo>
                  <a:lnTo>
                    <a:pt x="99386" y="7388"/>
                  </a:lnTo>
                  <a:lnTo>
                    <a:pt x="94117" y="9105"/>
                  </a:lnTo>
                  <a:lnTo>
                    <a:pt x="88907" y="10996"/>
                  </a:lnTo>
                  <a:lnTo>
                    <a:pt x="83763" y="13059"/>
                  </a:lnTo>
                  <a:lnTo>
                    <a:pt x="78689" y="15291"/>
                  </a:lnTo>
                  <a:lnTo>
                    <a:pt x="73693" y="17690"/>
                  </a:lnTo>
                  <a:lnTo>
                    <a:pt x="68779" y="20253"/>
                  </a:lnTo>
                  <a:lnTo>
                    <a:pt x="63953" y="22977"/>
                  </a:lnTo>
                  <a:lnTo>
                    <a:pt x="59219" y="25861"/>
                  </a:lnTo>
                  <a:lnTo>
                    <a:pt x="54584" y="28899"/>
                  </a:lnTo>
                  <a:lnTo>
                    <a:pt x="50052" y="32090"/>
                  </a:lnTo>
                  <a:lnTo>
                    <a:pt x="45628" y="35429"/>
                  </a:lnTo>
                  <a:lnTo>
                    <a:pt x="41318" y="38913"/>
                  </a:lnTo>
                  <a:lnTo>
                    <a:pt x="37125" y="42537"/>
                  </a:lnTo>
                  <a:lnTo>
                    <a:pt x="33055" y="46299"/>
                  </a:lnTo>
                  <a:lnTo>
                    <a:pt x="29111" y="50194"/>
                  </a:lnTo>
                  <a:lnTo>
                    <a:pt x="25299" y="54217"/>
                  </a:lnTo>
                  <a:lnTo>
                    <a:pt x="21623" y="58364"/>
                  </a:lnTo>
                  <a:lnTo>
                    <a:pt x="18086" y="62631"/>
                  </a:lnTo>
                  <a:lnTo>
                    <a:pt x="14692" y="67013"/>
                  </a:lnTo>
                  <a:lnTo>
                    <a:pt x="11446" y="71505"/>
                  </a:lnTo>
                  <a:lnTo>
                    <a:pt x="8350" y="76103"/>
                  </a:lnTo>
                  <a:lnTo>
                    <a:pt x="5408" y="80800"/>
                  </a:lnTo>
                  <a:lnTo>
                    <a:pt x="2624" y="85592"/>
                  </a:lnTo>
                  <a:lnTo>
                    <a:pt x="0" y="90474"/>
                  </a:lnTo>
                  <a:lnTo>
                    <a:pt x="14853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38727" y="5309273"/>
              <a:ext cx="334324" cy="334327"/>
            </a:xfrm>
            <a:custGeom>
              <a:avLst/>
              <a:pathLst>
                <a:path w="334324" h="334327">
                  <a:moveTo>
                    <a:pt x="18630" y="90474"/>
                  </a:moveTo>
                  <a:lnTo>
                    <a:pt x="16278" y="95211"/>
                  </a:lnTo>
                  <a:lnTo>
                    <a:pt x="14077" y="100021"/>
                  </a:lnTo>
                  <a:lnTo>
                    <a:pt x="12030" y="104897"/>
                  </a:lnTo>
                  <a:lnTo>
                    <a:pt x="10138" y="109836"/>
                  </a:lnTo>
                  <a:lnTo>
                    <a:pt x="8402" y="114832"/>
                  </a:lnTo>
                  <a:lnTo>
                    <a:pt x="6826" y="119881"/>
                  </a:lnTo>
                  <a:lnTo>
                    <a:pt x="5411" y="124977"/>
                  </a:lnTo>
                  <a:lnTo>
                    <a:pt x="4157" y="130115"/>
                  </a:lnTo>
                  <a:lnTo>
                    <a:pt x="3066" y="135291"/>
                  </a:lnTo>
                  <a:lnTo>
                    <a:pt x="2140" y="140498"/>
                  </a:lnTo>
                  <a:lnTo>
                    <a:pt x="1379" y="145732"/>
                  </a:lnTo>
                  <a:lnTo>
                    <a:pt x="784" y="150987"/>
                  </a:lnTo>
                  <a:lnTo>
                    <a:pt x="355" y="156259"/>
                  </a:lnTo>
                  <a:lnTo>
                    <a:pt x="94" y="161542"/>
                  </a:lnTo>
                  <a:lnTo>
                    <a:pt x="0" y="166830"/>
                  </a:lnTo>
                  <a:lnTo>
                    <a:pt x="73" y="172118"/>
                  </a:lnTo>
                  <a:lnTo>
                    <a:pt x="313" y="177402"/>
                  </a:lnTo>
                  <a:lnTo>
                    <a:pt x="720" y="182675"/>
                  </a:lnTo>
                  <a:lnTo>
                    <a:pt x="1294" y="187933"/>
                  </a:lnTo>
                  <a:lnTo>
                    <a:pt x="2034" y="193170"/>
                  </a:lnTo>
                  <a:lnTo>
                    <a:pt x="2939" y="198381"/>
                  </a:lnTo>
                  <a:lnTo>
                    <a:pt x="4009" y="203561"/>
                  </a:lnTo>
                  <a:lnTo>
                    <a:pt x="5242" y="208704"/>
                  </a:lnTo>
                  <a:lnTo>
                    <a:pt x="6637" y="213806"/>
                  </a:lnTo>
                  <a:lnTo>
                    <a:pt x="8193" y="218861"/>
                  </a:lnTo>
                  <a:lnTo>
                    <a:pt x="9908" y="223864"/>
                  </a:lnTo>
                  <a:lnTo>
                    <a:pt x="11780" y="228810"/>
                  </a:lnTo>
                  <a:lnTo>
                    <a:pt x="13808" y="233695"/>
                  </a:lnTo>
                  <a:lnTo>
                    <a:pt x="15989" y="238513"/>
                  </a:lnTo>
                  <a:lnTo>
                    <a:pt x="18322" y="243260"/>
                  </a:lnTo>
                  <a:lnTo>
                    <a:pt x="20804" y="247931"/>
                  </a:lnTo>
                  <a:lnTo>
                    <a:pt x="23432" y="252521"/>
                  </a:lnTo>
                  <a:lnTo>
                    <a:pt x="26204" y="257025"/>
                  </a:lnTo>
                  <a:lnTo>
                    <a:pt x="29117" y="261439"/>
                  </a:lnTo>
                  <a:lnTo>
                    <a:pt x="32168" y="265759"/>
                  </a:lnTo>
                  <a:lnTo>
                    <a:pt x="35355" y="269981"/>
                  </a:lnTo>
                  <a:lnTo>
                    <a:pt x="38673" y="274099"/>
                  </a:lnTo>
                  <a:lnTo>
                    <a:pt x="42121" y="278110"/>
                  </a:lnTo>
                  <a:lnTo>
                    <a:pt x="45693" y="282011"/>
                  </a:lnTo>
                  <a:lnTo>
                    <a:pt x="49387" y="285796"/>
                  </a:lnTo>
                  <a:lnTo>
                    <a:pt x="53199" y="289463"/>
                  </a:lnTo>
                  <a:lnTo>
                    <a:pt x="57124" y="293007"/>
                  </a:lnTo>
                  <a:lnTo>
                    <a:pt x="61160" y="296425"/>
                  </a:lnTo>
                  <a:lnTo>
                    <a:pt x="65303" y="299714"/>
                  </a:lnTo>
                  <a:lnTo>
                    <a:pt x="69547" y="302870"/>
                  </a:lnTo>
                  <a:lnTo>
                    <a:pt x="73889" y="305890"/>
                  </a:lnTo>
                  <a:lnTo>
                    <a:pt x="78324" y="308772"/>
                  </a:lnTo>
                  <a:lnTo>
                    <a:pt x="82848" y="311511"/>
                  </a:lnTo>
                  <a:lnTo>
                    <a:pt x="87456" y="314107"/>
                  </a:lnTo>
                  <a:lnTo>
                    <a:pt x="92145" y="316555"/>
                  </a:lnTo>
                  <a:lnTo>
                    <a:pt x="96908" y="318853"/>
                  </a:lnTo>
                  <a:lnTo>
                    <a:pt x="101742" y="321000"/>
                  </a:lnTo>
                  <a:lnTo>
                    <a:pt x="106641" y="322993"/>
                  </a:lnTo>
                  <a:lnTo>
                    <a:pt x="111601" y="324829"/>
                  </a:lnTo>
                  <a:lnTo>
                    <a:pt x="116616" y="326508"/>
                  </a:lnTo>
                  <a:lnTo>
                    <a:pt x="121683" y="328028"/>
                  </a:lnTo>
                  <a:lnTo>
                    <a:pt x="126794" y="329386"/>
                  </a:lnTo>
                  <a:lnTo>
                    <a:pt x="131946" y="330582"/>
                  </a:lnTo>
                  <a:lnTo>
                    <a:pt x="137133" y="331614"/>
                  </a:lnTo>
                  <a:lnTo>
                    <a:pt x="142351" y="332482"/>
                  </a:lnTo>
                  <a:lnTo>
                    <a:pt x="147593" y="333184"/>
                  </a:lnTo>
                  <a:lnTo>
                    <a:pt x="152855" y="333721"/>
                  </a:lnTo>
                  <a:lnTo>
                    <a:pt x="158131" y="334090"/>
                  </a:lnTo>
                  <a:lnTo>
                    <a:pt x="163416" y="334292"/>
                  </a:lnTo>
                  <a:lnTo>
                    <a:pt x="168705" y="334327"/>
                  </a:lnTo>
                  <a:lnTo>
                    <a:pt x="173992" y="334195"/>
                  </a:lnTo>
                  <a:lnTo>
                    <a:pt x="179273" y="333895"/>
                  </a:lnTo>
                  <a:lnTo>
                    <a:pt x="184541" y="333429"/>
                  </a:lnTo>
                  <a:lnTo>
                    <a:pt x="189792" y="332796"/>
                  </a:lnTo>
                  <a:lnTo>
                    <a:pt x="195020" y="331998"/>
                  </a:lnTo>
                  <a:lnTo>
                    <a:pt x="200221" y="331034"/>
                  </a:lnTo>
                  <a:lnTo>
                    <a:pt x="205388" y="329906"/>
                  </a:lnTo>
                  <a:lnTo>
                    <a:pt x="210517" y="328616"/>
                  </a:lnTo>
                  <a:lnTo>
                    <a:pt x="215603" y="327163"/>
                  </a:lnTo>
                  <a:lnTo>
                    <a:pt x="220640" y="325551"/>
                  </a:lnTo>
                  <a:lnTo>
                    <a:pt x="225624" y="323780"/>
                  </a:lnTo>
                  <a:lnTo>
                    <a:pt x="230549" y="321852"/>
                  </a:lnTo>
                  <a:lnTo>
                    <a:pt x="235411" y="319770"/>
                  </a:lnTo>
                  <a:lnTo>
                    <a:pt x="240205" y="317535"/>
                  </a:lnTo>
                  <a:lnTo>
                    <a:pt x="244925" y="315149"/>
                  </a:lnTo>
                  <a:lnTo>
                    <a:pt x="249567" y="312615"/>
                  </a:lnTo>
                  <a:lnTo>
                    <a:pt x="254127" y="309935"/>
                  </a:lnTo>
                  <a:lnTo>
                    <a:pt x="258600" y="307113"/>
                  </a:lnTo>
                  <a:lnTo>
                    <a:pt x="262982" y="304150"/>
                  </a:lnTo>
                  <a:lnTo>
                    <a:pt x="267267" y="301050"/>
                  </a:lnTo>
                  <a:lnTo>
                    <a:pt x="271453" y="297817"/>
                  </a:lnTo>
                  <a:lnTo>
                    <a:pt x="275534" y="294452"/>
                  </a:lnTo>
                  <a:lnTo>
                    <a:pt x="279506" y="290960"/>
                  </a:lnTo>
                  <a:lnTo>
                    <a:pt x="283366" y="287345"/>
                  </a:lnTo>
                  <a:lnTo>
                    <a:pt x="287110" y="283608"/>
                  </a:lnTo>
                  <a:lnTo>
                    <a:pt x="290733" y="279756"/>
                  </a:lnTo>
                  <a:lnTo>
                    <a:pt x="294233" y="275790"/>
                  </a:lnTo>
                  <a:lnTo>
                    <a:pt x="297606" y="271716"/>
                  </a:lnTo>
                  <a:lnTo>
                    <a:pt x="300848" y="267538"/>
                  </a:lnTo>
                  <a:lnTo>
                    <a:pt x="303956" y="263258"/>
                  </a:lnTo>
                  <a:lnTo>
                    <a:pt x="306928" y="258883"/>
                  </a:lnTo>
                  <a:lnTo>
                    <a:pt x="309759" y="254416"/>
                  </a:lnTo>
                  <a:lnTo>
                    <a:pt x="312448" y="249861"/>
                  </a:lnTo>
                  <a:lnTo>
                    <a:pt x="314991" y="245224"/>
                  </a:lnTo>
                  <a:lnTo>
                    <a:pt x="317387" y="240508"/>
                  </a:lnTo>
                  <a:lnTo>
                    <a:pt x="319631" y="235719"/>
                  </a:lnTo>
                  <a:lnTo>
                    <a:pt x="321724" y="230862"/>
                  </a:lnTo>
                  <a:lnTo>
                    <a:pt x="323661" y="225940"/>
                  </a:lnTo>
                  <a:lnTo>
                    <a:pt x="325442" y="220960"/>
                  </a:lnTo>
                  <a:lnTo>
                    <a:pt x="327065" y="215926"/>
                  </a:lnTo>
                  <a:lnTo>
                    <a:pt x="328527" y="210843"/>
                  </a:lnTo>
                  <a:lnTo>
                    <a:pt x="329828" y="205717"/>
                  </a:lnTo>
                  <a:lnTo>
                    <a:pt x="330966" y="200552"/>
                  </a:lnTo>
                  <a:lnTo>
                    <a:pt x="331941" y="195353"/>
                  </a:lnTo>
                  <a:lnTo>
                    <a:pt x="332750" y="190127"/>
                  </a:lnTo>
                  <a:lnTo>
                    <a:pt x="333393" y="184877"/>
                  </a:lnTo>
                  <a:lnTo>
                    <a:pt x="333870" y="179609"/>
                  </a:lnTo>
                  <a:lnTo>
                    <a:pt x="334181" y="174329"/>
                  </a:lnTo>
                  <a:lnTo>
                    <a:pt x="334324" y="169042"/>
                  </a:lnTo>
                  <a:lnTo>
                    <a:pt x="334299" y="163753"/>
                  </a:lnTo>
                  <a:lnTo>
                    <a:pt x="334108" y="158468"/>
                  </a:lnTo>
                  <a:lnTo>
                    <a:pt x="333749" y="153191"/>
                  </a:lnTo>
                  <a:lnTo>
                    <a:pt x="333223" y="147928"/>
                  </a:lnTo>
                  <a:lnTo>
                    <a:pt x="332532" y="142685"/>
                  </a:lnTo>
                  <a:lnTo>
                    <a:pt x="331674" y="137466"/>
                  </a:lnTo>
                  <a:lnTo>
                    <a:pt x="330652" y="132276"/>
                  </a:lnTo>
                  <a:lnTo>
                    <a:pt x="329467" y="127122"/>
                  </a:lnTo>
                  <a:lnTo>
                    <a:pt x="328119" y="122007"/>
                  </a:lnTo>
                  <a:lnTo>
                    <a:pt x="326610" y="116938"/>
                  </a:lnTo>
                  <a:lnTo>
                    <a:pt x="324941" y="111920"/>
                  </a:lnTo>
                  <a:lnTo>
                    <a:pt x="323114" y="106956"/>
                  </a:lnTo>
                  <a:lnTo>
                    <a:pt x="321131" y="102053"/>
                  </a:lnTo>
                  <a:lnTo>
                    <a:pt x="318994" y="97215"/>
                  </a:lnTo>
                  <a:lnTo>
                    <a:pt x="316705" y="92447"/>
                  </a:lnTo>
                  <a:lnTo>
                    <a:pt x="314267" y="87753"/>
                  </a:lnTo>
                  <a:lnTo>
                    <a:pt x="311681" y="83140"/>
                  </a:lnTo>
                  <a:lnTo>
                    <a:pt x="308950" y="78610"/>
                  </a:lnTo>
                  <a:lnTo>
                    <a:pt x="306078" y="74169"/>
                  </a:lnTo>
                  <a:lnTo>
                    <a:pt x="303066" y="69821"/>
                  </a:lnTo>
                  <a:lnTo>
                    <a:pt x="299919" y="65571"/>
                  </a:lnTo>
                  <a:lnTo>
                    <a:pt x="296638" y="61422"/>
                  </a:lnTo>
                  <a:lnTo>
                    <a:pt x="293228" y="57379"/>
                  </a:lnTo>
                  <a:lnTo>
                    <a:pt x="289692" y="53446"/>
                  </a:lnTo>
                  <a:lnTo>
                    <a:pt x="286033" y="49627"/>
                  </a:lnTo>
                  <a:lnTo>
                    <a:pt x="282255" y="45925"/>
                  </a:lnTo>
                  <a:lnTo>
                    <a:pt x="278362" y="42345"/>
                  </a:lnTo>
                  <a:lnTo>
                    <a:pt x="274358" y="38890"/>
                  </a:lnTo>
                  <a:lnTo>
                    <a:pt x="270246" y="35563"/>
                  </a:lnTo>
                  <a:lnTo>
                    <a:pt x="266031" y="32368"/>
                  </a:lnTo>
                  <a:lnTo>
                    <a:pt x="261717" y="29308"/>
                  </a:lnTo>
                  <a:lnTo>
                    <a:pt x="257309" y="26386"/>
                  </a:lnTo>
                  <a:lnTo>
                    <a:pt x="252810" y="23605"/>
                  </a:lnTo>
                  <a:lnTo>
                    <a:pt x="248226" y="20967"/>
                  </a:lnTo>
                  <a:lnTo>
                    <a:pt x="243560" y="18476"/>
                  </a:lnTo>
                  <a:lnTo>
                    <a:pt x="238818" y="16134"/>
                  </a:lnTo>
                  <a:lnTo>
                    <a:pt x="234004" y="13943"/>
                  </a:lnTo>
                  <a:lnTo>
                    <a:pt x="229123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3030" y="5399291"/>
              <a:ext cx="4250" cy="167167"/>
            </a:xfrm>
            <a:custGeom>
              <a:avLst/>
              <a:pathLst>
                <a:path w="4250" h="167167">
                  <a:moveTo>
                    <a:pt x="4250" y="0"/>
                  </a:moveTo>
                  <a:lnTo>
                    <a:pt x="0" y="54"/>
                  </a:lnTo>
                  <a:lnTo>
                    <a:pt x="425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3030" y="5399345"/>
              <a:ext cx="4250" cy="167113"/>
            </a:xfrm>
            <a:custGeom>
              <a:avLst/>
              <a:pathLst>
                <a:path w="4250" h="167113">
                  <a:moveTo>
                    <a:pt x="0" y="0"/>
                  </a:moveTo>
                  <a:lnTo>
                    <a:pt x="4250" y="1671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0114" y="5399345"/>
              <a:ext cx="334330" cy="334260"/>
            </a:xfrm>
            <a:custGeom>
              <a:avLst/>
              <a:pathLst>
                <a:path w="334330" h="334260">
                  <a:moveTo>
                    <a:pt x="162915" y="0"/>
                  </a:moveTo>
                  <a:lnTo>
                    <a:pt x="157632" y="218"/>
                  </a:lnTo>
                  <a:lnTo>
                    <a:pt x="152358" y="603"/>
                  </a:lnTo>
                  <a:lnTo>
                    <a:pt x="147099" y="1154"/>
                  </a:lnTo>
                  <a:lnTo>
                    <a:pt x="141860" y="1872"/>
                  </a:lnTo>
                  <a:lnTo>
                    <a:pt x="136646" y="2755"/>
                  </a:lnTo>
                  <a:lnTo>
                    <a:pt x="131463" y="3802"/>
                  </a:lnTo>
                  <a:lnTo>
                    <a:pt x="126316" y="5013"/>
                  </a:lnTo>
                  <a:lnTo>
                    <a:pt x="121209" y="6386"/>
                  </a:lnTo>
                  <a:lnTo>
                    <a:pt x="116149" y="7920"/>
                  </a:lnTo>
                  <a:lnTo>
                    <a:pt x="111140" y="9613"/>
                  </a:lnTo>
                  <a:lnTo>
                    <a:pt x="106186" y="11464"/>
                  </a:lnTo>
                  <a:lnTo>
                    <a:pt x="101294" y="13471"/>
                  </a:lnTo>
                  <a:lnTo>
                    <a:pt x="96467" y="15631"/>
                  </a:lnTo>
                  <a:lnTo>
                    <a:pt x="91712" y="17943"/>
                  </a:lnTo>
                  <a:lnTo>
                    <a:pt x="87031" y="20404"/>
                  </a:lnTo>
                  <a:lnTo>
                    <a:pt x="82431" y="23012"/>
                  </a:lnTo>
                  <a:lnTo>
                    <a:pt x="77916" y="25764"/>
                  </a:lnTo>
                  <a:lnTo>
                    <a:pt x="73490" y="28657"/>
                  </a:lnTo>
                  <a:lnTo>
                    <a:pt x="69158" y="31689"/>
                  </a:lnTo>
                  <a:lnTo>
                    <a:pt x="64924" y="34857"/>
                  </a:lnTo>
                  <a:lnTo>
                    <a:pt x="60792" y="38157"/>
                  </a:lnTo>
                  <a:lnTo>
                    <a:pt x="56767" y="41585"/>
                  </a:lnTo>
                  <a:lnTo>
                    <a:pt x="52852" y="45140"/>
                  </a:lnTo>
                  <a:lnTo>
                    <a:pt x="49051" y="48816"/>
                  </a:lnTo>
                  <a:lnTo>
                    <a:pt x="45369" y="52611"/>
                  </a:lnTo>
                  <a:lnTo>
                    <a:pt x="41808" y="56521"/>
                  </a:lnTo>
                  <a:lnTo>
                    <a:pt x="38373" y="60541"/>
                  </a:lnTo>
                  <a:lnTo>
                    <a:pt x="35067" y="64668"/>
                  </a:lnTo>
                  <a:lnTo>
                    <a:pt x="31893" y="68897"/>
                  </a:lnTo>
                  <a:lnTo>
                    <a:pt x="28854" y="73224"/>
                  </a:lnTo>
                  <a:lnTo>
                    <a:pt x="25954" y="77646"/>
                  </a:lnTo>
                  <a:lnTo>
                    <a:pt x="23195" y="82157"/>
                  </a:lnTo>
                  <a:lnTo>
                    <a:pt x="20580" y="86753"/>
                  </a:lnTo>
                  <a:lnTo>
                    <a:pt x="18112" y="91429"/>
                  </a:lnTo>
                  <a:lnTo>
                    <a:pt x="15792" y="96181"/>
                  </a:lnTo>
                  <a:lnTo>
                    <a:pt x="13625" y="101005"/>
                  </a:lnTo>
                  <a:lnTo>
                    <a:pt x="11611" y="105894"/>
                  </a:lnTo>
                  <a:lnTo>
                    <a:pt x="9752" y="110844"/>
                  </a:lnTo>
                  <a:lnTo>
                    <a:pt x="8051" y="115851"/>
                  </a:lnTo>
                  <a:lnTo>
                    <a:pt x="6510" y="120909"/>
                  </a:lnTo>
                  <a:lnTo>
                    <a:pt x="5129" y="126014"/>
                  </a:lnTo>
                  <a:lnTo>
                    <a:pt x="3910" y="131159"/>
                  </a:lnTo>
                  <a:lnTo>
                    <a:pt x="2854" y="136340"/>
                  </a:lnTo>
                  <a:lnTo>
                    <a:pt x="1963" y="141553"/>
                  </a:lnTo>
                  <a:lnTo>
                    <a:pt x="1238" y="146790"/>
                  </a:lnTo>
                  <a:lnTo>
                    <a:pt x="678" y="152049"/>
                  </a:lnTo>
                  <a:lnTo>
                    <a:pt x="285" y="157322"/>
                  </a:lnTo>
                  <a:lnTo>
                    <a:pt x="58" y="162605"/>
                  </a:lnTo>
                  <a:lnTo>
                    <a:pt x="0" y="167892"/>
                  </a:lnTo>
                  <a:lnTo>
                    <a:pt x="108" y="173179"/>
                  </a:lnTo>
                  <a:lnTo>
                    <a:pt x="383" y="178460"/>
                  </a:lnTo>
                  <a:lnTo>
                    <a:pt x="826" y="183729"/>
                  </a:lnTo>
                  <a:lnTo>
                    <a:pt x="1434" y="188982"/>
                  </a:lnTo>
                  <a:lnTo>
                    <a:pt x="2209" y="194212"/>
                  </a:lnTo>
                  <a:lnTo>
                    <a:pt x="3148" y="199416"/>
                  </a:lnTo>
                  <a:lnTo>
                    <a:pt x="4252" y="204587"/>
                  </a:lnTo>
                  <a:lnTo>
                    <a:pt x="5519" y="209721"/>
                  </a:lnTo>
                  <a:lnTo>
                    <a:pt x="6947" y="214813"/>
                  </a:lnTo>
                  <a:lnTo>
                    <a:pt x="8536" y="219856"/>
                  </a:lnTo>
                  <a:lnTo>
                    <a:pt x="10284" y="224847"/>
                  </a:lnTo>
                  <a:lnTo>
                    <a:pt x="12188" y="229780"/>
                  </a:lnTo>
                  <a:lnTo>
                    <a:pt x="14248" y="234650"/>
                  </a:lnTo>
                  <a:lnTo>
                    <a:pt x="16460" y="239453"/>
                  </a:lnTo>
                  <a:lnTo>
                    <a:pt x="18824" y="244183"/>
                  </a:lnTo>
                  <a:lnTo>
                    <a:pt x="21336" y="248836"/>
                  </a:lnTo>
                  <a:lnTo>
                    <a:pt x="23993" y="253408"/>
                  </a:lnTo>
                  <a:lnTo>
                    <a:pt x="26794" y="257893"/>
                  </a:lnTo>
                  <a:lnTo>
                    <a:pt x="29736" y="262287"/>
                  </a:lnTo>
                  <a:lnTo>
                    <a:pt x="32815" y="266586"/>
                  </a:lnTo>
                  <a:lnTo>
                    <a:pt x="36028" y="270785"/>
                  </a:lnTo>
                  <a:lnTo>
                    <a:pt x="39372" y="274881"/>
                  </a:lnTo>
                  <a:lnTo>
                    <a:pt x="42845" y="278869"/>
                  </a:lnTo>
                  <a:lnTo>
                    <a:pt x="46442" y="282745"/>
                  </a:lnTo>
                  <a:lnTo>
                    <a:pt x="50159" y="286505"/>
                  </a:lnTo>
                  <a:lnTo>
                    <a:pt x="53994" y="290146"/>
                  </a:lnTo>
                  <a:lnTo>
                    <a:pt x="57942" y="293664"/>
                  </a:lnTo>
                  <a:lnTo>
                    <a:pt x="61999" y="297055"/>
                  </a:lnTo>
                  <a:lnTo>
                    <a:pt x="66162" y="300317"/>
                  </a:lnTo>
                  <a:lnTo>
                    <a:pt x="70425" y="303444"/>
                  </a:lnTo>
                  <a:lnTo>
                    <a:pt x="74785" y="306436"/>
                  </a:lnTo>
                  <a:lnTo>
                    <a:pt x="79238" y="309288"/>
                  </a:lnTo>
                  <a:lnTo>
                    <a:pt x="83779" y="311998"/>
                  </a:lnTo>
                  <a:lnTo>
                    <a:pt x="88403" y="314563"/>
                  </a:lnTo>
                  <a:lnTo>
                    <a:pt x="93106" y="316980"/>
                  </a:lnTo>
                  <a:lnTo>
                    <a:pt x="97883" y="319247"/>
                  </a:lnTo>
                  <a:lnTo>
                    <a:pt x="102729" y="321363"/>
                  </a:lnTo>
                  <a:lnTo>
                    <a:pt x="107640" y="323323"/>
                  </a:lnTo>
                  <a:lnTo>
                    <a:pt x="112610" y="325128"/>
                  </a:lnTo>
                  <a:lnTo>
                    <a:pt x="117635" y="326774"/>
                  </a:lnTo>
                  <a:lnTo>
                    <a:pt x="122710" y="328261"/>
                  </a:lnTo>
                  <a:lnTo>
                    <a:pt x="127829" y="329586"/>
                  </a:lnTo>
                  <a:lnTo>
                    <a:pt x="132987" y="330749"/>
                  </a:lnTo>
                  <a:lnTo>
                    <a:pt x="138180" y="331748"/>
                  </a:lnTo>
                  <a:lnTo>
                    <a:pt x="143402" y="332583"/>
                  </a:lnTo>
                  <a:lnTo>
                    <a:pt x="148647" y="333251"/>
                  </a:lnTo>
                  <a:lnTo>
                    <a:pt x="153911" y="333754"/>
                  </a:lnTo>
                  <a:lnTo>
                    <a:pt x="159188" y="334090"/>
                  </a:lnTo>
                  <a:lnTo>
                    <a:pt x="164473" y="334259"/>
                  </a:lnTo>
                  <a:lnTo>
                    <a:pt x="169761" y="334260"/>
                  </a:lnTo>
                  <a:lnTo>
                    <a:pt x="175046" y="334094"/>
                  </a:lnTo>
                  <a:lnTo>
                    <a:pt x="180324" y="333762"/>
                  </a:lnTo>
                  <a:lnTo>
                    <a:pt x="185588" y="333262"/>
                  </a:lnTo>
                  <a:lnTo>
                    <a:pt x="190834" y="332596"/>
                  </a:lnTo>
                  <a:lnTo>
                    <a:pt x="196056" y="331765"/>
                  </a:lnTo>
                  <a:lnTo>
                    <a:pt x="201249" y="330769"/>
                  </a:lnTo>
                  <a:lnTo>
                    <a:pt x="206408" y="329609"/>
                  </a:lnTo>
                  <a:lnTo>
                    <a:pt x="211528" y="328286"/>
                  </a:lnTo>
                  <a:lnTo>
                    <a:pt x="216603" y="326803"/>
                  </a:lnTo>
                  <a:lnTo>
                    <a:pt x="221629" y="325159"/>
                  </a:lnTo>
                  <a:lnTo>
                    <a:pt x="226600" y="323358"/>
                  </a:lnTo>
                  <a:lnTo>
                    <a:pt x="231512" y="321400"/>
                  </a:lnTo>
                  <a:lnTo>
                    <a:pt x="236360" y="319287"/>
                  </a:lnTo>
                  <a:lnTo>
                    <a:pt x="241138" y="317023"/>
                  </a:lnTo>
                  <a:lnTo>
                    <a:pt x="245843" y="314608"/>
                  </a:lnTo>
                  <a:lnTo>
                    <a:pt x="250468" y="312046"/>
                  </a:lnTo>
                  <a:lnTo>
                    <a:pt x="255011" y="309339"/>
                  </a:lnTo>
                  <a:lnTo>
                    <a:pt x="259465" y="306489"/>
                  </a:lnTo>
                  <a:lnTo>
                    <a:pt x="263827" y="303500"/>
                  </a:lnTo>
                  <a:lnTo>
                    <a:pt x="268092" y="300375"/>
                  </a:lnTo>
                  <a:lnTo>
                    <a:pt x="272257" y="297116"/>
                  </a:lnTo>
                  <a:lnTo>
                    <a:pt x="276316" y="293727"/>
                  </a:lnTo>
                  <a:lnTo>
                    <a:pt x="280266" y="290211"/>
                  </a:lnTo>
                  <a:lnTo>
                    <a:pt x="284102" y="286573"/>
                  </a:lnTo>
                  <a:lnTo>
                    <a:pt x="287822" y="282814"/>
                  </a:lnTo>
                  <a:lnTo>
                    <a:pt x="291421" y="278940"/>
                  </a:lnTo>
                  <a:lnTo>
                    <a:pt x="294896" y="274954"/>
                  </a:lnTo>
                  <a:lnTo>
                    <a:pt x="298243" y="270861"/>
                  </a:lnTo>
                  <a:lnTo>
                    <a:pt x="301459" y="266663"/>
                  </a:lnTo>
                  <a:lnTo>
                    <a:pt x="304540" y="262366"/>
                  </a:lnTo>
                  <a:lnTo>
                    <a:pt x="307484" y="257973"/>
                  </a:lnTo>
                  <a:lnTo>
                    <a:pt x="310287" y="253490"/>
                  </a:lnTo>
                  <a:lnTo>
                    <a:pt x="312948" y="248920"/>
                  </a:lnTo>
                  <a:lnTo>
                    <a:pt x="315462" y="244268"/>
                  </a:lnTo>
                  <a:lnTo>
                    <a:pt x="317828" y="239539"/>
                  </a:lnTo>
                  <a:lnTo>
                    <a:pt x="320044" y="234738"/>
                  </a:lnTo>
                  <a:lnTo>
                    <a:pt x="322106" y="229869"/>
                  </a:lnTo>
                  <a:lnTo>
                    <a:pt x="324013" y="224937"/>
                  </a:lnTo>
                  <a:lnTo>
                    <a:pt x="325764" y="219947"/>
                  </a:lnTo>
                  <a:lnTo>
                    <a:pt x="327355" y="214905"/>
                  </a:lnTo>
                  <a:lnTo>
                    <a:pt x="328787" y="209814"/>
                  </a:lnTo>
                  <a:lnTo>
                    <a:pt x="330056" y="204681"/>
                  </a:lnTo>
                  <a:lnTo>
                    <a:pt x="331163" y="199510"/>
                  </a:lnTo>
                  <a:lnTo>
                    <a:pt x="332106" y="194307"/>
                  </a:lnTo>
                  <a:lnTo>
                    <a:pt x="332883" y="189077"/>
                  </a:lnTo>
                  <a:lnTo>
                    <a:pt x="333495" y="183824"/>
                  </a:lnTo>
                  <a:lnTo>
                    <a:pt x="333940" y="178555"/>
                  </a:lnTo>
                  <a:lnTo>
                    <a:pt x="334219" y="173275"/>
                  </a:lnTo>
                  <a:lnTo>
                    <a:pt x="334330" y="167988"/>
                  </a:lnTo>
                  <a:lnTo>
                    <a:pt x="334274" y="162701"/>
                  </a:lnTo>
                  <a:lnTo>
                    <a:pt x="334051" y="157418"/>
                  </a:lnTo>
                  <a:lnTo>
                    <a:pt x="333661" y="152144"/>
                  </a:lnTo>
                  <a:lnTo>
                    <a:pt x="333104" y="146886"/>
                  </a:lnTo>
                  <a:lnTo>
                    <a:pt x="332382" y="141648"/>
                  </a:lnTo>
                  <a:lnTo>
                    <a:pt x="331493" y="136435"/>
                  </a:lnTo>
                  <a:lnTo>
                    <a:pt x="330441" y="131253"/>
                  </a:lnTo>
                  <a:lnTo>
                    <a:pt x="329225" y="126107"/>
                  </a:lnTo>
                  <a:lnTo>
                    <a:pt x="327847" y="121002"/>
                  </a:lnTo>
                  <a:lnTo>
                    <a:pt x="326308" y="115943"/>
                  </a:lnTo>
                  <a:lnTo>
                    <a:pt x="324610" y="110935"/>
                  </a:lnTo>
                  <a:lnTo>
                    <a:pt x="322755" y="105983"/>
                  </a:lnTo>
                  <a:lnTo>
                    <a:pt x="320743" y="101093"/>
                  </a:lnTo>
                  <a:lnTo>
                    <a:pt x="318579" y="96268"/>
                  </a:lnTo>
                  <a:lnTo>
                    <a:pt x="316262" y="91515"/>
                  </a:lnTo>
                  <a:lnTo>
                    <a:pt x="313797" y="86837"/>
                  </a:lnTo>
                  <a:lnTo>
                    <a:pt x="311184" y="82240"/>
                  </a:lnTo>
                  <a:lnTo>
                    <a:pt x="308428" y="77727"/>
                  </a:lnTo>
                  <a:lnTo>
                    <a:pt x="305530" y="73304"/>
                  </a:lnTo>
                  <a:lnTo>
                    <a:pt x="302494" y="68975"/>
                  </a:lnTo>
                  <a:lnTo>
                    <a:pt x="299322" y="64744"/>
                  </a:lnTo>
                  <a:lnTo>
                    <a:pt x="296018" y="60615"/>
                  </a:lnTo>
                  <a:lnTo>
                    <a:pt x="292586" y="56593"/>
                  </a:lnTo>
                  <a:lnTo>
                    <a:pt x="289027" y="52681"/>
                  </a:lnTo>
                  <a:lnTo>
                    <a:pt x="285347" y="48884"/>
                  </a:lnTo>
                  <a:lnTo>
                    <a:pt x="281549" y="45206"/>
                  </a:lnTo>
                  <a:lnTo>
                    <a:pt x="277636" y="41649"/>
                  </a:lnTo>
                  <a:lnTo>
                    <a:pt x="273612" y="38218"/>
                  </a:lnTo>
                  <a:lnTo>
                    <a:pt x="269482" y="34916"/>
                  </a:lnTo>
                  <a:lnTo>
                    <a:pt x="265250" y="31746"/>
                  </a:lnTo>
                  <a:lnTo>
                    <a:pt x="260920" y="28711"/>
                  </a:lnTo>
                  <a:lnTo>
                    <a:pt x="256495" y="25815"/>
                  </a:lnTo>
                  <a:lnTo>
                    <a:pt x="251982" y="23060"/>
                  </a:lnTo>
                  <a:lnTo>
                    <a:pt x="247383" y="20450"/>
                  </a:lnTo>
                  <a:lnTo>
                    <a:pt x="242704" y="17986"/>
                  </a:lnTo>
                  <a:lnTo>
                    <a:pt x="237950" y="15672"/>
                  </a:lnTo>
                  <a:lnTo>
                    <a:pt x="233125" y="13509"/>
                  </a:lnTo>
                  <a:lnTo>
                    <a:pt x="228233" y="11499"/>
                  </a:lnTo>
                  <a:lnTo>
                    <a:pt x="223281" y="9646"/>
                  </a:lnTo>
                  <a:lnTo>
                    <a:pt x="218273" y="7950"/>
                  </a:lnTo>
                  <a:lnTo>
                    <a:pt x="213213" y="6413"/>
                  </a:lnTo>
                  <a:lnTo>
                    <a:pt x="208107" y="5037"/>
                  </a:lnTo>
                  <a:lnTo>
                    <a:pt x="202961" y="3823"/>
                  </a:lnTo>
                  <a:lnTo>
                    <a:pt x="197778" y="2772"/>
                  </a:lnTo>
                  <a:lnTo>
                    <a:pt x="167165" y="16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617280" y="5399291"/>
              <a:ext cx="30613" cy="167167"/>
            </a:xfrm>
            <a:custGeom>
              <a:avLst/>
              <a:pathLst>
                <a:path w="30613" h="167167">
                  <a:moveTo>
                    <a:pt x="30613" y="2827"/>
                  </a:moveTo>
                  <a:lnTo>
                    <a:pt x="23016" y="1592"/>
                  </a:lnTo>
                  <a:lnTo>
                    <a:pt x="15371" y="708"/>
                  </a:lnTo>
                  <a:lnTo>
                    <a:pt x="7694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101974" y="5369149"/>
              <a:ext cx="33701" cy="167167"/>
            </a:xfrm>
            <a:custGeom>
              <a:avLst/>
              <a:pathLst>
                <a:path w="33701" h="167167">
                  <a:moveTo>
                    <a:pt x="33701" y="0"/>
                  </a:moveTo>
                  <a:lnTo>
                    <a:pt x="26916" y="137"/>
                  </a:lnTo>
                  <a:lnTo>
                    <a:pt x="20142" y="550"/>
                  </a:lnTo>
                  <a:lnTo>
                    <a:pt x="13391" y="1238"/>
                  </a:lnTo>
                  <a:lnTo>
                    <a:pt x="6673" y="2199"/>
                  </a:lnTo>
                  <a:lnTo>
                    <a:pt x="0" y="3432"/>
                  </a:lnTo>
                  <a:lnTo>
                    <a:pt x="337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101974" y="5372582"/>
              <a:ext cx="33701" cy="163735"/>
            </a:xfrm>
            <a:custGeom>
              <a:avLst/>
              <a:pathLst>
                <a:path w="33701" h="163735">
                  <a:moveTo>
                    <a:pt x="0" y="0"/>
                  </a:moveTo>
                  <a:lnTo>
                    <a:pt x="33701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01974" y="5372582"/>
              <a:ext cx="33701" cy="163735"/>
            </a:xfrm>
            <a:custGeom>
              <a:avLst/>
              <a:pathLst>
                <a:path w="33701" h="163735">
                  <a:moveTo>
                    <a:pt x="0" y="0"/>
                  </a:moveTo>
                  <a:lnTo>
                    <a:pt x="33701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01974" y="5372582"/>
              <a:ext cx="33701" cy="163735"/>
            </a:xfrm>
            <a:custGeom>
              <a:avLst/>
              <a:pathLst>
                <a:path w="33701" h="163735">
                  <a:moveTo>
                    <a:pt x="0" y="0"/>
                  </a:moveTo>
                  <a:lnTo>
                    <a:pt x="33701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101974" y="5372582"/>
              <a:ext cx="33701" cy="163735"/>
            </a:xfrm>
            <a:custGeom>
              <a:avLst/>
              <a:pathLst>
                <a:path w="33701" h="163735">
                  <a:moveTo>
                    <a:pt x="0" y="0"/>
                  </a:moveTo>
                  <a:lnTo>
                    <a:pt x="33701" y="1637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101974" y="5372582"/>
              <a:ext cx="33701" cy="163735"/>
            </a:xfrm>
            <a:custGeom>
              <a:avLst/>
              <a:pathLst>
                <a:path w="33701" h="163735">
                  <a:moveTo>
                    <a:pt x="0" y="0"/>
                  </a:moveTo>
                  <a:lnTo>
                    <a:pt x="33701" y="1637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68522" y="5372582"/>
              <a:ext cx="167153" cy="261291"/>
            </a:xfrm>
            <a:custGeom>
              <a:avLst/>
              <a:pathLst>
                <a:path w="167153" h="261291">
                  <a:moveTo>
                    <a:pt x="133452" y="0"/>
                  </a:moveTo>
                  <a:lnTo>
                    <a:pt x="128212" y="1166"/>
                  </a:lnTo>
                  <a:lnTo>
                    <a:pt x="123013" y="2500"/>
                  </a:lnTo>
                  <a:lnTo>
                    <a:pt x="117859" y="4000"/>
                  </a:lnTo>
                  <a:lnTo>
                    <a:pt x="112756" y="5665"/>
                  </a:lnTo>
                  <a:lnTo>
                    <a:pt x="107709" y="7493"/>
                  </a:lnTo>
                  <a:lnTo>
                    <a:pt x="102723" y="9482"/>
                  </a:lnTo>
                  <a:lnTo>
                    <a:pt x="97804" y="11631"/>
                  </a:lnTo>
                  <a:lnTo>
                    <a:pt x="92956" y="13935"/>
                  </a:lnTo>
                  <a:lnTo>
                    <a:pt x="88185" y="16395"/>
                  </a:lnTo>
                  <a:lnTo>
                    <a:pt x="83495" y="19006"/>
                  </a:lnTo>
                  <a:lnTo>
                    <a:pt x="78891" y="21767"/>
                  </a:lnTo>
                  <a:lnTo>
                    <a:pt x="74379" y="24674"/>
                  </a:lnTo>
                  <a:lnTo>
                    <a:pt x="69962" y="27724"/>
                  </a:lnTo>
                  <a:lnTo>
                    <a:pt x="65645" y="30915"/>
                  </a:lnTo>
                  <a:lnTo>
                    <a:pt x="61433" y="34242"/>
                  </a:lnTo>
                  <a:lnTo>
                    <a:pt x="57330" y="37703"/>
                  </a:lnTo>
                  <a:lnTo>
                    <a:pt x="53340" y="41294"/>
                  </a:lnTo>
                  <a:lnTo>
                    <a:pt x="49468" y="45011"/>
                  </a:lnTo>
                  <a:lnTo>
                    <a:pt x="45717" y="48851"/>
                  </a:lnTo>
                  <a:lnTo>
                    <a:pt x="42091" y="52809"/>
                  </a:lnTo>
                  <a:lnTo>
                    <a:pt x="38594" y="56882"/>
                  </a:lnTo>
                  <a:lnTo>
                    <a:pt x="35229" y="61064"/>
                  </a:lnTo>
                  <a:lnTo>
                    <a:pt x="32001" y="65353"/>
                  </a:lnTo>
                  <a:lnTo>
                    <a:pt x="28912" y="69743"/>
                  </a:lnTo>
                  <a:lnTo>
                    <a:pt x="25966" y="74230"/>
                  </a:lnTo>
                  <a:lnTo>
                    <a:pt x="23165" y="78809"/>
                  </a:lnTo>
                  <a:lnTo>
                    <a:pt x="20512" y="83475"/>
                  </a:lnTo>
                  <a:lnTo>
                    <a:pt x="18011" y="88225"/>
                  </a:lnTo>
                  <a:lnTo>
                    <a:pt x="15664" y="93052"/>
                  </a:lnTo>
                  <a:lnTo>
                    <a:pt x="13472" y="97952"/>
                  </a:lnTo>
                  <a:lnTo>
                    <a:pt x="11440" y="102921"/>
                  </a:lnTo>
                  <a:lnTo>
                    <a:pt x="9567" y="107951"/>
                  </a:lnTo>
                  <a:lnTo>
                    <a:pt x="7858" y="113040"/>
                  </a:lnTo>
                  <a:lnTo>
                    <a:pt x="6312" y="118180"/>
                  </a:lnTo>
                  <a:lnTo>
                    <a:pt x="4932" y="123368"/>
                  </a:lnTo>
                  <a:lnTo>
                    <a:pt x="3720" y="128597"/>
                  </a:lnTo>
                  <a:lnTo>
                    <a:pt x="2676" y="133862"/>
                  </a:lnTo>
                  <a:lnTo>
                    <a:pt x="1802" y="139158"/>
                  </a:lnTo>
                  <a:lnTo>
                    <a:pt x="1098" y="144480"/>
                  </a:lnTo>
                  <a:lnTo>
                    <a:pt x="565" y="149821"/>
                  </a:lnTo>
                  <a:lnTo>
                    <a:pt x="205" y="155177"/>
                  </a:lnTo>
                  <a:lnTo>
                    <a:pt x="16" y="160541"/>
                  </a:lnTo>
                  <a:lnTo>
                    <a:pt x="0" y="165909"/>
                  </a:lnTo>
                  <a:lnTo>
                    <a:pt x="155" y="171275"/>
                  </a:lnTo>
                  <a:lnTo>
                    <a:pt x="484" y="176632"/>
                  </a:lnTo>
                  <a:lnTo>
                    <a:pt x="984" y="181977"/>
                  </a:lnTo>
                  <a:lnTo>
                    <a:pt x="1655" y="187302"/>
                  </a:lnTo>
                  <a:lnTo>
                    <a:pt x="2497" y="192604"/>
                  </a:lnTo>
                  <a:lnTo>
                    <a:pt x="3509" y="197875"/>
                  </a:lnTo>
                  <a:lnTo>
                    <a:pt x="4689" y="203112"/>
                  </a:lnTo>
                  <a:lnTo>
                    <a:pt x="6037" y="208308"/>
                  </a:lnTo>
                  <a:lnTo>
                    <a:pt x="7551" y="213458"/>
                  </a:lnTo>
                  <a:lnTo>
                    <a:pt x="9230" y="218556"/>
                  </a:lnTo>
                  <a:lnTo>
                    <a:pt x="11072" y="223598"/>
                  </a:lnTo>
                  <a:lnTo>
                    <a:pt x="13074" y="228579"/>
                  </a:lnTo>
                  <a:lnTo>
                    <a:pt x="15236" y="233492"/>
                  </a:lnTo>
                  <a:lnTo>
                    <a:pt x="17554" y="238334"/>
                  </a:lnTo>
                  <a:lnTo>
                    <a:pt x="20026" y="243098"/>
                  </a:lnTo>
                  <a:lnTo>
                    <a:pt x="22650" y="247781"/>
                  </a:lnTo>
                  <a:lnTo>
                    <a:pt x="25423" y="252377"/>
                  </a:lnTo>
                  <a:lnTo>
                    <a:pt x="28342" y="256882"/>
                  </a:lnTo>
                  <a:lnTo>
                    <a:pt x="31404" y="261291"/>
                  </a:lnTo>
                  <a:lnTo>
                    <a:pt x="167153" y="163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99927" y="5369149"/>
              <a:ext cx="302899" cy="334333"/>
            </a:xfrm>
            <a:custGeom>
              <a:avLst/>
              <a:pathLst>
                <a:path w="302899" h="334333">
                  <a:moveTo>
                    <a:pt x="0" y="264723"/>
                  </a:moveTo>
                  <a:lnTo>
                    <a:pt x="3160" y="268976"/>
                  </a:lnTo>
                  <a:lnTo>
                    <a:pt x="6453" y="273128"/>
                  </a:lnTo>
                  <a:lnTo>
                    <a:pt x="9876" y="277172"/>
                  </a:lnTo>
                  <a:lnTo>
                    <a:pt x="13426" y="281106"/>
                  </a:lnTo>
                  <a:lnTo>
                    <a:pt x="17099" y="284926"/>
                  </a:lnTo>
                  <a:lnTo>
                    <a:pt x="20891" y="288627"/>
                  </a:lnTo>
                  <a:lnTo>
                    <a:pt x="24798" y="292207"/>
                  </a:lnTo>
                  <a:lnTo>
                    <a:pt x="28817" y="295660"/>
                  </a:lnTo>
                  <a:lnTo>
                    <a:pt x="32943" y="298985"/>
                  </a:lnTo>
                  <a:lnTo>
                    <a:pt x="37173" y="302177"/>
                  </a:lnTo>
                  <a:lnTo>
                    <a:pt x="41501" y="305234"/>
                  </a:lnTo>
                  <a:lnTo>
                    <a:pt x="45925" y="308151"/>
                  </a:lnTo>
                  <a:lnTo>
                    <a:pt x="50438" y="310927"/>
                  </a:lnTo>
                  <a:lnTo>
                    <a:pt x="55037" y="313559"/>
                  </a:lnTo>
                  <a:lnTo>
                    <a:pt x="59718" y="316044"/>
                  </a:lnTo>
                  <a:lnTo>
                    <a:pt x="64474" y="318379"/>
                  </a:lnTo>
                  <a:lnTo>
                    <a:pt x="69303" y="320562"/>
                  </a:lnTo>
                  <a:lnTo>
                    <a:pt x="74198" y="322590"/>
                  </a:lnTo>
                  <a:lnTo>
                    <a:pt x="79155" y="324463"/>
                  </a:lnTo>
                  <a:lnTo>
                    <a:pt x="84169" y="326178"/>
                  </a:lnTo>
                  <a:lnTo>
                    <a:pt x="89234" y="327733"/>
                  </a:lnTo>
                  <a:lnTo>
                    <a:pt x="94347" y="329126"/>
                  </a:lnTo>
                  <a:lnTo>
                    <a:pt x="99501" y="330357"/>
                  </a:lnTo>
                  <a:lnTo>
                    <a:pt x="104691" y="331424"/>
                  </a:lnTo>
                  <a:lnTo>
                    <a:pt x="109913" y="332326"/>
                  </a:lnTo>
                  <a:lnTo>
                    <a:pt x="115160" y="333062"/>
                  </a:lnTo>
                  <a:lnTo>
                    <a:pt x="120429" y="333631"/>
                  </a:lnTo>
                  <a:lnTo>
                    <a:pt x="125712" y="334033"/>
                  </a:lnTo>
                  <a:lnTo>
                    <a:pt x="131006" y="334267"/>
                  </a:lnTo>
                  <a:lnTo>
                    <a:pt x="136305" y="334333"/>
                  </a:lnTo>
                  <a:lnTo>
                    <a:pt x="141603" y="334232"/>
                  </a:lnTo>
                  <a:lnTo>
                    <a:pt x="146895" y="333962"/>
                  </a:lnTo>
                  <a:lnTo>
                    <a:pt x="152175" y="333525"/>
                  </a:lnTo>
                  <a:lnTo>
                    <a:pt x="157440" y="332921"/>
                  </a:lnTo>
                  <a:lnTo>
                    <a:pt x="162682" y="332150"/>
                  </a:lnTo>
                  <a:lnTo>
                    <a:pt x="167898" y="331214"/>
                  </a:lnTo>
                  <a:lnTo>
                    <a:pt x="173081" y="330112"/>
                  </a:lnTo>
                  <a:lnTo>
                    <a:pt x="178227" y="328847"/>
                  </a:lnTo>
                  <a:lnTo>
                    <a:pt x="183330" y="327420"/>
                  </a:lnTo>
                  <a:lnTo>
                    <a:pt x="188385" y="325831"/>
                  </a:lnTo>
                  <a:lnTo>
                    <a:pt x="193387" y="324083"/>
                  </a:lnTo>
                  <a:lnTo>
                    <a:pt x="198332" y="322178"/>
                  </a:lnTo>
                  <a:lnTo>
                    <a:pt x="203213" y="320116"/>
                  </a:lnTo>
                  <a:lnTo>
                    <a:pt x="208027" y="317901"/>
                  </a:lnTo>
                  <a:lnTo>
                    <a:pt x="212768" y="315534"/>
                  </a:lnTo>
                  <a:lnTo>
                    <a:pt x="217432" y="313019"/>
                  </a:lnTo>
                  <a:lnTo>
                    <a:pt x="222013" y="310357"/>
                  </a:lnTo>
                  <a:lnTo>
                    <a:pt x="226508" y="307551"/>
                  </a:lnTo>
                  <a:lnTo>
                    <a:pt x="230912" y="304604"/>
                  </a:lnTo>
                  <a:lnTo>
                    <a:pt x="235220" y="301518"/>
                  </a:lnTo>
                  <a:lnTo>
                    <a:pt x="239429" y="298298"/>
                  </a:lnTo>
                  <a:lnTo>
                    <a:pt x="243533" y="294946"/>
                  </a:lnTo>
                  <a:lnTo>
                    <a:pt x="247528" y="291466"/>
                  </a:lnTo>
                  <a:lnTo>
                    <a:pt x="251412" y="287861"/>
                  </a:lnTo>
                  <a:lnTo>
                    <a:pt x="255179" y="284134"/>
                  </a:lnTo>
                  <a:lnTo>
                    <a:pt x="258826" y="280290"/>
                  </a:lnTo>
                  <a:lnTo>
                    <a:pt x="262350" y="276332"/>
                  </a:lnTo>
                  <a:lnTo>
                    <a:pt x="265746" y="272265"/>
                  </a:lnTo>
                  <a:lnTo>
                    <a:pt x="269012" y="268092"/>
                  </a:lnTo>
                  <a:lnTo>
                    <a:pt x="272144" y="263818"/>
                  </a:lnTo>
                  <a:lnTo>
                    <a:pt x="275138" y="259446"/>
                  </a:lnTo>
                  <a:lnTo>
                    <a:pt x="277993" y="254982"/>
                  </a:lnTo>
                  <a:lnTo>
                    <a:pt x="280705" y="250429"/>
                  </a:lnTo>
                  <a:lnTo>
                    <a:pt x="283271" y="245793"/>
                  </a:lnTo>
                  <a:lnTo>
                    <a:pt x="285689" y="241078"/>
                  </a:lnTo>
                  <a:lnTo>
                    <a:pt x="287956" y="236289"/>
                  </a:lnTo>
                  <a:lnTo>
                    <a:pt x="290070" y="231430"/>
                  </a:lnTo>
                  <a:lnTo>
                    <a:pt x="292030" y="226506"/>
                  </a:lnTo>
                  <a:lnTo>
                    <a:pt x="293832" y="221523"/>
                  </a:lnTo>
                  <a:lnTo>
                    <a:pt x="295475" y="216486"/>
                  </a:lnTo>
                  <a:lnTo>
                    <a:pt x="296958" y="211399"/>
                  </a:lnTo>
                  <a:lnTo>
                    <a:pt x="298279" y="206267"/>
                  </a:lnTo>
                  <a:lnTo>
                    <a:pt x="299437" y="201096"/>
                  </a:lnTo>
                  <a:lnTo>
                    <a:pt x="300430" y="195891"/>
                  </a:lnTo>
                  <a:lnTo>
                    <a:pt x="301257" y="190657"/>
                  </a:lnTo>
                  <a:lnTo>
                    <a:pt x="301919" y="185400"/>
                  </a:lnTo>
                  <a:lnTo>
                    <a:pt x="302413" y="180124"/>
                  </a:lnTo>
                  <a:lnTo>
                    <a:pt x="302740" y="174835"/>
                  </a:lnTo>
                  <a:lnTo>
                    <a:pt x="302899" y="169538"/>
                  </a:lnTo>
                  <a:lnTo>
                    <a:pt x="302890" y="164239"/>
                  </a:lnTo>
                  <a:lnTo>
                    <a:pt x="302714" y="158943"/>
                  </a:lnTo>
                  <a:lnTo>
                    <a:pt x="302369" y="153656"/>
                  </a:lnTo>
                  <a:lnTo>
                    <a:pt x="301857" y="148382"/>
                  </a:lnTo>
                  <a:lnTo>
                    <a:pt x="301178" y="143126"/>
                  </a:lnTo>
                  <a:lnTo>
                    <a:pt x="300333" y="137895"/>
                  </a:lnTo>
                  <a:lnTo>
                    <a:pt x="299323" y="132694"/>
                  </a:lnTo>
                  <a:lnTo>
                    <a:pt x="298148" y="127526"/>
                  </a:lnTo>
                  <a:lnTo>
                    <a:pt x="296810" y="122399"/>
                  </a:lnTo>
                  <a:lnTo>
                    <a:pt x="295310" y="117317"/>
                  </a:lnTo>
                  <a:lnTo>
                    <a:pt x="293650" y="112285"/>
                  </a:lnTo>
                  <a:lnTo>
                    <a:pt x="291831" y="107308"/>
                  </a:lnTo>
                  <a:lnTo>
                    <a:pt x="289856" y="102391"/>
                  </a:lnTo>
                  <a:lnTo>
                    <a:pt x="287725" y="97539"/>
                  </a:lnTo>
                  <a:lnTo>
                    <a:pt x="285442" y="92757"/>
                  </a:lnTo>
                  <a:lnTo>
                    <a:pt x="283008" y="88050"/>
                  </a:lnTo>
                  <a:lnTo>
                    <a:pt x="280427" y="83423"/>
                  </a:lnTo>
                  <a:lnTo>
                    <a:pt x="277700" y="78879"/>
                  </a:lnTo>
                  <a:lnTo>
                    <a:pt x="274831" y="74425"/>
                  </a:lnTo>
                  <a:lnTo>
                    <a:pt x="271821" y="70063"/>
                  </a:lnTo>
                  <a:lnTo>
                    <a:pt x="268675" y="65799"/>
                  </a:lnTo>
                  <a:lnTo>
                    <a:pt x="265396" y="61637"/>
                  </a:lnTo>
                  <a:lnTo>
                    <a:pt x="261986" y="57581"/>
                  </a:lnTo>
                  <a:lnTo>
                    <a:pt x="258449" y="53635"/>
                  </a:lnTo>
                  <a:lnTo>
                    <a:pt x="254789" y="49803"/>
                  </a:lnTo>
                  <a:lnTo>
                    <a:pt x="251010" y="46089"/>
                  </a:lnTo>
                  <a:lnTo>
                    <a:pt x="247114" y="42497"/>
                  </a:lnTo>
                  <a:lnTo>
                    <a:pt x="243107" y="39030"/>
                  </a:lnTo>
                  <a:lnTo>
                    <a:pt x="238992" y="35692"/>
                  </a:lnTo>
                  <a:lnTo>
                    <a:pt x="234773" y="32485"/>
                  </a:lnTo>
                  <a:lnTo>
                    <a:pt x="230454" y="29415"/>
                  </a:lnTo>
                  <a:lnTo>
                    <a:pt x="226041" y="26482"/>
                  </a:lnTo>
                  <a:lnTo>
                    <a:pt x="221537" y="23691"/>
                  </a:lnTo>
                  <a:lnTo>
                    <a:pt x="216946" y="21044"/>
                  </a:lnTo>
                  <a:lnTo>
                    <a:pt x="212274" y="18544"/>
                  </a:lnTo>
                  <a:lnTo>
                    <a:pt x="207525" y="16193"/>
                  </a:lnTo>
                  <a:lnTo>
                    <a:pt x="202704" y="13994"/>
                  </a:lnTo>
                  <a:lnTo>
                    <a:pt x="197816" y="11949"/>
                  </a:lnTo>
                  <a:lnTo>
                    <a:pt x="192865" y="10060"/>
                  </a:lnTo>
                  <a:lnTo>
                    <a:pt x="187857" y="8328"/>
                  </a:lnTo>
                  <a:lnTo>
                    <a:pt x="182796" y="6757"/>
                  </a:lnTo>
                  <a:lnTo>
                    <a:pt x="177689" y="5346"/>
                  </a:lnTo>
                  <a:lnTo>
                    <a:pt x="172539" y="4098"/>
                  </a:lnTo>
                  <a:lnTo>
                    <a:pt x="167352" y="3014"/>
                  </a:lnTo>
                  <a:lnTo>
                    <a:pt x="162133" y="2095"/>
                  </a:lnTo>
                  <a:lnTo>
                    <a:pt x="156888" y="1342"/>
                  </a:lnTo>
                  <a:lnTo>
                    <a:pt x="151622" y="755"/>
                  </a:lnTo>
                  <a:lnTo>
                    <a:pt x="146340" y="335"/>
                  </a:lnTo>
                  <a:lnTo>
                    <a:pt x="141047" y="83"/>
                  </a:lnTo>
                  <a:lnTo>
                    <a:pt x="135748" y="0"/>
                  </a:lnTo>
                  <a:lnTo>
                    <a:pt x="1357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14938" y="5220472"/>
              <a:ext cx="18196" cy="167167"/>
            </a:xfrm>
            <a:custGeom>
              <a:avLst/>
              <a:pathLst>
                <a:path w="18196" h="167167">
                  <a:moveTo>
                    <a:pt x="18196" y="0"/>
                  </a:moveTo>
                  <a:lnTo>
                    <a:pt x="9084" y="248"/>
                  </a:lnTo>
                  <a:lnTo>
                    <a:pt x="0" y="993"/>
                  </a:lnTo>
                  <a:lnTo>
                    <a:pt x="1819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14938" y="5221465"/>
              <a:ext cx="18196" cy="166174"/>
            </a:xfrm>
            <a:custGeom>
              <a:avLst/>
              <a:pathLst>
                <a:path w="18196" h="166174">
                  <a:moveTo>
                    <a:pt x="0" y="0"/>
                  </a:moveTo>
                  <a:lnTo>
                    <a:pt x="18196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14938" y="5221465"/>
              <a:ext cx="18196" cy="166174"/>
            </a:xfrm>
            <a:custGeom>
              <a:avLst/>
              <a:pathLst>
                <a:path w="18196" h="166174">
                  <a:moveTo>
                    <a:pt x="0" y="0"/>
                  </a:moveTo>
                  <a:lnTo>
                    <a:pt x="18196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614938" y="5221465"/>
              <a:ext cx="18196" cy="166174"/>
            </a:xfrm>
            <a:custGeom>
              <a:avLst/>
              <a:pathLst>
                <a:path w="18196" h="166174">
                  <a:moveTo>
                    <a:pt x="0" y="0"/>
                  </a:moveTo>
                  <a:lnTo>
                    <a:pt x="18196" y="1661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614938" y="5221465"/>
              <a:ext cx="18196" cy="166174"/>
            </a:xfrm>
            <a:custGeom>
              <a:avLst/>
              <a:pathLst>
                <a:path w="18196" h="166174">
                  <a:moveTo>
                    <a:pt x="0" y="0"/>
                  </a:moveTo>
                  <a:lnTo>
                    <a:pt x="18196" y="1661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72922" y="5221465"/>
              <a:ext cx="160213" cy="166174"/>
            </a:xfrm>
            <a:custGeom>
              <a:avLst/>
              <a:pathLst>
                <a:path w="160213" h="166174">
                  <a:moveTo>
                    <a:pt x="142016" y="0"/>
                  </a:moveTo>
                  <a:lnTo>
                    <a:pt x="136615" y="680"/>
                  </a:lnTo>
                  <a:lnTo>
                    <a:pt x="131240" y="1536"/>
                  </a:lnTo>
                  <a:lnTo>
                    <a:pt x="125895" y="2567"/>
                  </a:lnTo>
                  <a:lnTo>
                    <a:pt x="120587" y="3771"/>
                  </a:lnTo>
                  <a:lnTo>
                    <a:pt x="115320" y="5147"/>
                  </a:lnTo>
                  <a:lnTo>
                    <a:pt x="110101" y="6694"/>
                  </a:lnTo>
                  <a:lnTo>
                    <a:pt x="104936" y="8410"/>
                  </a:lnTo>
                  <a:lnTo>
                    <a:pt x="99829" y="10293"/>
                  </a:lnTo>
                  <a:lnTo>
                    <a:pt x="94786" y="12342"/>
                  </a:lnTo>
                  <a:lnTo>
                    <a:pt x="89812" y="14553"/>
                  </a:lnTo>
                  <a:lnTo>
                    <a:pt x="84913" y="16926"/>
                  </a:lnTo>
                  <a:lnTo>
                    <a:pt x="80094" y="19456"/>
                  </a:lnTo>
                  <a:lnTo>
                    <a:pt x="75360" y="22143"/>
                  </a:lnTo>
                  <a:lnTo>
                    <a:pt x="70715" y="24982"/>
                  </a:lnTo>
                  <a:lnTo>
                    <a:pt x="66166" y="27970"/>
                  </a:lnTo>
                  <a:lnTo>
                    <a:pt x="61716" y="31105"/>
                  </a:lnTo>
                  <a:lnTo>
                    <a:pt x="57371" y="34384"/>
                  </a:lnTo>
                  <a:lnTo>
                    <a:pt x="53135" y="37802"/>
                  </a:lnTo>
                  <a:lnTo>
                    <a:pt x="49012" y="41356"/>
                  </a:lnTo>
                  <a:lnTo>
                    <a:pt x="45007" y="45043"/>
                  </a:lnTo>
                  <a:lnTo>
                    <a:pt x="41125" y="48858"/>
                  </a:lnTo>
                  <a:lnTo>
                    <a:pt x="37368" y="52797"/>
                  </a:lnTo>
                  <a:lnTo>
                    <a:pt x="33742" y="56857"/>
                  </a:lnTo>
                  <a:lnTo>
                    <a:pt x="30250" y="61032"/>
                  </a:lnTo>
                  <a:lnTo>
                    <a:pt x="26896" y="65319"/>
                  </a:lnTo>
                  <a:lnTo>
                    <a:pt x="23683" y="69713"/>
                  </a:lnTo>
                  <a:lnTo>
                    <a:pt x="20615" y="74209"/>
                  </a:lnTo>
                  <a:lnTo>
                    <a:pt x="17695" y="78803"/>
                  </a:lnTo>
                  <a:lnTo>
                    <a:pt x="14926" y="83489"/>
                  </a:lnTo>
                  <a:lnTo>
                    <a:pt x="12311" y="88263"/>
                  </a:lnTo>
                  <a:lnTo>
                    <a:pt x="9853" y="93120"/>
                  </a:lnTo>
                  <a:lnTo>
                    <a:pt x="7554" y="98054"/>
                  </a:lnTo>
                  <a:lnTo>
                    <a:pt x="5417" y="103060"/>
                  </a:lnTo>
                  <a:lnTo>
                    <a:pt x="3444" y="108133"/>
                  </a:lnTo>
                  <a:lnTo>
                    <a:pt x="1638" y="113268"/>
                  </a:lnTo>
                  <a:lnTo>
                    <a:pt x="0" y="118459"/>
                  </a:lnTo>
                  <a:lnTo>
                    <a:pt x="160213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65969" y="5220472"/>
              <a:ext cx="334320" cy="334330"/>
            </a:xfrm>
            <a:custGeom>
              <a:avLst/>
              <a:pathLst>
                <a:path w="334320" h="334330">
                  <a:moveTo>
                    <a:pt x="6952" y="119452"/>
                  </a:moveTo>
                  <a:lnTo>
                    <a:pt x="5522" y="124547"/>
                  </a:lnTo>
                  <a:lnTo>
                    <a:pt x="4254" y="129685"/>
                  </a:lnTo>
                  <a:lnTo>
                    <a:pt x="3149" y="134860"/>
                  </a:lnTo>
                  <a:lnTo>
                    <a:pt x="2209" y="140068"/>
                  </a:lnTo>
                  <a:lnTo>
                    <a:pt x="1434" y="145302"/>
                  </a:lnTo>
                  <a:lnTo>
                    <a:pt x="825" y="150559"/>
                  </a:lnTo>
                  <a:lnTo>
                    <a:pt x="382" y="155832"/>
                  </a:lnTo>
                  <a:lnTo>
                    <a:pt x="107" y="161117"/>
                  </a:lnTo>
                  <a:lnTo>
                    <a:pt x="0" y="166408"/>
                  </a:lnTo>
                  <a:lnTo>
                    <a:pt x="59" y="171699"/>
                  </a:lnTo>
                  <a:lnTo>
                    <a:pt x="286" y="176986"/>
                  </a:lnTo>
                  <a:lnTo>
                    <a:pt x="681" y="182263"/>
                  </a:lnTo>
                  <a:lnTo>
                    <a:pt x="1242" y="187525"/>
                  </a:lnTo>
                  <a:lnTo>
                    <a:pt x="1970" y="192767"/>
                  </a:lnTo>
                  <a:lnTo>
                    <a:pt x="2863" y="197983"/>
                  </a:lnTo>
                  <a:lnTo>
                    <a:pt x="3920" y="203168"/>
                  </a:lnTo>
                  <a:lnTo>
                    <a:pt x="5142" y="208317"/>
                  </a:lnTo>
                  <a:lnTo>
                    <a:pt x="6525" y="213425"/>
                  </a:lnTo>
                  <a:lnTo>
                    <a:pt x="8070" y="218486"/>
                  </a:lnTo>
                  <a:lnTo>
                    <a:pt x="9774" y="223496"/>
                  </a:lnTo>
                  <a:lnTo>
                    <a:pt x="11636" y="228450"/>
                  </a:lnTo>
                  <a:lnTo>
                    <a:pt x="13653" y="233342"/>
                  </a:lnTo>
                  <a:lnTo>
                    <a:pt x="15825" y="238167"/>
                  </a:lnTo>
                  <a:lnTo>
                    <a:pt x="18148" y="242922"/>
                  </a:lnTo>
                  <a:lnTo>
                    <a:pt x="20621" y="247601"/>
                  </a:lnTo>
                  <a:lnTo>
                    <a:pt x="23240" y="252199"/>
                  </a:lnTo>
                  <a:lnTo>
                    <a:pt x="26003" y="256712"/>
                  </a:lnTo>
                  <a:lnTo>
                    <a:pt x="28908" y="261135"/>
                  </a:lnTo>
                  <a:lnTo>
                    <a:pt x="31952" y="265464"/>
                  </a:lnTo>
                  <a:lnTo>
                    <a:pt x="35131" y="269695"/>
                  </a:lnTo>
                  <a:lnTo>
                    <a:pt x="38442" y="273822"/>
                  </a:lnTo>
                  <a:lnTo>
                    <a:pt x="41883" y="277843"/>
                  </a:lnTo>
                  <a:lnTo>
                    <a:pt x="45449" y="281753"/>
                  </a:lnTo>
                  <a:lnTo>
                    <a:pt x="49136" y="285548"/>
                  </a:lnTo>
                  <a:lnTo>
                    <a:pt x="52943" y="289225"/>
                  </a:lnTo>
                  <a:lnTo>
                    <a:pt x="56863" y="292779"/>
                  </a:lnTo>
                  <a:lnTo>
                    <a:pt x="60894" y="296207"/>
                  </a:lnTo>
                  <a:lnTo>
                    <a:pt x="65032" y="299507"/>
                  </a:lnTo>
                  <a:lnTo>
                    <a:pt x="69272" y="302673"/>
                  </a:lnTo>
                  <a:lnTo>
                    <a:pt x="73610" y="305704"/>
                  </a:lnTo>
                  <a:lnTo>
                    <a:pt x="78042" y="308595"/>
                  </a:lnTo>
                  <a:lnTo>
                    <a:pt x="82563" y="311345"/>
                  </a:lnTo>
                  <a:lnTo>
                    <a:pt x="87169" y="313951"/>
                  </a:lnTo>
                  <a:lnTo>
                    <a:pt x="91855" y="316409"/>
                  </a:lnTo>
                  <a:lnTo>
                    <a:pt x="96617" y="318718"/>
                  </a:lnTo>
                  <a:lnTo>
                    <a:pt x="101449" y="320875"/>
                  </a:lnTo>
                  <a:lnTo>
                    <a:pt x="106347" y="322879"/>
                  </a:lnTo>
                  <a:lnTo>
                    <a:pt x="111306" y="324726"/>
                  </a:lnTo>
                  <a:lnTo>
                    <a:pt x="116321" y="326415"/>
                  </a:lnTo>
                  <a:lnTo>
                    <a:pt x="121387" y="327944"/>
                  </a:lnTo>
                  <a:lnTo>
                    <a:pt x="126499" y="329313"/>
                  </a:lnTo>
                  <a:lnTo>
                    <a:pt x="131651" y="330518"/>
                  </a:lnTo>
                  <a:lnTo>
                    <a:pt x="136840" y="331561"/>
                  </a:lnTo>
                  <a:lnTo>
                    <a:pt x="142058" y="332438"/>
                  </a:lnTo>
                  <a:lnTo>
                    <a:pt x="147302" y="333150"/>
                  </a:lnTo>
                  <a:lnTo>
                    <a:pt x="152566" y="333696"/>
                  </a:lnTo>
                  <a:lnTo>
                    <a:pt x="157844" y="334074"/>
                  </a:lnTo>
                  <a:lnTo>
                    <a:pt x="163131" y="334286"/>
                  </a:lnTo>
                  <a:lnTo>
                    <a:pt x="168423" y="334330"/>
                  </a:lnTo>
                  <a:lnTo>
                    <a:pt x="173714" y="334206"/>
                  </a:lnTo>
                  <a:lnTo>
                    <a:pt x="178997" y="333915"/>
                  </a:lnTo>
                  <a:lnTo>
                    <a:pt x="184269" y="333457"/>
                  </a:lnTo>
                  <a:lnTo>
                    <a:pt x="189524" y="332832"/>
                  </a:lnTo>
                  <a:lnTo>
                    <a:pt x="194757" y="332042"/>
                  </a:lnTo>
                  <a:lnTo>
                    <a:pt x="199961" y="331086"/>
                  </a:lnTo>
                  <a:lnTo>
                    <a:pt x="205133" y="329966"/>
                  </a:lnTo>
                  <a:lnTo>
                    <a:pt x="210267" y="328682"/>
                  </a:lnTo>
                  <a:lnTo>
                    <a:pt x="215358" y="327237"/>
                  </a:lnTo>
                  <a:lnTo>
                    <a:pt x="220400" y="325631"/>
                  </a:lnTo>
                  <a:lnTo>
                    <a:pt x="225389" y="323867"/>
                  </a:lnTo>
                  <a:lnTo>
                    <a:pt x="230320" y="321946"/>
                  </a:lnTo>
                  <a:lnTo>
                    <a:pt x="235187" y="319869"/>
                  </a:lnTo>
                  <a:lnTo>
                    <a:pt x="239987" y="317640"/>
                  </a:lnTo>
                  <a:lnTo>
                    <a:pt x="244713" y="315259"/>
                  </a:lnTo>
                  <a:lnTo>
                    <a:pt x="249361" y="312730"/>
                  </a:lnTo>
                  <a:lnTo>
                    <a:pt x="253928" y="310056"/>
                  </a:lnTo>
                  <a:lnTo>
                    <a:pt x="258407" y="307238"/>
                  </a:lnTo>
                  <a:lnTo>
                    <a:pt x="262795" y="304280"/>
                  </a:lnTo>
                  <a:lnTo>
                    <a:pt x="267087" y="301184"/>
                  </a:lnTo>
                  <a:lnTo>
                    <a:pt x="271279" y="297954"/>
                  </a:lnTo>
                  <a:lnTo>
                    <a:pt x="275366" y="294594"/>
                  </a:lnTo>
                  <a:lnTo>
                    <a:pt x="279345" y="291105"/>
                  </a:lnTo>
                  <a:lnTo>
                    <a:pt x="283212" y="287492"/>
                  </a:lnTo>
                  <a:lnTo>
                    <a:pt x="286962" y="283759"/>
                  </a:lnTo>
                  <a:lnTo>
                    <a:pt x="290593" y="279908"/>
                  </a:lnTo>
                  <a:lnTo>
                    <a:pt x="294099" y="275945"/>
                  </a:lnTo>
                  <a:lnTo>
                    <a:pt x="297479" y="271873"/>
                  </a:lnTo>
                  <a:lnTo>
                    <a:pt x="300727" y="267696"/>
                  </a:lnTo>
                  <a:lnTo>
                    <a:pt x="303842" y="263418"/>
                  </a:lnTo>
                  <a:lnTo>
                    <a:pt x="306821" y="259044"/>
                  </a:lnTo>
                  <a:lnTo>
                    <a:pt x="309659" y="254577"/>
                  </a:lnTo>
                  <a:lnTo>
                    <a:pt x="312354" y="250023"/>
                  </a:lnTo>
                  <a:lnTo>
                    <a:pt x="314904" y="245386"/>
                  </a:lnTo>
                  <a:lnTo>
                    <a:pt x="317306" y="240671"/>
                  </a:lnTo>
                  <a:lnTo>
                    <a:pt x="319557" y="235882"/>
                  </a:lnTo>
                  <a:lnTo>
                    <a:pt x="321655" y="231024"/>
                  </a:lnTo>
                  <a:lnTo>
                    <a:pt x="323599" y="226102"/>
                  </a:lnTo>
                  <a:lnTo>
                    <a:pt x="325386" y="221121"/>
                  </a:lnTo>
                  <a:lnTo>
                    <a:pt x="327015" y="216086"/>
                  </a:lnTo>
                  <a:lnTo>
                    <a:pt x="328483" y="211002"/>
                  </a:lnTo>
                  <a:lnTo>
                    <a:pt x="329790" y="205874"/>
                  </a:lnTo>
                  <a:lnTo>
                    <a:pt x="330933" y="200707"/>
                  </a:lnTo>
                  <a:lnTo>
                    <a:pt x="331913" y="195507"/>
                  </a:lnTo>
                  <a:lnTo>
                    <a:pt x="332727" y="190278"/>
                  </a:lnTo>
                  <a:lnTo>
                    <a:pt x="333376" y="185026"/>
                  </a:lnTo>
                  <a:lnTo>
                    <a:pt x="333858" y="179756"/>
                  </a:lnTo>
                  <a:lnTo>
                    <a:pt x="334173" y="174474"/>
                  </a:lnTo>
                  <a:lnTo>
                    <a:pt x="334320" y="169184"/>
                  </a:lnTo>
                  <a:lnTo>
                    <a:pt x="334301" y="163892"/>
                  </a:lnTo>
                  <a:lnTo>
                    <a:pt x="334113" y="158604"/>
                  </a:lnTo>
                  <a:lnTo>
                    <a:pt x="333758" y="153324"/>
                  </a:lnTo>
                  <a:lnTo>
                    <a:pt x="333237" y="148058"/>
                  </a:lnTo>
                  <a:lnTo>
                    <a:pt x="332549" y="142811"/>
                  </a:lnTo>
                  <a:lnTo>
                    <a:pt x="331695" y="137588"/>
                  </a:lnTo>
                  <a:lnTo>
                    <a:pt x="330676" y="132395"/>
                  </a:lnTo>
                  <a:lnTo>
                    <a:pt x="329494" y="127237"/>
                  </a:lnTo>
                  <a:lnTo>
                    <a:pt x="328149" y="122119"/>
                  </a:lnTo>
                  <a:lnTo>
                    <a:pt x="326642" y="117046"/>
                  </a:lnTo>
                  <a:lnTo>
                    <a:pt x="324976" y="112024"/>
                  </a:lnTo>
                  <a:lnTo>
                    <a:pt x="323151" y="107056"/>
                  </a:lnTo>
                  <a:lnTo>
                    <a:pt x="321171" y="102149"/>
                  </a:lnTo>
                  <a:lnTo>
                    <a:pt x="319035" y="97307"/>
                  </a:lnTo>
                  <a:lnTo>
                    <a:pt x="316748" y="92535"/>
                  </a:lnTo>
                  <a:lnTo>
                    <a:pt x="314311" y="87838"/>
                  </a:lnTo>
                  <a:lnTo>
                    <a:pt x="311726" y="83220"/>
                  </a:lnTo>
                  <a:lnTo>
                    <a:pt x="308997" y="78687"/>
                  </a:lnTo>
                  <a:lnTo>
                    <a:pt x="306125" y="74242"/>
                  </a:lnTo>
                  <a:lnTo>
                    <a:pt x="303114" y="69890"/>
                  </a:lnTo>
                  <a:lnTo>
                    <a:pt x="299967" y="65636"/>
                  </a:lnTo>
                  <a:lnTo>
                    <a:pt x="296687" y="61483"/>
                  </a:lnTo>
                  <a:lnTo>
                    <a:pt x="293277" y="57436"/>
                  </a:lnTo>
                  <a:lnTo>
                    <a:pt x="289741" y="53500"/>
                  </a:lnTo>
                  <a:lnTo>
                    <a:pt x="286081" y="49677"/>
                  </a:lnTo>
                  <a:lnTo>
                    <a:pt x="282303" y="45972"/>
                  </a:lnTo>
                  <a:lnTo>
                    <a:pt x="278409" y="42388"/>
                  </a:lnTo>
                  <a:lnTo>
                    <a:pt x="274404" y="38930"/>
                  </a:lnTo>
                  <a:lnTo>
                    <a:pt x="270291" y="35600"/>
                  </a:lnTo>
                  <a:lnTo>
                    <a:pt x="266075" y="32401"/>
                  </a:lnTo>
                  <a:lnTo>
                    <a:pt x="261760" y="29338"/>
                  </a:lnTo>
                  <a:lnTo>
                    <a:pt x="257350" y="26413"/>
                  </a:lnTo>
                  <a:lnTo>
                    <a:pt x="252850" y="23629"/>
                  </a:lnTo>
                  <a:lnTo>
                    <a:pt x="248264" y="20989"/>
                  </a:lnTo>
                  <a:lnTo>
                    <a:pt x="243596" y="18495"/>
                  </a:lnTo>
                  <a:lnTo>
                    <a:pt x="238852" y="16151"/>
                  </a:lnTo>
                  <a:lnTo>
                    <a:pt x="234036" y="13957"/>
                  </a:lnTo>
                  <a:lnTo>
                    <a:pt x="229153" y="11917"/>
                  </a:lnTo>
                  <a:lnTo>
                    <a:pt x="224208" y="10033"/>
                  </a:lnTo>
                  <a:lnTo>
                    <a:pt x="219206" y="8306"/>
                  </a:lnTo>
                  <a:lnTo>
                    <a:pt x="214152" y="6739"/>
                  </a:lnTo>
                  <a:lnTo>
                    <a:pt x="209051" y="5332"/>
                  </a:lnTo>
                  <a:lnTo>
                    <a:pt x="203907" y="4087"/>
                  </a:lnTo>
                  <a:lnTo>
                    <a:pt x="198727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8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67798" y="4961274"/>
              <a:ext cx="15041" cy="167167"/>
            </a:xfrm>
            <a:custGeom>
              <a:avLst/>
              <a:pathLst>
                <a:path w="15041" h="167167">
                  <a:moveTo>
                    <a:pt x="15041" y="0"/>
                  </a:moveTo>
                  <a:lnTo>
                    <a:pt x="0" y="678"/>
                  </a:lnTo>
                  <a:lnTo>
                    <a:pt x="150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67798" y="4961952"/>
              <a:ext cx="15041" cy="166489"/>
            </a:xfrm>
            <a:custGeom>
              <a:avLst/>
              <a:pathLst>
                <a:path w="15041" h="166489">
                  <a:moveTo>
                    <a:pt x="0" y="0"/>
                  </a:moveTo>
                  <a:lnTo>
                    <a:pt x="15041" y="166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67798" y="4961952"/>
              <a:ext cx="15041" cy="166489"/>
            </a:xfrm>
            <a:custGeom>
              <a:avLst/>
              <a:pathLst>
                <a:path w="15041" h="166489">
                  <a:moveTo>
                    <a:pt x="0" y="0"/>
                  </a:moveTo>
                  <a:lnTo>
                    <a:pt x="15041" y="1664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67798" y="4961952"/>
              <a:ext cx="15041" cy="166489"/>
            </a:xfrm>
            <a:custGeom>
              <a:avLst/>
              <a:pathLst>
                <a:path w="15041" h="166489">
                  <a:moveTo>
                    <a:pt x="0" y="0"/>
                  </a:moveTo>
                  <a:lnTo>
                    <a:pt x="15041" y="1664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50790" y="4961952"/>
              <a:ext cx="132049" cy="166489"/>
            </a:xfrm>
            <a:custGeom>
              <a:avLst/>
              <a:pathLst>
                <a:path w="132049" h="166489">
                  <a:moveTo>
                    <a:pt x="117008" y="0"/>
                  </a:moveTo>
                  <a:lnTo>
                    <a:pt x="111552" y="583"/>
                  </a:lnTo>
                  <a:lnTo>
                    <a:pt x="106118" y="1345"/>
                  </a:lnTo>
                  <a:lnTo>
                    <a:pt x="100713" y="2285"/>
                  </a:lnTo>
                  <a:lnTo>
                    <a:pt x="95341" y="3402"/>
                  </a:lnTo>
                  <a:lnTo>
                    <a:pt x="90008" y="4694"/>
                  </a:lnTo>
                  <a:lnTo>
                    <a:pt x="84721" y="6161"/>
                  </a:lnTo>
                  <a:lnTo>
                    <a:pt x="79485" y="7801"/>
                  </a:lnTo>
                  <a:lnTo>
                    <a:pt x="74306" y="9611"/>
                  </a:lnTo>
                  <a:lnTo>
                    <a:pt x="69189" y="11591"/>
                  </a:lnTo>
                  <a:lnTo>
                    <a:pt x="64139" y="13737"/>
                  </a:lnTo>
                  <a:lnTo>
                    <a:pt x="59163" y="16048"/>
                  </a:lnTo>
                  <a:lnTo>
                    <a:pt x="54265" y="18521"/>
                  </a:lnTo>
                  <a:lnTo>
                    <a:pt x="49451" y="21153"/>
                  </a:lnTo>
                  <a:lnTo>
                    <a:pt x="44726" y="23942"/>
                  </a:lnTo>
                  <a:lnTo>
                    <a:pt x="40095" y="26885"/>
                  </a:lnTo>
                  <a:lnTo>
                    <a:pt x="35563" y="29978"/>
                  </a:lnTo>
                  <a:lnTo>
                    <a:pt x="31135" y="33218"/>
                  </a:lnTo>
                  <a:lnTo>
                    <a:pt x="26816" y="36601"/>
                  </a:lnTo>
                  <a:lnTo>
                    <a:pt x="22610" y="40125"/>
                  </a:lnTo>
                  <a:lnTo>
                    <a:pt x="18522" y="43784"/>
                  </a:lnTo>
                  <a:lnTo>
                    <a:pt x="14556" y="47576"/>
                  </a:lnTo>
                  <a:lnTo>
                    <a:pt x="10717" y="51496"/>
                  </a:lnTo>
                  <a:lnTo>
                    <a:pt x="7008" y="55540"/>
                  </a:lnTo>
                  <a:lnTo>
                    <a:pt x="3435" y="59703"/>
                  </a:lnTo>
                  <a:lnTo>
                    <a:pt x="0" y="63981"/>
                  </a:lnTo>
                  <a:lnTo>
                    <a:pt x="132049" y="1664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915674" y="4961274"/>
              <a:ext cx="334326" cy="334320"/>
            </a:xfrm>
            <a:custGeom>
              <a:avLst/>
              <a:pathLst>
                <a:path w="334326" h="334320">
                  <a:moveTo>
                    <a:pt x="35116" y="64659"/>
                  </a:moveTo>
                  <a:lnTo>
                    <a:pt x="31943" y="68883"/>
                  </a:lnTo>
                  <a:lnTo>
                    <a:pt x="28905" y="73205"/>
                  </a:lnTo>
                  <a:lnTo>
                    <a:pt x="26005" y="77620"/>
                  </a:lnTo>
                  <a:lnTo>
                    <a:pt x="23246" y="82126"/>
                  </a:lnTo>
                  <a:lnTo>
                    <a:pt x="20631" y="86716"/>
                  </a:lnTo>
                  <a:lnTo>
                    <a:pt x="18162" y="91386"/>
                  </a:lnTo>
                  <a:lnTo>
                    <a:pt x="15842" y="96132"/>
                  </a:lnTo>
                  <a:lnTo>
                    <a:pt x="13673" y="100949"/>
                  </a:lnTo>
                  <a:lnTo>
                    <a:pt x="11657" y="105832"/>
                  </a:lnTo>
                  <a:lnTo>
                    <a:pt x="9797" y="110776"/>
                  </a:lnTo>
                  <a:lnTo>
                    <a:pt x="8094" y="115777"/>
                  </a:lnTo>
                  <a:lnTo>
                    <a:pt x="6549" y="120829"/>
                  </a:lnTo>
                  <a:lnTo>
                    <a:pt x="5165" y="125927"/>
                  </a:lnTo>
                  <a:lnTo>
                    <a:pt x="3943" y="131067"/>
                  </a:lnTo>
                  <a:lnTo>
                    <a:pt x="2884" y="136242"/>
                  </a:lnTo>
                  <a:lnTo>
                    <a:pt x="1989" y="141448"/>
                  </a:lnTo>
                  <a:lnTo>
                    <a:pt x="1259" y="146681"/>
                  </a:lnTo>
                  <a:lnTo>
                    <a:pt x="694" y="151933"/>
                  </a:lnTo>
                  <a:lnTo>
                    <a:pt x="296" y="157201"/>
                  </a:lnTo>
                  <a:lnTo>
                    <a:pt x="64" y="162478"/>
                  </a:lnTo>
                  <a:lnTo>
                    <a:pt x="0" y="167761"/>
                  </a:lnTo>
                  <a:lnTo>
                    <a:pt x="102" y="173043"/>
                  </a:lnTo>
                  <a:lnTo>
                    <a:pt x="371" y="178318"/>
                  </a:lnTo>
                  <a:lnTo>
                    <a:pt x="806" y="183583"/>
                  </a:lnTo>
                  <a:lnTo>
                    <a:pt x="1408" y="188832"/>
                  </a:lnTo>
                  <a:lnTo>
                    <a:pt x="2176" y="194058"/>
                  </a:lnTo>
                  <a:lnTo>
                    <a:pt x="3108" y="199258"/>
                  </a:lnTo>
                  <a:lnTo>
                    <a:pt x="4204" y="204426"/>
                  </a:lnTo>
                  <a:lnTo>
                    <a:pt x="5462" y="209557"/>
                  </a:lnTo>
                  <a:lnTo>
                    <a:pt x="6882" y="214645"/>
                  </a:lnTo>
                  <a:lnTo>
                    <a:pt x="8463" y="219686"/>
                  </a:lnTo>
                  <a:lnTo>
                    <a:pt x="10201" y="224674"/>
                  </a:lnTo>
                  <a:lnTo>
                    <a:pt x="12097" y="229605"/>
                  </a:lnTo>
                  <a:lnTo>
                    <a:pt x="14147" y="234474"/>
                  </a:lnTo>
                  <a:lnTo>
                    <a:pt x="16350" y="239275"/>
                  </a:lnTo>
                  <a:lnTo>
                    <a:pt x="18704" y="244005"/>
                  </a:lnTo>
                  <a:lnTo>
                    <a:pt x="21206" y="248657"/>
                  </a:lnTo>
                  <a:lnTo>
                    <a:pt x="23854" y="253229"/>
                  </a:lnTo>
                  <a:lnTo>
                    <a:pt x="26645" y="257714"/>
                  </a:lnTo>
                  <a:lnTo>
                    <a:pt x="29576" y="262109"/>
                  </a:lnTo>
                  <a:lnTo>
                    <a:pt x="32645" y="266409"/>
                  </a:lnTo>
                  <a:lnTo>
                    <a:pt x="35848" y="270610"/>
                  </a:lnTo>
                  <a:lnTo>
                    <a:pt x="39182" y="274708"/>
                  </a:lnTo>
                  <a:lnTo>
                    <a:pt x="42644" y="278698"/>
                  </a:lnTo>
                  <a:lnTo>
                    <a:pt x="46230" y="282577"/>
                  </a:lnTo>
                  <a:lnTo>
                    <a:pt x="49937" y="286341"/>
                  </a:lnTo>
                  <a:lnTo>
                    <a:pt x="53761" y="289985"/>
                  </a:lnTo>
                  <a:lnTo>
                    <a:pt x="57699" y="293507"/>
                  </a:lnTo>
                  <a:lnTo>
                    <a:pt x="61745" y="296903"/>
                  </a:lnTo>
                  <a:lnTo>
                    <a:pt x="65897" y="300169"/>
                  </a:lnTo>
                  <a:lnTo>
                    <a:pt x="70151" y="303303"/>
                  </a:lnTo>
                  <a:lnTo>
                    <a:pt x="74501" y="306300"/>
                  </a:lnTo>
                  <a:lnTo>
                    <a:pt x="78943" y="309159"/>
                  </a:lnTo>
                  <a:lnTo>
                    <a:pt x="83474" y="311876"/>
                  </a:lnTo>
                  <a:lnTo>
                    <a:pt x="88088" y="314448"/>
                  </a:lnTo>
                  <a:lnTo>
                    <a:pt x="92781" y="316873"/>
                  </a:lnTo>
                  <a:lnTo>
                    <a:pt x="97549" y="319149"/>
                  </a:lnTo>
                  <a:lnTo>
                    <a:pt x="102386" y="321272"/>
                  </a:lnTo>
                  <a:lnTo>
                    <a:pt x="107288" y="323242"/>
                  </a:lnTo>
                  <a:lnTo>
                    <a:pt x="112249" y="325056"/>
                  </a:lnTo>
                  <a:lnTo>
                    <a:pt x="117265" y="326713"/>
                  </a:lnTo>
                  <a:lnTo>
                    <a:pt x="122332" y="328210"/>
                  </a:lnTo>
                  <a:lnTo>
                    <a:pt x="127443" y="329546"/>
                  </a:lnTo>
                  <a:lnTo>
                    <a:pt x="132593" y="330720"/>
                  </a:lnTo>
                  <a:lnTo>
                    <a:pt x="137778" y="331731"/>
                  </a:lnTo>
                  <a:lnTo>
                    <a:pt x="142993" y="332577"/>
                  </a:lnTo>
                  <a:lnTo>
                    <a:pt x="148232" y="333259"/>
                  </a:lnTo>
                  <a:lnTo>
                    <a:pt x="153489" y="333774"/>
                  </a:lnTo>
                  <a:lnTo>
                    <a:pt x="158760" y="334123"/>
                  </a:lnTo>
                  <a:lnTo>
                    <a:pt x="164040" y="334305"/>
                  </a:lnTo>
                  <a:lnTo>
                    <a:pt x="169323" y="334320"/>
                  </a:lnTo>
                  <a:lnTo>
                    <a:pt x="174603" y="334169"/>
                  </a:lnTo>
                  <a:lnTo>
                    <a:pt x="179876" y="333850"/>
                  </a:lnTo>
                  <a:lnTo>
                    <a:pt x="185137" y="333366"/>
                  </a:lnTo>
                  <a:lnTo>
                    <a:pt x="190379" y="332715"/>
                  </a:lnTo>
                  <a:lnTo>
                    <a:pt x="195599" y="331899"/>
                  </a:lnTo>
                  <a:lnTo>
                    <a:pt x="200790" y="330918"/>
                  </a:lnTo>
                  <a:lnTo>
                    <a:pt x="205947" y="329774"/>
                  </a:lnTo>
                  <a:lnTo>
                    <a:pt x="211066" y="328467"/>
                  </a:lnTo>
                  <a:lnTo>
                    <a:pt x="216141" y="326999"/>
                  </a:lnTo>
                  <a:lnTo>
                    <a:pt x="221166" y="325372"/>
                  </a:lnTo>
                  <a:lnTo>
                    <a:pt x="226138" y="323587"/>
                  </a:lnTo>
                  <a:lnTo>
                    <a:pt x="231051" y="321645"/>
                  </a:lnTo>
                  <a:lnTo>
                    <a:pt x="235901" y="319550"/>
                  </a:lnTo>
                  <a:lnTo>
                    <a:pt x="240681" y="317302"/>
                  </a:lnTo>
                  <a:lnTo>
                    <a:pt x="245388" y="314904"/>
                  </a:lnTo>
                  <a:lnTo>
                    <a:pt x="250018" y="312358"/>
                  </a:lnTo>
                  <a:lnTo>
                    <a:pt x="254564" y="309668"/>
                  </a:lnTo>
                  <a:lnTo>
                    <a:pt x="259023" y="306835"/>
                  </a:lnTo>
                  <a:lnTo>
                    <a:pt x="263390" y="303863"/>
                  </a:lnTo>
                  <a:lnTo>
                    <a:pt x="267662" y="300754"/>
                  </a:lnTo>
                  <a:lnTo>
                    <a:pt x="271832" y="297512"/>
                  </a:lnTo>
                  <a:lnTo>
                    <a:pt x="275899" y="294140"/>
                  </a:lnTo>
                  <a:lnTo>
                    <a:pt x="279856" y="290641"/>
                  </a:lnTo>
                  <a:lnTo>
                    <a:pt x="283702" y="287018"/>
                  </a:lnTo>
                  <a:lnTo>
                    <a:pt x="287431" y="283276"/>
                  </a:lnTo>
                  <a:lnTo>
                    <a:pt x="291039" y="279418"/>
                  </a:lnTo>
                  <a:lnTo>
                    <a:pt x="294524" y="275448"/>
                  </a:lnTo>
                  <a:lnTo>
                    <a:pt x="297882" y="271370"/>
                  </a:lnTo>
                  <a:lnTo>
                    <a:pt x="301109" y="267187"/>
                  </a:lnTo>
                  <a:lnTo>
                    <a:pt x="304203" y="262905"/>
                  </a:lnTo>
                  <a:lnTo>
                    <a:pt x="307160" y="258527"/>
                  </a:lnTo>
                  <a:lnTo>
                    <a:pt x="309976" y="254058"/>
                  </a:lnTo>
                  <a:lnTo>
                    <a:pt x="312651" y="249502"/>
                  </a:lnTo>
                  <a:lnTo>
                    <a:pt x="315180" y="244864"/>
                  </a:lnTo>
                  <a:lnTo>
                    <a:pt x="317561" y="240149"/>
                  </a:lnTo>
                  <a:lnTo>
                    <a:pt x="319792" y="235360"/>
                  </a:lnTo>
                  <a:lnTo>
                    <a:pt x="321870" y="230503"/>
                  </a:lnTo>
                  <a:lnTo>
                    <a:pt x="323794" y="225583"/>
                  </a:lnTo>
                  <a:lnTo>
                    <a:pt x="325562" y="220605"/>
                  </a:lnTo>
                  <a:lnTo>
                    <a:pt x="327171" y="215573"/>
                  </a:lnTo>
                  <a:lnTo>
                    <a:pt x="328621" y="210493"/>
                  </a:lnTo>
                  <a:lnTo>
                    <a:pt x="329909" y="205370"/>
                  </a:lnTo>
                  <a:lnTo>
                    <a:pt x="331035" y="200209"/>
                  </a:lnTo>
                  <a:lnTo>
                    <a:pt x="331998" y="195014"/>
                  </a:lnTo>
                  <a:lnTo>
                    <a:pt x="332795" y="189792"/>
                  </a:lnTo>
                  <a:lnTo>
                    <a:pt x="333427" y="184547"/>
                  </a:lnTo>
                  <a:lnTo>
                    <a:pt x="333894" y="179285"/>
                  </a:lnTo>
                  <a:lnTo>
                    <a:pt x="334193" y="174011"/>
                  </a:lnTo>
                  <a:lnTo>
                    <a:pt x="334326" y="168730"/>
                  </a:lnTo>
                  <a:lnTo>
                    <a:pt x="334292" y="163447"/>
                  </a:lnTo>
                  <a:lnTo>
                    <a:pt x="334091" y="158168"/>
                  </a:lnTo>
                  <a:lnTo>
                    <a:pt x="333723" y="152898"/>
                  </a:lnTo>
                  <a:lnTo>
                    <a:pt x="333189" y="147643"/>
                  </a:lnTo>
                  <a:lnTo>
                    <a:pt x="332489" y="142407"/>
                  </a:lnTo>
                  <a:lnTo>
                    <a:pt x="331625" y="137195"/>
                  </a:lnTo>
                  <a:lnTo>
                    <a:pt x="330595" y="132013"/>
                  </a:lnTo>
                  <a:lnTo>
                    <a:pt x="329403" y="126867"/>
                  </a:lnTo>
                  <a:lnTo>
                    <a:pt x="328049" y="121761"/>
                  </a:lnTo>
                  <a:lnTo>
                    <a:pt x="326534" y="116700"/>
                  </a:lnTo>
                  <a:lnTo>
                    <a:pt x="324859" y="111690"/>
                  </a:lnTo>
                  <a:lnTo>
                    <a:pt x="323028" y="106735"/>
                  </a:lnTo>
                  <a:lnTo>
                    <a:pt x="321040" y="101840"/>
                  </a:lnTo>
                  <a:lnTo>
                    <a:pt x="318899" y="97010"/>
                  </a:lnTo>
                  <a:lnTo>
                    <a:pt x="316607" y="92251"/>
                  </a:lnTo>
                  <a:lnTo>
                    <a:pt x="314165" y="87566"/>
                  </a:lnTo>
                  <a:lnTo>
                    <a:pt x="311576" y="82961"/>
                  </a:lnTo>
                  <a:lnTo>
                    <a:pt x="308844" y="78440"/>
                  </a:lnTo>
                  <a:lnTo>
                    <a:pt x="305969" y="74008"/>
                  </a:lnTo>
                  <a:lnTo>
                    <a:pt x="302956" y="69669"/>
                  </a:lnTo>
                  <a:lnTo>
                    <a:pt x="299808" y="65427"/>
                  </a:lnTo>
                  <a:lnTo>
                    <a:pt x="296527" y="61286"/>
                  </a:lnTo>
                  <a:lnTo>
                    <a:pt x="293117" y="57252"/>
                  </a:lnTo>
                  <a:lnTo>
                    <a:pt x="289581" y="53327"/>
                  </a:lnTo>
                  <a:lnTo>
                    <a:pt x="285922" y="49516"/>
                  </a:lnTo>
                  <a:lnTo>
                    <a:pt x="282146" y="45822"/>
                  </a:lnTo>
                  <a:lnTo>
                    <a:pt x="278254" y="42249"/>
                  </a:lnTo>
                  <a:lnTo>
                    <a:pt x="274251" y="38802"/>
                  </a:lnTo>
                  <a:lnTo>
                    <a:pt x="270142" y="35482"/>
                  </a:lnTo>
                  <a:lnTo>
                    <a:pt x="265930" y="32294"/>
                  </a:lnTo>
                  <a:lnTo>
                    <a:pt x="261619" y="29241"/>
                  </a:lnTo>
                  <a:lnTo>
                    <a:pt x="257213" y="26325"/>
                  </a:lnTo>
                  <a:lnTo>
                    <a:pt x="252718" y="23550"/>
                  </a:lnTo>
                  <a:lnTo>
                    <a:pt x="248137" y="20919"/>
                  </a:lnTo>
                  <a:lnTo>
                    <a:pt x="243476" y="18433"/>
                  </a:lnTo>
                  <a:lnTo>
                    <a:pt x="238738" y="16096"/>
                  </a:lnTo>
                  <a:lnTo>
                    <a:pt x="233929" y="13910"/>
                  </a:lnTo>
                  <a:lnTo>
                    <a:pt x="229053" y="11877"/>
                  </a:lnTo>
                  <a:lnTo>
                    <a:pt x="224115" y="9999"/>
                  </a:lnTo>
                  <a:lnTo>
                    <a:pt x="219121" y="8278"/>
                  </a:lnTo>
                  <a:lnTo>
                    <a:pt x="214074" y="6716"/>
                  </a:lnTo>
                  <a:lnTo>
                    <a:pt x="208981" y="5314"/>
                  </a:lnTo>
                  <a:lnTo>
                    <a:pt x="203846" y="4073"/>
                  </a:lnTo>
                  <a:lnTo>
                    <a:pt x="198674" y="2996"/>
                  </a:lnTo>
                  <a:lnTo>
                    <a:pt x="193471" y="2082"/>
                  </a:lnTo>
                  <a:lnTo>
                    <a:pt x="188242" y="1333"/>
                  </a:lnTo>
                  <a:lnTo>
                    <a:pt x="182991" y="750"/>
                  </a:lnTo>
                  <a:lnTo>
                    <a:pt x="177725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1696" y="4605529"/>
              <a:ext cx="98850" cy="167167"/>
            </a:xfrm>
            <a:custGeom>
              <a:avLst/>
              <a:pathLst>
                <a:path w="98850" h="167167">
                  <a:moveTo>
                    <a:pt x="98850" y="0"/>
                  </a:moveTo>
                  <a:lnTo>
                    <a:pt x="93284" y="92"/>
                  </a:lnTo>
                  <a:lnTo>
                    <a:pt x="87725" y="370"/>
                  </a:lnTo>
                  <a:lnTo>
                    <a:pt x="82178" y="833"/>
                  </a:lnTo>
                  <a:lnTo>
                    <a:pt x="76649" y="1480"/>
                  </a:lnTo>
                  <a:lnTo>
                    <a:pt x="71145" y="2311"/>
                  </a:lnTo>
                  <a:lnTo>
                    <a:pt x="65672" y="3325"/>
                  </a:lnTo>
                  <a:lnTo>
                    <a:pt x="60235" y="4521"/>
                  </a:lnTo>
                  <a:lnTo>
                    <a:pt x="54841" y="5896"/>
                  </a:lnTo>
                  <a:lnTo>
                    <a:pt x="49496" y="7451"/>
                  </a:lnTo>
                  <a:lnTo>
                    <a:pt x="44206" y="9183"/>
                  </a:lnTo>
                  <a:lnTo>
                    <a:pt x="38977" y="11090"/>
                  </a:lnTo>
                  <a:lnTo>
                    <a:pt x="33813" y="13170"/>
                  </a:lnTo>
                  <a:lnTo>
                    <a:pt x="28722" y="15420"/>
                  </a:lnTo>
                  <a:lnTo>
                    <a:pt x="23709" y="17839"/>
                  </a:lnTo>
                  <a:lnTo>
                    <a:pt x="18779" y="20424"/>
                  </a:lnTo>
                  <a:lnTo>
                    <a:pt x="13937" y="23171"/>
                  </a:lnTo>
                  <a:lnTo>
                    <a:pt x="9190" y="26078"/>
                  </a:lnTo>
                  <a:lnTo>
                    <a:pt x="4543" y="29141"/>
                  </a:lnTo>
                  <a:lnTo>
                    <a:pt x="0" y="32358"/>
                  </a:lnTo>
                  <a:lnTo>
                    <a:pt x="988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1696" y="4637887"/>
              <a:ext cx="98850" cy="134809"/>
            </a:xfrm>
            <a:custGeom>
              <a:avLst/>
              <a:pathLst>
                <a:path w="98850" h="134809">
                  <a:moveTo>
                    <a:pt x="0" y="0"/>
                  </a:moveTo>
                  <a:lnTo>
                    <a:pt x="98850" y="1348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61696" y="4637887"/>
              <a:ext cx="98850" cy="134809"/>
            </a:xfrm>
            <a:custGeom>
              <a:avLst/>
              <a:pathLst>
                <a:path w="98850" h="134809">
                  <a:moveTo>
                    <a:pt x="0" y="0"/>
                  </a:moveTo>
                  <a:lnTo>
                    <a:pt x="98850" y="1348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293392" y="4637887"/>
              <a:ext cx="334317" cy="301973"/>
            </a:xfrm>
            <a:custGeom>
              <a:avLst/>
              <a:pathLst>
                <a:path w="334317" h="301973">
                  <a:moveTo>
                    <a:pt x="68303" y="0"/>
                  </a:moveTo>
                  <a:lnTo>
                    <a:pt x="64082" y="3199"/>
                  </a:lnTo>
                  <a:lnTo>
                    <a:pt x="59965" y="6530"/>
                  </a:lnTo>
                  <a:lnTo>
                    <a:pt x="55955" y="9990"/>
                  </a:lnTo>
                  <a:lnTo>
                    <a:pt x="52057" y="13575"/>
                  </a:lnTo>
                  <a:lnTo>
                    <a:pt x="48274" y="17282"/>
                  </a:lnTo>
                  <a:lnTo>
                    <a:pt x="44610" y="21108"/>
                  </a:lnTo>
                  <a:lnTo>
                    <a:pt x="41070" y="25047"/>
                  </a:lnTo>
                  <a:lnTo>
                    <a:pt x="37656" y="29096"/>
                  </a:lnTo>
                  <a:lnTo>
                    <a:pt x="34372" y="33252"/>
                  </a:lnTo>
                  <a:lnTo>
                    <a:pt x="31221" y="37509"/>
                  </a:lnTo>
                  <a:lnTo>
                    <a:pt x="28207" y="41864"/>
                  </a:lnTo>
                  <a:lnTo>
                    <a:pt x="25332" y="46312"/>
                  </a:lnTo>
                  <a:lnTo>
                    <a:pt x="22600" y="50850"/>
                  </a:lnTo>
                  <a:lnTo>
                    <a:pt x="20013" y="55471"/>
                  </a:lnTo>
                  <a:lnTo>
                    <a:pt x="17573" y="60172"/>
                  </a:lnTo>
                  <a:lnTo>
                    <a:pt x="15284" y="64948"/>
                  </a:lnTo>
                  <a:lnTo>
                    <a:pt x="13147" y="69795"/>
                  </a:lnTo>
                  <a:lnTo>
                    <a:pt x="11165" y="74706"/>
                  </a:lnTo>
                  <a:lnTo>
                    <a:pt x="9339" y="79678"/>
                  </a:lnTo>
                  <a:lnTo>
                    <a:pt x="7672" y="84705"/>
                  </a:lnTo>
                  <a:lnTo>
                    <a:pt x="6165" y="89782"/>
                  </a:lnTo>
                  <a:lnTo>
                    <a:pt x="4819" y="94905"/>
                  </a:lnTo>
                  <a:lnTo>
                    <a:pt x="3636" y="100068"/>
                  </a:lnTo>
                  <a:lnTo>
                    <a:pt x="2618" y="105265"/>
                  </a:lnTo>
                  <a:lnTo>
                    <a:pt x="1765" y="110493"/>
                  </a:lnTo>
                  <a:lnTo>
                    <a:pt x="1077" y="115744"/>
                  </a:lnTo>
                  <a:lnTo>
                    <a:pt x="557" y="121015"/>
                  </a:lnTo>
                  <a:lnTo>
                    <a:pt x="203" y="126300"/>
                  </a:lnTo>
                  <a:lnTo>
                    <a:pt x="17" y="131593"/>
                  </a:lnTo>
                  <a:lnTo>
                    <a:pt x="0" y="136889"/>
                  </a:lnTo>
                  <a:lnTo>
                    <a:pt x="149" y="142183"/>
                  </a:lnTo>
                  <a:lnTo>
                    <a:pt x="467" y="147470"/>
                  </a:lnTo>
                  <a:lnTo>
                    <a:pt x="952" y="152745"/>
                  </a:lnTo>
                  <a:lnTo>
                    <a:pt x="1603" y="158001"/>
                  </a:lnTo>
                  <a:lnTo>
                    <a:pt x="2421" y="163234"/>
                  </a:lnTo>
                  <a:lnTo>
                    <a:pt x="3404" y="168438"/>
                  </a:lnTo>
                  <a:lnTo>
                    <a:pt x="4552" y="173609"/>
                  </a:lnTo>
                  <a:lnTo>
                    <a:pt x="5862" y="178740"/>
                  </a:lnTo>
                  <a:lnTo>
                    <a:pt x="7335" y="183828"/>
                  </a:lnTo>
                  <a:lnTo>
                    <a:pt x="8968" y="188866"/>
                  </a:lnTo>
                  <a:lnTo>
                    <a:pt x="10760" y="193850"/>
                  </a:lnTo>
                  <a:lnTo>
                    <a:pt x="12709" y="198775"/>
                  </a:lnTo>
                  <a:lnTo>
                    <a:pt x="14813" y="203636"/>
                  </a:lnTo>
                  <a:lnTo>
                    <a:pt x="17070" y="208427"/>
                  </a:lnTo>
                  <a:lnTo>
                    <a:pt x="19477" y="213145"/>
                  </a:lnTo>
                  <a:lnTo>
                    <a:pt x="22033" y="217784"/>
                  </a:lnTo>
                  <a:lnTo>
                    <a:pt x="24735" y="222340"/>
                  </a:lnTo>
                  <a:lnTo>
                    <a:pt x="27579" y="226807"/>
                  </a:lnTo>
                  <a:lnTo>
                    <a:pt x="30563" y="231183"/>
                  </a:lnTo>
                  <a:lnTo>
                    <a:pt x="33685" y="235462"/>
                  </a:lnTo>
                  <a:lnTo>
                    <a:pt x="36941" y="239639"/>
                  </a:lnTo>
                  <a:lnTo>
                    <a:pt x="40327" y="243712"/>
                  </a:lnTo>
                  <a:lnTo>
                    <a:pt x="43841" y="247675"/>
                  </a:lnTo>
                  <a:lnTo>
                    <a:pt x="47478" y="251525"/>
                  </a:lnTo>
                  <a:lnTo>
                    <a:pt x="51236" y="255257"/>
                  </a:lnTo>
                  <a:lnTo>
                    <a:pt x="55109" y="258869"/>
                  </a:lnTo>
                  <a:lnTo>
                    <a:pt x="59096" y="262356"/>
                  </a:lnTo>
                  <a:lnTo>
                    <a:pt x="63191" y="265716"/>
                  </a:lnTo>
                  <a:lnTo>
                    <a:pt x="67390" y="268943"/>
                  </a:lnTo>
                  <a:lnTo>
                    <a:pt x="71689" y="272036"/>
                  </a:lnTo>
                  <a:lnTo>
                    <a:pt x="76085" y="274992"/>
                  </a:lnTo>
                  <a:lnTo>
                    <a:pt x="80571" y="277807"/>
                  </a:lnTo>
                  <a:lnTo>
                    <a:pt x="85145" y="280478"/>
                  </a:lnTo>
                  <a:lnTo>
                    <a:pt x="89801" y="283003"/>
                  </a:lnTo>
                  <a:lnTo>
                    <a:pt x="94534" y="285379"/>
                  </a:lnTo>
                  <a:lnTo>
                    <a:pt x="99340" y="287604"/>
                  </a:lnTo>
                  <a:lnTo>
                    <a:pt x="104215" y="289675"/>
                  </a:lnTo>
                  <a:lnTo>
                    <a:pt x="109153" y="291591"/>
                  </a:lnTo>
                  <a:lnTo>
                    <a:pt x="114148" y="293350"/>
                  </a:lnTo>
                  <a:lnTo>
                    <a:pt x="119198" y="294950"/>
                  </a:lnTo>
                  <a:lnTo>
                    <a:pt x="124295" y="296389"/>
                  </a:lnTo>
                  <a:lnTo>
                    <a:pt x="129435" y="297665"/>
                  </a:lnTo>
                  <a:lnTo>
                    <a:pt x="134613" y="298778"/>
                  </a:lnTo>
                  <a:lnTo>
                    <a:pt x="139824" y="299727"/>
                  </a:lnTo>
                  <a:lnTo>
                    <a:pt x="145062" y="300510"/>
                  </a:lnTo>
                  <a:lnTo>
                    <a:pt x="150323" y="301127"/>
                  </a:lnTo>
                  <a:lnTo>
                    <a:pt x="155600" y="301576"/>
                  </a:lnTo>
                  <a:lnTo>
                    <a:pt x="160889" y="301859"/>
                  </a:lnTo>
                  <a:lnTo>
                    <a:pt x="166184" y="301973"/>
                  </a:lnTo>
                  <a:lnTo>
                    <a:pt x="171480" y="301920"/>
                  </a:lnTo>
                  <a:lnTo>
                    <a:pt x="176772" y="301699"/>
                  </a:lnTo>
                  <a:lnTo>
                    <a:pt x="182054" y="301311"/>
                  </a:lnTo>
                  <a:lnTo>
                    <a:pt x="187321" y="300755"/>
                  </a:lnTo>
                  <a:lnTo>
                    <a:pt x="192568" y="300033"/>
                  </a:lnTo>
                  <a:lnTo>
                    <a:pt x="197790" y="299145"/>
                  </a:lnTo>
                  <a:lnTo>
                    <a:pt x="202980" y="298092"/>
                  </a:lnTo>
                  <a:lnTo>
                    <a:pt x="208135" y="296875"/>
                  </a:lnTo>
                  <a:lnTo>
                    <a:pt x="213249" y="295496"/>
                  </a:lnTo>
                  <a:lnTo>
                    <a:pt x="218316" y="293955"/>
                  </a:lnTo>
                  <a:lnTo>
                    <a:pt x="223332" y="292254"/>
                  </a:lnTo>
                  <a:lnTo>
                    <a:pt x="228291" y="290395"/>
                  </a:lnTo>
                  <a:lnTo>
                    <a:pt x="233190" y="288380"/>
                  </a:lnTo>
                  <a:lnTo>
                    <a:pt x="238022" y="286211"/>
                  </a:lnTo>
                  <a:lnTo>
                    <a:pt x="242782" y="283890"/>
                  </a:lnTo>
                  <a:lnTo>
                    <a:pt x="247467" y="281420"/>
                  </a:lnTo>
                  <a:lnTo>
                    <a:pt x="252071" y="278802"/>
                  </a:lnTo>
                  <a:lnTo>
                    <a:pt x="256590" y="276039"/>
                  </a:lnTo>
                  <a:lnTo>
                    <a:pt x="261020" y="273135"/>
                  </a:lnTo>
                  <a:lnTo>
                    <a:pt x="265355" y="270092"/>
                  </a:lnTo>
                  <a:lnTo>
                    <a:pt x="269591" y="266913"/>
                  </a:lnTo>
                  <a:lnTo>
                    <a:pt x="273725" y="263602"/>
                  </a:lnTo>
                  <a:lnTo>
                    <a:pt x="277751" y="260161"/>
                  </a:lnTo>
                  <a:lnTo>
                    <a:pt x="281667" y="256595"/>
                  </a:lnTo>
                  <a:lnTo>
                    <a:pt x="285467" y="252906"/>
                  </a:lnTo>
                  <a:lnTo>
                    <a:pt x="289149" y="249098"/>
                  </a:lnTo>
                  <a:lnTo>
                    <a:pt x="292709" y="245176"/>
                  </a:lnTo>
                  <a:lnTo>
                    <a:pt x="296142" y="241143"/>
                  </a:lnTo>
                  <a:lnTo>
                    <a:pt x="299446" y="237004"/>
                  </a:lnTo>
                  <a:lnTo>
                    <a:pt x="302617" y="232762"/>
                  </a:lnTo>
                  <a:lnTo>
                    <a:pt x="305652" y="228421"/>
                  </a:lnTo>
                  <a:lnTo>
                    <a:pt x="308548" y="223987"/>
                  </a:lnTo>
                  <a:lnTo>
                    <a:pt x="311302" y="219463"/>
                  </a:lnTo>
                  <a:lnTo>
                    <a:pt x="313912" y="214854"/>
                  </a:lnTo>
                  <a:lnTo>
                    <a:pt x="316374" y="210164"/>
                  </a:lnTo>
                  <a:lnTo>
                    <a:pt x="318686" y="205399"/>
                  </a:lnTo>
                  <a:lnTo>
                    <a:pt x="320846" y="200563"/>
                  </a:lnTo>
                  <a:lnTo>
                    <a:pt x="322852" y="195661"/>
                  </a:lnTo>
                  <a:lnTo>
                    <a:pt x="324702" y="190698"/>
                  </a:lnTo>
                  <a:lnTo>
                    <a:pt x="326393" y="185679"/>
                  </a:lnTo>
                  <a:lnTo>
                    <a:pt x="327925" y="180609"/>
                  </a:lnTo>
                  <a:lnTo>
                    <a:pt x="329295" y="175493"/>
                  </a:lnTo>
                  <a:lnTo>
                    <a:pt x="330503" y="170336"/>
                  </a:lnTo>
                  <a:lnTo>
                    <a:pt x="331546" y="165144"/>
                  </a:lnTo>
                  <a:lnTo>
                    <a:pt x="332425" y="159921"/>
                  </a:lnTo>
                  <a:lnTo>
                    <a:pt x="333137" y="154672"/>
                  </a:lnTo>
                  <a:lnTo>
                    <a:pt x="333683" y="149404"/>
                  </a:lnTo>
                  <a:lnTo>
                    <a:pt x="334062" y="144121"/>
                  </a:lnTo>
                  <a:lnTo>
                    <a:pt x="334273" y="138829"/>
                  </a:lnTo>
                  <a:lnTo>
                    <a:pt x="334317" y="133533"/>
                  </a:lnTo>
                  <a:lnTo>
                    <a:pt x="334192" y="128238"/>
                  </a:lnTo>
                  <a:lnTo>
                    <a:pt x="333900" y="122949"/>
                  </a:lnTo>
                  <a:lnTo>
                    <a:pt x="333441" y="117673"/>
                  </a:lnTo>
                  <a:lnTo>
                    <a:pt x="332815" y="112414"/>
                  </a:lnTo>
                  <a:lnTo>
                    <a:pt x="332022" y="107177"/>
                  </a:lnTo>
                  <a:lnTo>
                    <a:pt x="331064" y="101968"/>
                  </a:lnTo>
                  <a:lnTo>
                    <a:pt x="329941" y="96792"/>
                  </a:lnTo>
                  <a:lnTo>
                    <a:pt x="328655" y="91654"/>
                  </a:lnTo>
                  <a:lnTo>
                    <a:pt x="327207" y="86559"/>
                  </a:lnTo>
                  <a:lnTo>
                    <a:pt x="325598" y="81513"/>
                  </a:lnTo>
                  <a:lnTo>
                    <a:pt x="323830" y="76521"/>
                  </a:lnTo>
                  <a:lnTo>
                    <a:pt x="321905" y="71586"/>
                  </a:lnTo>
                  <a:lnTo>
                    <a:pt x="319825" y="66716"/>
                  </a:lnTo>
                  <a:lnTo>
                    <a:pt x="317591" y="61913"/>
                  </a:lnTo>
                  <a:lnTo>
                    <a:pt x="315206" y="57184"/>
                  </a:lnTo>
                  <a:lnTo>
                    <a:pt x="167154" y="1348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60546" y="4605529"/>
              <a:ext cx="148051" cy="167167"/>
            </a:xfrm>
            <a:custGeom>
              <a:avLst/>
              <a:pathLst>
                <a:path w="148051" h="167167">
                  <a:moveTo>
                    <a:pt x="148051" y="89542"/>
                  </a:moveTo>
                  <a:lnTo>
                    <a:pt x="145412" y="84705"/>
                  </a:lnTo>
                  <a:lnTo>
                    <a:pt x="142615" y="79957"/>
                  </a:lnTo>
                  <a:lnTo>
                    <a:pt x="139664" y="75303"/>
                  </a:lnTo>
                  <a:lnTo>
                    <a:pt x="136560" y="70750"/>
                  </a:lnTo>
                  <a:lnTo>
                    <a:pt x="133308" y="66301"/>
                  </a:lnTo>
                  <a:lnTo>
                    <a:pt x="129911" y="61962"/>
                  </a:lnTo>
                  <a:lnTo>
                    <a:pt x="126372" y="57737"/>
                  </a:lnTo>
                  <a:lnTo>
                    <a:pt x="122697" y="53631"/>
                  </a:lnTo>
                  <a:lnTo>
                    <a:pt x="118888" y="49649"/>
                  </a:lnTo>
                  <a:lnTo>
                    <a:pt x="114950" y="45794"/>
                  </a:lnTo>
                  <a:lnTo>
                    <a:pt x="110887" y="42071"/>
                  </a:lnTo>
                  <a:lnTo>
                    <a:pt x="106704" y="38484"/>
                  </a:lnTo>
                  <a:lnTo>
                    <a:pt x="102404" y="35037"/>
                  </a:lnTo>
                  <a:lnTo>
                    <a:pt x="97993" y="31734"/>
                  </a:lnTo>
                  <a:lnTo>
                    <a:pt x="93476" y="28577"/>
                  </a:lnTo>
                  <a:lnTo>
                    <a:pt x="88857" y="25572"/>
                  </a:lnTo>
                  <a:lnTo>
                    <a:pt x="84142" y="22720"/>
                  </a:lnTo>
                  <a:lnTo>
                    <a:pt x="79335" y="20025"/>
                  </a:lnTo>
                  <a:lnTo>
                    <a:pt x="74442" y="17490"/>
                  </a:lnTo>
                  <a:lnTo>
                    <a:pt x="69468" y="15118"/>
                  </a:lnTo>
                  <a:lnTo>
                    <a:pt x="64419" y="12910"/>
                  </a:lnTo>
                  <a:lnTo>
                    <a:pt x="59300" y="10871"/>
                  </a:lnTo>
                  <a:lnTo>
                    <a:pt x="54116" y="9001"/>
                  </a:lnTo>
                  <a:lnTo>
                    <a:pt x="48873" y="7304"/>
                  </a:lnTo>
                  <a:lnTo>
                    <a:pt x="43578" y="5780"/>
                  </a:lnTo>
                  <a:lnTo>
                    <a:pt x="38234" y="4431"/>
                  </a:lnTo>
                  <a:lnTo>
                    <a:pt x="32850" y="3259"/>
                  </a:lnTo>
                  <a:lnTo>
                    <a:pt x="27430" y="2265"/>
                  </a:lnTo>
                  <a:lnTo>
                    <a:pt x="21979" y="1451"/>
                  </a:lnTo>
                  <a:lnTo>
                    <a:pt x="16505" y="816"/>
                  </a:lnTo>
                  <a:lnTo>
                    <a:pt x="11013" y="363"/>
                  </a:lnTo>
                  <a:lnTo>
                    <a:pt x="550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687488" y="4172415"/>
              <a:ext cx="58404" cy="167167"/>
            </a:xfrm>
            <a:custGeom>
              <a:avLst/>
              <a:pathLst>
                <a:path w="58404" h="167167">
                  <a:moveTo>
                    <a:pt x="58404" y="0"/>
                  </a:moveTo>
                  <a:lnTo>
                    <a:pt x="52439" y="106"/>
                  </a:lnTo>
                  <a:lnTo>
                    <a:pt x="46482" y="425"/>
                  </a:lnTo>
                  <a:lnTo>
                    <a:pt x="40539" y="957"/>
                  </a:lnTo>
                  <a:lnTo>
                    <a:pt x="34620" y="1700"/>
                  </a:lnTo>
                  <a:lnTo>
                    <a:pt x="28731" y="2654"/>
                  </a:lnTo>
                  <a:lnTo>
                    <a:pt x="22879" y="3818"/>
                  </a:lnTo>
                  <a:lnTo>
                    <a:pt x="17073" y="5189"/>
                  </a:lnTo>
                  <a:lnTo>
                    <a:pt x="11319" y="6767"/>
                  </a:lnTo>
                  <a:lnTo>
                    <a:pt x="5626" y="8550"/>
                  </a:lnTo>
                  <a:lnTo>
                    <a:pt x="0" y="10534"/>
                  </a:lnTo>
                  <a:lnTo>
                    <a:pt x="5840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687488" y="4182950"/>
              <a:ext cx="58404" cy="156632"/>
            </a:xfrm>
            <a:custGeom>
              <a:avLst/>
              <a:pathLst>
                <a:path w="58404" h="156632">
                  <a:moveTo>
                    <a:pt x="0" y="0"/>
                  </a:moveTo>
                  <a:lnTo>
                    <a:pt x="58404" y="1566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578725" y="4182950"/>
              <a:ext cx="167167" cy="320660"/>
            </a:xfrm>
            <a:custGeom>
              <a:avLst/>
              <a:pathLst>
                <a:path w="167167" h="320660">
                  <a:moveTo>
                    <a:pt x="108762" y="0"/>
                  </a:moveTo>
                  <a:lnTo>
                    <a:pt x="103783" y="1947"/>
                  </a:lnTo>
                  <a:lnTo>
                    <a:pt x="98870" y="4053"/>
                  </a:lnTo>
                  <a:lnTo>
                    <a:pt x="94025" y="6315"/>
                  </a:lnTo>
                  <a:lnTo>
                    <a:pt x="89256" y="8731"/>
                  </a:lnTo>
                  <a:lnTo>
                    <a:pt x="84567" y="11298"/>
                  </a:lnTo>
                  <a:lnTo>
                    <a:pt x="79961" y="14013"/>
                  </a:lnTo>
                  <a:lnTo>
                    <a:pt x="75446" y="16875"/>
                  </a:lnTo>
                  <a:lnTo>
                    <a:pt x="71023" y="19879"/>
                  </a:lnTo>
                  <a:lnTo>
                    <a:pt x="66700" y="23024"/>
                  </a:lnTo>
                  <a:lnTo>
                    <a:pt x="62479" y="26304"/>
                  </a:lnTo>
                  <a:lnTo>
                    <a:pt x="58365" y="29719"/>
                  </a:lnTo>
                  <a:lnTo>
                    <a:pt x="54362" y="33263"/>
                  </a:lnTo>
                  <a:lnTo>
                    <a:pt x="50475" y="36933"/>
                  </a:lnTo>
                  <a:lnTo>
                    <a:pt x="46707" y="40726"/>
                  </a:lnTo>
                  <a:lnTo>
                    <a:pt x="43062" y="44637"/>
                  </a:lnTo>
                  <a:lnTo>
                    <a:pt x="39544" y="48663"/>
                  </a:lnTo>
                  <a:lnTo>
                    <a:pt x="36157" y="52799"/>
                  </a:lnTo>
                  <a:lnTo>
                    <a:pt x="32904" y="57041"/>
                  </a:lnTo>
                  <a:lnTo>
                    <a:pt x="29788" y="61385"/>
                  </a:lnTo>
                  <a:lnTo>
                    <a:pt x="26812" y="65827"/>
                  </a:lnTo>
                  <a:lnTo>
                    <a:pt x="23981" y="70362"/>
                  </a:lnTo>
                  <a:lnTo>
                    <a:pt x="21295" y="74984"/>
                  </a:lnTo>
                  <a:lnTo>
                    <a:pt x="18759" y="79691"/>
                  </a:lnTo>
                  <a:lnTo>
                    <a:pt x="16374" y="84476"/>
                  </a:lnTo>
                  <a:lnTo>
                    <a:pt x="14144" y="89334"/>
                  </a:lnTo>
                  <a:lnTo>
                    <a:pt x="12070" y="94262"/>
                  </a:lnTo>
                  <a:lnTo>
                    <a:pt x="10155" y="99253"/>
                  </a:lnTo>
                  <a:lnTo>
                    <a:pt x="8401" y="104303"/>
                  </a:lnTo>
                  <a:lnTo>
                    <a:pt x="6809" y="109407"/>
                  </a:lnTo>
                  <a:lnTo>
                    <a:pt x="5381" y="114559"/>
                  </a:lnTo>
                  <a:lnTo>
                    <a:pt x="4118" y="119754"/>
                  </a:lnTo>
                  <a:lnTo>
                    <a:pt x="3022" y="124986"/>
                  </a:lnTo>
                  <a:lnTo>
                    <a:pt x="2094" y="130252"/>
                  </a:lnTo>
                  <a:lnTo>
                    <a:pt x="1335" y="135544"/>
                  </a:lnTo>
                  <a:lnTo>
                    <a:pt x="745" y="140857"/>
                  </a:lnTo>
                  <a:lnTo>
                    <a:pt x="326" y="146187"/>
                  </a:lnTo>
                  <a:lnTo>
                    <a:pt x="77" y="151527"/>
                  </a:lnTo>
                  <a:lnTo>
                    <a:pt x="0" y="156873"/>
                  </a:lnTo>
                  <a:lnTo>
                    <a:pt x="93" y="162218"/>
                  </a:lnTo>
                  <a:lnTo>
                    <a:pt x="357" y="167558"/>
                  </a:lnTo>
                  <a:lnTo>
                    <a:pt x="791" y="172886"/>
                  </a:lnTo>
                  <a:lnTo>
                    <a:pt x="1396" y="178198"/>
                  </a:lnTo>
                  <a:lnTo>
                    <a:pt x="2171" y="183488"/>
                  </a:lnTo>
                  <a:lnTo>
                    <a:pt x="3114" y="188750"/>
                  </a:lnTo>
                  <a:lnTo>
                    <a:pt x="4225" y="193980"/>
                  </a:lnTo>
                  <a:lnTo>
                    <a:pt x="5502" y="199171"/>
                  </a:lnTo>
                  <a:lnTo>
                    <a:pt x="6945" y="204319"/>
                  </a:lnTo>
                  <a:lnTo>
                    <a:pt x="8552" y="209418"/>
                  </a:lnTo>
                  <a:lnTo>
                    <a:pt x="10321" y="214463"/>
                  </a:lnTo>
                  <a:lnTo>
                    <a:pt x="12250" y="219449"/>
                  </a:lnTo>
                  <a:lnTo>
                    <a:pt x="14338" y="224370"/>
                  </a:lnTo>
                  <a:lnTo>
                    <a:pt x="16582" y="229223"/>
                  </a:lnTo>
                  <a:lnTo>
                    <a:pt x="18981" y="234001"/>
                  </a:lnTo>
                  <a:lnTo>
                    <a:pt x="21530" y="238700"/>
                  </a:lnTo>
                  <a:lnTo>
                    <a:pt x="24229" y="243315"/>
                  </a:lnTo>
                  <a:lnTo>
                    <a:pt x="27074" y="247841"/>
                  </a:lnTo>
                  <a:lnTo>
                    <a:pt x="30062" y="252274"/>
                  </a:lnTo>
                  <a:lnTo>
                    <a:pt x="33191" y="256609"/>
                  </a:lnTo>
                  <a:lnTo>
                    <a:pt x="36456" y="260842"/>
                  </a:lnTo>
                  <a:lnTo>
                    <a:pt x="39855" y="264969"/>
                  </a:lnTo>
                  <a:lnTo>
                    <a:pt x="43385" y="268984"/>
                  </a:lnTo>
                  <a:lnTo>
                    <a:pt x="47041" y="272885"/>
                  </a:lnTo>
                  <a:lnTo>
                    <a:pt x="50820" y="276667"/>
                  </a:lnTo>
                  <a:lnTo>
                    <a:pt x="54717" y="280326"/>
                  </a:lnTo>
                  <a:lnTo>
                    <a:pt x="58730" y="283858"/>
                  </a:lnTo>
                  <a:lnTo>
                    <a:pt x="62854" y="287261"/>
                  </a:lnTo>
                  <a:lnTo>
                    <a:pt x="67084" y="290530"/>
                  </a:lnTo>
                  <a:lnTo>
                    <a:pt x="71417" y="293661"/>
                  </a:lnTo>
                  <a:lnTo>
                    <a:pt x="75848" y="296653"/>
                  </a:lnTo>
                  <a:lnTo>
                    <a:pt x="80372" y="299502"/>
                  </a:lnTo>
                  <a:lnTo>
                    <a:pt x="84985" y="302204"/>
                  </a:lnTo>
                  <a:lnTo>
                    <a:pt x="89682" y="304757"/>
                  </a:lnTo>
                  <a:lnTo>
                    <a:pt x="94458" y="307159"/>
                  </a:lnTo>
                  <a:lnTo>
                    <a:pt x="99309" y="309407"/>
                  </a:lnTo>
                  <a:lnTo>
                    <a:pt x="104229" y="311499"/>
                  </a:lnTo>
                  <a:lnTo>
                    <a:pt x="109213" y="313433"/>
                  </a:lnTo>
                  <a:lnTo>
                    <a:pt x="114257" y="315206"/>
                  </a:lnTo>
                  <a:lnTo>
                    <a:pt x="119354" y="316816"/>
                  </a:lnTo>
                  <a:lnTo>
                    <a:pt x="124501" y="318263"/>
                  </a:lnTo>
                  <a:lnTo>
                    <a:pt x="129691" y="319545"/>
                  </a:lnTo>
                  <a:lnTo>
                    <a:pt x="134920" y="320660"/>
                  </a:lnTo>
                  <a:lnTo>
                    <a:pt x="167167" y="1566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13645" y="4172415"/>
              <a:ext cx="199397" cy="334333"/>
            </a:xfrm>
            <a:custGeom>
              <a:avLst/>
              <a:pathLst>
                <a:path w="199397" h="334333">
                  <a:moveTo>
                    <a:pt x="0" y="331195"/>
                  </a:moveTo>
                  <a:lnTo>
                    <a:pt x="5226" y="332136"/>
                  </a:lnTo>
                  <a:lnTo>
                    <a:pt x="10479" y="332911"/>
                  </a:lnTo>
                  <a:lnTo>
                    <a:pt x="15755" y="333519"/>
                  </a:lnTo>
                  <a:lnTo>
                    <a:pt x="21047" y="333959"/>
                  </a:lnTo>
                  <a:lnTo>
                    <a:pt x="26351" y="334230"/>
                  </a:lnTo>
                  <a:lnTo>
                    <a:pt x="31660" y="334333"/>
                  </a:lnTo>
                  <a:lnTo>
                    <a:pt x="36970" y="334268"/>
                  </a:lnTo>
                  <a:lnTo>
                    <a:pt x="42276" y="334033"/>
                  </a:lnTo>
                  <a:lnTo>
                    <a:pt x="47571" y="333631"/>
                  </a:lnTo>
                  <a:lnTo>
                    <a:pt x="52850" y="333060"/>
                  </a:lnTo>
                  <a:lnTo>
                    <a:pt x="58109" y="332322"/>
                  </a:lnTo>
                  <a:lnTo>
                    <a:pt x="63342" y="331417"/>
                  </a:lnTo>
                  <a:lnTo>
                    <a:pt x="68544" y="330346"/>
                  </a:lnTo>
                  <a:lnTo>
                    <a:pt x="73708" y="329111"/>
                  </a:lnTo>
                  <a:lnTo>
                    <a:pt x="78831" y="327712"/>
                  </a:lnTo>
                  <a:lnTo>
                    <a:pt x="83907" y="326152"/>
                  </a:lnTo>
                  <a:lnTo>
                    <a:pt x="88931" y="324430"/>
                  </a:lnTo>
                  <a:lnTo>
                    <a:pt x="93898" y="322551"/>
                  </a:lnTo>
                  <a:lnTo>
                    <a:pt x="98802" y="320514"/>
                  </a:lnTo>
                  <a:lnTo>
                    <a:pt x="103639" y="318323"/>
                  </a:lnTo>
                  <a:lnTo>
                    <a:pt x="108405" y="315979"/>
                  </a:lnTo>
                  <a:lnTo>
                    <a:pt x="113093" y="313484"/>
                  </a:lnTo>
                  <a:lnTo>
                    <a:pt x="117700" y="310843"/>
                  </a:lnTo>
                  <a:lnTo>
                    <a:pt x="122220" y="308056"/>
                  </a:lnTo>
                  <a:lnTo>
                    <a:pt x="126650" y="305127"/>
                  </a:lnTo>
                  <a:lnTo>
                    <a:pt x="130984" y="302059"/>
                  </a:lnTo>
                  <a:lnTo>
                    <a:pt x="135219" y="298854"/>
                  </a:lnTo>
                  <a:lnTo>
                    <a:pt x="139350" y="295517"/>
                  </a:lnTo>
                  <a:lnTo>
                    <a:pt x="143373" y="292051"/>
                  </a:lnTo>
                  <a:lnTo>
                    <a:pt x="147283" y="288458"/>
                  </a:lnTo>
                  <a:lnTo>
                    <a:pt x="151078" y="284743"/>
                  </a:lnTo>
                  <a:lnTo>
                    <a:pt x="154753" y="280909"/>
                  </a:lnTo>
                  <a:lnTo>
                    <a:pt x="158304" y="276960"/>
                  </a:lnTo>
                  <a:lnTo>
                    <a:pt x="161727" y="272901"/>
                  </a:lnTo>
                  <a:lnTo>
                    <a:pt x="165021" y="268735"/>
                  </a:lnTo>
                  <a:lnTo>
                    <a:pt x="168180" y="264466"/>
                  </a:lnTo>
                  <a:lnTo>
                    <a:pt x="171202" y="260099"/>
                  </a:lnTo>
                  <a:lnTo>
                    <a:pt x="174083" y="255639"/>
                  </a:lnTo>
                  <a:lnTo>
                    <a:pt x="176822" y="251089"/>
                  </a:lnTo>
                  <a:lnTo>
                    <a:pt x="179415" y="246454"/>
                  </a:lnTo>
                  <a:lnTo>
                    <a:pt x="181859" y="241740"/>
                  </a:lnTo>
                  <a:lnTo>
                    <a:pt x="184152" y="236950"/>
                  </a:lnTo>
                  <a:lnTo>
                    <a:pt x="186292" y="232090"/>
                  </a:lnTo>
                  <a:lnTo>
                    <a:pt x="188276" y="227164"/>
                  </a:lnTo>
                  <a:lnTo>
                    <a:pt x="190103" y="222178"/>
                  </a:lnTo>
                  <a:lnTo>
                    <a:pt x="191771" y="217136"/>
                  </a:lnTo>
                  <a:lnTo>
                    <a:pt x="193278" y="212044"/>
                  </a:lnTo>
                  <a:lnTo>
                    <a:pt x="194622" y="206906"/>
                  </a:lnTo>
                  <a:lnTo>
                    <a:pt x="195802" y="201728"/>
                  </a:lnTo>
                  <a:lnTo>
                    <a:pt x="196817" y="196516"/>
                  </a:lnTo>
                  <a:lnTo>
                    <a:pt x="197667" y="191274"/>
                  </a:lnTo>
                  <a:lnTo>
                    <a:pt x="198349" y="186007"/>
                  </a:lnTo>
                  <a:lnTo>
                    <a:pt x="198863" y="180722"/>
                  </a:lnTo>
                  <a:lnTo>
                    <a:pt x="199210" y="175423"/>
                  </a:lnTo>
                  <a:lnTo>
                    <a:pt x="199388" y="170115"/>
                  </a:lnTo>
                  <a:lnTo>
                    <a:pt x="199397" y="164805"/>
                  </a:lnTo>
                  <a:lnTo>
                    <a:pt x="199238" y="159497"/>
                  </a:lnTo>
                  <a:lnTo>
                    <a:pt x="198910" y="154196"/>
                  </a:lnTo>
                  <a:lnTo>
                    <a:pt x="198414" y="148909"/>
                  </a:lnTo>
                  <a:lnTo>
                    <a:pt x="197750" y="143640"/>
                  </a:lnTo>
                  <a:lnTo>
                    <a:pt x="196919" y="138395"/>
                  </a:lnTo>
                  <a:lnTo>
                    <a:pt x="195922" y="133179"/>
                  </a:lnTo>
                  <a:lnTo>
                    <a:pt x="194760" y="127997"/>
                  </a:lnTo>
                  <a:lnTo>
                    <a:pt x="193434" y="122855"/>
                  </a:lnTo>
                  <a:lnTo>
                    <a:pt x="191945" y="117758"/>
                  </a:lnTo>
                  <a:lnTo>
                    <a:pt x="190295" y="112710"/>
                  </a:lnTo>
                  <a:lnTo>
                    <a:pt x="188486" y="107717"/>
                  </a:lnTo>
                  <a:lnTo>
                    <a:pt x="186519" y="102785"/>
                  </a:lnTo>
                  <a:lnTo>
                    <a:pt x="184396" y="97917"/>
                  </a:lnTo>
                  <a:lnTo>
                    <a:pt x="182119" y="93119"/>
                  </a:lnTo>
                  <a:lnTo>
                    <a:pt x="179692" y="88396"/>
                  </a:lnTo>
                  <a:lnTo>
                    <a:pt x="177115" y="83753"/>
                  </a:lnTo>
                  <a:lnTo>
                    <a:pt x="174393" y="79193"/>
                  </a:lnTo>
                  <a:lnTo>
                    <a:pt x="171527" y="74722"/>
                  </a:lnTo>
                  <a:lnTo>
                    <a:pt x="168520" y="70345"/>
                  </a:lnTo>
                  <a:lnTo>
                    <a:pt x="165376" y="66065"/>
                  </a:lnTo>
                  <a:lnTo>
                    <a:pt x="162097" y="61888"/>
                  </a:lnTo>
                  <a:lnTo>
                    <a:pt x="158688" y="57816"/>
                  </a:lnTo>
                  <a:lnTo>
                    <a:pt x="155151" y="53855"/>
                  </a:lnTo>
                  <a:lnTo>
                    <a:pt x="151490" y="50009"/>
                  </a:lnTo>
                  <a:lnTo>
                    <a:pt x="147708" y="46280"/>
                  </a:lnTo>
                  <a:lnTo>
                    <a:pt x="143810" y="42674"/>
                  </a:lnTo>
                  <a:lnTo>
                    <a:pt x="139799" y="39193"/>
                  </a:lnTo>
                  <a:lnTo>
                    <a:pt x="135680" y="35841"/>
                  </a:lnTo>
                  <a:lnTo>
                    <a:pt x="131457" y="32622"/>
                  </a:lnTo>
                  <a:lnTo>
                    <a:pt x="127133" y="29539"/>
                  </a:lnTo>
                  <a:lnTo>
                    <a:pt x="122714" y="26594"/>
                  </a:lnTo>
                  <a:lnTo>
                    <a:pt x="118203" y="23792"/>
                  </a:lnTo>
                  <a:lnTo>
                    <a:pt x="113606" y="21134"/>
                  </a:lnTo>
                  <a:lnTo>
                    <a:pt x="108926" y="18623"/>
                  </a:lnTo>
                  <a:lnTo>
                    <a:pt x="104169" y="16263"/>
                  </a:lnTo>
                  <a:lnTo>
                    <a:pt x="99340" y="14054"/>
                  </a:lnTo>
                  <a:lnTo>
                    <a:pt x="94442" y="12000"/>
                  </a:lnTo>
                  <a:lnTo>
                    <a:pt x="89482" y="10103"/>
                  </a:lnTo>
                  <a:lnTo>
                    <a:pt x="84465" y="8364"/>
                  </a:lnTo>
                  <a:lnTo>
                    <a:pt x="79394" y="6786"/>
                  </a:lnTo>
                  <a:lnTo>
                    <a:pt x="74276" y="5369"/>
                  </a:lnTo>
                  <a:lnTo>
                    <a:pt x="69116" y="4116"/>
                  </a:lnTo>
                  <a:lnTo>
                    <a:pt x="63918" y="3027"/>
                  </a:lnTo>
                  <a:lnTo>
                    <a:pt x="58688" y="2104"/>
                  </a:lnTo>
                  <a:lnTo>
                    <a:pt x="53432" y="1347"/>
                  </a:lnTo>
                  <a:lnTo>
                    <a:pt x="48154" y="758"/>
                  </a:lnTo>
                  <a:lnTo>
                    <a:pt x="42861" y="337"/>
                  </a:lnTo>
                  <a:lnTo>
                    <a:pt x="37556" y="84"/>
                  </a:lnTo>
                  <a:lnTo>
                    <a:pt x="32247" y="0"/>
                  </a:lnTo>
                  <a:lnTo>
                    <a:pt x="322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65521" y="3685283"/>
              <a:ext cx="157973" cy="167167"/>
            </a:xfrm>
            <a:custGeom>
              <a:avLst/>
              <a:pathLst>
                <a:path w="157973" h="167167">
                  <a:moveTo>
                    <a:pt x="157973" y="0"/>
                  </a:moveTo>
                  <a:lnTo>
                    <a:pt x="152530" y="88"/>
                  </a:lnTo>
                  <a:lnTo>
                    <a:pt x="147092" y="354"/>
                  </a:lnTo>
                  <a:lnTo>
                    <a:pt x="141666" y="797"/>
                  </a:lnTo>
                  <a:lnTo>
                    <a:pt x="136257" y="1416"/>
                  </a:lnTo>
                  <a:lnTo>
                    <a:pt x="130872" y="2211"/>
                  </a:lnTo>
                  <a:lnTo>
                    <a:pt x="125514" y="3181"/>
                  </a:lnTo>
                  <a:lnTo>
                    <a:pt x="120192" y="4325"/>
                  </a:lnTo>
                  <a:lnTo>
                    <a:pt x="114909" y="5642"/>
                  </a:lnTo>
                  <a:lnTo>
                    <a:pt x="109672" y="7130"/>
                  </a:lnTo>
                  <a:lnTo>
                    <a:pt x="104487" y="8787"/>
                  </a:lnTo>
                  <a:lnTo>
                    <a:pt x="99358" y="10613"/>
                  </a:lnTo>
                  <a:lnTo>
                    <a:pt x="94291" y="12605"/>
                  </a:lnTo>
                  <a:lnTo>
                    <a:pt x="89292" y="14760"/>
                  </a:lnTo>
                  <a:lnTo>
                    <a:pt x="84365" y="17078"/>
                  </a:lnTo>
                  <a:lnTo>
                    <a:pt x="79517" y="19554"/>
                  </a:lnTo>
                  <a:lnTo>
                    <a:pt x="74752" y="22187"/>
                  </a:lnTo>
                  <a:lnTo>
                    <a:pt x="70075" y="24974"/>
                  </a:lnTo>
                  <a:lnTo>
                    <a:pt x="65492" y="27912"/>
                  </a:lnTo>
                  <a:lnTo>
                    <a:pt x="61006" y="30997"/>
                  </a:lnTo>
                  <a:lnTo>
                    <a:pt x="56623" y="34227"/>
                  </a:lnTo>
                  <a:lnTo>
                    <a:pt x="52348" y="37597"/>
                  </a:lnTo>
                  <a:lnTo>
                    <a:pt x="48185" y="41106"/>
                  </a:lnTo>
                  <a:lnTo>
                    <a:pt x="44138" y="44747"/>
                  </a:lnTo>
                  <a:lnTo>
                    <a:pt x="40212" y="48519"/>
                  </a:lnTo>
                  <a:lnTo>
                    <a:pt x="36411" y="52417"/>
                  </a:lnTo>
                  <a:lnTo>
                    <a:pt x="32739" y="56436"/>
                  </a:lnTo>
                  <a:lnTo>
                    <a:pt x="29200" y="60573"/>
                  </a:lnTo>
                  <a:lnTo>
                    <a:pt x="25797" y="64822"/>
                  </a:lnTo>
                  <a:lnTo>
                    <a:pt x="22535" y="69181"/>
                  </a:lnTo>
                  <a:lnTo>
                    <a:pt x="19416" y="73643"/>
                  </a:lnTo>
                  <a:lnTo>
                    <a:pt x="16444" y="78204"/>
                  </a:lnTo>
                  <a:lnTo>
                    <a:pt x="13622" y="82860"/>
                  </a:lnTo>
                  <a:lnTo>
                    <a:pt x="10953" y="87605"/>
                  </a:lnTo>
                  <a:lnTo>
                    <a:pt x="8441" y="92435"/>
                  </a:lnTo>
                  <a:lnTo>
                    <a:pt x="6086" y="97344"/>
                  </a:lnTo>
                  <a:lnTo>
                    <a:pt x="3893" y="102327"/>
                  </a:lnTo>
                  <a:lnTo>
                    <a:pt x="1864" y="107378"/>
                  </a:lnTo>
                  <a:lnTo>
                    <a:pt x="0" y="112494"/>
                  </a:lnTo>
                  <a:lnTo>
                    <a:pt x="15797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56346" y="3685294"/>
              <a:ext cx="334310" cy="334321"/>
            </a:xfrm>
            <a:custGeom>
              <a:avLst/>
              <a:pathLst>
                <a:path w="334310" h="334321">
                  <a:moveTo>
                    <a:pt x="9174" y="112482"/>
                  </a:moveTo>
                  <a:lnTo>
                    <a:pt x="7523" y="117510"/>
                  </a:lnTo>
                  <a:lnTo>
                    <a:pt x="6031" y="122587"/>
                  </a:lnTo>
                  <a:lnTo>
                    <a:pt x="4701" y="127710"/>
                  </a:lnTo>
                  <a:lnTo>
                    <a:pt x="3534" y="132871"/>
                  </a:lnTo>
                  <a:lnTo>
                    <a:pt x="2531" y="138067"/>
                  </a:lnTo>
                  <a:lnTo>
                    <a:pt x="1692" y="143293"/>
                  </a:lnTo>
                  <a:lnTo>
                    <a:pt x="1020" y="148542"/>
                  </a:lnTo>
                  <a:lnTo>
                    <a:pt x="514" y="153810"/>
                  </a:lnTo>
                  <a:lnTo>
                    <a:pt x="175" y="159091"/>
                  </a:lnTo>
                  <a:lnTo>
                    <a:pt x="4" y="164380"/>
                  </a:lnTo>
                  <a:lnTo>
                    <a:pt x="0" y="169673"/>
                  </a:lnTo>
                  <a:lnTo>
                    <a:pt x="163" y="174962"/>
                  </a:lnTo>
                  <a:lnTo>
                    <a:pt x="494" y="180244"/>
                  </a:lnTo>
                  <a:lnTo>
                    <a:pt x="992" y="185512"/>
                  </a:lnTo>
                  <a:lnTo>
                    <a:pt x="1656" y="190763"/>
                  </a:lnTo>
                  <a:lnTo>
                    <a:pt x="2486" y="195989"/>
                  </a:lnTo>
                  <a:lnTo>
                    <a:pt x="3481" y="201187"/>
                  </a:lnTo>
                  <a:lnTo>
                    <a:pt x="4641" y="206351"/>
                  </a:lnTo>
                  <a:lnTo>
                    <a:pt x="5963" y="211475"/>
                  </a:lnTo>
                  <a:lnTo>
                    <a:pt x="7446" y="216555"/>
                  </a:lnTo>
                  <a:lnTo>
                    <a:pt x="9090" y="221585"/>
                  </a:lnTo>
                  <a:lnTo>
                    <a:pt x="10892" y="226561"/>
                  </a:lnTo>
                  <a:lnTo>
                    <a:pt x="12851" y="231477"/>
                  </a:lnTo>
                  <a:lnTo>
                    <a:pt x="14964" y="236329"/>
                  </a:lnTo>
                  <a:lnTo>
                    <a:pt x="17230" y="241112"/>
                  </a:lnTo>
                  <a:lnTo>
                    <a:pt x="19646" y="245820"/>
                  </a:lnTo>
                  <a:lnTo>
                    <a:pt x="22210" y="250449"/>
                  </a:lnTo>
                  <a:lnTo>
                    <a:pt x="24919" y="254995"/>
                  </a:lnTo>
                  <a:lnTo>
                    <a:pt x="27771" y="259454"/>
                  </a:lnTo>
                  <a:lnTo>
                    <a:pt x="30762" y="263819"/>
                  </a:lnTo>
                  <a:lnTo>
                    <a:pt x="33890" y="268088"/>
                  </a:lnTo>
                  <a:lnTo>
                    <a:pt x="37152" y="272255"/>
                  </a:lnTo>
                  <a:lnTo>
                    <a:pt x="40544" y="276317"/>
                  </a:lnTo>
                  <a:lnTo>
                    <a:pt x="44063" y="280270"/>
                  </a:lnTo>
                  <a:lnTo>
                    <a:pt x="47705" y="284110"/>
                  </a:lnTo>
                  <a:lnTo>
                    <a:pt x="51467" y="287832"/>
                  </a:lnTo>
                  <a:lnTo>
                    <a:pt x="55345" y="291433"/>
                  </a:lnTo>
                  <a:lnTo>
                    <a:pt x="59334" y="294910"/>
                  </a:lnTo>
                  <a:lnTo>
                    <a:pt x="63432" y="298258"/>
                  </a:lnTo>
                  <a:lnTo>
                    <a:pt x="67634" y="301476"/>
                  </a:lnTo>
                  <a:lnTo>
                    <a:pt x="71936" y="304558"/>
                  </a:lnTo>
                  <a:lnTo>
                    <a:pt x="76333" y="307503"/>
                  </a:lnTo>
                  <a:lnTo>
                    <a:pt x="80821" y="310307"/>
                  </a:lnTo>
                  <a:lnTo>
                    <a:pt x="85395" y="312968"/>
                  </a:lnTo>
                  <a:lnTo>
                    <a:pt x="90052" y="315483"/>
                  </a:lnTo>
                  <a:lnTo>
                    <a:pt x="94785" y="317849"/>
                  </a:lnTo>
                  <a:lnTo>
                    <a:pt x="99592" y="320064"/>
                  </a:lnTo>
                  <a:lnTo>
                    <a:pt x="104466" y="322126"/>
                  </a:lnTo>
                  <a:lnTo>
                    <a:pt x="109402" y="324032"/>
                  </a:lnTo>
                  <a:lnTo>
                    <a:pt x="114397" y="325782"/>
                  </a:lnTo>
                  <a:lnTo>
                    <a:pt x="119445" y="327372"/>
                  </a:lnTo>
                  <a:lnTo>
                    <a:pt x="124540" y="328801"/>
                  </a:lnTo>
                  <a:lnTo>
                    <a:pt x="129678" y="330069"/>
                  </a:lnTo>
                  <a:lnTo>
                    <a:pt x="134854" y="331174"/>
                  </a:lnTo>
                  <a:lnTo>
                    <a:pt x="140061" y="332114"/>
                  </a:lnTo>
                  <a:lnTo>
                    <a:pt x="145297" y="332888"/>
                  </a:lnTo>
                  <a:lnTo>
                    <a:pt x="150554" y="333497"/>
                  </a:lnTo>
                  <a:lnTo>
                    <a:pt x="155827" y="333939"/>
                  </a:lnTo>
                  <a:lnTo>
                    <a:pt x="161112" y="334214"/>
                  </a:lnTo>
                  <a:lnTo>
                    <a:pt x="166403" y="334321"/>
                  </a:lnTo>
                  <a:lnTo>
                    <a:pt x="171695" y="334261"/>
                  </a:lnTo>
                  <a:lnTo>
                    <a:pt x="176982" y="334033"/>
                  </a:lnTo>
                  <a:lnTo>
                    <a:pt x="182259" y="333638"/>
                  </a:lnTo>
                  <a:lnTo>
                    <a:pt x="187522" y="333077"/>
                  </a:lnTo>
                  <a:lnTo>
                    <a:pt x="192763" y="332348"/>
                  </a:lnTo>
                  <a:lnTo>
                    <a:pt x="197980" y="331455"/>
                  </a:lnTo>
                  <a:lnTo>
                    <a:pt x="203165" y="330397"/>
                  </a:lnTo>
                  <a:lnTo>
                    <a:pt x="208314" y="329175"/>
                  </a:lnTo>
                  <a:lnTo>
                    <a:pt x="213422" y="327791"/>
                  </a:lnTo>
                  <a:lnTo>
                    <a:pt x="218483" y="326245"/>
                  </a:lnTo>
                  <a:lnTo>
                    <a:pt x="223493" y="324541"/>
                  </a:lnTo>
                  <a:lnTo>
                    <a:pt x="228447" y="322678"/>
                  </a:lnTo>
                  <a:lnTo>
                    <a:pt x="233339" y="320660"/>
                  </a:lnTo>
                  <a:lnTo>
                    <a:pt x="238165" y="318488"/>
                  </a:lnTo>
                  <a:lnTo>
                    <a:pt x="242919" y="316164"/>
                  </a:lnTo>
                  <a:lnTo>
                    <a:pt x="247598" y="313691"/>
                  </a:lnTo>
                  <a:lnTo>
                    <a:pt x="252196" y="311071"/>
                  </a:lnTo>
                  <a:lnTo>
                    <a:pt x="256709" y="308307"/>
                  </a:lnTo>
                  <a:lnTo>
                    <a:pt x="261132" y="305401"/>
                  </a:lnTo>
                  <a:lnTo>
                    <a:pt x="265461" y="302357"/>
                  </a:lnTo>
                  <a:lnTo>
                    <a:pt x="269691" y="299177"/>
                  </a:lnTo>
                  <a:lnTo>
                    <a:pt x="273819" y="295865"/>
                  </a:lnTo>
                  <a:lnTo>
                    <a:pt x="277840" y="292424"/>
                  </a:lnTo>
                  <a:lnTo>
                    <a:pt x="281749" y="288858"/>
                  </a:lnTo>
                  <a:lnTo>
                    <a:pt x="285544" y="285169"/>
                  </a:lnTo>
                  <a:lnTo>
                    <a:pt x="289220" y="281362"/>
                  </a:lnTo>
                  <a:lnTo>
                    <a:pt x="292774" y="277441"/>
                  </a:lnTo>
                  <a:lnTo>
                    <a:pt x="296202" y="273409"/>
                  </a:lnTo>
                  <a:lnTo>
                    <a:pt x="299501" y="269271"/>
                  </a:lnTo>
                  <a:lnTo>
                    <a:pt x="302667" y="265031"/>
                  </a:lnTo>
                  <a:lnTo>
                    <a:pt x="305697" y="260692"/>
                  </a:lnTo>
                  <a:lnTo>
                    <a:pt x="308588" y="256259"/>
                  </a:lnTo>
                  <a:lnTo>
                    <a:pt x="311338" y="251738"/>
                  </a:lnTo>
                  <a:lnTo>
                    <a:pt x="313943" y="247131"/>
                  </a:lnTo>
                  <a:lnTo>
                    <a:pt x="316401" y="242445"/>
                  </a:lnTo>
                  <a:lnTo>
                    <a:pt x="318709" y="237682"/>
                  </a:lnTo>
                  <a:lnTo>
                    <a:pt x="320866" y="232850"/>
                  </a:lnTo>
                  <a:lnTo>
                    <a:pt x="322868" y="227951"/>
                  </a:lnTo>
                  <a:lnTo>
                    <a:pt x="324715" y="222991"/>
                  </a:lnTo>
                  <a:lnTo>
                    <a:pt x="326403" y="217976"/>
                  </a:lnTo>
                  <a:lnTo>
                    <a:pt x="327932" y="212909"/>
                  </a:lnTo>
                  <a:lnTo>
                    <a:pt x="329300" y="207797"/>
                  </a:lnTo>
                  <a:lnTo>
                    <a:pt x="330505" y="202644"/>
                  </a:lnTo>
                  <a:lnTo>
                    <a:pt x="331546" y="197455"/>
                  </a:lnTo>
                  <a:lnTo>
                    <a:pt x="332423" y="192236"/>
                  </a:lnTo>
                  <a:lnTo>
                    <a:pt x="333134" y="186992"/>
                  </a:lnTo>
                  <a:lnTo>
                    <a:pt x="333679" y="181728"/>
                  </a:lnTo>
                  <a:lnTo>
                    <a:pt x="334057" y="176450"/>
                  </a:lnTo>
                  <a:lnTo>
                    <a:pt x="334267" y="171162"/>
                  </a:lnTo>
                  <a:lnTo>
                    <a:pt x="334310" y="165870"/>
                  </a:lnTo>
                  <a:lnTo>
                    <a:pt x="334186" y="160579"/>
                  </a:lnTo>
                  <a:lnTo>
                    <a:pt x="333894" y="155295"/>
                  </a:lnTo>
                  <a:lnTo>
                    <a:pt x="333435" y="150023"/>
                  </a:lnTo>
                  <a:lnTo>
                    <a:pt x="332810" y="144768"/>
                  </a:lnTo>
                  <a:lnTo>
                    <a:pt x="332018" y="139536"/>
                  </a:lnTo>
                  <a:lnTo>
                    <a:pt x="331061" y="134331"/>
                  </a:lnTo>
                  <a:lnTo>
                    <a:pt x="329940" y="129159"/>
                  </a:lnTo>
                  <a:lnTo>
                    <a:pt x="328656" y="124025"/>
                  </a:lnTo>
                  <a:lnTo>
                    <a:pt x="327209" y="118934"/>
                  </a:lnTo>
                  <a:lnTo>
                    <a:pt x="325603" y="113892"/>
                  </a:lnTo>
                  <a:lnTo>
                    <a:pt x="323838" y="108903"/>
                  </a:lnTo>
                  <a:lnTo>
                    <a:pt x="321915" y="103972"/>
                  </a:lnTo>
                  <a:lnTo>
                    <a:pt x="319838" y="99105"/>
                  </a:lnTo>
                  <a:lnTo>
                    <a:pt x="317607" y="94306"/>
                  </a:lnTo>
                  <a:lnTo>
                    <a:pt x="315226" y="89580"/>
                  </a:lnTo>
                  <a:lnTo>
                    <a:pt x="312696" y="84932"/>
                  </a:lnTo>
                  <a:lnTo>
                    <a:pt x="310020" y="80366"/>
                  </a:lnTo>
                  <a:lnTo>
                    <a:pt x="307202" y="75887"/>
                  </a:lnTo>
                  <a:lnTo>
                    <a:pt x="304242" y="71499"/>
                  </a:lnTo>
                  <a:lnTo>
                    <a:pt x="301146" y="67208"/>
                  </a:lnTo>
                  <a:lnTo>
                    <a:pt x="297915" y="63016"/>
                  </a:lnTo>
                  <a:lnTo>
                    <a:pt x="294553" y="58929"/>
                  </a:lnTo>
                  <a:lnTo>
                    <a:pt x="291064" y="54951"/>
                  </a:lnTo>
                  <a:lnTo>
                    <a:pt x="287450" y="51084"/>
                  </a:lnTo>
                  <a:lnTo>
                    <a:pt x="283715" y="47335"/>
                  </a:lnTo>
                  <a:lnTo>
                    <a:pt x="279864" y="43705"/>
                  </a:lnTo>
                  <a:lnTo>
                    <a:pt x="275900" y="40199"/>
                  </a:lnTo>
                  <a:lnTo>
                    <a:pt x="271827" y="36820"/>
                  </a:lnTo>
                  <a:lnTo>
                    <a:pt x="267649" y="33572"/>
                  </a:lnTo>
                  <a:lnTo>
                    <a:pt x="263370" y="30458"/>
                  </a:lnTo>
                  <a:lnTo>
                    <a:pt x="258995" y="27480"/>
                  </a:lnTo>
                  <a:lnTo>
                    <a:pt x="254528" y="24643"/>
                  </a:lnTo>
                  <a:lnTo>
                    <a:pt x="249973" y="21949"/>
                  </a:lnTo>
                  <a:lnTo>
                    <a:pt x="245335" y="19400"/>
                  </a:lnTo>
                  <a:lnTo>
                    <a:pt x="240619" y="16999"/>
                  </a:lnTo>
                  <a:lnTo>
                    <a:pt x="235829" y="14748"/>
                  </a:lnTo>
                  <a:lnTo>
                    <a:pt x="230971" y="12651"/>
                  </a:lnTo>
                  <a:lnTo>
                    <a:pt x="226048" y="10708"/>
                  </a:lnTo>
                  <a:lnTo>
                    <a:pt x="221067" y="8922"/>
                  </a:lnTo>
                  <a:lnTo>
                    <a:pt x="216031" y="7295"/>
                  </a:lnTo>
                  <a:lnTo>
                    <a:pt x="210946" y="5827"/>
                  </a:lnTo>
                  <a:lnTo>
                    <a:pt x="205818" y="4522"/>
                  </a:lnTo>
                  <a:lnTo>
                    <a:pt x="200650" y="3379"/>
                  </a:lnTo>
                  <a:lnTo>
                    <a:pt x="195450" y="2401"/>
                  </a:lnTo>
                  <a:lnTo>
                    <a:pt x="190220" y="1588"/>
                  </a:lnTo>
                  <a:lnTo>
                    <a:pt x="184968" y="940"/>
                  </a:lnTo>
                  <a:lnTo>
                    <a:pt x="179698" y="460"/>
                  </a:lnTo>
                  <a:lnTo>
                    <a:pt x="174415" y="146"/>
                  </a:lnTo>
                  <a:lnTo>
                    <a:pt x="169125" y="0"/>
                  </a:lnTo>
                  <a:lnTo>
                    <a:pt x="167148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23495" y="3685283"/>
              <a:ext cx="1976" cy="167167"/>
            </a:xfrm>
            <a:custGeom>
              <a:avLst/>
              <a:pathLst>
                <a:path w="1976" h="167167">
                  <a:moveTo>
                    <a:pt x="1976" y="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tx82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2025-06-26T12:02:22Z</dcterms:modified>
  <cp:category/>
</cp:coreProperties>
</file>