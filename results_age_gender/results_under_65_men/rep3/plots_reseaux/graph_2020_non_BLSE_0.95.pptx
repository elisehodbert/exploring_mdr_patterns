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0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4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78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1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9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87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1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8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12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9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44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57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31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61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10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1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47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5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50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70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442" y="3170392"/>
              <a:ext cx="1336" cy="167167"/>
            </a:xfrm>
            <a:custGeom>
              <a:avLst/>
              <a:pathLst>
                <a:path w="1336" h="167167">
                  <a:moveTo>
                    <a:pt x="1336" y="0"/>
                  </a:moveTo>
                  <a:lnTo>
                    <a:pt x="0" y="5"/>
                  </a:lnTo>
                  <a:lnTo>
                    <a:pt x="13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816629" y="3170397"/>
              <a:ext cx="334315" cy="334326"/>
            </a:xfrm>
            <a:custGeom>
              <a:avLst/>
              <a:pathLst>
                <a:path w="334315" h="334326">
                  <a:moveTo>
                    <a:pt x="165812" y="0"/>
                  </a:moveTo>
                  <a:lnTo>
                    <a:pt x="160533" y="125"/>
                  </a:lnTo>
                  <a:lnTo>
                    <a:pt x="155260" y="417"/>
                  </a:lnTo>
                  <a:lnTo>
                    <a:pt x="149999" y="876"/>
                  </a:lnTo>
                  <a:lnTo>
                    <a:pt x="144755" y="1501"/>
                  </a:lnTo>
                  <a:lnTo>
                    <a:pt x="139533" y="2291"/>
                  </a:lnTo>
                  <a:lnTo>
                    <a:pt x="134339" y="3246"/>
                  </a:lnTo>
                  <a:lnTo>
                    <a:pt x="129177" y="4364"/>
                  </a:lnTo>
                  <a:lnTo>
                    <a:pt x="124054" y="5644"/>
                  </a:lnTo>
                  <a:lnTo>
                    <a:pt x="118973" y="7086"/>
                  </a:lnTo>
                  <a:lnTo>
                    <a:pt x="113941" y="8688"/>
                  </a:lnTo>
                  <a:lnTo>
                    <a:pt x="108962" y="10448"/>
                  </a:lnTo>
                  <a:lnTo>
                    <a:pt x="104041" y="12364"/>
                  </a:lnTo>
                  <a:lnTo>
                    <a:pt x="99182" y="14435"/>
                  </a:lnTo>
                  <a:lnTo>
                    <a:pt x="94392" y="16658"/>
                  </a:lnTo>
                  <a:lnTo>
                    <a:pt x="89674" y="19031"/>
                  </a:lnTo>
                  <a:lnTo>
                    <a:pt x="85034" y="21552"/>
                  </a:lnTo>
                  <a:lnTo>
                    <a:pt x="80475" y="24219"/>
                  </a:lnTo>
                  <a:lnTo>
                    <a:pt x="76003" y="27028"/>
                  </a:lnTo>
                  <a:lnTo>
                    <a:pt x="71622" y="29977"/>
                  </a:lnTo>
                  <a:lnTo>
                    <a:pt x="67336" y="33063"/>
                  </a:lnTo>
                  <a:lnTo>
                    <a:pt x="63150" y="36283"/>
                  </a:lnTo>
                  <a:lnTo>
                    <a:pt x="59068" y="39633"/>
                  </a:lnTo>
                  <a:lnTo>
                    <a:pt x="55094" y="43111"/>
                  </a:lnTo>
                  <a:lnTo>
                    <a:pt x="51231" y="46712"/>
                  </a:lnTo>
                  <a:lnTo>
                    <a:pt x="47484" y="50434"/>
                  </a:lnTo>
                  <a:lnTo>
                    <a:pt x="43857" y="54272"/>
                  </a:lnTo>
                  <a:lnTo>
                    <a:pt x="40352" y="58223"/>
                  </a:lnTo>
                  <a:lnTo>
                    <a:pt x="36975" y="62283"/>
                  </a:lnTo>
                  <a:lnTo>
                    <a:pt x="33727" y="66447"/>
                  </a:lnTo>
                  <a:lnTo>
                    <a:pt x="30612" y="70712"/>
                  </a:lnTo>
                  <a:lnTo>
                    <a:pt x="27633" y="75073"/>
                  </a:lnTo>
                  <a:lnTo>
                    <a:pt x="24794" y="79526"/>
                  </a:lnTo>
                  <a:lnTo>
                    <a:pt x="22097" y="84066"/>
                  </a:lnTo>
                  <a:lnTo>
                    <a:pt x="19544" y="88689"/>
                  </a:lnTo>
                  <a:lnTo>
                    <a:pt x="17139" y="93391"/>
                  </a:lnTo>
                  <a:lnTo>
                    <a:pt x="14884" y="98166"/>
                  </a:lnTo>
                  <a:lnTo>
                    <a:pt x="12780" y="103010"/>
                  </a:lnTo>
                  <a:lnTo>
                    <a:pt x="10831" y="107918"/>
                  </a:lnTo>
                  <a:lnTo>
                    <a:pt x="9038" y="112886"/>
                  </a:lnTo>
                  <a:lnTo>
                    <a:pt x="7402" y="117907"/>
                  </a:lnTo>
                  <a:lnTo>
                    <a:pt x="5926" y="122978"/>
                  </a:lnTo>
                  <a:lnTo>
                    <a:pt x="4611" y="128093"/>
                  </a:lnTo>
                  <a:lnTo>
                    <a:pt x="3458" y="133246"/>
                  </a:lnTo>
                  <a:lnTo>
                    <a:pt x="2468" y="138434"/>
                  </a:lnTo>
                  <a:lnTo>
                    <a:pt x="1643" y="143650"/>
                  </a:lnTo>
                  <a:lnTo>
                    <a:pt x="983" y="148890"/>
                  </a:lnTo>
                  <a:lnTo>
                    <a:pt x="489" y="154148"/>
                  </a:lnTo>
                  <a:lnTo>
                    <a:pt x="161" y="159419"/>
                  </a:lnTo>
                  <a:lnTo>
                    <a:pt x="0" y="164697"/>
                  </a:lnTo>
                  <a:lnTo>
                    <a:pt x="5" y="169978"/>
                  </a:lnTo>
                  <a:lnTo>
                    <a:pt x="177" y="175257"/>
                  </a:lnTo>
                  <a:lnTo>
                    <a:pt x="516" y="180527"/>
                  </a:lnTo>
                  <a:lnTo>
                    <a:pt x="1022" y="185784"/>
                  </a:lnTo>
                  <a:lnTo>
                    <a:pt x="1693" y="191022"/>
                  </a:lnTo>
                  <a:lnTo>
                    <a:pt x="2529" y="196237"/>
                  </a:lnTo>
                  <a:lnTo>
                    <a:pt x="3530" y="201422"/>
                  </a:lnTo>
                  <a:lnTo>
                    <a:pt x="4694" y="206573"/>
                  </a:lnTo>
                  <a:lnTo>
                    <a:pt x="6020" y="211685"/>
                  </a:lnTo>
                  <a:lnTo>
                    <a:pt x="7506" y="216753"/>
                  </a:lnTo>
                  <a:lnTo>
                    <a:pt x="9153" y="221771"/>
                  </a:lnTo>
                  <a:lnTo>
                    <a:pt x="10956" y="226734"/>
                  </a:lnTo>
                  <a:lnTo>
                    <a:pt x="12916" y="231638"/>
                  </a:lnTo>
                  <a:lnTo>
                    <a:pt x="15030" y="236478"/>
                  </a:lnTo>
                  <a:lnTo>
                    <a:pt x="17295" y="241248"/>
                  </a:lnTo>
                  <a:lnTo>
                    <a:pt x="19710" y="245945"/>
                  </a:lnTo>
                  <a:lnTo>
                    <a:pt x="22272" y="250563"/>
                  </a:lnTo>
                  <a:lnTo>
                    <a:pt x="24979" y="255098"/>
                  </a:lnTo>
                  <a:lnTo>
                    <a:pt x="27828" y="259545"/>
                  </a:lnTo>
                  <a:lnTo>
                    <a:pt x="30815" y="263899"/>
                  </a:lnTo>
                  <a:lnTo>
                    <a:pt x="33939" y="268158"/>
                  </a:lnTo>
                  <a:lnTo>
                    <a:pt x="37196" y="272315"/>
                  </a:lnTo>
                  <a:lnTo>
                    <a:pt x="40582" y="276367"/>
                  </a:lnTo>
                  <a:lnTo>
                    <a:pt x="44095" y="280311"/>
                  </a:lnTo>
                  <a:lnTo>
                    <a:pt x="47731" y="284141"/>
                  </a:lnTo>
                  <a:lnTo>
                    <a:pt x="51485" y="287855"/>
                  </a:lnTo>
                  <a:lnTo>
                    <a:pt x="55356" y="291448"/>
                  </a:lnTo>
                  <a:lnTo>
                    <a:pt x="59337" y="294918"/>
                  </a:lnTo>
                  <a:lnTo>
                    <a:pt x="63427" y="298260"/>
                  </a:lnTo>
                  <a:lnTo>
                    <a:pt x="67619" y="301470"/>
                  </a:lnTo>
                  <a:lnTo>
                    <a:pt x="71912" y="304547"/>
                  </a:lnTo>
                  <a:lnTo>
                    <a:pt x="76299" y="307487"/>
                  </a:lnTo>
                  <a:lnTo>
                    <a:pt x="80777" y="310287"/>
                  </a:lnTo>
                  <a:lnTo>
                    <a:pt x="85341" y="312944"/>
                  </a:lnTo>
                  <a:lnTo>
                    <a:pt x="89987" y="315455"/>
                  </a:lnTo>
                  <a:lnTo>
                    <a:pt x="94709" y="317818"/>
                  </a:lnTo>
                  <a:lnTo>
                    <a:pt x="99504" y="320031"/>
                  </a:lnTo>
                  <a:lnTo>
                    <a:pt x="104367" y="322092"/>
                  </a:lnTo>
                  <a:lnTo>
                    <a:pt x="109292" y="323998"/>
                  </a:lnTo>
                  <a:lnTo>
                    <a:pt x="114275" y="325747"/>
                  </a:lnTo>
                  <a:lnTo>
                    <a:pt x="119311" y="327338"/>
                  </a:lnTo>
                  <a:lnTo>
                    <a:pt x="124395" y="328769"/>
                  </a:lnTo>
                  <a:lnTo>
                    <a:pt x="129521" y="330039"/>
                  </a:lnTo>
                  <a:lnTo>
                    <a:pt x="134684" y="331146"/>
                  </a:lnTo>
                  <a:lnTo>
                    <a:pt x="139881" y="332090"/>
                  </a:lnTo>
                  <a:lnTo>
                    <a:pt x="145104" y="332869"/>
                  </a:lnTo>
                  <a:lnTo>
                    <a:pt x="150349" y="333483"/>
                  </a:lnTo>
                  <a:lnTo>
                    <a:pt x="155611" y="333930"/>
                  </a:lnTo>
                  <a:lnTo>
                    <a:pt x="160885" y="334212"/>
                  </a:lnTo>
                  <a:lnTo>
                    <a:pt x="166165" y="334326"/>
                  </a:lnTo>
                  <a:lnTo>
                    <a:pt x="171446" y="334274"/>
                  </a:lnTo>
                  <a:lnTo>
                    <a:pt x="176722" y="334055"/>
                  </a:lnTo>
                  <a:lnTo>
                    <a:pt x="181989" y="333669"/>
                  </a:lnTo>
                  <a:lnTo>
                    <a:pt x="187241" y="333117"/>
                  </a:lnTo>
                  <a:lnTo>
                    <a:pt x="192474" y="332400"/>
                  </a:lnTo>
                  <a:lnTo>
                    <a:pt x="197680" y="331517"/>
                  </a:lnTo>
                  <a:lnTo>
                    <a:pt x="202857" y="330471"/>
                  </a:lnTo>
                  <a:lnTo>
                    <a:pt x="207998" y="329261"/>
                  </a:lnTo>
                  <a:lnTo>
                    <a:pt x="213098" y="327890"/>
                  </a:lnTo>
                  <a:lnTo>
                    <a:pt x="218152" y="326359"/>
                  </a:lnTo>
                  <a:lnTo>
                    <a:pt x="223155" y="324668"/>
                  </a:lnTo>
                  <a:lnTo>
                    <a:pt x="228102" y="322820"/>
                  </a:lnTo>
                  <a:lnTo>
                    <a:pt x="232989" y="320817"/>
                  </a:lnTo>
                  <a:lnTo>
                    <a:pt x="237810" y="318661"/>
                  </a:lnTo>
                  <a:lnTo>
                    <a:pt x="242560" y="316353"/>
                  </a:lnTo>
                  <a:lnTo>
                    <a:pt x="247235" y="313897"/>
                  </a:lnTo>
                  <a:lnTo>
                    <a:pt x="251830" y="311294"/>
                  </a:lnTo>
                  <a:lnTo>
                    <a:pt x="256340" y="308547"/>
                  </a:lnTo>
                  <a:lnTo>
                    <a:pt x="260762" y="305659"/>
                  </a:lnTo>
                  <a:lnTo>
                    <a:pt x="265090" y="302633"/>
                  </a:lnTo>
                  <a:lnTo>
                    <a:pt x="269320" y="299471"/>
                  </a:lnTo>
                  <a:lnTo>
                    <a:pt x="273449" y="296178"/>
                  </a:lnTo>
                  <a:lnTo>
                    <a:pt x="277471" y="292756"/>
                  </a:lnTo>
                  <a:lnTo>
                    <a:pt x="281383" y="289208"/>
                  </a:lnTo>
                  <a:lnTo>
                    <a:pt x="285181" y="285539"/>
                  </a:lnTo>
                  <a:lnTo>
                    <a:pt x="288862" y="281752"/>
                  </a:lnTo>
                  <a:lnTo>
                    <a:pt x="292421" y="277850"/>
                  </a:lnTo>
                  <a:lnTo>
                    <a:pt x="295855" y="273837"/>
                  </a:lnTo>
                  <a:lnTo>
                    <a:pt x="299160" y="269719"/>
                  </a:lnTo>
                  <a:lnTo>
                    <a:pt x="302334" y="265498"/>
                  </a:lnTo>
                  <a:lnTo>
                    <a:pt x="305373" y="261178"/>
                  </a:lnTo>
                  <a:lnTo>
                    <a:pt x="308273" y="256765"/>
                  </a:lnTo>
                  <a:lnTo>
                    <a:pt x="311033" y="252263"/>
                  </a:lnTo>
                  <a:lnTo>
                    <a:pt x="313650" y="247675"/>
                  </a:lnTo>
                  <a:lnTo>
                    <a:pt x="316120" y="243007"/>
                  </a:lnTo>
                  <a:lnTo>
                    <a:pt x="318441" y="238264"/>
                  </a:lnTo>
                  <a:lnTo>
                    <a:pt x="320612" y="233449"/>
                  </a:lnTo>
                  <a:lnTo>
                    <a:pt x="322629" y="228569"/>
                  </a:lnTo>
                  <a:lnTo>
                    <a:pt x="324491" y="223627"/>
                  </a:lnTo>
                  <a:lnTo>
                    <a:pt x="326196" y="218629"/>
                  </a:lnTo>
                  <a:lnTo>
                    <a:pt x="327743" y="213579"/>
                  </a:lnTo>
                  <a:lnTo>
                    <a:pt x="329129" y="208483"/>
                  </a:lnTo>
                  <a:lnTo>
                    <a:pt x="330353" y="203346"/>
                  </a:lnTo>
                  <a:lnTo>
                    <a:pt x="331415" y="198172"/>
                  </a:lnTo>
                  <a:lnTo>
                    <a:pt x="332312" y="192968"/>
                  </a:lnTo>
                  <a:lnTo>
                    <a:pt x="333045" y="187738"/>
                  </a:lnTo>
                  <a:lnTo>
                    <a:pt x="333612" y="182488"/>
                  </a:lnTo>
                  <a:lnTo>
                    <a:pt x="334013" y="177222"/>
                  </a:lnTo>
                  <a:lnTo>
                    <a:pt x="334248" y="171946"/>
                  </a:lnTo>
                  <a:lnTo>
                    <a:pt x="334315" y="166665"/>
                  </a:lnTo>
                  <a:lnTo>
                    <a:pt x="334216" y="161385"/>
                  </a:lnTo>
                  <a:lnTo>
                    <a:pt x="333951" y="156111"/>
                  </a:lnTo>
                  <a:lnTo>
                    <a:pt x="333518" y="150847"/>
                  </a:lnTo>
                  <a:lnTo>
                    <a:pt x="332920" y="145600"/>
                  </a:lnTo>
                  <a:lnTo>
                    <a:pt x="332156" y="140375"/>
                  </a:lnTo>
                  <a:lnTo>
                    <a:pt x="331228" y="135176"/>
                  </a:lnTo>
                  <a:lnTo>
                    <a:pt x="330135" y="130009"/>
                  </a:lnTo>
                  <a:lnTo>
                    <a:pt x="328880" y="124879"/>
                  </a:lnTo>
                  <a:lnTo>
                    <a:pt x="327464" y="119791"/>
                  </a:lnTo>
                  <a:lnTo>
                    <a:pt x="325888" y="114751"/>
                  </a:lnTo>
                  <a:lnTo>
                    <a:pt x="324153" y="109763"/>
                  </a:lnTo>
                  <a:lnTo>
                    <a:pt x="322262" y="104832"/>
                  </a:lnTo>
                  <a:lnTo>
                    <a:pt x="320215" y="99963"/>
                  </a:lnTo>
                  <a:lnTo>
                    <a:pt x="318016" y="95162"/>
                  </a:lnTo>
                  <a:lnTo>
                    <a:pt x="315667" y="90432"/>
                  </a:lnTo>
                  <a:lnTo>
                    <a:pt x="313169" y="85779"/>
                  </a:lnTo>
                  <a:lnTo>
                    <a:pt x="310525" y="81207"/>
                  </a:lnTo>
                  <a:lnTo>
                    <a:pt x="307739" y="76721"/>
                  </a:lnTo>
                  <a:lnTo>
                    <a:pt x="304812" y="72326"/>
                  </a:lnTo>
                  <a:lnTo>
                    <a:pt x="301747" y="68024"/>
                  </a:lnTo>
                  <a:lnTo>
                    <a:pt x="298549" y="63822"/>
                  </a:lnTo>
                  <a:lnTo>
                    <a:pt x="295219" y="59723"/>
                  </a:lnTo>
                  <a:lnTo>
                    <a:pt x="291761" y="55731"/>
                  </a:lnTo>
                  <a:lnTo>
                    <a:pt x="288179" y="51851"/>
                  </a:lnTo>
                  <a:lnTo>
                    <a:pt x="284476" y="48085"/>
                  </a:lnTo>
                  <a:lnTo>
                    <a:pt x="280656" y="44438"/>
                  </a:lnTo>
                  <a:lnTo>
                    <a:pt x="276723" y="40914"/>
                  </a:lnTo>
                  <a:lnTo>
                    <a:pt x="272681" y="37516"/>
                  </a:lnTo>
                  <a:lnTo>
                    <a:pt x="268533" y="34247"/>
                  </a:lnTo>
                  <a:lnTo>
                    <a:pt x="264284" y="31111"/>
                  </a:lnTo>
                  <a:lnTo>
                    <a:pt x="259938" y="28111"/>
                  </a:lnTo>
                  <a:lnTo>
                    <a:pt x="255499" y="25249"/>
                  </a:lnTo>
                  <a:lnTo>
                    <a:pt x="250972" y="22529"/>
                  </a:lnTo>
                  <a:lnTo>
                    <a:pt x="246362" y="19953"/>
                  </a:lnTo>
                  <a:lnTo>
                    <a:pt x="241672" y="17525"/>
                  </a:lnTo>
                  <a:lnTo>
                    <a:pt x="236908" y="15245"/>
                  </a:lnTo>
                  <a:lnTo>
                    <a:pt x="232075" y="13118"/>
                  </a:lnTo>
                  <a:lnTo>
                    <a:pt x="227177" y="11144"/>
                  </a:lnTo>
                  <a:lnTo>
                    <a:pt x="222218" y="9325"/>
                  </a:lnTo>
                  <a:lnTo>
                    <a:pt x="217205" y="7665"/>
                  </a:lnTo>
                  <a:lnTo>
                    <a:pt x="212142" y="6163"/>
                  </a:lnTo>
                  <a:lnTo>
                    <a:pt x="207034" y="4822"/>
                  </a:lnTo>
                  <a:lnTo>
                    <a:pt x="201886" y="3643"/>
                  </a:lnTo>
                  <a:lnTo>
                    <a:pt x="196704" y="2628"/>
                  </a:lnTo>
                  <a:lnTo>
                    <a:pt x="191492" y="1776"/>
                  </a:lnTo>
                  <a:lnTo>
                    <a:pt x="186255" y="1090"/>
                  </a:lnTo>
                  <a:lnTo>
                    <a:pt x="181000" y="569"/>
                  </a:lnTo>
                  <a:lnTo>
                    <a:pt x="175731" y="215"/>
                  </a:lnTo>
                  <a:lnTo>
                    <a:pt x="167149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3779" y="3170392"/>
              <a:ext cx="8582" cy="167167"/>
            </a:xfrm>
            <a:custGeom>
              <a:avLst/>
              <a:pathLst>
                <a:path w="8582" h="167167">
                  <a:moveTo>
                    <a:pt x="8582" y="2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1676" y="2633064"/>
              <a:ext cx="27335" cy="167167"/>
            </a:xfrm>
            <a:custGeom>
              <a:avLst/>
              <a:pathLst>
                <a:path w="27335" h="167167">
                  <a:moveTo>
                    <a:pt x="27335" y="0"/>
                  </a:moveTo>
                  <a:lnTo>
                    <a:pt x="20472" y="140"/>
                  </a:lnTo>
                  <a:lnTo>
                    <a:pt x="13621" y="563"/>
                  </a:lnTo>
                  <a:lnTo>
                    <a:pt x="6793" y="1266"/>
                  </a:lnTo>
                  <a:lnTo>
                    <a:pt x="0" y="2250"/>
                  </a:lnTo>
                  <a:lnTo>
                    <a:pt x="2733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51863" y="2635314"/>
              <a:ext cx="334313" cy="332082"/>
            </a:xfrm>
            <a:custGeom>
              <a:avLst/>
              <a:pathLst>
                <a:path w="334313" h="332082">
                  <a:moveTo>
                    <a:pt x="139813" y="0"/>
                  </a:moveTo>
                  <a:lnTo>
                    <a:pt x="134612" y="946"/>
                  </a:lnTo>
                  <a:lnTo>
                    <a:pt x="129444" y="2057"/>
                  </a:lnTo>
                  <a:lnTo>
                    <a:pt x="124314" y="3330"/>
                  </a:lnTo>
                  <a:lnTo>
                    <a:pt x="119227" y="4765"/>
                  </a:lnTo>
                  <a:lnTo>
                    <a:pt x="114188" y="6360"/>
                  </a:lnTo>
                  <a:lnTo>
                    <a:pt x="109201" y="8114"/>
                  </a:lnTo>
                  <a:lnTo>
                    <a:pt x="104273" y="10024"/>
                  </a:lnTo>
                  <a:lnTo>
                    <a:pt x="99407" y="12090"/>
                  </a:lnTo>
                  <a:lnTo>
                    <a:pt x="94609" y="14308"/>
                  </a:lnTo>
                  <a:lnTo>
                    <a:pt x="89884" y="16676"/>
                  </a:lnTo>
                  <a:lnTo>
                    <a:pt x="85235" y="19193"/>
                  </a:lnTo>
                  <a:lnTo>
                    <a:pt x="80669" y="21856"/>
                  </a:lnTo>
                  <a:lnTo>
                    <a:pt x="76189" y="24662"/>
                  </a:lnTo>
                  <a:lnTo>
                    <a:pt x="71801" y="27607"/>
                  </a:lnTo>
                  <a:lnTo>
                    <a:pt x="67507" y="30691"/>
                  </a:lnTo>
                  <a:lnTo>
                    <a:pt x="63313" y="33908"/>
                  </a:lnTo>
                  <a:lnTo>
                    <a:pt x="59223" y="37256"/>
                  </a:lnTo>
                  <a:lnTo>
                    <a:pt x="55241" y="40732"/>
                  </a:lnTo>
                  <a:lnTo>
                    <a:pt x="51371" y="44332"/>
                  </a:lnTo>
                  <a:lnTo>
                    <a:pt x="47616" y="48053"/>
                  </a:lnTo>
                  <a:lnTo>
                    <a:pt x="43981" y="51890"/>
                  </a:lnTo>
                  <a:lnTo>
                    <a:pt x="40469" y="55841"/>
                  </a:lnTo>
                  <a:lnTo>
                    <a:pt x="37084" y="59901"/>
                  </a:lnTo>
                  <a:lnTo>
                    <a:pt x="33829" y="64065"/>
                  </a:lnTo>
                  <a:lnTo>
                    <a:pt x="30707" y="68331"/>
                  </a:lnTo>
                  <a:lnTo>
                    <a:pt x="27722" y="72693"/>
                  </a:lnTo>
                  <a:lnTo>
                    <a:pt x="24876" y="77147"/>
                  </a:lnTo>
                  <a:lnTo>
                    <a:pt x="22172" y="81689"/>
                  </a:lnTo>
                  <a:lnTo>
                    <a:pt x="19613" y="86314"/>
                  </a:lnTo>
                  <a:lnTo>
                    <a:pt x="17201" y="91018"/>
                  </a:lnTo>
                  <a:lnTo>
                    <a:pt x="14940" y="95795"/>
                  </a:lnTo>
                  <a:lnTo>
                    <a:pt x="12831" y="100642"/>
                  </a:lnTo>
                  <a:lnTo>
                    <a:pt x="10876" y="105553"/>
                  </a:lnTo>
                  <a:lnTo>
                    <a:pt x="9077" y="110523"/>
                  </a:lnTo>
                  <a:lnTo>
                    <a:pt x="7436" y="115548"/>
                  </a:lnTo>
                  <a:lnTo>
                    <a:pt x="5955" y="120622"/>
                  </a:lnTo>
                  <a:lnTo>
                    <a:pt x="4636" y="125741"/>
                  </a:lnTo>
                  <a:lnTo>
                    <a:pt x="3478" y="130898"/>
                  </a:lnTo>
                  <a:lnTo>
                    <a:pt x="2484" y="136090"/>
                  </a:lnTo>
                  <a:lnTo>
                    <a:pt x="1655" y="141310"/>
                  </a:lnTo>
                  <a:lnTo>
                    <a:pt x="992" y="146554"/>
                  </a:lnTo>
                  <a:lnTo>
                    <a:pt x="494" y="151816"/>
                  </a:lnTo>
                  <a:lnTo>
                    <a:pt x="163" y="157092"/>
                  </a:lnTo>
                  <a:lnTo>
                    <a:pt x="0" y="162375"/>
                  </a:lnTo>
                  <a:lnTo>
                    <a:pt x="3" y="167661"/>
                  </a:lnTo>
                  <a:lnTo>
                    <a:pt x="173" y="172944"/>
                  </a:lnTo>
                  <a:lnTo>
                    <a:pt x="510" y="178219"/>
                  </a:lnTo>
                  <a:lnTo>
                    <a:pt x="1014" y="183481"/>
                  </a:lnTo>
                  <a:lnTo>
                    <a:pt x="1684" y="188724"/>
                  </a:lnTo>
                  <a:lnTo>
                    <a:pt x="2520" y="193943"/>
                  </a:lnTo>
                  <a:lnTo>
                    <a:pt x="3520" y="199134"/>
                  </a:lnTo>
                  <a:lnTo>
                    <a:pt x="4683" y="204290"/>
                  </a:lnTo>
                  <a:lnTo>
                    <a:pt x="6009" y="209407"/>
                  </a:lnTo>
                  <a:lnTo>
                    <a:pt x="7496" y="214479"/>
                  </a:lnTo>
                  <a:lnTo>
                    <a:pt x="9143" y="219502"/>
                  </a:lnTo>
                  <a:lnTo>
                    <a:pt x="10948" y="224470"/>
                  </a:lnTo>
                  <a:lnTo>
                    <a:pt x="12909" y="229379"/>
                  </a:lnTo>
                  <a:lnTo>
                    <a:pt x="15024" y="234223"/>
                  </a:lnTo>
                  <a:lnTo>
                    <a:pt x="17291" y="238998"/>
                  </a:lnTo>
                  <a:lnTo>
                    <a:pt x="19708" y="243699"/>
                  </a:lnTo>
                  <a:lnTo>
                    <a:pt x="22273" y="248321"/>
                  </a:lnTo>
                  <a:lnTo>
                    <a:pt x="24982" y="252859"/>
                  </a:lnTo>
                  <a:lnTo>
                    <a:pt x="27833" y="257310"/>
                  </a:lnTo>
                  <a:lnTo>
                    <a:pt x="30824" y="261668"/>
                  </a:lnTo>
                  <a:lnTo>
                    <a:pt x="33951" y="265930"/>
                  </a:lnTo>
                  <a:lnTo>
                    <a:pt x="37211" y="270091"/>
                  </a:lnTo>
                  <a:lnTo>
                    <a:pt x="40602" y="274146"/>
                  </a:lnTo>
                  <a:lnTo>
                    <a:pt x="44118" y="278092"/>
                  </a:lnTo>
                  <a:lnTo>
                    <a:pt x="47758" y="281926"/>
                  </a:lnTo>
                  <a:lnTo>
                    <a:pt x="51517" y="285642"/>
                  </a:lnTo>
                  <a:lnTo>
                    <a:pt x="55391" y="289237"/>
                  </a:lnTo>
                  <a:lnTo>
                    <a:pt x="59378" y="292708"/>
                  </a:lnTo>
                  <a:lnTo>
                    <a:pt x="63472" y="296052"/>
                  </a:lnTo>
                  <a:lnTo>
                    <a:pt x="67670" y="299264"/>
                  </a:lnTo>
                  <a:lnTo>
                    <a:pt x="71967" y="302342"/>
                  </a:lnTo>
                  <a:lnTo>
                    <a:pt x="76359" y="305282"/>
                  </a:lnTo>
                  <a:lnTo>
                    <a:pt x="80843" y="308083"/>
                  </a:lnTo>
                  <a:lnTo>
                    <a:pt x="85412" y="310740"/>
                  </a:lnTo>
                  <a:lnTo>
                    <a:pt x="90063" y="313251"/>
                  </a:lnTo>
                  <a:lnTo>
                    <a:pt x="94791" y="315614"/>
                  </a:lnTo>
                  <a:lnTo>
                    <a:pt x="99592" y="317826"/>
                  </a:lnTo>
                  <a:lnTo>
                    <a:pt x="104460" y="319885"/>
                  </a:lnTo>
                  <a:lnTo>
                    <a:pt x="109391" y="321790"/>
                  </a:lnTo>
                  <a:lnTo>
                    <a:pt x="114380" y="323537"/>
                  </a:lnTo>
                  <a:lnTo>
                    <a:pt x="119421" y="325127"/>
                  </a:lnTo>
                  <a:lnTo>
                    <a:pt x="124510" y="326555"/>
                  </a:lnTo>
                  <a:lnTo>
                    <a:pt x="129642" y="327823"/>
                  </a:lnTo>
                  <a:lnTo>
                    <a:pt x="134811" y="328927"/>
                  </a:lnTo>
                  <a:lnTo>
                    <a:pt x="140012" y="329867"/>
                  </a:lnTo>
                  <a:lnTo>
                    <a:pt x="145241" y="330643"/>
                  </a:lnTo>
                  <a:lnTo>
                    <a:pt x="150491" y="331252"/>
                  </a:lnTo>
                  <a:lnTo>
                    <a:pt x="155759" y="331696"/>
                  </a:lnTo>
                  <a:lnTo>
                    <a:pt x="161037" y="331973"/>
                  </a:lnTo>
                  <a:lnTo>
                    <a:pt x="166322" y="332082"/>
                  </a:lnTo>
                  <a:lnTo>
                    <a:pt x="171607" y="332025"/>
                  </a:lnTo>
                  <a:lnTo>
                    <a:pt x="176889" y="331800"/>
                  </a:lnTo>
                  <a:lnTo>
                    <a:pt x="182160" y="331409"/>
                  </a:lnTo>
                  <a:lnTo>
                    <a:pt x="187416" y="330851"/>
                  </a:lnTo>
                  <a:lnTo>
                    <a:pt x="192652" y="330127"/>
                  </a:lnTo>
                  <a:lnTo>
                    <a:pt x="197863" y="329238"/>
                  </a:lnTo>
                  <a:lnTo>
                    <a:pt x="203043" y="328185"/>
                  </a:lnTo>
                  <a:lnTo>
                    <a:pt x="208186" y="326969"/>
                  </a:lnTo>
                  <a:lnTo>
                    <a:pt x="213289" y="325590"/>
                  </a:lnTo>
                  <a:lnTo>
                    <a:pt x="218346" y="324051"/>
                  </a:lnTo>
                  <a:lnTo>
                    <a:pt x="223352" y="322353"/>
                  </a:lnTo>
                  <a:lnTo>
                    <a:pt x="228301" y="320497"/>
                  </a:lnTo>
                  <a:lnTo>
                    <a:pt x="233189" y="318486"/>
                  </a:lnTo>
                  <a:lnTo>
                    <a:pt x="238012" y="316321"/>
                  </a:lnTo>
                  <a:lnTo>
                    <a:pt x="242763" y="314005"/>
                  </a:lnTo>
                  <a:lnTo>
                    <a:pt x="247439" y="311540"/>
                  </a:lnTo>
                  <a:lnTo>
                    <a:pt x="252034" y="308928"/>
                  </a:lnTo>
                  <a:lnTo>
                    <a:pt x="256545" y="306172"/>
                  </a:lnTo>
                  <a:lnTo>
                    <a:pt x="260966" y="303275"/>
                  </a:lnTo>
                  <a:lnTo>
                    <a:pt x="265293" y="300240"/>
                  </a:lnTo>
                  <a:lnTo>
                    <a:pt x="269523" y="297069"/>
                  </a:lnTo>
                  <a:lnTo>
                    <a:pt x="273650" y="293767"/>
                  </a:lnTo>
                  <a:lnTo>
                    <a:pt x="277670" y="290335"/>
                  </a:lnTo>
                  <a:lnTo>
                    <a:pt x="281580" y="286778"/>
                  </a:lnTo>
                  <a:lnTo>
                    <a:pt x="285376" y="283099"/>
                  </a:lnTo>
                  <a:lnTo>
                    <a:pt x="289053" y="279302"/>
                  </a:lnTo>
                  <a:lnTo>
                    <a:pt x="292609" y="275391"/>
                  </a:lnTo>
                  <a:lnTo>
                    <a:pt x="296039" y="271369"/>
                  </a:lnTo>
                  <a:lnTo>
                    <a:pt x="299340" y="267241"/>
                  </a:lnTo>
                  <a:lnTo>
                    <a:pt x="302509" y="263010"/>
                  </a:lnTo>
                  <a:lnTo>
                    <a:pt x="305542" y="258682"/>
                  </a:lnTo>
                  <a:lnTo>
                    <a:pt x="308438" y="254259"/>
                  </a:lnTo>
                  <a:lnTo>
                    <a:pt x="311192" y="249748"/>
                  </a:lnTo>
                  <a:lnTo>
                    <a:pt x="313802" y="245151"/>
                  </a:lnTo>
                  <a:lnTo>
                    <a:pt x="316265" y="240474"/>
                  </a:lnTo>
                  <a:lnTo>
                    <a:pt x="318579" y="235722"/>
                  </a:lnTo>
                  <a:lnTo>
                    <a:pt x="320742" y="230899"/>
                  </a:lnTo>
                  <a:lnTo>
                    <a:pt x="322752" y="226010"/>
                  </a:lnTo>
                  <a:lnTo>
                    <a:pt x="324605" y="221060"/>
                  </a:lnTo>
                  <a:lnTo>
                    <a:pt x="326302" y="216054"/>
                  </a:lnTo>
                  <a:lnTo>
                    <a:pt x="327839" y="210996"/>
                  </a:lnTo>
                  <a:lnTo>
                    <a:pt x="329215" y="205893"/>
                  </a:lnTo>
                  <a:lnTo>
                    <a:pt x="330430" y="200749"/>
                  </a:lnTo>
                  <a:lnTo>
                    <a:pt x="331481" y="195568"/>
                  </a:lnTo>
                  <a:lnTo>
                    <a:pt x="332368" y="190357"/>
                  </a:lnTo>
                  <a:lnTo>
                    <a:pt x="333090" y="185121"/>
                  </a:lnTo>
                  <a:lnTo>
                    <a:pt x="333645" y="179865"/>
                  </a:lnTo>
                  <a:lnTo>
                    <a:pt x="334035" y="174593"/>
                  </a:lnTo>
                  <a:lnTo>
                    <a:pt x="334257" y="169312"/>
                  </a:lnTo>
                  <a:lnTo>
                    <a:pt x="334313" y="164026"/>
                  </a:lnTo>
                  <a:lnTo>
                    <a:pt x="334201" y="158742"/>
                  </a:lnTo>
                  <a:lnTo>
                    <a:pt x="333922" y="153463"/>
                  </a:lnTo>
                  <a:lnTo>
                    <a:pt x="333477" y="148196"/>
                  </a:lnTo>
                  <a:lnTo>
                    <a:pt x="332865" y="142946"/>
                  </a:lnTo>
                  <a:lnTo>
                    <a:pt x="332087" y="137718"/>
                  </a:lnTo>
                  <a:lnTo>
                    <a:pt x="331145" y="132517"/>
                  </a:lnTo>
                  <a:lnTo>
                    <a:pt x="330039" y="127348"/>
                  </a:lnTo>
                  <a:lnTo>
                    <a:pt x="328770" y="122217"/>
                  </a:lnTo>
                  <a:lnTo>
                    <a:pt x="327339" y="117128"/>
                  </a:lnTo>
                  <a:lnTo>
                    <a:pt x="325748" y="112087"/>
                  </a:lnTo>
                  <a:lnTo>
                    <a:pt x="323998" y="107100"/>
                  </a:lnTo>
                  <a:lnTo>
                    <a:pt x="322092" y="102170"/>
                  </a:lnTo>
                  <a:lnTo>
                    <a:pt x="320031" y="97302"/>
                  </a:lnTo>
                  <a:lnTo>
                    <a:pt x="317816" y="92502"/>
                  </a:lnTo>
                  <a:lnTo>
                    <a:pt x="315452" y="87775"/>
                  </a:lnTo>
                  <a:lnTo>
                    <a:pt x="312939" y="83125"/>
                  </a:lnTo>
                  <a:lnTo>
                    <a:pt x="310280" y="78556"/>
                  </a:lnTo>
                  <a:lnTo>
                    <a:pt x="307478" y="74074"/>
                  </a:lnTo>
                  <a:lnTo>
                    <a:pt x="304536" y="69683"/>
                  </a:lnTo>
                  <a:lnTo>
                    <a:pt x="301456" y="65387"/>
                  </a:lnTo>
                  <a:lnTo>
                    <a:pt x="298242" y="61190"/>
                  </a:lnTo>
                  <a:lnTo>
                    <a:pt x="294897" y="57098"/>
                  </a:lnTo>
                  <a:lnTo>
                    <a:pt x="291425" y="53113"/>
                  </a:lnTo>
                  <a:lnTo>
                    <a:pt x="287828" y="49239"/>
                  </a:lnTo>
                  <a:lnTo>
                    <a:pt x="284110" y="45482"/>
                  </a:lnTo>
                  <a:lnTo>
                    <a:pt x="280276" y="41844"/>
                  </a:lnTo>
                  <a:lnTo>
                    <a:pt x="276328" y="38329"/>
                  </a:lnTo>
                  <a:lnTo>
                    <a:pt x="272271" y="34940"/>
                  </a:lnTo>
                  <a:lnTo>
                    <a:pt x="268109" y="31681"/>
                  </a:lnTo>
                  <a:lnTo>
                    <a:pt x="263846" y="28556"/>
                  </a:lnTo>
                  <a:lnTo>
                    <a:pt x="259487" y="25567"/>
                  </a:lnTo>
                  <a:lnTo>
                    <a:pt x="255035" y="22717"/>
                  </a:lnTo>
                  <a:lnTo>
                    <a:pt x="250495" y="20010"/>
                  </a:lnTo>
                  <a:lnTo>
                    <a:pt x="245872" y="17447"/>
                  </a:lnTo>
                  <a:lnTo>
                    <a:pt x="167148" y="164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9011" y="2633064"/>
              <a:ext cx="78724" cy="167167"/>
            </a:xfrm>
            <a:custGeom>
              <a:avLst/>
              <a:pathLst>
                <a:path w="78724" h="167167">
                  <a:moveTo>
                    <a:pt x="78724" y="19697"/>
                  </a:moveTo>
                  <a:lnTo>
                    <a:pt x="73512" y="17031"/>
                  </a:lnTo>
                  <a:lnTo>
                    <a:pt x="68209" y="14549"/>
                  </a:lnTo>
                  <a:lnTo>
                    <a:pt x="62823" y="12254"/>
                  </a:lnTo>
                  <a:lnTo>
                    <a:pt x="57360" y="10149"/>
                  </a:lnTo>
                  <a:lnTo>
                    <a:pt x="51826" y="8236"/>
                  </a:lnTo>
                  <a:lnTo>
                    <a:pt x="46229" y="6519"/>
                  </a:lnTo>
                  <a:lnTo>
                    <a:pt x="40575" y="4999"/>
                  </a:lnTo>
                  <a:lnTo>
                    <a:pt x="34872" y="3677"/>
                  </a:lnTo>
                  <a:lnTo>
                    <a:pt x="29125" y="2556"/>
                  </a:lnTo>
                  <a:lnTo>
                    <a:pt x="23343" y="1637"/>
                  </a:lnTo>
                  <a:lnTo>
                    <a:pt x="17532" y="921"/>
                  </a:lnTo>
                  <a:lnTo>
                    <a:pt x="11700" y="409"/>
                  </a:lnTo>
                  <a:lnTo>
                    <a:pt x="585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3005" y="2126963"/>
              <a:ext cx="5466" cy="167167"/>
            </a:xfrm>
            <a:custGeom>
              <a:avLst/>
              <a:pathLst>
                <a:path w="5466" h="167167">
                  <a:moveTo>
                    <a:pt x="5466" y="0"/>
                  </a:moveTo>
                  <a:lnTo>
                    <a:pt x="0" y="89"/>
                  </a:lnTo>
                  <a:lnTo>
                    <a:pt x="54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561320" y="2127053"/>
              <a:ext cx="322873" cy="334243"/>
            </a:xfrm>
            <a:custGeom>
              <a:avLst/>
              <a:pathLst>
                <a:path w="322873" h="334243">
                  <a:moveTo>
                    <a:pt x="161684" y="0"/>
                  </a:moveTo>
                  <a:lnTo>
                    <a:pt x="156396" y="256"/>
                  </a:lnTo>
                  <a:lnTo>
                    <a:pt x="151119" y="681"/>
                  </a:lnTo>
                  <a:lnTo>
                    <a:pt x="145857" y="1272"/>
                  </a:lnTo>
                  <a:lnTo>
                    <a:pt x="140618" y="2029"/>
                  </a:lnTo>
                  <a:lnTo>
                    <a:pt x="135404" y="2952"/>
                  </a:lnTo>
                  <a:lnTo>
                    <a:pt x="130223" y="4040"/>
                  </a:lnTo>
                  <a:lnTo>
                    <a:pt x="125078" y="5291"/>
                  </a:lnTo>
                  <a:lnTo>
                    <a:pt x="119976" y="6705"/>
                  </a:lnTo>
                  <a:lnTo>
                    <a:pt x="114921" y="8279"/>
                  </a:lnTo>
                  <a:lnTo>
                    <a:pt x="109918" y="10013"/>
                  </a:lnTo>
                  <a:lnTo>
                    <a:pt x="104973" y="11904"/>
                  </a:lnTo>
                  <a:lnTo>
                    <a:pt x="100090" y="13951"/>
                  </a:lnTo>
                  <a:lnTo>
                    <a:pt x="95275" y="16151"/>
                  </a:lnTo>
                  <a:lnTo>
                    <a:pt x="90532" y="18503"/>
                  </a:lnTo>
                  <a:lnTo>
                    <a:pt x="85865" y="21004"/>
                  </a:lnTo>
                  <a:lnTo>
                    <a:pt x="81280" y="23651"/>
                  </a:lnTo>
                  <a:lnTo>
                    <a:pt x="76781" y="26442"/>
                  </a:lnTo>
                  <a:lnTo>
                    <a:pt x="72373" y="29375"/>
                  </a:lnTo>
                  <a:lnTo>
                    <a:pt x="68060" y="32445"/>
                  </a:lnTo>
                  <a:lnTo>
                    <a:pt x="63846" y="35651"/>
                  </a:lnTo>
                  <a:lnTo>
                    <a:pt x="59736" y="38988"/>
                  </a:lnTo>
                  <a:lnTo>
                    <a:pt x="55733" y="42454"/>
                  </a:lnTo>
                  <a:lnTo>
                    <a:pt x="51843" y="46045"/>
                  </a:lnTo>
                  <a:lnTo>
                    <a:pt x="48068" y="49757"/>
                  </a:lnTo>
                  <a:lnTo>
                    <a:pt x="44412" y="53587"/>
                  </a:lnTo>
                  <a:lnTo>
                    <a:pt x="40880" y="57530"/>
                  </a:lnTo>
                  <a:lnTo>
                    <a:pt x="37474" y="61584"/>
                  </a:lnTo>
                  <a:lnTo>
                    <a:pt x="34198" y="65744"/>
                  </a:lnTo>
                  <a:lnTo>
                    <a:pt x="31056" y="70005"/>
                  </a:lnTo>
                  <a:lnTo>
                    <a:pt x="28050" y="74363"/>
                  </a:lnTo>
                  <a:lnTo>
                    <a:pt x="25184" y="78815"/>
                  </a:lnTo>
                  <a:lnTo>
                    <a:pt x="22460" y="83355"/>
                  </a:lnTo>
                  <a:lnTo>
                    <a:pt x="19881" y="87979"/>
                  </a:lnTo>
                  <a:lnTo>
                    <a:pt x="17450" y="92682"/>
                  </a:lnTo>
                  <a:lnTo>
                    <a:pt x="15169" y="97460"/>
                  </a:lnTo>
                  <a:lnTo>
                    <a:pt x="13041" y="102308"/>
                  </a:lnTo>
                  <a:lnTo>
                    <a:pt x="11067" y="107220"/>
                  </a:lnTo>
                  <a:lnTo>
                    <a:pt x="9250" y="112193"/>
                  </a:lnTo>
                  <a:lnTo>
                    <a:pt x="7591" y="117221"/>
                  </a:lnTo>
                  <a:lnTo>
                    <a:pt x="6092" y="122299"/>
                  </a:lnTo>
                  <a:lnTo>
                    <a:pt x="4755" y="127422"/>
                  </a:lnTo>
                  <a:lnTo>
                    <a:pt x="3581" y="132584"/>
                  </a:lnTo>
                  <a:lnTo>
                    <a:pt x="2571" y="137781"/>
                  </a:lnTo>
                  <a:lnTo>
                    <a:pt x="1725" y="143008"/>
                  </a:lnTo>
                  <a:lnTo>
                    <a:pt x="1046" y="148259"/>
                  </a:lnTo>
                  <a:lnTo>
                    <a:pt x="533" y="153528"/>
                  </a:lnTo>
                  <a:lnTo>
                    <a:pt x="188" y="158811"/>
                  </a:lnTo>
                  <a:lnTo>
                    <a:pt x="10" y="164103"/>
                  </a:lnTo>
                  <a:lnTo>
                    <a:pt x="0" y="169397"/>
                  </a:lnTo>
                  <a:lnTo>
                    <a:pt x="157" y="174689"/>
                  </a:lnTo>
                  <a:lnTo>
                    <a:pt x="482" y="179974"/>
                  </a:lnTo>
                  <a:lnTo>
                    <a:pt x="974" y="185245"/>
                  </a:lnTo>
                  <a:lnTo>
                    <a:pt x="1632" y="190499"/>
                  </a:lnTo>
                  <a:lnTo>
                    <a:pt x="2457" y="195728"/>
                  </a:lnTo>
                  <a:lnTo>
                    <a:pt x="3447" y="200930"/>
                  </a:lnTo>
                  <a:lnTo>
                    <a:pt x="4601" y="206097"/>
                  </a:lnTo>
                  <a:lnTo>
                    <a:pt x="5918" y="211225"/>
                  </a:lnTo>
                  <a:lnTo>
                    <a:pt x="7397" y="216308"/>
                  </a:lnTo>
                  <a:lnTo>
                    <a:pt x="9036" y="221343"/>
                  </a:lnTo>
                  <a:lnTo>
                    <a:pt x="10834" y="226323"/>
                  </a:lnTo>
                  <a:lnTo>
                    <a:pt x="12788" y="231243"/>
                  </a:lnTo>
                  <a:lnTo>
                    <a:pt x="14898" y="236099"/>
                  </a:lnTo>
                  <a:lnTo>
                    <a:pt x="17160" y="240886"/>
                  </a:lnTo>
                  <a:lnTo>
                    <a:pt x="19572" y="245599"/>
                  </a:lnTo>
                  <a:lnTo>
                    <a:pt x="22133" y="250233"/>
                  </a:lnTo>
                  <a:lnTo>
                    <a:pt x="24839" y="254783"/>
                  </a:lnTo>
                  <a:lnTo>
                    <a:pt x="27688" y="259246"/>
                  </a:lnTo>
                  <a:lnTo>
                    <a:pt x="30677" y="263616"/>
                  </a:lnTo>
                  <a:lnTo>
                    <a:pt x="33802" y="267890"/>
                  </a:lnTo>
                  <a:lnTo>
                    <a:pt x="37062" y="272062"/>
                  </a:lnTo>
                  <a:lnTo>
                    <a:pt x="40451" y="276129"/>
                  </a:lnTo>
                  <a:lnTo>
                    <a:pt x="43968" y="280086"/>
                  </a:lnTo>
                  <a:lnTo>
                    <a:pt x="47609" y="283931"/>
                  </a:lnTo>
                  <a:lnTo>
                    <a:pt x="51369" y="287658"/>
                  </a:lnTo>
                  <a:lnTo>
                    <a:pt x="55246" y="291264"/>
                  </a:lnTo>
                  <a:lnTo>
                    <a:pt x="59235" y="294745"/>
                  </a:lnTo>
                  <a:lnTo>
                    <a:pt x="63332" y="298099"/>
                  </a:lnTo>
                  <a:lnTo>
                    <a:pt x="67533" y="301321"/>
                  </a:lnTo>
                  <a:lnTo>
                    <a:pt x="71834" y="304408"/>
                  </a:lnTo>
                  <a:lnTo>
                    <a:pt x="76231" y="307357"/>
                  </a:lnTo>
                  <a:lnTo>
                    <a:pt x="80719" y="310166"/>
                  </a:lnTo>
                  <a:lnTo>
                    <a:pt x="85293" y="312832"/>
                  </a:lnTo>
                  <a:lnTo>
                    <a:pt x="89950" y="315351"/>
                  </a:lnTo>
                  <a:lnTo>
                    <a:pt x="94684" y="317721"/>
                  </a:lnTo>
                  <a:lnTo>
                    <a:pt x="99491" y="319940"/>
                  </a:lnTo>
                  <a:lnTo>
                    <a:pt x="104366" y="322006"/>
                  </a:lnTo>
                  <a:lnTo>
                    <a:pt x="109303" y="323917"/>
                  </a:lnTo>
                  <a:lnTo>
                    <a:pt x="114299" y="325670"/>
                  </a:lnTo>
                  <a:lnTo>
                    <a:pt x="119348" y="327264"/>
                  </a:lnTo>
                  <a:lnTo>
                    <a:pt x="124444" y="328698"/>
                  </a:lnTo>
                  <a:lnTo>
                    <a:pt x="129584" y="329969"/>
                  </a:lnTo>
                  <a:lnTo>
                    <a:pt x="134761" y="331077"/>
                  </a:lnTo>
                  <a:lnTo>
                    <a:pt x="139971" y="332021"/>
                  </a:lnTo>
                  <a:lnTo>
                    <a:pt x="145208" y="332799"/>
                  </a:lnTo>
                  <a:lnTo>
                    <a:pt x="150467" y="333410"/>
                  </a:lnTo>
                  <a:lnTo>
                    <a:pt x="155743" y="333855"/>
                  </a:lnTo>
                  <a:lnTo>
                    <a:pt x="161030" y="334133"/>
                  </a:lnTo>
                  <a:lnTo>
                    <a:pt x="166323" y="334243"/>
                  </a:lnTo>
                  <a:lnTo>
                    <a:pt x="171617" y="334185"/>
                  </a:lnTo>
                  <a:lnTo>
                    <a:pt x="176907" y="333960"/>
                  </a:lnTo>
                  <a:lnTo>
                    <a:pt x="182187" y="333567"/>
                  </a:lnTo>
                  <a:lnTo>
                    <a:pt x="187451" y="333008"/>
                  </a:lnTo>
                  <a:lnTo>
                    <a:pt x="192696" y="332282"/>
                  </a:lnTo>
                  <a:lnTo>
                    <a:pt x="197915" y="331390"/>
                  </a:lnTo>
                  <a:lnTo>
                    <a:pt x="203103" y="330333"/>
                  </a:lnTo>
                  <a:lnTo>
                    <a:pt x="208254" y="329113"/>
                  </a:lnTo>
                  <a:lnTo>
                    <a:pt x="213365" y="327730"/>
                  </a:lnTo>
                  <a:lnTo>
                    <a:pt x="218429" y="326186"/>
                  </a:lnTo>
                  <a:lnTo>
                    <a:pt x="223442" y="324482"/>
                  </a:lnTo>
                  <a:lnTo>
                    <a:pt x="228399" y="322621"/>
                  </a:lnTo>
                  <a:lnTo>
                    <a:pt x="233294" y="320603"/>
                  </a:lnTo>
                  <a:lnTo>
                    <a:pt x="238122" y="318432"/>
                  </a:lnTo>
                  <a:lnTo>
                    <a:pt x="242880" y="316108"/>
                  </a:lnTo>
                  <a:lnTo>
                    <a:pt x="247561" y="313635"/>
                  </a:lnTo>
                  <a:lnTo>
                    <a:pt x="252162" y="311015"/>
                  </a:lnTo>
                  <a:lnTo>
                    <a:pt x="256677" y="308251"/>
                  </a:lnTo>
                  <a:lnTo>
                    <a:pt x="261103" y="305345"/>
                  </a:lnTo>
                  <a:lnTo>
                    <a:pt x="265434" y="302301"/>
                  </a:lnTo>
                  <a:lnTo>
                    <a:pt x="269667" y="299120"/>
                  </a:lnTo>
                  <a:lnTo>
                    <a:pt x="273797" y="295808"/>
                  </a:lnTo>
                  <a:lnTo>
                    <a:pt x="277820" y="292366"/>
                  </a:lnTo>
                  <a:lnTo>
                    <a:pt x="281733" y="288798"/>
                  </a:lnTo>
                  <a:lnTo>
                    <a:pt x="285530" y="285109"/>
                  </a:lnTo>
                  <a:lnTo>
                    <a:pt x="289208" y="281301"/>
                  </a:lnTo>
                  <a:lnTo>
                    <a:pt x="292764" y="277378"/>
                  </a:lnTo>
                  <a:lnTo>
                    <a:pt x="296194" y="273345"/>
                  </a:lnTo>
                  <a:lnTo>
                    <a:pt x="299494" y="269205"/>
                  </a:lnTo>
                  <a:lnTo>
                    <a:pt x="302662" y="264963"/>
                  </a:lnTo>
                  <a:lnTo>
                    <a:pt x="305694" y="260623"/>
                  </a:lnTo>
                  <a:lnTo>
                    <a:pt x="308587" y="256189"/>
                  </a:lnTo>
                  <a:lnTo>
                    <a:pt x="311338" y="251665"/>
                  </a:lnTo>
                  <a:lnTo>
                    <a:pt x="313944" y="247057"/>
                  </a:lnTo>
                  <a:lnTo>
                    <a:pt x="316403" y="242368"/>
                  </a:lnTo>
                  <a:lnTo>
                    <a:pt x="318713" y="237604"/>
                  </a:lnTo>
                  <a:lnTo>
                    <a:pt x="320870" y="232769"/>
                  </a:lnTo>
                  <a:lnTo>
                    <a:pt x="322873" y="227868"/>
                  </a:lnTo>
                  <a:lnTo>
                    <a:pt x="167151" y="1670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8472" y="2126963"/>
              <a:ext cx="167146" cy="227957"/>
            </a:xfrm>
            <a:custGeom>
              <a:avLst/>
              <a:pathLst>
                <a:path w="167146" h="227957">
                  <a:moveTo>
                    <a:pt x="155722" y="227957"/>
                  </a:moveTo>
                  <a:lnTo>
                    <a:pt x="157609" y="222883"/>
                  </a:lnTo>
                  <a:lnTo>
                    <a:pt x="159330" y="217751"/>
                  </a:lnTo>
                  <a:lnTo>
                    <a:pt x="160884" y="212566"/>
                  </a:lnTo>
                  <a:lnTo>
                    <a:pt x="162270" y="207333"/>
                  </a:lnTo>
                  <a:lnTo>
                    <a:pt x="163485" y="202058"/>
                  </a:lnTo>
                  <a:lnTo>
                    <a:pt x="164529" y="196747"/>
                  </a:lnTo>
                  <a:lnTo>
                    <a:pt x="165401" y="191404"/>
                  </a:lnTo>
                  <a:lnTo>
                    <a:pt x="166099" y="186036"/>
                  </a:lnTo>
                  <a:lnTo>
                    <a:pt x="166622" y="180649"/>
                  </a:lnTo>
                  <a:lnTo>
                    <a:pt x="166972" y="175247"/>
                  </a:lnTo>
                  <a:lnTo>
                    <a:pt x="167146" y="169836"/>
                  </a:lnTo>
                  <a:lnTo>
                    <a:pt x="167144" y="164423"/>
                  </a:lnTo>
                  <a:lnTo>
                    <a:pt x="166968" y="159013"/>
                  </a:lnTo>
                  <a:lnTo>
                    <a:pt x="166616" y="153611"/>
                  </a:lnTo>
                  <a:lnTo>
                    <a:pt x="166090" y="148224"/>
                  </a:lnTo>
                  <a:lnTo>
                    <a:pt x="165390" y="142856"/>
                  </a:lnTo>
                  <a:lnTo>
                    <a:pt x="164516" y="137514"/>
                  </a:lnTo>
                  <a:lnTo>
                    <a:pt x="163470" y="132203"/>
                  </a:lnTo>
                  <a:lnTo>
                    <a:pt x="162252" y="126929"/>
                  </a:lnTo>
                  <a:lnTo>
                    <a:pt x="160864" y="121696"/>
                  </a:lnTo>
                  <a:lnTo>
                    <a:pt x="159307" y="116512"/>
                  </a:lnTo>
                  <a:lnTo>
                    <a:pt x="157584" y="111380"/>
                  </a:lnTo>
                  <a:lnTo>
                    <a:pt x="155695" y="106308"/>
                  </a:lnTo>
                  <a:lnTo>
                    <a:pt x="153643" y="101298"/>
                  </a:lnTo>
                  <a:lnTo>
                    <a:pt x="151430" y="96358"/>
                  </a:lnTo>
                  <a:lnTo>
                    <a:pt x="149058" y="91493"/>
                  </a:lnTo>
                  <a:lnTo>
                    <a:pt x="146529" y="86706"/>
                  </a:lnTo>
                  <a:lnTo>
                    <a:pt x="143847" y="82004"/>
                  </a:lnTo>
                  <a:lnTo>
                    <a:pt x="141015" y="77391"/>
                  </a:lnTo>
                  <a:lnTo>
                    <a:pt x="138034" y="72873"/>
                  </a:lnTo>
                  <a:lnTo>
                    <a:pt x="134909" y="68453"/>
                  </a:lnTo>
                  <a:lnTo>
                    <a:pt x="131642" y="64137"/>
                  </a:lnTo>
                  <a:lnTo>
                    <a:pt x="128237" y="59929"/>
                  </a:lnTo>
                  <a:lnTo>
                    <a:pt x="124698" y="55833"/>
                  </a:lnTo>
                  <a:lnTo>
                    <a:pt x="121028" y="51854"/>
                  </a:lnTo>
                  <a:lnTo>
                    <a:pt x="117231" y="47996"/>
                  </a:lnTo>
                  <a:lnTo>
                    <a:pt x="113311" y="44262"/>
                  </a:lnTo>
                  <a:lnTo>
                    <a:pt x="109272" y="40658"/>
                  </a:lnTo>
                  <a:lnTo>
                    <a:pt x="105119" y="37187"/>
                  </a:lnTo>
                  <a:lnTo>
                    <a:pt x="100855" y="33851"/>
                  </a:lnTo>
                  <a:lnTo>
                    <a:pt x="96486" y="30656"/>
                  </a:lnTo>
                  <a:lnTo>
                    <a:pt x="92015" y="27603"/>
                  </a:lnTo>
                  <a:lnTo>
                    <a:pt x="87449" y="24697"/>
                  </a:lnTo>
                  <a:lnTo>
                    <a:pt x="82790" y="21941"/>
                  </a:lnTo>
                  <a:lnTo>
                    <a:pt x="78044" y="19336"/>
                  </a:lnTo>
                  <a:lnTo>
                    <a:pt x="73217" y="16887"/>
                  </a:lnTo>
                  <a:lnTo>
                    <a:pt x="68313" y="14595"/>
                  </a:lnTo>
                  <a:lnTo>
                    <a:pt x="63337" y="12463"/>
                  </a:lnTo>
                  <a:lnTo>
                    <a:pt x="58295" y="10494"/>
                  </a:lnTo>
                  <a:lnTo>
                    <a:pt x="53192" y="8688"/>
                  </a:lnTo>
                  <a:lnTo>
                    <a:pt x="48033" y="7049"/>
                  </a:lnTo>
                  <a:lnTo>
                    <a:pt x="42824" y="5578"/>
                  </a:lnTo>
                  <a:lnTo>
                    <a:pt x="37569" y="4276"/>
                  </a:lnTo>
                  <a:lnTo>
                    <a:pt x="32276" y="3145"/>
                  </a:lnTo>
                  <a:lnTo>
                    <a:pt x="26948" y="2186"/>
                  </a:lnTo>
                  <a:lnTo>
                    <a:pt x="21593" y="1400"/>
                  </a:lnTo>
                  <a:lnTo>
                    <a:pt x="16214" y="788"/>
                  </a:lnTo>
                  <a:lnTo>
                    <a:pt x="10819" y="350"/>
                  </a:lnTo>
                  <a:lnTo>
                    <a:pt x="541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2186" y="1681503"/>
              <a:ext cx="11048" cy="167167"/>
            </a:xfrm>
            <a:custGeom>
              <a:avLst/>
              <a:pathLst>
                <a:path w="11048" h="167167">
                  <a:moveTo>
                    <a:pt x="11048" y="0"/>
                  </a:moveTo>
                  <a:lnTo>
                    <a:pt x="0" y="365"/>
                  </a:lnTo>
                  <a:lnTo>
                    <a:pt x="1104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186" y="1681868"/>
              <a:ext cx="11048" cy="166801"/>
            </a:xfrm>
            <a:custGeom>
              <a:avLst/>
              <a:pathLst>
                <a:path w="11048" h="166801">
                  <a:moveTo>
                    <a:pt x="0" y="0"/>
                  </a:moveTo>
                  <a:lnTo>
                    <a:pt x="11048" y="1668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256081" y="1681868"/>
              <a:ext cx="334306" cy="333968"/>
            </a:xfrm>
            <a:custGeom>
              <a:avLst/>
              <a:pathLst>
                <a:path w="334306" h="333968">
                  <a:moveTo>
                    <a:pt x="156104" y="0"/>
                  </a:moveTo>
                  <a:lnTo>
                    <a:pt x="150817" y="434"/>
                  </a:lnTo>
                  <a:lnTo>
                    <a:pt x="145547" y="1036"/>
                  </a:lnTo>
                  <a:lnTo>
                    <a:pt x="140298" y="1805"/>
                  </a:lnTo>
                  <a:lnTo>
                    <a:pt x="135076" y="2740"/>
                  </a:lnTo>
                  <a:lnTo>
                    <a:pt x="129886" y="3841"/>
                  </a:lnTo>
                  <a:lnTo>
                    <a:pt x="124734" y="5105"/>
                  </a:lnTo>
                  <a:lnTo>
                    <a:pt x="119625" y="6533"/>
                  </a:lnTo>
                  <a:lnTo>
                    <a:pt x="114564" y="8121"/>
                  </a:lnTo>
                  <a:lnTo>
                    <a:pt x="109555" y="9870"/>
                  </a:lnTo>
                  <a:lnTo>
                    <a:pt x="104605" y="11777"/>
                  </a:lnTo>
                  <a:lnTo>
                    <a:pt x="99717" y="13839"/>
                  </a:lnTo>
                  <a:lnTo>
                    <a:pt x="94897" y="16056"/>
                  </a:lnTo>
                  <a:lnTo>
                    <a:pt x="90151" y="18425"/>
                  </a:lnTo>
                  <a:lnTo>
                    <a:pt x="85481" y="20943"/>
                  </a:lnTo>
                  <a:lnTo>
                    <a:pt x="80894" y="23608"/>
                  </a:lnTo>
                  <a:lnTo>
                    <a:pt x="76394" y="26417"/>
                  </a:lnTo>
                  <a:lnTo>
                    <a:pt x="71985" y="29367"/>
                  </a:lnTo>
                  <a:lnTo>
                    <a:pt x="67673" y="32456"/>
                  </a:lnTo>
                  <a:lnTo>
                    <a:pt x="63460" y="35680"/>
                  </a:lnTo>
                  <a:lnTo>
                    <a:pt x="59352" y="39037"/>
                  </a:lnTo>
                  <a:lnTo>
                    <a:pt x="55352" y="42521"/>
                  </a:lnTo>
                  <a:lnTo>
                    <a:pt x="51465" y="46131"/>
                  </a:lnTo>
                  <a:lnTo>
                    <a:pt x="47694" y="49863"/>
                  </a:lnTo>
                  <a:lnTo>
                    <a:pt x="44044" y="53712"/>
                  </a:lnTo>
                  <a:lnTo>
                    <a:pt x="40517" y="57676"/>
                  </a:lnTo>
                  <a:lnTo>
                    <a:pt x="37118" y="61749"/>
                  </a:lnTo>
                  <a:lnTo>
                    <a:pt x="33851" y="65928"/>
                  </a:lnTo>
                  <a:lnTo>
                    <a:pt x="30717" y="70208"/>
                  </a:lnTo>
                  <a:lnTo>
                    <a:pt x="27721" y="74586"/>
                  </a:lnTo>
                  <a:lnTo>
                    <a:pt x="24865" y="79057"/>
                  </a:lnTo>
                  <a:lnTo>
                    <a:pt x="22152" y="83616"/>
                  </a:lnTo>
                  <a:lnTo>
                    <a:pt x="19586" y="88258"/>
                  </a:lnTo>
                  <a:lnTo>
                    <a:pt x="17168" y="92980"/>
                  </a:lnTo>
                  <a:lnTo>
                    <a:pt x="14901" y="97777"/>
                  </a:lnTo>
                  <a:lnTo>
                    <a:pt x="12788" y="102642"/>
                  </a:lnTo>
                  <a:lnTo>
                    <a:pt x="10830" y="107573"/>
                  </a:lnTo>
                  <a:lnTo>
                    <a:pt x="9029" y="112563"/>
                  </a:lnTo>
                  <a:lnTo>
                    <a:pt x="7388" y="117607"/>
                  </a:lnTo>
                  <a:lnTo>
                    <a:pt x="5907" y="122702"/>
                  </a:lnTo>
                  <a:lnTo>
                    <a:pt x="4589" y="127840"/>
                  </a:lnTo>
                  <a:lnTo>
                    <a:pt x="3435" y="133018"/>
                  </a:lnTo>
                  <a:lnTo>
                    <a:pt x="2445" y="138230"/>
                  </a:lnTo>
                  <a:lnTo>
                    <a:pt x="1621" y="143470"/>
                  </a:lnTo>
                  <a:lnTo>
                    <a:pt x="964" y="148735"/>
                  </a:lnTo>
                  <a:lnTo>
                    <a:pt x="475" y="154017"/>
                  </a:lnTo>
                  <a:lnTo>
                    <a:pt x="153" y="159312"/>
                  </a:lnTo>
                  <a:lnTo>
                    <a:pt x="0" y="164615"/>
                  </a:lnTo>
                  <a:lnTo>
                    <a:pt x="14" y="169920"/>
                  </a:lnTo>
                  <a:lnTo>
                    <a:pt x="197" y="175221"/>
                  </a:lnTo>
                  <a:lnTo>
                    <a:pt x="549" y="180515"/>
                  </a:lnTo>
                  <a:lnTo>
                    <a:pt x="1068" y="185794"/>
                  </a:lnTo>
                  <a:lnTo>
                    <a:pt x="1754" y="191055"/>
                  </a:lnTo>
                  <a:lnTo>
                    <a:pt x="2607" y="196291"/>
                  </a:lnTo>
                  <a:lnTo>
                    <a:pt x="3625" y="201497"/>
                  </a:lnTo>
                  <a:lnTo>
                    <a:pt x="4809" y="206668"/>
                  </a:lnTo>
                  <a:lnTo>
                    <a:pt x="6155" y="211799"/>
                  </a:lnTo>
                  <a:lnTo>
                    <a:pt x="7664" y="216885"/>
                  </a:lnTo>
                  <a:lnTo>
                    <a:pt x="9334" y="221921"/>
                  </a:lnTo>
                  <a:lnTo>
                    <a:pt x="11162" y="226900"/>
                  </a:lnTo>
                  <a:lnTo>
                    <a:pt x="13148" y="231820"/>
                  </a:lnTo>
                  <a:lnTo>
                    <a:pt x="15288" y="236674"/>
                  </a:lnTo>
                  <a:lnTo>
                    <a:pt x="17582" y="241457"/>
                  </a:lnTo>
                  <a:lnTo>
                    <a:pt x="20026" y="246166"/>
                  </a:lnTo>
                  <a:lnTo>
                    <a:pt x="22618" y="250794"/>
                  </a:lnTo>
                  <a:lnTo>
                    <a:pt x="25356" y="255338"/>
                  </a:lnTo>
                  <a:lnTo>
                    <a:pt x="28237" y="259792"/>
                  </a:lnTo>
                  <a:lnTo>
                    <a:pt x="31257" y="264153"/>
                  </a:lnTo>
                  <a:lnTo>
                    <a:pt x="34415" y="268416"/>
                  </a:lnTo>
                  <a:lnTo>
                    <a:pt x="37706" y="272577"/>
                  </a:lnTo>
                  <a:lnTo>
                    <a:pt x="41127" y="276631"/>
                  </a:lnTo>
                  <a:lnTo>
                    <a:pt x="44676" y="280575"/>
                  </a:lnTo>
                  <a:lnTo>
                    <a:pt x="48348" y="284404"/>
                  </a:lnTo>
                  <a:lnTo>
                    <a:pt x="52139" y="288114"/>
                  </a:lnTo>
                  <a:lnTo>
                    <a:pt x="56046" y="291703"/>
                  </a:lnTo>
                  <a:lnTo>
                    <a:pt x="60065" y="295165"/>
                  </a:lnTo>
                  <a:lnTo>
                    <a:pt x="64192" y="298498"/>
                  </a:lnTo>
                  <a:lnTo>
                    <a:pt x="68423" y="301699"/>
                  </a:lnTo>
                  <a:lnTo>
                    <a:pt x="72753" y="304764"/>
                  </a:lnTo>
                  <a:lnTo>
                    <a:pt x="77178" y="307690"/>
                  </a:lnTo>
                  <a:lnTo>
                    <a:pt x="81694" y="310474"/>
                  </a:lnTo>
                  <a:lnTo>
                    <a:pt x="86295" y="313113"/>
                  </a:lnTo>
                  <a:lnTo>
                    <a:pt x="90979" y="315605"/>
                  </a:lnTo>
                  <a:lnTo>
                    <a:pt x="95739" y="317947"/>
                  </a:lnTo>
                  <a:lnTo>
                    <a:pt x="100571" y="320137"/>
                  </a:lnTo>
                  <a:lnTo>
                    <a:pt x="105469" y="322172"/>
                  </a:lnTo>
                  <a:lnTo>
                    <a:pt x="110430" y="324051"/>
                  </a:lnTo>
                  <a:lnTo>
                    <a:pt x="115449" y="325772"/>
                  </a:lnTo>
                  <a:lnTo>
                    <a:pt x="120519" y="327333"/>
                  </a:lnTo>
                  <a:lnTo>
                    <a:pt x="125636" y="328731"/>
                  </a:lnTo>
                  <a:lnTo>
                    <a:pt x="130795" y="329967"/>
                  </a:lnTo>
                  <a:lnTo>
                    <a:pt x="135991" y="331039"/>
                  </a:lnTo>
                  <a:lnTo>
                    <a:pt x="141218" y="331945"/>
                  </a:lnTo>
                  <a:lnTo>
                    <a:pt x="146471" y="332685"/>
                  </a:lnTo>
                  <a:lnTo>
                    <a:pt x="151745" y="333257"/>
                  </a:lnTo>
                  <a:lnTo>
                    <a:pt x="157034" y="333662"/>
                  </a:lnTo>
                  <a:lnTo>
                    <a:pt x="162334" y="333899"/>
                  </a:lnTo>
                  <a:lnTo>
                    <a:pt x="167638" y="333968"/>
                  </a:lnTo>
                  <a:lnTo>
                    <a:pt x="172942" y="333869"/>
                  </a:lnTo>
                  <a:lnTo>
                    <a:pt x="178241" y="333601"/>
                  </a:lnTo>
                  <a:lnTo>
                    <a:pt x="183528" y="333165"/>
                  </a:lnTo>
                  <a:lnTo>
                    <a:pt x="188798" y="332562"/>
                  </a:lnTo>
                  <a:lnTo>
                    <a:pt x="194047" y="331791"/>
                  </a:lnTo>
                  <a:lnTo>
                    <a:pt x="199268" y="330855"/>
                  </a:lnTo>
                  <a:lnTo>
                    <a:pt x="204458" y="329753"/>
                  </a:lnTo>
                  <a:lnTo>
                    <a:pt x="209609" y="328487"/>
                  </a:lnTo>
                  <a:lnTo>
                    <a:pt x="214718" y="327059"/>
                  </a:lnTo>
                  <a:lnTo>
                    <a:pt x="219779" y="325469"/>
                  </a:lnTo>
                  <a:lnTo>
                    <a:pt x="224788" y="323719"/>
                  </a:lnTo>
                  <a:lnTo>
                    <a:pt x="229738" y="321811"/>
                  </a:lnTo>
                  <a:lnTo>
                    <a:pt x="234625" y="319747"/>
                  </a:lnTo>
                  <a:lnTo>
                    <a:pt x="239444" y="317530"/>
                  </a:lnTo>
                  <a:lnTo>
                    <a:pt x="244190" y="315160"/>
                  </a:lnTo>
                  <a:lnTo>
                    <a:pt x="248859" y="312641"/>
                  </a:lnTo>
                  <a:lnTo>
                    <a:pt x="253445" y="309975"/>
                  </a:lnTo>
                  <a:lnTo>
                    <a:pt x="257944" y="307165"/>
                  </a:lnTo>
                  <a:lnTo>
                    <a:pt x="262352" y="304213"/>
                  </a:lnTo>
                  <a:lnTo>
                    <a:pt x="266665" y="301123"/>
                  </a:lnTo>
                  <a:lnTo>
                    <a:pt x="270877" y="297898"/>
                  </a:lnTo>
                  <a:lnTo>
                    <a:pt x="274984" y="294541"/>
                  </a:lnTo>
                  <a:lnTo>
                    <a:pt x="278983" y="291055"/>
                  </a:lnTo>
                  <a:lnTo>
                    <a:pt x="282869" y="287444"/>
                  </a:lnTo>
                  <a:lnTo>
                    <a:pt x="286639" y="283711"/>
                  </a:lnTo>
                  <a:lnTo>
                    <a:pt x="290289" y="279861"/>
                  </a:lnTo>
                  <a:lnTo>
                    <a:pt x="293814" y="275897"/>
                  </a:lnTo>
                  <a:lnTo>
                    <a:pt x="297212" y="271823"/>
                  </a:lnTo>
                  <a:lnTo>
                    <a:pt x="300479" y="267643"/>
                  </a:lnTo>
                  <a:lnTo>
                    <a:pt x="303611" y="263362"/>
                  </a:lnTo>
                  <a:lnTo>
                    <a:pt x="306607" y="258984"/>
                  </a:lnTo>
                  <a:lnTo>
                    <a:pt x="309461" y="254512"/>
                  </a:lnTo>
                  <a:lnTo>
                    <a:pt x="312173" y="249953"/>
                  </a:lnTo>
                  <a:lnTo>
                    <a:pt x="314738" y="245309"/>
                  </a:lnTo>
                  <a:lnTo>
                    <a:pt x="317155" y="240587"/>
                  </a:lnTo>
                  <a:lnTo>
                    <a:pt x="319421" y="235790"/>
                  </a:lnTo>
                  <a:lnTo>
                    <a:pt x="321533" y="230924"/>
                  </a:lnTo>
                  <a:lnTo>
                    <a:pt x="323490" y="225993"/>
                  </a:lnTo>
                  <a:lnTo>
                    <a:pt x="325289" y="221003"/>
                  </a:lnTo>
                  <a:lnTo>
                    <a:pt x="326929" y="215958"/>
                  </a:lnTo>
                  <a:lnTo>
                    <a:pt x="328409" y="210863"/>
                  </a:lnTo>
                  <a:lnTo>
                    <a:pt x="329726" y="205724"/>
                  </a:lnTo>
                  <a:lnTo>
                    <a:pt x="330879" y="200546"/>
                  </a:lnTo>
                  <a:lnTo>
                    <a:pt x="331867" y="195334"/>
                  </a:lnTo>
                  <a:lnTo>
                    <a:pt x="332689" y="190093"/>
                  </a:lnTo>
                  <a:lnTo>
                    <a:pt x="333345" y="184829"/>
                  </a:lnTo>
                  <a:lnTo>
                    <a:pt x="333834" y="179546"/>
                  </a:lnTo>
                  <a:lnTo>
                    <a:pt x="334154" y="174251"/>
                  </a:lnTo>
                  <a:lnTo>
                    <a:pt x="334306" y="168948"/>
                  </a:lnTo>
                  <a:lnTo>
                    <a:pt x="334290" y="163644"/>
                  </a:lnTo>
                  <a:lnTo>
                    <a:pt x="334106" y="158342"/>
                  </a:lnTo>
                  <a:lnTo>
                    <a:pt x="333753" y="153049"/>
                  </a:lnTo>
                  <a:lnTo>
                    <a:pt x="333233" y="147769"/>
                  </a:lnTo>
                  <a:lnTo>
                    <a:pt x="332546" y="142509"/>
                  </a:lnTo>
                  <a:lnTo>
                    <a:pt x="331692" y="137273"/>
                  </a:lnTo>
                  <a:lnTo>
                    <a:pt x="330672" y="132067"/>
                  </a:lnTo>
                  <a:lnTo>
                    <a:pt x="329487" y="126896"/>
                  </a:lnTo>
                  <a:lnTo>
                    <a:pt x="328139" y="121765"/>
                  </a:lnTo>
                  <a:lnTo>
                    <a:pt x="326629" y="116680"/>
                  </a:lnTo>
                  <a:lnTo>
                    <a:pt x="324959" y="111645"/>
                  </a:lnTo>
                  <a:lnTo>
                    <a:pt x="323129" y="106665"/>
                  </a:lnTo>
                  <a:lnTo>
                    <a:pt x="321142" y="101747"/>
                  </a:lnTo>
                  <a:lnTo>
                    <a:pt x="319001" y="96893"/>
                  </a:lnTo>
                  <a:lnTo>
                    <a:pt x="316706" y="92110"/>
                  </a:lnTo>
                  <a:lnTo>
                    <a:pt x="314261" y="87402"/>
                  </a:lnTo>
                  <a:lnTo>
                    <a:pt x="311667" y="82775"/>
                  </a:lnTo>
                  <a:lnTo>
                    <a:pt x="308928" y="78231"/>
                  </a:lnTo>
                  <a:lnTo>
                    <a:pt x="306046" y="73777"/>
                  </a:lnTo>
                  <a:lnTo>
                    <a:pt x="303025" y="69417"/>
                  </a:lnTo>
                  <a:lnTo>
                    <a:pt x="299866" y="65155"/>
                  </a:lnTo>
                  <a:lnTo>
                    <a:pt x="296574" y="60995"/>
                  </a:lnTo>
                  <a:lnTo>
                    <a:pt x="293152" y="56942"/>
                  </a:lnTo>
                  <a:lnTo>
                    <a:pt x="289602" y="52999"/>
                  </a:lnTo>
                  <a:lnTo>
                    <a:pt x="285930" y="49171"/>
                  </a:lnTo>
                  <a:lnTo>
                    <a:pt x="282138" y="45461"/>
                  </a:lnTo>
                  <a:lnTo>
                    <a:pt x="278229" y="41874"/>
                  </a:lnTo>
                  <a:lnTo>
                    <a:pt x="274210" y="38412"/>
                  </a:lnTo>
                  <a:lnTo>
                    <a:pt x="270082" y="35080"/>
                  </a:lnTo>
                  <a:lnTo>
                    <a:pt x="265850" y="31880"/>
                  </a:lnTo>
                  <a:lnTo>
                    <a:pt x="261520" y="28817"/>
                  </a:lnTo>
                  <a:lnTo>
                    <a:pt x="257094" y="25892"/>
                  </a:lnTo>
                  <a:lnTo>
                    <a:pt x="252577" y="23109"/>
                  </a:lnTo>
                  <a:lnTo>
                    <a:pt x="247975" y="20471"/>
                  </a:lnTo>
                  <a:lnTo>
                    <a:pt x="243291" y="17980"/>
                  </a:lnTo>
                  <a:lnTo>
                    <a:pt x="238531" y="15639"/>
                  </a:lnTo>
                  <a:lnTo>
                    <a:pt x="233698" y="13450"/>
                  </a:lnTo>
                  <a:lnTo>
                    <a:pt x="228799" y="11416"/>
                  </a:lnTo>
                  <a:lnTo>
                    <a:pt x="223837" y="9538"/>
                  </a:lnTo>
                  <a:lnTo>
                    <a:pt x="218819" y="7819"/>
                  </a:lnTo>
                  <a:lnTo>
                    <a:pt x="213748" y="6259"/>
                  </a:lnTo>
                  <a:lnTo>
                    <a:pt x="208631" y="4862"/>
                  </a:lnTo>
                  <a:lnTo>
                    <a:pt x="203471" y="3627"/>
                  </a:lnTo>
                  <a:lnTo>
                    <a:pt x="198276" y="2557"/>
                  </a:lnTo>
                  <a:lnTo>
                    <a:pt x="193048" y="1652"/>
                  </a:lnTo>
                  <a:lnTo>
                    <a:pt x="167153" y="1668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23235" y="1681503"/>
              <a:ext cx="25895" cy="167167"/>
            </a:xfrm>
            <a:custGeom>
              <a:avLst/>
              <a:pathLst>
                <a:path w="25895" h="167167">
                  <a:moveTo>
                    <a:pt x="25895" y="2017"/>
                  </a:moveTo>
                  <a:lnTo>
                    <a:pt x="17302" y="897"/>
                  </a:lnTo>
                  <a:lnTo>
                    <a:pt x="8662" y="2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853872" y="1322571"/>
              <a:ext cx="167166" cy="319642"/>
            </a:xfrm>
            <a:custGeom>
              <a:avLst/>
              <a:pathLst>
                <a:path w="167166" h="319642">
                  <a:moveTo>
                    <a:pt x="167166" y="0"/>
                  </a:moveTo>
                  <a:lnTo>
                    <a:pt x="161819" y="85"/>
                  </a:lnTo>
                  <a:lnTo>
                    <a:pt x="156478" y="342"/>
                  </a:lnTo>
                  <a:lnTo>
                    <a:pt x="151147" y="769"/>
                  </a:lnTo>
                  <a:lnTo>
                    <a:pt x="145833" y="1366"/>
                  </a:lnTo>
                  <a:lnTo>
                    <a:pt x="140541" y="2133"/>
                  </a:lnTo>
                  <a:lnTo>
                    <a:pt x="135276" y="3069"/>
                  </a:lnTo>
                  <a:lnTo>
                    <a:pt x="130044" y="4173"/>
                  </a:lnTo>
                  <a:lnTo>
                    <a:pt x="124849" y="5444"/>
                  </a:lnTo>
                  <a:lnTo>
                    <a:pt x="119698" y="6880"/>
                  </a:lnTo>
                  <a:lnTo>
                    <a:pt x="114596" y="8481"/>
                  </a:lnTo>
                  <a:lnTo>
                    <a:pt x="109547" y="10243"/>
                  </a:lnTo>
                  <a:lnTo>
                    <a:pt x="104557" y="12167"/>
                  </a:lnTo>
                  <a:lnTo>
                    <a:pt x="99632" y="14249"/>
                  </a:lnTo>
                  <a:lnTo>
                    <a:pt x="94775" y="16487"/>
                  </a:lnTo>
                  <a:lnTo>
                    <a:pt x="89993" y="18879"/>
                  </a:lnTo>
                  <a:lnTo>
                    <a:pt x="85289" y="21424"/>
                  </a:lnTo>
                  <a:lnTo>
                    <a:pt x="80669" y="24117"/>
                  </a:lnTo>
                  <a:lnTo>
                    <a:pt x="76138" y="26957"/>
                  </a:lnTo>
                  <a:lnTo>
                    <a:pt x="71700" y="29940"/>
                  </a:lnTo>
                  <a:lnTo>
                    <a:pt x="67360" y="33064"/>
                  </a:lnTo>
                  <a:lnTo>
                    <a:pt x="63121" y="36325"/>
                  </a:lnTo>
                  <a:lnTo>
                    <a:pt x="58990" y="39720"/>
                  </a:lnTo>
                  <a:lnTo>
                    <a:pt x="54969" y="43245"/>
                  </a:lnTo>
                  <a:lnTo>
                    <a:pt x="51062" y="46897"/>
                  </a:lnTo>
                  <a:lnTo>
                    <a:pt x="47275" y="50672"/>
                  </a:lnTo>
                  <a:lnTo>
                    <a:pt x="43610" y="54566"/>
                  </a:lnTo>
                  <a:lnTo>
                    <a:pt x="40072" y="58576"/>
                  </a:lnTo>
                  <a:lnTo>
                    <a:pt x="36663" y="62697"/>
                  </a:lnTo>
                  <a:lnTo>
                    <a:pt x="33389" y="66924"/>
                  </a:lnTo>
                  <a:lnTo>
                    <a:pt x="30251" y="71254"/>
                  </a:lnTo>
                  <a:lnTo>
                    <a:pt x="27253" y="75683"/>
                  </a:lnTo>
                  <a:lnTo>
                    <a:pt x="24399" y="80205"/>
                  </a:lnTo>
                  <a:lnTo>
                    <a:pt x="21690" y="84816"/>
                  </a:lnTo>
                  <a:lnTo>
                    <a:pt x="19131" y="89511"/>
                  </a:lnTo>
                  <a:lnTo>
                    <a:pt x="16723" y="94286"/>
                  </a:lnTo>
                  <a:lnTo>
                    <a:pt x="14468" y="99135"/>
                  </a:lnTo>
                  <a:lnTo>
                    <a:pt x="12371" y="104054"/>
                  </a:lnTo>
                  <a:lnTo>
                    <a:pt x="10431" y="109037"/>
                  </a:lnTo>
                  <a:lnTo>
                    <a:pt x="8652" y="114080"/>
                  </a:lnTo>
                  <a:lnTo>
                    <a:pt x="7035" y="119177"/>
                  </a:lnTo>
                  <a:lnTo>
                    <a:pt x="5582" y="124324"/>
                  </a:lnTo>
                  <a:lnTo>
                    <a:pt x="4294" y="129514"/>
                  </a:lnTo>
                  <a:lnTo>
                    <a:pt x="3173" y="134743"/>
                  </a:lnTo>
                  <a:lnTo>
                    <a:pt x="2220" y="140005"/>
                  </a:lnTo>
                  <a:lnTo>
                    <a:pt x="1436" y="145294"/>
                  </a:lnTo>
                  <a:lnTo>
                    <a:pt x="821" y="150606"/>
                  </a:lnTo>
                  <a:lnTo>
                    <a:pt x="376" y="155935"/>
                  </a:lnTo>
                  <a:lnTo>
                    <a:pt x="102" y="161276"/>
                  </a:lnTo>
                  <a:lnTo>
                    <a:pt x="0" y="166622"/>
                  </a:lnTo>
                  <a:lnTo>
                    <a:pt x="68" y="171970"/>
                  </a:lnTo>
                  <a:lnTo>
                    <a:pt x="307" y="177312"/>
                  </a:lnTo>
                  <a:lnTo>
                    <a:pt x="717" y="182644"/>
                  </a:lnTo>
                  <a:lnTo>
                    <a:pt x="1297" y="187960"/>
                  </a:lnTo>
                  <a:lnTo>
                    <a:pt x="2047" y="193254"/>
                  </a:lnTo>
                  <a:lnTo>
                    <a:pt x="2966" y="198522"/>
                  </a:lnTo>
                  <a:lnTo>
                    <a:pt x="4053" y="203758"/>
                  </a:lnTo>
                  <a:lnTo>
                    <a:pt x="5306" y="208957"/>
                  </a:lnTo>
                  <a:lnTo>
                    <a:pt x="6726" y="214112"/>
                  </a:lnTo>
                  <a:lnTo>
                    <a:pt x="8309" y="219220"/>
                  </a:lnTo>
                  <a:lnTo>
                    <a:pt x="10056" y="224275"/>
                  </a:lnTo>
                  <a:lnTo>
                    <a:pt x="11963" y="229271"/>
                  </a:lnTo>
                  <a:lnTo>
                    <a:pt x="14028" y="234203"/>
                  </a:lnTo>
                  <a:lnTo>
                    <a:pt x="16251" y="239067"/>
                  </a:lnTo>
                  <a:lnTo>
                    <a:pt x="18628" y="243857"/>
                  </a:lnTo>
                  <a:lnTo>
                    <a:pt x="21157" y="248569"/>
                  </a:lnTo>
                  <a:lnTo>
                    <a:pt x="23835" y="253197"/>
                  </a:lnTo>
                  <a:lnTo>
                    <a:pt x="26660" y="257738"/>
                  </a:lnTo>
                  <a:lnTo>
                    <a:pt x="29629" y="262186"/>
                  </a:lnTo>
                  <a:lnTo>
                    <a:pt x="32739" y="266536"/>
                  </a:lnTo>
                  <a:lnTo>
                    <a:pt x="35986" y="270785"/>
                  </a:lnTo>
                  <a:lnTo>
                    <a:pt x="39367" y="274928"/>
                  </a:lnTo>
                  <a:lnTo>
                    <a:pt x="42879" y="278960"/>
                  </a:lnTo>
                  <a:lnTo>
                    <a:pt x="46519" y="282878"/>
                  </a:lnTo>
                  <a:lnTo>
                    <a:pt x="50281" y="286678"/>
                  </a:lnTo>
                  <a:lnTo>
                    <a:pt x="54164" y="290356"/>
                  </a:lnTo>
                  <a:lnTo>
                    <a:pt x="58162" y="293907"/>
                  </a:lnTo>
                  <a:lnTo>
                    <a:pt x="62271" y="297329"/>
                  </a:lnTo>
                  <a:lnTo>
                    <a:pt x="66488" y="300617"/>
                  </a:lnTo>
                  <a:lnTo>
                    <a:pt x="70808" y="303769"/>
                  </a:lnTo>
                  <a:lnTo>
                    <a:pt x="75227" y="306781"/>
                  </a:lnTo>
                  <a:lnTo>
                    <a:pt x="79739" y="309650"/>
                  </a:lnTo>
                  <a:lnTo>
                    <a:pt x="84341" y="312374"/>
                  </a:lnTo>
                  <a:lnTo>
                    <a:pt x="89028" y="314949"/>
                  </a:lnTo>
                  <a:lnTo>
                    <a:pt x="93795" y="317372"/>
                  </a:lnTo>
                  <a:lnTo>
                    <a:pt x="98637" y="31964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2509" y="1489739"/>
              <a:ext cx="68529" cy="152475"/>
            </a:xfrm>
            <a:custGeom>
              <a:avLst/>
              <a:pathLst>
                <a:path w="68529" h="152475">
                  <a:moveTo>
                    <a:pt x="0" y="152475"/>
                  </a:moveTo>
                  <a:lnTo>
                    <a:pt x="685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2509" y="1325301"/>
              <a:ext cx="235679" cy="331600"/>
            </a:xfrm>
            <a:custGeom>
              <a:avLst/>
              <a:pathLst>
                <a:path w="235679" h="331600">
                  <a:moveTo>
                    <a:pt x="0" y="316912"/>
                  </a:moveTo>
                  <a:lnTo>
                    <a:pt x="4900" y="319021"/>
                  </a:lnTo>
                  <a:lnTo>
                    <a:pt x="9865" y="320973"/>
                  </a:lnTo>
                  <a:lnTo>
                    <a:pt x="14890" y="322765"/>
                  </a:lnTo>
                  <a:lnTo>
                    <a:pt x="19969" y="324396"/>
                  </a:lnTo>
                  <a:lnTo>
                    <a:pt x="25098" y="325864"/>
                  </a:lnTo>
                  <a:lnTo>
                    <a:pt x="30272" y="327168"/>
                  </a:lnTo>
                  <a:lnTo>
                    <a:pt x="35484" y="328306"/>
                  </a:lnTo>
                  <a:lnTo>
                    <a:pt x="40730" y="329277"/>
                  </a:lnTo>
                  <a:lnTo>
                    <a:pt x="46004" y="330080"/>
                  </a:lnTo>
                  <a:lnTo>
                    <a:pt x="51301" y="330714"/>
                  </a:lnTo>
                  <a:lnTo>
                    <a:pt x="56616" y="331179"/>
                  </a:lnTo>
                  <a:lnTo>
                    <a:pt x="61942" y="331475"/>
                  </a:lnTo>
                  <a:lnTo>
                    <a:pt x="67276" y="331600"/>
                  </a:lnTo>
                  <a:lnTo>
                    <a:pt x="72611" y="331555"/>
                  </a:lnTo>
                  <a:lnTo>
                    <a:pt x="77941" y="331339"/>
                  </a:lnTo>
                  <a:lnTo>
                    <a:pt x="83262" y="330954"/>
                  </a:lnTo>
                  <a:lnTo>
                    <a:pt x="88568" y="330399"/>
                  </a:lnTo>
                  <a:lnTo>
                    <a:pt x="93854" y="329675"/>
                  </a:lnTo>
                  <a:lnTo>
                    <a:pt x="99114" y="328783"/>
                  </a:lnTo>
                  <a:lnTo>
                    <a:pt x="104342" y="327723"/>
                  </a:lnTo>
                  <a:lnTo>
                    <a:pt x="109535" y="326497"/>
                  </a:lnTo>
                  <a:lnTo>
                    <a:pt x="114685" y="325106"/>
                  </a:lnTo>
                  <a:lnTo>
                    <a:pt x="119788" y="323551"/>
                  </a:lnTo>
                  <a:lnTo>
                    <a:pt x="124840" y="321835"/>
                  </a:lnTo>
                  <a:lnTo>
                    <a:pt x="129833" y="319958"/>
                  </a:lnTo>
                  <a:lnTo>
                    <a:pt x="134765" y="317922"/>
                  </a:lnTo>
                  <a:lnTo>
                    <a:pt x="139629" y="315730"/>
                  </a:lnTo>
                  <a:lnTo>
                    <a:pt x="144420" y="313385"/>
                  </a:lnTo>
                  <a:lnTo>
                    <a:pt x="149135" y="310887"/>
                  </a:lnTo>
                  <a:lnTo>
                    <a:pt x="153767" y="308240"/>
                  </a:lnTo>
                  <a:lnTo>
                    <a:pt x="158312" y="305447"/>
                  </a:lnTo>
                  <a:lnTo>
                    <a:pt x="162766" y="302510"/>
                  </a:lnTo>
                  <a:lnTo>
                    <a:pt x="167124" y="299433"/>
                  </a:lnTo>
                  <a:lnTo>
                    <a:pt x="171381" y="296218"/>
                  </a:lnTo>
                  <a:lnTo>
                    <a:pt x="175534" y="292869"/>
                  </a:lnTo>
                  <a:lnTo>
                    <a:pt x="179578" y="289389"/>
                  </a:lnTo>
                  <a:lnTo>
                    <a:pt x="183508" y="285782"/>
                  </a:lnTo>
                  <a:lnTo>
                    <a:pt x="187322" y="282051"/>
                  </a:lnTo>
                  <a:lnTo>
                    <a:pt x="191015" y="278201"/>
                  </a:lnTo>
                  <a:lnTo>
                    <a:pt x="194582" y="274234"/>
                  </a:lnTo>
                  <a:lnTo>
                    <a:pt x="198022" y="270156"/>
                  </a:lnTo>
                  <a:lnTo>
                    <a:pt x="201329" y="265970"/>
                  </a:lnTo>
                  <a:lnTo>
                    <a:pt x="204502" y="261681"/>
                  </a:lnTo>
                  <a:lnTo>
                    <a:pt x="207535" y="257292"/>
                  </a:lnTo>
                  <a:lnTo>
                    <a:pt x="210428" y="252809"/>
                  </a:lnTo>
                  <a:lnTo>
                    <a:pt x="213175" y="248236"/>
                  </a:lnTo>
                  <a:lnTo>
                    <a:pt x="215776" y="243578"/>
                  </a:lnTo>
                  <a:lnTo>
                    <a:pt x="218226" y="238839"/>
                  </a:lnTo>
                  <a:lnTo>
                    <a:pt x="220524" y="234024"/>
                  </a:lnTo>
                  <a:lnTo>
                    <a:pt x="222667" y="229139"/>
                  </a:lnTo>
                  <a:lnTo>
                    <a:pt x="224653" y="224187"/>
                  </a:lnTo>
                  <a:lnTo>
                    <a:pt x="226480" y="219175"/>
                  </a:lnTo>
                  <a:lnTo>
                    <a:pt x="228146" y="214107"/>
                  </a:lnTo>
                  <a:lnTo>
                    <a:pt x="229650" y="208988"/>
                  </a:lnTo>
                  <a:lnTo>
                    <a:pt x="230990" y="203824"/>
                  </a:lnTo>
                  <a:lnTo>
                    <a:pt x="232164" y="198620"/>
                  </a:lnTo>
                  <a:lnTo>
                    <a:pt x="233171" y="193381"/>
                  </a:lnTo>
                  <a:lnTo>
                    <a:pt x="234011" y="188113"/>
                  </a:lnTo>
                  <a:lnTo>
                    <a:pt x="234682" y="182820"/>
                  </a:lnTo>
                  <a:lnTo>
                    <a:pt x="235184" y="177509"/>
                  </a:lnTo>
                  <a:lnTo>
                    <a:pt x="235516" y="172184"/>
                  </a:lnTo>
                  <a:lnTo>
                    <a:pt x="235679" y="166852"/>
                  </a:lnTo>
                  <a:lnTo>
                    <a:pt x="235671" y="161517"/>
                  </a:lnTo>
                  <a:lnTo>
                    <a:pt x="235492" y="156185"/>
                  </a:lnTo>
                  <a:lnTo>
                    <a:pt x="235144" y="150861"/>
                  </a:lnTo>
                  <a:lnTo>
                    <a:pt x="234626" y="145551"/>
                  </a:lnTo>
                  <a:lnTo>
                    <a:pt x="233939" y="140261"/>
                  </a:lnTo>
                  <a:lnTo>
                    <a:pt x="233083" y="134995"/>
                  </a:lnTo>
                  <a:lnTo>
                    <a:pt x="232060" y="129759"/>
                  </a:lnTo>
                  <a:lnTo>
                    <a:pt x="230870" y="124559"/>
                  </a:lnTo>
                  <a:lnTo>
                    <a:pt x="229515" y="119399"/>
                  </a:lnTo>
                  <a:lnTo>
                    <a:pt x="227996" y="114285"/>
                  </a:lnTo>
                  <a:lnTo>
                    <a:pt x="226314" y="109222"/>
                  </a:lnTo>
                  <a:lnTo>
                    <a:pt x="224472" y="104215"/>
                  </a:lnTo>
                  <a:lnTo>
                    <a:pt x="222471" y="99269"/>
                  </a:lnTo>
                  <a:lnTo>
                    <a:pt x="220313" y="94390"/>
                  </a:lnTo>
                  <a:lnTo>
                    <a:pt x="218000" y="89582"/>
                  </a:lnTo>
                  <a:lnTo>
                    <a:pt x="215536" y="84851"/>
                  </a:lnTo>
                  <a:lnTo>
                    <a:pt x="212921" y="80201"/>
                  </a:lnTo>
                  <a:lnTo>
                    <a:pt x="210160" y="75636"/>
                  </a:lnTo>
                  <a:lnTo>
                    <a:pt x="207254" y="71162"/>
                  </a:lnTo>
                  <a:lnTo>
                    <a:pt x="204207" y="66783"/>
                  </a:lnTo>
                  <a:lnTo>
                    <a:pt x="201022" y="62503"/>
                  </a:lnTo>
                  <a:lnTo>
                    <a:pt x="197701" y="58327"/>
                  </a:lnTo>
                  <a:lnTo>
                    <a:pt x="194250" y="54259"/>
                  </a:lnTo>
                  <a:lnTo>
                    <a:pt x="190670" y="50303"/>
                  </a:lnTo>
                  <a:lnTo>
                    <a:pt x="186966" y="46464"/>
                  </a:lnTo>
                  <a:lnTo>
                    <a:pt x="183141" y="42745"/>
                  </a:lnTo>
                  <a:lnTo>
                    <a:pt x="179199" y="39150"/>
                  </a:lnTo>
                  <a:lnTo>
                    <a:pt x="175145" y="35682"/>
                  </a:lnTo>
                  <a:lnTo>
                    <a:pt x="170982" y="32345"/>
                  </a:lnTo>
                  <a:lnTo>
                    <a:pt x="166715" y="29143"/>
                  </a:lnTo>
                  <a:lnTo>
                    <a:pt x="162348" y="26079"/>
                  </a:lnTo>
                  <a:lnTo>
                    <a:pt x="157885" y="23156"/>
                  </a:lnTo>
                  <a:lnTo>
                    <a:pt x="153332" y="20376"/>
                  </a:lnTo>
                  <a:lnTo>
                    <a:pt x="148691" y="17744"/>
                  </a:lnTo>
                  <a:lnTo>
                    <a:pt x="143970" y="15260"/>
                  </a:lnTo>
                  <a:lnTo>
                    <a:pt x="139171" y="12929"/>
                  </a:lnTo>
                  <a:lnTo>
                    <a:pt x="134300" y="10752"/>
                  </a:lnTo>
                  <a:lnTo>
                    <a:pt x="129363" y="8732"/>
                  </a:lnTo>
                  <a:lnTo>
                    <a:pt x="124363" y="6870"/>
                  </a:lnTo>
                  <a:lnTo>
                    <a:pt x="119307" y="5168"/>
                  </a:lnTo>
                  <a:lnTo>
                    <a:pt x="114199" y="3629"/>
                  </a:lnTo>
                  <a:lnTo>
                    <a:pt x="109044" y="2254"/>
                  </a:lnTo>
                  <a:lnTo>
                    <a:pt x="103848" y="1043"/>
                  </a:lnTo>
                  <a:lnTo>
                    <a:pt x="98617" y="0"/>
                  </a:lnTo>
                  <a:lnTo>
                    <a:pt x="68529" y="1644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21039" y="1322571"/>
              <a:ext cx="30087" cy="167167"/>
            </a:xfrm>
            <a:custGeom>
              <a:avLst/>
              <a:pathLst>
                <a:path w="30087" h="167167">
                  <a:moveTo>
                    <a:pt x="30087" y="2730"/>
                  </a:moveTo>
                  <a:lnTo>
                    <a:pt x="22620" y="1537"/>
                  </a:lnTo>
                  <a:lnTo>
                    <a:pt x="15105" y="683"/>
                  </a:lnTo>
                  <a:lnTo>
                    <a:pt x="7560" y="17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378093" y="1071028"/>
              <a:ext cx="167165" cy="288128"/>
            </a:xfrm>
            <a:custGeom>
              <a:avLst/>
              <a:pathLst>
                <a:path w="167165" h="288128">
                  <a:moveTo>
                    <a:pt x="167165" y="0"/>
                  </a:moveTo>
                  <a:lnTo>
                    <a:pt x="161790" y="86"/>
                  </a:lnTo>
                  <a:lnTo>
                    <a:pt x="156420" y="345"/>
                  </a:lnTo>
                  <a:lnTo>
                    <a:pt x="151062" y="777"/>
                  </a:lnTo>
                  <a:lnTo>
                    <a:pt x="145720" y="1381"/>
                  </a:lnTo>
                  <a:lnTo>
                    <a:pt x="140401" y="2156"/>
                  </a:lnTo>
                  <a:lnTo>
                    <a:pt x="135109" y="3102"/>
                  </a:lnTo>
                  <a:lnTo>
                    <a:pt x="129850" y="4217"/>
                  </a:lnTo>
                  <a:lnTo>
                    <a:pt x="124630" y="5501"/>
                  </a:lnTo>
                  <a:lnTo>
                    <a:pt x="119454" y="6953"/>
                  </a:lnTo>
                  <a:lnTo>
                    <a:pt x="114327" y="8570"/>
                  </a:lnTo>
                  <a:lnTo>
                    <a:pt x="109255" y="10351"/>
                  </a:lnTo>
                  <a:lnTo>
                    <a:pt x="104242" y="12294"/>
                  </a:lnTo>
                  <a:lnTo>
                    <a:pt x="99295" y="14397"/>
                  </a:lnTo>
                  <a:lnTo>
                    <a:pt x="94418" y="16658"/>
                  </a:lnTo>
                  <a:lnTo>
                    <a:pt x="89616" y="19075"/>
                  </a:lnTo>
                  <a:lnTo>
                    <a:pt x="84895" y="21645"/>
                  </a:lnTo>
                  <a:lnTo>
                    <a:pt x="80258" y="24366"/>
                  </a:lnTo>
                  <a:lnTo>
                    <a:pt x="75712" y="27234"/>
                  </a:lnTo>
                  <a:lnTo>
                    <a:pt x="71260" y="30247"/>
                  </a:lnTo>
                  <a:lnTo>
                    <a:pt x="66907" y="33401"/>
                  </a:lnTo>
                  <a:lnTo>
                    <a:pt x="62657" y="36694"/>
                  </a:lnTo>
                  <a:lnTo>
                    <a:pt x="58516" y="40122"/>
                  </a:lnTo>
                  <a:lnTo>
                    <a:pt x="54487" y="43681"/>
                  </a:lnTo>
                  <a:lnTo>
                    <a:pt x="50575" y="47368"/>
                  </a:lnTo>
                  <a:lnTo>
                    <a:pt x="46784" y="51179"/>
                  </a:lnTo>
                  <a:lnTo>
                    <a:pt x="43116" y="55109"/>
                  </a:lnTo>
                  <a:lnTo>
                    <a:pt x="39577" y="59156"/>
                  </a:lnTo>
                  <a:lnTo>
                    <a:pt x="36170" y="63314"/>
                  </a:lnTo>
                  <a:lnTo>
                    <a:pt x="32899" y="67580"/>
                  </a:lnTo>
                  <a:lnTo>
                    <a:pt x="29766" y="71948"/>
                  </a:lnTo>
                  <a:lnTo>
                    <a:pt x="26776" y="76416"/>
                  </a:lnTo>
                  <a:lnTo>
                    <a:pt x="23930" y="80977"/>
                  </a:lnTo>
                  <a:lnTo>
                    <a:pt x="21233" y="85627"/>
                  </a:lnTo>
                  <a:lnTo>
                    <a:pt x="18687" y="90361"/>
                  </a:lnTo>
                  <a:lnTo>
                    <a:pt x="16294" y="95175"/>
                  </a:lnTo>
                  <a:lnTo>
                    <a:pt x="14057" y="100063"/>
                  </a:lnTo>
                  <a:lnTo>
                    <a:pt x="11978" y="105021"/>
                  </a:lnTo>
                  <a:lnTo>
                    <a:pt x="10060" y="110043"/>
                  </a:lnTo>
                  <a:lnTo>
                    <a:pt x="8305" y="115124"/>
                  </a:lnTo>
                  <a:lnTo>
                    <a:pt x="6714" y="120259"/>
                  </a:lnTo>
                  <a:lnTo>
                    <a:pt x="5288" y="125442"/>
                  </a:lnTo>
                  <a:lnTo>
                    <a:pt x="4030" y="130669"/>
                  </a:lnTo>
                  <a:lnTo>
                    <a:pt x="2941" y="135933"/>
                  </a:lnTo>
                  <a:lnTo>
                    <a:pt x="2022" y="141229"/>
                  </a:lnTo>
                  <a:lnTo>
                    <a:pt x="1273" y="146553"/>
                  </a:lnTo>
                  <a:lnTo>
                    <a:pt x="696" y="151897"/>
                  </a:lnTo>
                  <a:lnTo>
                    <a:pt x="291" y="157258"/>
                  </a:lnTo>
                  <a:lnTo>
                    <a:pt x="59" y="162629"/>
                  </a:lnTo>
                  <a:lnTo>
                    <a:pt x="0" y="168004"/>
                  </a:lnTo>
                  <a:lnTo>
                    <a:pt x="113" y="173379"/>
                  </a:lnTo>
                  <a:lnTo>
                    <a:pt x="399" y="178747"/>
                  </a:lnTo>
                  <a:lnTo>
                    <a:pt x="858" y="184103"/>
                  </a:lnTo>
                  <a:lnTo>
                    <a:pt x="1488" y="189441"/>
                  </a:lnTo>
                  <a:lnTo>
                    <a:pt x="2290" y="194757"/>
                  </a:lnTo>
                  <a:lnTo>
                    <a:pt x="3262" y="200044"/>
                  </a:lnTo>
                  <a:lnTo>
                    <a:pt x="4404" y="205297"/>
                  </a:lnTo>
                  <a:lnTo>
                    <a:pt x="5714" y="210511"/>
                  </a:lnTo>
                  <a:lnTo>
                    <a:pt x="7192" y="215680"/>
                  </a:lnTo>
                  <a:lnTo>
                    <a:pt x="8834" y="220798"/>
                  </a:lnTo>
                  <a:lnTo>
                    <a:pt x="10640" y="225862"/>
                  </a:lnTo>
                  <a:lnTo>
                    <a:pt x="12609" y="230864"/>
                  </a:lnTo>
                  <a:lnTo>
                    <a:pt x="14737" y="235801"/>
                  </a:lnTo>
                  <a:lnTo>
                    <a:pt x="17022" y="240666"/>
                  </a:lnTo>
                  <a:lnTo>
                    <a:pt x="19463" y="245456"/>
                  </a:lnTo>
                  <a:lnTo>
                    <a:pt x="22057" y="250165"/>
                  </a:lnTo>
                  <a:lnTo>
                    <a:pt x="24801" y="254787"/>
                  </a:lnTo>
                  <a:lnTo>
                    <a:pt x="27691" y="259320"/>
                  </a:lnTo>
                  <a:lnTo>
                    <a:pt x="30727" y="263757"/>
                  </a:lnTo>
                  <a:lnTo>
                    <a:pt x="33903" y="268094"/>
                  </a:lnTo>
                  <a:lnTo>
                    <a:pt x="37217" y="272326"/>
                  </a:lnTo>
                  <a:lnTo>
                    <a:pt x="40665" y="276450"/>
                  </a:lnTo>
                  <a:lnTo>
                    <a:pt x="44245" y="280461"/>
                  </a:lnTo>
                  <a:lnTo>
                    <a:pt x="47951" y="284355"/>
                  </a:lnTo>
                  <a:lnTo>
                    <a:pt x="51781" y="28812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9874" y="1238196"/>
              <a:ext cx="115384" cy="120960"/>
            </a:xfrm>
            <a:custGeom>
              <a:avLst/>
              <a:pathLst>
                <a:path w="115384" h="120960">
                  <a:moveTo>
                    <a:pt x="0" y="120960"/>
                  </a:moveTo>
                  <a:lnTo>
                    <a:pt x="1153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9874" y="1113190"/>
              <a:ext cx="282537" cy="292173"/>
            </a:xfrm>
            <a:custGeom>
              <a:avLst/>
              <a:pathLst>
                <a:path w="282537" h="292173">
                  <a:moveTo>
                    <a:pt x="0" y="245966"/>
                  </a:moveTo>
                  <a:lnTo>
                    <a:pt x="3900" y="249570"/>
                  </a:lnTo>
                  <a:lnTo>
                    <a:pt x="7914" y="253049"/>
                  </a:lnTo>
                  <a:lnTo>
                    <a:pt x="12036" y="256398"/>
                  </a:lnTo>
                  <a:lnTo>
                    <a:pt x="16262" y="259615"/>
                  </a:lnTo>
                  <a:lnTo>
                    <a:pt x="20588" y="262696"/>
                  </a:lnTo>
                  <a:lnTo>
                    <a:pt x="25010" y="265638"/>
                  </a:lnTo>
                  <a:lnTo>
                    <a:pt x="29524" y="268438"/>
                  </a:lnTo>
                  <a:lnTo>
                    <a:pt x="34123" y="271093"/>
                  </a:lnTo>
                  <a:lnTo>
                    <a:pt x="38805" y="273601"/>
                  </a:lnTo>
                  <a:lnTo>
                    <a:pt x="43565" y="275959"/>
                  </a:lnTo>
                  <a:lnTo>
                    <a:pt x="48396" y="278164"/>
                  </a:lnTo>
                  <a:lnTo>
                    <a:pt x="53296" y="280215"/>
                  </a:lnTo>
                  <a:lnTo>
                    <a:pt x="58258" y="282109"/>
                  </a:lnTo>
                  <a:lnTo>
                    <a:pt x="63277" y="283844"/>
                  </a:lnTo>
                  <a:lnTo>
                    <a:pt x="68350" y="285420"/>
                  </a:lnTo>
                  <a:lnTo>
                    <a:pt x="73470" y="286833"/>
                  </a:lnTo>
                  <a:lnTo>
                    <a:pt x="78632" y="288083"/>
                  </a:lnTo>
                  <a:lnTo>
                    <a:pt x="83831" y="289168"/>
                  </a:lnTo>
                  <a:lnTo>
                    <a:pt x="89062" y="290087"/>
                  </a:lnTo>
                  <a:lnTo>
                    <a:pt x="94319" y="290840"/>
                  </a:lnTo>
                  <a:lnTo>
                    <a:pt x="99598" y="291426"/>
                  </a:lnTo>
                  <a:lnTo>
                    <a:pt x="104893" y="291843"/>
                  </a:lnTo>
                  <a:lnTo>
                    <a:pt x="110198" y="292092"/>
                  </a:lnTo>
                  <a:lnTo>
                    <a:pt x="115509" y="292173"/>
                  </a:lnTo>
                  <a:lnTo>
                    <a:pt x="120820" y="292084"/>
                  </a:lnTo>
                  <a:lnTo>
                    <a:pt x="126125" y="291827"/>
                  </a:lnTo>
                  <a:lnTo>
                    <a:pt x="131419" y="291402"/>
                  </a:lnTo>
                  <a:lnTo>
                    <a:pt x="136697" y="290808"/>
                  </a:lnTo>
                  <a:lnTo>
                    <a:pt x="141953" y="290048"/>
                  </a:lnTo>
                  <a:lnTo>
                    <a:pt x="147183" y="289120"/>
                  </a:lnTo>
                  <a:lnTo>
                    <a:pt x="152380" y="288027"/>
                  </a:lnTo>
                  <a:lnTo>
                    <a:pt x="157541" y="286770"/>
                  </a:lnTo>
                  <a:lnTo>
                    <a:pt x="162658" y="285349"/>
                  </a:lnTo>
                  <a:lnTo>
                    <a:pt x="167728" y="283766"/>
                  </a:lnTo>
                  <a:lnTo>
                    <a:pt x="172745" y="282023"/>
                  </a:lnTo>
                  <a:lnTo>
                    <a:pt x="177704" y="280121"/>
                  </a:lnTo>
                  <a:lnTo>
                    <a:pt x="182601" y="278063"/>
                  </a:lnTo>
                  <a:lnTo>
                    <a:pt x="187429" y="275851"/>
                  </a:lnTo>
                  <a:lnTo>
                    <a:pt x="192185" y="273486"/>
                  </a:lnTo>
                  <a:lnTo>
                    <a:pt x="196863" y="270971"/>
                  </a:lnTo>
                  <a:lnTo>
                    <a:pt x="201459" y="268309"/>
                  </a:lnTo>
                  <a:lnTo>
                    <a:pt x="205968" y="265502"/>
                  </a:lnTo>
                  <a:lnTo>
                    <a:pt x="210385" y="262554"/>
                  </a:lnTo>
                  <a:lnTo>
                    <a:pt x="214707" y="259466"/>
                  </a:lnTo>
                  <a:lnTo>
                    <a:pt x="218929" y="256243"/>
                  </a:lnTo>
                  <a:lnTo>
                    <a:pt x="223045" y="252887"/>
                  </a:lnTo>
                  <a:lnTo>
                    <a:pt x="227054" y="249403"/>
                  </a:lnTo>
                  <a:lnTo>
                    <a:pt x="230949" y="245792"/>
                  </a:lnTo>
                  <a:lnTo>
                    <a:pt x="234728" y="242060"/>
                  </a:lnTo>
                  <a:lnTo>
                    <a:pt x="238386" y="238210"/>
                  </a:lnTo>
                  <a:lnTo>
                    <a:pt x="241921" y="234245"/>
                  </a:lnTo>
                  <a:lnTo>
                    <a:pt x="245327" y="230170"/>
                  </a:lnTo>
                  <a:lnTo>
                    <a:pt x="248602" y="225989"/>
                  </a:lnTo>
                  <a:lnTo>
                    <a:pt x="251743" y="221706"/>
                  </a:lnTo>
                  <a:lnTo>
                    <a:pt x="254746" y="217325"/>
                  </a:lnTo>
                  <a:lnTo>
                    <a:pt x="257609" y="212851"/>
                  </a:lnTo>
                  <a:lnTo>
                    <a:pt x="260328" y="208289"/>
                  </a:lnTo>
                  <a:lnTo>
                    <a:pt x="262900" y="203642"/>
                  </a:lnTo>
                  <a:lnTo>
                    <a:pt x="265324" y="198916"/>
                  </a:lnTo>
                  <a:lnTo>
                    <a:pt x="267596" y="194116"/>
                  </a:lnTo>
                  <a:lnTo>
                    <a:pt x="269715" y="189245"/>
                  </a:lnTo>
                  <a:lnTo>
                    <a:pt x="271678" y="184310"/>
                  </a:lnTo>
                  <a:lnTo>
                    <a:pt x="273483" y="179315"/>
                  </a:lnTo>
                  <a:lnTo>
                    <a:pt x="275128" y="174265"/>
                  </a:lnTo>
                  <a:lnTo>
                    <a:pt x="276613" y="169165"/>
                  </a:lnTo>
                  <a:lnTo>
                    <a:pt x="277934" y="164021"/>
                  </a:lnTo>
                  <a:lnTo>
                    <a:pt x="279092" y="158838"/>
                  </a:lnTo>
                  <a:lnTo>
                    <a:pt x="280084" y="153620"/>
                  </a:lnTo>
                  <a:lnTo>
                    <a:pt x="280910" y="148373"/>
                  </a:lnTo>
                  <a:lnTo>
                    <a:pt x="281568" y="143103"/>
                  </a:lnTo>
                  <a:lnTo>
                    <a:pt x="282060" y="137815"/>
                  </a:lnTo>
                  <a:lnTo>
                    <a:pt x="282382" y="132513"/>
                  </a:lnTo>
                  <a:lnTo>
                    <a:pt x="282537" y="127204"/>
                  </a:lnTo>
                  <a:lnTo>
                    <a:pt x="282522" y="121893"/>
                  </a:lnTo>
                  <a:lnTo>
                    <a:pt x="282339" y="116585"/>
                  </a:lnTo>
                  <a:lnTo>
                    <a:pt x="281987" y="111285"/>
                  </a:lnTo>
                  <a:lnTo>
                    <a:pt x="281467" y="106000"/>
                  </a:lnTo>
                  <a:lnTo>
                    <a:pt x="280780" y="100733"/>
                  </a:lnTo>
                  <a:lnTo>
                    <a:pt x="279925" y="95491"/>
                  </a:lnTo>
                  <a:lnTo>
                    <a:pt x="278904" y="90279"/>
                  </a:lnTo>
                  <a:lnTo>
                    <a:pt x="277719" y="85102"/>
                  </a:lnTo>
                  <a:lnTo>
                    <a:pt x="276369" y="79965"/>
                  </a:lnTo>
                  <a:lnTo>
                    <a:pt x="274857" y="74873"/>
                  </a:lnTo>
                  <a:lnTo>
                    <a:pt x="273184" y="69832"/>
                  </a:lnTo>
                  <a:lnTo>
                    <a:pt x="271351" y="64847"/>
                  </a:lnTo>
                  <a:lnTo>
                    <a:pt x="269362" y="59923"/>
                  </a:lnTo>
                  <a:lnTo>
                    <a:pt x="267216" y="55064"/>
                  </a:lnTo>
                  <a:lnTo>
                    <a:pt x="264918" y="50276"/>
                  </a:lnTo>
                  <a:lnTo>
                    <a:pt x="262468" y="45563"/>
                  </a:lnTo>
                  <a:lnTo>
                    <a:pt x="259870" y="40931"/>
                  </a:lnTo>
                  <a:lnTo>
                    <a:pt x="257127" y="36383"/>
                  </a:lnTo>
                  <a:lnTo>
                    <a:pt x="254240" y="31925"/>
                  </a:lnTo>
                  <a:lnTo>
                    <a:pt x="251213" y="27561"/>
                  </a:lnTo>
                  <a:lnTo>
                    <a:pt x="248049" y="23295"/>
                  </a:lnTo>
                  <a:lnTo>
                    <a:pt x="244751" y="19132"/>
                  </a:lnTo>
                  <a:lnTo>
                    <a:pt x="241322" y="15076"/>
                  </a:lnTo>
                  <a:lnTo>
                    <a:pt x="237766" y="11130"/>
                  </a:lnTo>
                  <a:lnTo>
                    <a:pt x="234087" y="7300"/>
                  </a:lnTo>
                  <a:lnTo>
                    <a:pt x="230288" y="3588"/>
                  </a:lnTo>
                  <a:lnTo>
                    <a:pt x="226372" y="0"/>
                  </a:lnTo>
                  <a:lnTo>
                    <a:pt x="115384" y="125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5258" y="1071028"/>
              <a:ext cx="110988" cy="167167"/>
            </a:xfrm>
            <a:custGeom>
              <a:avLst/>
              <a:pathLst>
                <a:path w="110988" h="167167">
                  <a:moveTo>
                    <a:pt x="110988" y="42161"/>
                  </a:moveTo>
                  <a:lnTo>
                    <a:pt x="106803" y="38567"/>
                  </a:lnTo>
                  <a:lnTo>
                    <a:pt x="102501" y="35113"/>
                  </a:lnTo>
                  <a:lnTo>
                    <a:pt x="98088" y="31802"/>
                  </a:lnTo>
                  <a:lnTo>
                    <a:pt x="93568" y="28639"/>
                  </a:lnTo>
                  <a:lnTo>
                    <a:pt x="88946" y="25627"/>
                  </a:lnTo>
                  <a:lnTo>
                    <a:pt x="84227" y="22769"/>
                  </a:lnTo>
                  <a:lnTo>
                    <a:pt x="79417" y="20069"/>
                  </a:lnTo>
                  <a:lnTo>
                    <a:pt x="74520" y="17528"/>
                  </a:lnTo>
                  <a:lnTo>
                    <a:pt x="69541" y="15151"/>
                  </a:lnTo>
                  <a:lnTo>
                    <a:pt x="64487" y="12939"/>
                  </a:lnTo>
                  <a:lnTo>
                    <a:pt x="59363" y="10895"/>
                  </a:lnTo>
                  <a:lnTo>
                    <a:pt x="54174" y="9021"/>
                  </a:lnTo>
                  <a:lnTo>
                    <a:pt x="48926" y="7320"/>
                  </a:lnTo>
                  <a:lnTo>
                    <a:pt x="43625" y="5792"/>
                  </a:lnTo>
                  <a:lnTo>
                    <a:pt x="38276" y="4441"/>
                  </a:lnTo>
                  <a:lnTo>
                    <a:pt x="32886" y="3266"/>
                  </a:lnTo>
                  <a:lnTo>
                    <a:pt x="27460" y="2270"/>
                  </a:lnTo>
                  <a:lnTo>
                    <a:pt x="22004" y="1454"/>
                  </a:lnTo>
                  <a:lnTo>
                    <a:pt x="16524" y="818"/>
                  </a:lnTo>
                  <a:lnTo>
                    <a:pt x="11026" y="364"/>
                  </a:lnTo>
                  <a:lnTo>
                    <a:pt x="551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3180" y="941493"/>
              <a:ext cx="80363" cy="167167"/>
            </a:xfrm>
            <a:custGeom>
              <a:avLst/>
              <a:pathLst>
                <a:path w="80363" h="167167">
                  <a:moveTo>
                    <a:pt x="80363" y="0"/>
                  </a:moveTo>
                  <a:lnTo>
                    <a:pt x="74376" y="107"/>
                  </a:lnTo>
                  <a:lnTo>
                    <a:pt x="68397" y="428"/>
                  </a:lnTo>
                  <a:lnTo>
                    <a:pt x="62433" y="964"/>
                  </a:lnTo>
                  <a:lnTo>
                    <a:pt x="56492" y="1713"/>
                  </a:lnTo>
                  <a:lnTo>
                    <a:pt x="50582" y="2674"/>
                  </a:lnTo>
                  <a:lnTo>
                    <a:pt x="44710" y="3846"/>
                  </a:lnTo>
                  <a:lnTo>
                    <a:pt x="38884" y="5227"/>
                  </a:lnTo>
                  <a:lnTo>
                    <a:pt x="33111" y="6817"/>
                  </a:lnTo>
                  <a:lnTo>
                    <a:pt x="27399" y="8612"/>
                  </a:lnTo>
                  <a:lnTo>
                    <a:pt x="21754" y="10610"/>
                  </a:lnTo>
                  <a:lnTo>
                    <a:pt x="16185" y="12810"/>
                  </a:lnTo>
                  <a:lnTo>
                    <a:pt x="10698" y="15207"/>
                  </a:lnTo>
                  <a:lnTo>
                    <a:pt x="5301" y="17799"/>
                  </a:lnTo>
                  <a:lnTo>
                    <a:pt x="0" y="20583"/>
                  </a:lnTo>
                  <a:lnTo>
                    <a:pt x="803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3180" y="962077"/>
              <a:ext cx="80363" cy="146583"/>
            </a:xfrm>
            <a:custGeom>
              <a:avLst/>
              <a:pathLst>
                <a:path w="80363" h="146583">
                  <a:moveTo>
                    <a:pt x="0" y="0"/>
                  </a:moveTo>
                  <a:lnTo>
                    <a:pt x="80363" y="1465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856381" y="949051"/>
              <a:ext cx="334329" cy="326766"/>
            </a:xfrm>
            <a:custGeom>
              <a:avLst/>
              <a:pathLst>
                <a:path w="334329" h="326766">
                  <a:moveTo>
                    <a:pt x="86799" y="13025"/>
                  </a:moveTo>
                  <a:lnTo>
                    <a:pt x="82197" y="15643"/>
                  </a:lnTo>
                  <a:lnTo>
                    <a:pt x="77680" y="18406"/>
                  </a:lnTo>
                  <a:lnTo>
                    <a:pt x="73253" y="21311"/>
                  </a:lnTo>
                  <a:lnTo>
                    <a:pt x="68920" y="24355"/>
                  </a:lnTo>
                  <a:lnTo>
                    <a:pt x="64686" y="27534"/>
                  </a:lnTo>
                  <a:lnTo>
                    <a:pt x="60555" y="30845"/>
                  </a:lnTo>
                  <a:lnTo>
                    <a:pt x="56530" y="34286"/>
                  </a:lnTo>
                  <a:lnTo>
                    <a:pt x="52617" y="37853"/>
                  </a:lnTo>
                  <a:lnTo>
                    <a:pt x="48818" y="41542"/>
                  </a:lnTo>
                  <a:lnTo>
                    <a:pt x="45139" y="45349"/>
                  </a:lnTo>
                  <a:lnTo>
                    <a:pt x="41581" y="49271"/>
                  </a:lnTo>
                  <a:lnTo>
                    <a:pt x="38150" y="53303"/>
                  </a:lnTo>
                  <a:lnTo>
                    <a:pt x="34848" y="57442"/>
                  </a:lnTo>
                  <a:lnTo>
                    <a:pt x="31679" y="61684"/>
                  </a:lnTo>
                  <a:lnTo>
                    <a:pt x="28645" y="66024"/>
                  </a:lnTo>
                  <a:lnTo>
                    <a:pt x="25751" y="70458"/>
                  </a:lnTo>
                  <a:lnTo>
                    <a:pt x="22998" y="74981"/>
                  </a:lnTo>
                  <a:lnTo>
                    <a:pt x="20391" y="79589"/>
                  </a:lnTo>
                  <a:lnTo>
                    <a:pt x="17930" y="84277"/>
                  </a:lnTo>
                  <a:lnTo>
                    <a:pt x="15619" y="89041"/>
                  </a:lnTo>
                  <a:lnTo>
                    <a:pt x="13460" y="93876"/>
                  </a:lnTo>
                  <a:lnTo>
                    <a:pt x="11456" y="98777"/>
                  </a:lnTo>
                  <a:lnTo>
                    <a:pt x="9607" y="103738"/>
                  </a:lnTo>
                  <a:lnTo>
                    <a:pt x="7917" y="108756"/>
                  </a:lnTo>
                  <a:lnTo>
                    <a:pt x="6386" y="113825"/>
                  </a:lnTo>
                  <a:lnTo>
                    <a:pt x="5017" y="118940"/>
                  </a:lnTo>
                  <a:lnTo>
                    <a:pt x="3810" y="124095"/>
                  </a:lnTo>
                  <a:lnTo>
                    <a:pt x="2768" y="129286"/>
                  </a:lnTo>
                  <a:lnTo>
                    <a:pt x="1890" y="134508"/>
                  </a:lnTo>
                  <a:lnTo>
                    <a:pt x="1178" y="139755"/>
                  </a:lnTo>
                  <a:lnTo>
                    <a:pt x="632" y="145021"/>
                  </a:lnTo>
                  <a:lnTo>
                    <a:pt x="254" y="150303"/>
                  </a:lnTo>
                  <a:lnTo>
                    <a:pt x="43" y="155593"/>
                  </a:lnTo>
                  <a:lnTo>
                    <a:pt x="0" y="160888"/>
                  </a:lnTo>
                  <a:lnTo>
                    <a:pt x="124" y="166182"/>
                  </a:lnTo>
                  <a:lnTo>
                    <a:pt x="416" y="171468"/>
                  </a:lnTo>
                  <a:lnTo>
                    <a:pt x="875" y="176743"/>
                  </a:lnTo>
                  <a:lnTo>
                    <a:pt x="1501" y="182001"/>
                  </a:lnTo>
                  <a:lnTo>
                    <a:pt x="2293" y="187236"/>
                  </a:lnTo>
                  <a:lnTo>
                    <a:pt x="3251" y="192444"/>
                  </a:lnTo>
                  <a:lnTo>
                    <a:pt x="4373" y="197618"/>
                  </a:lnTo>
                  <a:lnTo>
                    <a:pt x="5659" y="202755"/>
                  </a:lnTo>
                  <a:lnTo>
                    <a:pt x="7106" y="207848"/>
                  </a:lnTo>
                  <a:lnTo>
                    <a:pt x="8714" y="212893"/>
                  </a:lnTo>
                  <a:lnTo>
                    <a:pt x="10481" y="217884"/>
                  </a:lnTo>
                  <a:lnTo>
                    <a:pt x="12405" y="222817"/>
                  </a:lnTo>
                  <a:lnTo>
                    <a:pt x="14485" y="227686"/>
                  </a:lnTo>
                  <a:lnTo>
                    <a:pt x="16717" y="232487"/>
                  </a:lnTo>
                  <a:lnTo>
                    <a:pt x="19101" y="237216"/>
                  </a:lnTo>
                  <a:lnTo>
                    <a:pt x="21633" y="241866"/>
                  </a:lnTo>
                  <a:lnTo>
                    <a:pt x="24311" y="246433"/>
                  </a:lnTo>
                  <a:lnTo>
                    <a:pt x="27133" y="250914"/>
                  </a:lnTo>
                  <a:lnTo>
                    <a:pt x="30094" y="255303"/>
                  </a:lnTo>
                  <a:lnTo>
                    <a:pt x="33194" y="259596"/>
                  </a:lnTo>
                  <a:lnTo>
                    <a:pt x="36428" y="263788"/>
                  </a:lnTo>
                  <a:lnTo>
                    <a:pt x="39793" y="267876"/>
                  </a:lnTo>
                  <a:lnTo>
                    <a:pt x="43285" y="271856"/>
                  </a:lnTo>
                  <a:lnTo>
                    <a:pt x="46902" y="275723"/>
                  </a:lnTo>
                  <a:lnTo>
                    <a:pt x="50640" y="279473"/>
                  </a:lnTo>
                  <a:lnTo>
                    <a:pt x="54495" y="283103"/>
                  </a:lnTo>
                  <a:lnTo>
                    <a:pt x="58462" y="286610"/>
                  </a:lnTo>
                  <a:lnTo>
                    <a:pt x="62539" y="289988"/>
                  </a:lnTo>
                  <a:lnTo>
                    <a:pt x="66721" y="293236"/>
                  </a:lnTo>
                  <a:lnTo>
                    <a:pt x="71003" y="296350"/>
                  </a:lnTo>
                  <a:lnTo>
                    <a:pt x="75382" y="299327"/>
                  </a:lnTo>
                  <a:lnTo>
                    <a:pt x="79853" y="302164"/>
                  </a:lnTo>
                  <a:lnTo>
                    <a:pt x="84411" y="304857"/>
                  </a:lnTo>
                  <a:lnTo>
                    <a:pt x="89053" y="307405"/>
                  </a:lnTo>
                  <a:lnTo>
                    <a:pt x="93773" y="309805"/>
                  </a:lnTo>
                  <a:lnTo>
                    <a:pt x="98566" y="312054"/>
                  </a:lnTo>
                  <a:lnTo>
                    <a:pt x="103429" y="314150"/>
                  </a:lnTo>
                  <a:lnTo>
                    <a:pt x="108355" y="316090"/>
                  </a:lnTo>
                  <a:lnTo>
                    <a:pt x="113340" y="317874"/>
                  </a:lnTo>
                  <a:lnTo>
                    <a:pt x="118379" y="319500"/>
                  </a:lnTo>
                  <a:lnTo>
                    <a:pt x="123468" y="320964"/>
                  </a:lnTo>
                  <a:lnTo>
                    <a:pt x="128600" y="322267"/>
                  </a:lnTo>
                  <a:lnTo>
                    <a:pt x="133771" y="323407"/>
                  </a:lnTo>
                  <a:lnTo>
                    <a:pt x="138975" y="324382"/>
                  </a:lnTo>
                  <a:lnTo>
                    <a:pt x="144207" y="325192"/>
                  </a:lnTo>
                  <a:lnTo>
                    <a:pt x="149463" y="325836"/>
                  </a:lnTo>
                  <a:lnTo>
                    <a:pt x="154736" y="326313"/>
                  </a:lnTo>
                  <a:lnTo>
                    <a:pt x="160022" y="326623"/>
                  </a:lnTo>
                  <a:lnTo>
                    <a:pt x="165315" y="326766"/>
                  </a:lnTo>
                  <a:lnTo>
                    <a:pt x="170610" y="326740"/>
                  </a:lnTo>
                  <a:lnTo>
                    <a:pt x="175901" y="326547"/>
                  </a:lnTo>
                  <a:lnTo>
                    <a:pt x="181184" y="326187"/>
                  </a:lnTo>
                  <a:lnTo>
                    <a:pt x="186452" y="325659"/>
                  </a:lnTo>
                  <a:lnTo>
                    <a:pt x="191701" y="324965"/>
                  </a:lnTo>
                  <a:lnTo>
                    <a:pt x="196926" y="324105"/>
                  </a:lnTo>
                  <a:lnTo>
                    <a:pt x="202121" y="323080"/>
                  </a:lnTo>
                  <a:lnTo>
                    <a:pt x="207280" y="321890"/>
                  </a:lnTo>
                  <a:lnTo>
                    <a:pt x="212399" y="320538"/>
                  </a:lnTo>
                  <a:lnTo>
                    <a:pt x="217473" y="319025"/>
                  </a:lnTo>
                  <a:lnTo>
                    <a:pt x="222497" y="317352"/>
                  </a:lnTo>
                  <a:lnTo>
                    <a:pt x="227465" y="315520"/>
                  </a:lnTo>
                  <a:lnTo>
                    <a:pt x="232372" y="313532"/>
                  </a:lnTo>
                  <a:lnTo>
                    <a:pt x="237214" y="311390"/>
                  </a:lnTo>
                  <a:lnTo>
                    <a:pt x="241986" y="309095"/>
                  </a:lnTo>
                  <a:lnTo>
                    <a:pt x="246683" y="306650"/>
                  </a:lnTo>
                  <a:lnTo>
                    <a:pt x="251300" y="304058"/>
                  </a:lnTo>
                  <a:lnTo>
                    <a:pt x="255832" y="301321"/>
                  </a:lnTo>
                  <a:lnTo>
                    <a:pt x="260276" y="298442"/>
                  </a:lnTo>
                  <a:lnTo>
                    <a:pt x="264626" y="295423"/>
                  </a:lnTo>
                  <a:lnTo>
                    <a:pt x="268879" y="292268"/>
                  </a:lnTo>
                  <a:lnTo>
                    <a:pt x="273029" y="288981"/>
                  </a:lnTo>
                  <a:lnTo>
                    <a:pt x="277073" y="285563"/>
                  </a:lnTo>
                  <a:lnTo>
                    <a:pt x="281007" y="282019"/>
                  </a:lnTo>
                  <a:lnTo>
                    <a:pt x="284826" y="278352"/>
                  </a:lnTo>
                  <a:lnTo>
                    <a:pt x="288528" y="274566"/>
                  </a:lnTo>
                  <a:lnTo>
                    <a:pt x="292108" y="270665"/>
                  </a:lnTo>
                  <a:lnTo>
                    <a:pt x="295562" y="266652"/>
                  </a:lnTo>
                  <a:lnTo>
                    <a:pt x="298888" y="262532"/>
                  </a:lnTo>
                  <a:lnTo>
                    <a:pt x="302081" y="258308"/>
                  </a:lnTo>
                  <a:lnTo>
                    <a:pt x="305140" y="253986"/>
                  </a:lnTo>
                  <a:lnTo>
                    <a:pt x="308059" y="249569"/>
                  </a:lnTo>
                  <a:lnTo>
                    <a:pt x="310838" y="245061"/>
                  </a:lnTo>
                  <a:lnTo>
                    <a:pt x="313472" y="240468"/>
                  </a:lnTo>
                  <a:lnTo>
                    <a:pt x="315959" y="235794"/>
                  </a:lnTo>
                  <a:lnTo>
                    <a:pt x="318298" y="231044"/>
                  </a:lnTo>
                  <a:lnTo>
                    <a:pt x="320484" y="226221"/>
                  </a:lnTo>
                  <a:lnTo>
                    <a:pt x="322517" y="221332"/>
                  </a:lnTo>
                  <a:lnTo>
                    <a:pt x="324394" y="216381"/>
                  </a:lnTo>
                  <a:lnTo>
                    <a:pt x="326113" y="211373"/>
                  </a:lnTo>
                  <a:lnTo>
                    <a:pt x="327673" y="206313"/>
                  </a:lnTo>
                  <a:lnTo>
                    <a:pt x="329071" y="201206"/>
                  </a:lnTo>
                  <a:lnTo>
                    <a:pt x="330307" y="196058"/>
                  </a:lnTo>
                  <a:lnTo>
                    <a:pt x="331380" y="190873"/>
                  </a:lnTo>
                  <a:lnTo>
                    <a:pt x="332288" y="185656"/>
                  </a:lnTo>
                  <a:lnTo>
                    <a:pt x="333030" y="180414"/>
                  </a:lnTo>
                  <a:lnTo>
                    <a:pt x="333605" y="175150"/>
                  </a:lnTo>
                  <a:lnTo>
                    <a:pt x="334014" y="169871"/>
                  </a:lnTo>
                  <a:lnTo>
                    <a:pt x="334255" y="164582"/>
                  </a:lnTo>
                  <a:lnTo>
                    <a:pt x="334329" y="159287"/>
                  </a:lnTo>
                  <a:lnTo>
                    <a:pt x="334235" y="153993"/>
                  </a:lnTo>
                  <a:lnTo>
                    <a:pt x="333974" y="148705"/>
                  </a:lnTo>
                  <a:lnTo>
                    <a:pt x="333545" y="143428"/>
                  </a:lnTo>
                  <a:lnTo>
                    <a:pt x="332949" y="138166"/>
                  </a:lnTo>
                  <a:lnTo>
                    <a:pt x="332186" y="132927"/>
                  </a:lnTo>
                  <a:lnTo>
                    <a:pt x="331259" y="127714"/>
                  </a:lnTo>
                  <a:lnTo>
                    <a:pt x="330166" y="122533"/>
                  </a:lnTo>
                  <a:lnTo>
                    <a:pt x="328910" y="117389"/>
                  </a:lnTo>
                  <a:lnTo>
                    <a:pt x="327492" y="112288"/>
                  </a:lnTo>
                  <a:lnTo>
                    <a:pt x="325913" y="107234"/>
                  </a:lnTo>
                  <a:lnTo>
                    <a:pt x="324175" y="102232"/>
                  </a:lnTo>
                  <a:lnTo>
                    <a:pt x="322279" y="97288"/>
                  </a:lnTo>
                  <a:lnTo>
                    <a:pt x="320227" y="92407"/>
                  </a:lnTo>
                  <a:lnTo>
                    <a:pt x="318022" y="87593"/>
                  </a:lnTo>
                  <a:lnTo>
                    <a:pt x="315666" y="82852"/>
                  </a:lnTo>
                  <a:lnTo>
                    <a:pt x="313160" y="78187"/>
                  </a:lnTo>
                  <a:lnTo>
                    <a:pt x="310509" y="73604"/>
                  </a:lnTo>
                  <a:lnTo>
                    <a:pt x="307713" y="69108"/>
                  </a:lnTo>
                  <a:lnTo>
                    <a:pt x="304776" y="64702"/>
                  </a:lnTo>
                  <a:lnTo>
                    <a:pt x="301702" y="60391"/>
                  </a:lnTo>
                  <a:lnTo>
                    <a:pt x="298492" y="56180"/>
                  </a:lnTo>
                  <a:lnTo>
                    <a:pt x="295150" y="52073"/>
                  </a:lnTo>
                  <a:lnTo>
                    <a:pt x="291681" y="48073"/>
                  </a:lnTo>
                  <a:lnTo>
                    <a:pt x="288086" y="44186"/>
                  </a:lnTo>
                  <a:lnTo>
                    <a:pt x="284370" y="40414"/>
                  </a:lnTo>
                  <a:lnTo>
                    <a:pt x="280536" y="36762"/>
                  </a:lnTo>
                  <a:lnTo>
                    <a:pt x="276589" y="33233"/>
                  </a:lnTo>
                  <a:lnTo>
                    <a:pt x="272531" y="29831"/>
                  </a:lnTo>
                  <a:lnTo>
                    <a:pt x="268368" y="26559"/>
                  </a:lnTo>
                  <a:lnTo>
                    <a:pt x="264104" y="23420"/>
                  </a:lnTo>
                  <a:lnTo>
                    <a:pt x="259742" y="20418"/>
                  </a:lnTo>
                  <a:lnTo>
                    <a:pt x="255288" y="17556"/>
                  </a:lnTo>
                  <a:lnTo>
                    <a:pt x="250745" y="14836"/>
                  </a:lnTo>
                  <a:lnTo>
                    <a:pt x="246118" y="12262"/>
                  </a:lnTo>
                  <a:lnTo>
                    <a:pt x="241412" y="9835"/>
                  </a:lnTo>
                  <a:lnTo>
                    <a:pt x="236631" y="7559"/>
                  </a:lnTo>
                  <a:lnTo>
                    <a:pt x="231781" y="5435"/>
                  </a:lnTo>
                  <a:lnTo>
                    <a:pt x="226866" y="3466"/>
                  </a:lnTo>
                  <a:lnTo>
                    <a:pt x="221891" y="1654"/>
                  </a:lnTo>
                  <a:lnTo>
                    <a:pt x="216861" y="0"/>
                  </a:lnTo>
                  <a:lnTo>
                    <a:pt x="167162" y="1596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23544" y="941493"/>
              <a:ext cx="49698" cy="167167"/>
            </a:xfrm>
            <a:custGeom>
              <a:avLst/>
              <a:pathLst>
                <a:path w="49698" h="167167">
                  <a:moveTo>
                    <a:pt x="49698" y="7558"/>
                  </a:moveTo>
                  <a:lnTo>
                    <a:pt x="43642" y="5797"/>
                  </a:lnTo>
                  <a:lnTo>
                    <a:pt x="37523" y="4265"/>
                  </a:lnTo>
                  <a:lnTo>
                    <a:pt x="31351" y="2966"/>
                  </a:lnTo>
                  <a:lnTo>
                    <a:pt x="25135" y="1900"/>
                  </a:lnTo>
                  <a:lnTo>
                    <a:pt x="18882" y="1069"/>
                  </a:lnTo>
                  <a:lnTo>
                    <a:pt x="12603" y="475"/>
                  </a:lnTo>
                  <a:lnTo>
                    <a:pt x="6306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5011" y="941493"/>
              <a:ext cx="41204" cy="167167"/>
            </a:xfrm>
            <a:custGeom>
              <a:avLst/>
              <a:pathLst>
                <a:path w="41204" h="167167">
                  <a:moveTo>
                    <a:pt x="41204" y="0"/>
                  </a:moveTo>
                  <a:lnTo>
                    <a:pt x="34267" y="143"/>
                  </a:lnTo>
                  <a:lnTo>
                    <a:pt x="27342" y="575"/>
                  </a:lnTo>
                  <a:lnTo>
                    <a:pt x="20441" y="1294"/>
                  </a:lnTo>
                  <a:lnTo>
                    <a:pt x="13575" y="2298"/>
                  </a:lnTo>
                  <a:lnTo>
                    <a:pt x="6758" y="3587"/>
                  </a:lnTo>
                  <a:lnTo>
                    <a:pt x="0" y="5157"/>
                  </a:lnTo>
                  <a:lnTo>
                    <a:pt x="412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5011" y="946650"/>
              <a:ext cx="41204" cy="162009"/>
            </a:xfrm>
            <a:custGeom>
              <a:avLst/>
              <a:pathLst>
                <a:path w="41204" h="162009">
                  <a:moveTo>
                    <a:pt x="0" y="0"/>
                  </a:moveTo>
                  <a:lnTo>
                    <a:pt x="41204" y="1620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68" y="946650"/>
              <a:ext cx="189536" cy="329173"/>
            </a:xfrm>
            <a:custGeom>
              <a:avLst/>
              <a:pathLst>
                <a:path w="189536" h="329173">
                  <a:moveTo>
                    <a:pt x="125943" y="0"/>
                  </a:moveTo>
                  <a:lnTo>
                    <a:pt x="120803" y="1394"/>
                  </a:lnTo>
                  <a:lnTo>
                    <a:pt x="115710" y="2952"/>
                  </a:lnTo>
                  <a:lnTo>
                    <a:pt x="110669" y="4672"/>
                  </a:lnTo>
                  <a:lnTo>
                    <a:pt x="105685" y="6551"/>
                  </a:lnTo>
                  <a:lnTo>
                    <a:pt x="100764" y="8587"/>
                  </a:lnTo>
                  <a:lnTo>
                    <a:pt x="95910" y="10780"/>
                  </a:lnTo>
                  <a:lnTo>
                    <a:pt x="91129" y="13126"/>
                  </a:lnTo>
                  <a:lnTo>
                    <a:pt x="86425" y="15623"/>
                  </a:lnTo>
                  <a:lnTo>
                    <a:pt x="81802" y="18269"/>
                  </a:lnTo>
                  <a:lnTo>
                    <a:pt x="77266" y="21061"/>
                  </a:lnTo>
                  <a:lnTo>
                    <a:pt x="72822" y="23996"/>
                  </a:lnTo>
                  <a:lnTo>
                    <a:pt x="68473" y="27071"/>
                  </a:lnTo>
                  <a:lnTo>
                    <a:pt x="64225" y="30283"/>
                  </a:lnTo>
                  <a:lnTo>
                    <a:pt x="60081" y="33628"/>
                  </a:lnTo>
                  <a:lnTo>
                    <a:pt x="56045" y="37104"/>
                  </a:lnTo>
                  <a:lnTo>
                    <a:pt x="52122" y="40707"/>
                  </a:lnTo>
                  <a:lnTo>
                    <a:pt x="48317" y="44433"/>
                  </a:lnTo>
                  <a:lnTo>
                    <a:pt x="44631" y="48278"/>
                  </a:lnTo>
                  <a:lnTo>
                    <a:pt x="41070" y="52239"/>
                  </a:lnTo>
                  <a:lnTo>
                    <a:pt x="37637" y="56311"/>
                  </a:lnTo>
                  <a:lnTo>
                    <a:pt x="34336" y="60490"/>
                  </a:lnTo>
                  <a:lnTo>
                    <a:pt x="31169" y="64772"/>
                  </a:lnTo>
                  <a:lnTo>
                    <a:pt x="28141" y="69154"/>
                  </a:lnTo>
                  <a:lnTo>
                    <a:pt x="25253" y="73629"/>
                  </a:lnTo>
                  <a:lnTo>
                    <a:pt x="22510" y="78194"/>
                  </a:lnTo>
                  <a:lnTo>
                    <a:pt x="19913" y="82844"/>
                  </a:lnTo>
                  <a:lnTo>
                    <a:pt x="17466" y="87575"/>
                  </a:lnTo>
                  <a:lnTo>
                    <a:pt x="15171" y="92381"/>
                  </a:lnTo>
                  <a:lnTo>
                    <a:pt x="13030" y="97258"/>
                  </a:lnTo>
                  <a:lnTo>
                    <a:pt x="11045" y="102200"/>
                  </a:lnTo>
                  <a:lnTo>
                    <a:pt x="9219" y="107203"/>
                  </a:lnTo>
                  <a:lnTo>
                    <a:pt x="7553" y="112262"/>
                  </a:lnTo>
                  <a:lnTo>
                    <a:pt x="6050" y="117372"/>
                  </a:lnTo>
                  <a:lnTo>
                    <a:pt x="4709" y="122526"/>
                  </a:lnTo>
                  <a:lnTo>
                    <a:pt x="3534" y="127721"/>
                  </a:lnTo>
                  <a:lnTo>
                    <a:pt x="2525" y="132950"/>
                  </a:lnTo>
                  <a:lnTo>
                    <a:pt x="1683" y="138210"/>
                  </a:lnTo>
                  <a:lnTo>
                    <a:pt x="1008" y="143493"/>
                  </a:lnTo>
                  <a:lnTo>
                    <a:pt x="503" y="148795"/>
                  </a:lnTo>
                  <a:lnTo>
                    <a:pt x="166" y="154110"/>
                  </a:lnTo>
                  <a:lnTo>
                    <a:pt x="0" y="159434"/>
                  </a:lnTo>
                  <a:lnTo>
                    <a:pt x="2" y="164760"/>
                  </a:lnTo>
                  <a:lnTo>
                    <a:pt x="175" y="170083"/>
                  </a:lnTo>
                  <a:lnTo>
                    <a:pt x="517" y="175398"/>
                  </a:lnTo>
                  <a:lnTo>
                    <a:pt x="1028" y="180699"/>
                  </a:lnTo>
                  <a:lnTo>
                    <a:pt x="1707" y="185982"/>
                  </a:lnTo>
                  <a:lnTo>
                    <a:pt x="2555" y="191240"/>
                  </a:lnTo>
                  <a:lnTo>
                    <a:pt x="3570" y="196469"/>
                  </a:lnTo>
                  <a:lnTo>
                    <a:pt x="4751" y="201662"/>
                  </a:lnTo>
                  <a:lnTo>
                    <a:pt x="6096" y="206815"/>
                  </a:lnTo>
                  <a:lnTo>
                    <a:pt x="7605" y="211923"/>
                  </a:lnTo>
                  <a:lnTo>
                    <a:pt x="9276" y="216980"/>
                  </a:lnTo>
                  <a:lnTo>
                    <a:pt x="11108" y="221981"/>
                  </a:lnTo>
                  <a:lnTo>
                    <a:pt x="13097" y="226922"/>
                  </a:lnTo>
                  <a:lnTo>
                    <a:pt x="15243" y="231796"/>
                  </a:lnTo>
                  <a:lnTo>
                    <a:pt x="17544" y="236600"/>
                  </a:lnTo>
                  <a:lnTo>
                    <a:pt x="19996" y="241328"/>
                  </a:lnTo>
                  <a:lnTo>
                    <a:pt x="22597" y="245976"/>
                  </a:lnTo>
                  <a:lnTo>
                    <a:pt x="25346" y="250538"/>
                  </a:lnTo>
                  <a:lnTo>
                    <a:pt x="28238" y="255010"/>
                  </a:lnTo>
                  <a:lnTo>
                    <a:pt x="31271" y="259388"/>
                  </a:lnTo>
                  <a:lnTo>
                    <a:pt x="34442" y="263667"/>
                  </a:lnTo>
                  <a:lnTo>
                    <a:pt x="37748" y="267843"/>
                  </a:lnTo>
                  <a:lnTo>
                    <a:pt x="41185" y="271912"/>
                  </a:lnTo>
                  <a:lnTo>
                    <a:pt x="44750" y="275869"/>
                  </a:lnTo>
                  <a:lnTo>
                    <a:pt x="48439" y="279710"/>
                  </a:lnTo>
                  <a:lnTo>
                    <a:pt x="52249" y="283432"/>
                  </a:lnTo>
                  <a:lnTo>
                    <a:pt x="56176" y="287030"/>
                  </a:lnTo>
                  <a:lnTo>
                    <a:pt x="60215" y="290502"/>
                  </a:lnTo>
                  <a:lnTo>
                    <a:pt x="64362" y="293843"/>
                  </a:lnTo>
                  <a:lnTo>
                    <a:pt x="68614" y="297051"/>
                  </a:lnTo>
                  <a:lnTo>
                    <a:pt x="72966" y="300121"/>
                  </a:lnTo>
                  <a:lnTo>
                    <a:pt x="77414" y="303051"/>
                  </a:lnTo>
                  <a:lnTo>
                    <a:pt x="81952" y="305838"/>
                  </a:lnTo>
                  <a:lnTo>
                    <a:pt x="86578" y="308479"/>
                  </a:lnTo>
                  <a:lnTo>
                    <a:pt x="91284" y="310972"/>
                  </a:lnTo>
                  <a:lnTo>
                    <a:pt x="96068" y="313313"/>
                  </a:lnTo>
                  <a:lnTo>
                    <a:pt x="100924" y="315500"/>
                  </a:lnTo>
                  <a:lnTo>
                    <a:pt x="105848" y="317532"/>
                  </a:lnTo>
                  <a:lnTo>
                    <a:pt x="110833" y="319406"/>
                  </a:lnTo>
                  <a:lnTo>
                    <a:pt x="115876" y="321120"/>
                  </a:lnTo>
                  <a:lnTo>
                    <a:pt x="120971" y="322673"/>
                  </a:lnTo>
                  <a:lnTo>
                    <a:pt x="126112" y="324062"/>
                  </a:lnTo>
                  <a:lnTo>
                    <a:pt x="131296" y="325287"/>
                  </a:lnTo>
                  <a:lnTo>
                    <a:pt x="136515" y="326346"/>
                  </a:lnTo>
                  <a:lnTo>
                    <a:pt x="141766" y="327239"/>
                  </a:lnTo>
                  <a:lnTo>
                    <a:pt x="147042" y="327963"/>
                  </a:lnTo>
                  <a:lnTo>
                    <a:pt x="152339" y="328520"/>
                  </a:lnTo>
                  <a:lnTo>
                    <a:pt x="157651" y="328907"/>
                  </a:lnTo>
                  <a:lnTo>
                    <a:pt x="162973" y="329125"/>
                  </a:lnTo>
                  <a:lnTo>
                    <a:pt x="168299" y="329173"/>
                  </a:lnTo>
                  <a:lnTo>
                    <a:pt x="173623" y="329051"/>
                  </a:lnTo>
                  <a:lnTo>
                    <a:pt x="178941" y="328760"/>
                  </a:lnTo>
                  <a:lnTo>
                    <a:pt x="184248" y="328300"/>
                  </a:lnTo>
                  <a:lnTo>
                    <a:pt x="189536" y="327671"/>
                  </a:lnTo>
                  <a:lnTo>
                    <a:pt x="167147" y="1620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86215" y="941493"/>
              <a:ext cx="167166" cy="332828"/>
            </a:xfrm>
            <a:custGeom>
              <a:avLst/>
              <a:pathLst>
                <a:path w="167166" h="332828">
                  <a:moveTo>
                    <a:pt x="22389" y="332828"/>
                  </a:moveTo>
                  <a:lnTo>
                    <a:pt x="27676" y="332027"/>
                  </a:lnTo>
                  <a:lnTo>
                    <a:pt x="32935" y="331058"/>
                  </a:lnTo>
                  <a:lnTo>
                    <a:pt x="38161" y="329920"/>
                  </a:lnTo>
                  <a:lnTo>
                    <a:pt x="43347" y="328616"/>
                  </a:lnTo>
                  <a:lnTo>
                    <a:pt x="48489" y="327147"/>
                  </a:lnTo>
                  <a:lnTo>
                    <a:pt x="53582" y="325514"/>
                  </a:lnTo>
                  <a:lnTo>
                    <a:pt x="58619" y="323719"/>
                  </a:lnTo>
                  <a:lnTo>
                    <a:pt x="63597" y="321764"/>
                  </a:lnTo>
                  <a:lnTo>
                    <a:pt x="68509" y="319651"/>
                  </a:lnTo>
                  <a:lnTo>
                    <a:pt x="73352" y="317381"/>
                  </a:lnTo>
                  <a:lnTo>
                    <a:pt x="78119" y="314958"/>
                  </a:lnTo>
                  <a:lnTo>
                    <a:pt x="82806" y="312384"/>
                  </a:lnTo>
                  <a:lnTo>
                    <a:pt x="87409" y="309661"/>
                  </a:lnTo>
                  <a:lnTo>
                    <a:pt x="91922" y="306792"/>
                  </a:lnTo>
                  <a:lnTo>
                    <a:pt x="96341" y="303780"/>
                  </a:lnTo>
                  <a:lnTo>
                    <a:pt x="100662" y="300629"/>
                  </a:lnTo>
                  <a:lnTo>
                    <a:pt x="104879" y="297341"/>
                  </a:lnTo>
                  <a:lnTo>
                    <a:pt x="108990" y="293919"/>
                  </a:lnTo>
                  <a:lnTo>
                    <a:pt x="112988" y="290368"/>
                  </a:lnTo>
                  <a:lnTo>
                    <a:pt x="116871" y="286691"/>
                  </a:lnTo>
                  <a:lnTo>
                    <a:pt x="120634" y="282891"/>
                  </a:lnTo>
                  <a:lnTo>
                    <a:pt x="124274" y="278974"/>
                  </a:lnTo>
                  <a:lnTo>
                    <a:pt x="127787" y="274941"/>
                  </a:lnTo>
                  <a:lnTo>
                    <a:pt x="131169" y="270799"/>
                  </a:lnTo>
                  <a:lnTo>
                    <a:pt x="134417" y="266550"/>
                  </a:lnTo>
                  <a:lnTo>
                    <a:pt x="137527" y="262199"/>
                  </a:lnTo>
                  <a:lnTo>
                    <a:pt x="140496" y="257752"/>
                  </a:lnTo>
                  <a:lnTo>
                    <a:pt x="143322" y="253211"/>
                  </a:lnTo>
                  <a:lnTo>
                    <a:pt x="146001" y="248583"/>
                  </a:lnTo>
                  <a:lnTo>
                    <a:pt x="148530" y="243871"/>
                  </a:lnTo>
                  <a:lnTo>
                    <a:pt x="150908" y="239081"/>
                  </a:lnTo>
                  <a:lnTo>
                    <a:pt x="153131" y="234217"/>
                  </a:lnTo>
                  <a:lnTo>
                    <a:pt x="155197" y="229285"/>
                  </a:lnTo>
                  <a:lnTo>
                    <a:pt x="157105" y="224289"/>
                  </a:lnTo>
                  <a:lnTo>
                    <a:pt x="158852" y="219234"/>
                  </a:lnTo>
                  <a:lnTo>
                    <a:pt x="160436" y="214126"/>
                  </a:lnTo>
                  <a:lnTo>
                    <a:pt x="161856" y="208970"/>
                  </a:lnTo>
                  <a:lnTo>
                    <a:pt x="163110" y="203772"/>
                  </a:lnTo>
                  <a:lnTo>
                    <a:pt x="164197" y="198536"/>
                  </a:lnTo>
                  <a:lnTo>
                    <a:pt x="165117" y="193268"/>
                  </a:lnTo>
                  <a:lnTo>
                    <a:pt x="165867" y="187973"/>
                  </a:lnTo>
                  <a:lnTo>
                    <a:pt x="166448" y="182656"/>
                  </a:lnTo>
                  <a:lnTo>
                    <a:pt x="166858" y="177324"/>
                  </a:lnTo>
                  <a:lnTo>
                    <a:pt x="167098" y="171982"/>
                  </a:lnTo>
                  <a:lnTo>
                    <a:pt x="167166" y="166635"/>
                  </a:lnTo>
                  <a:lnTo>
                    <a:pt x="167064" y="161288"/>
                  </a:lnTo>
                  <a:lnTo>
                    <a:pt x="166790" y="155947"/>
                  </a:lnTo>
                  <a:lnTo>
                    <a:pt x="166346" y="150618"/>
                  </a:lnTo>
                  <a:lnTo>
                    <a:pt x="165731" y="145305"/>
                  </a:lnTo>
                  <a:lnTo>
                    <a:pt x="164947" y="140015"/>
                  </a:lnTo>
                  <a:lnTo>
                    <a:pt x="163994" y="134753"/>
                  </a:lnTo>
                  <a:lnTo>
                    <a:pt x="162874" y="129524"/>
                  </a:lnTo>
                  <a:lnTo>
                    <a:pt x="161586" y="124333"/>
                  </a:lnTo>
                  <a:lnTo>
                    <a:pt x="160133" y="119187"/>
                  </a:lnTo>
                  <a:lnTo>
                    <a:pt x="158517" y="114089"/>
                  </a:lnTo>
                  <a:lnTo>
                    <a:pt x="156738" y="109046"/>
                  </a:lnTo>
                  <a:lnTo>
                    <a:pt x="154799" y="104062"/>
                  </a:lnTo>
                  <a:lnTo>
                    <a:pt x="152701" y="99143"/>
                  </a:lnTo>
                  <a:lnTo>
                    <a:pt x="150447" y="94293"/>
                  </a:lnTo>
                  <a:lnTo>
                    <a:pt x="148039" y="89518"/>
                  </a:lnTo>
                  <a:lnTo>
                    <a:pt x="145479" y="84823"/>
                  </a:lnTo>
                  <a:lnTo>
                    <a:pt x="142771" y="80211"/>
                  </a:lnTo>
                  <a:lnTo>
                    <a:pt x="139917" y="75689"/>
                  </a:lnTo>
                  <a:lnTo>
                    <a:pt x="136919" y="71261"/>
                  </a:lnTo>
                  <a:lnTo>
                    <a:pt x="133781" y="66930"/>
                  </a:lnTo>
                  <a:lnTo>
                    <a:pt x="130506" y="62702"/>
                  </a:lnTo>
                  <a:lnTo>
                    <a:pt x="127098" y="58581"/>
                  </a:lnTo>
                  <a:lnTo>
                    <a:pt x="123560" y="54571"/>
                  </a:lnTo>
                  <a:lnTo>
                    <a:pt x="119895" y="50677"/>
                  </a:lnTo>
                  <a:lnTo>
                    <a:pt x="116108" y="46901"/>
                  </a:lnTo>
                  <a:lnTo>
                    <a:pt x="112201" y="43249"/>
                  </a:lnTo>
                  <a:lnTo>
                    <a:pt x="108180" y="39723"/>
                  </a:lnTo>
                  <a:lnTo>
                    <a:pt x="104048" y="36328"/>
                  </a:lnTo>
                  <a:lnTo>
                    <a:pt x="99810" y="33067"/>
                  </a:lnTo>
                  <a:lnTo>
                    <a:pt x="95469" y="29943"/>
                  </a:lnTo>
                  <a:lnTo>
                    <a:pt x="91031" y="26959"/>
                  </a:lnTo>
                  <a:lnTo>
                    <a:pt x="86500" y="24119"/>
                  </a:lnTo>
                  <a:lnTo>
                    <a:pt x="81880" y="21426"/>
                  </a:lnTo>
                  <a:lnTo>
                    <a:pt x="77176" y="18881"/>
                  </a:lnTo>
                  <a:lnTo>
                    <a:pt x="72394" y="16488"/>
                  </a:lnTo>
                  <a:lnTo>
                    <a:pt x="67537" y="14250"/>
                  </a:lnTo>
                  <a:lnTo>
                    <a:pt x="62611" y="12168"/>
                  </a:lnTo>
                  <a:lnTo>
                    <a:pt x="57621" y="10244"/>
                  </a:lnTo>
                  <a:lnTo>
                    <a:pt x="52572" y="8482"/>
                  </a:lnTo>
                  <a:lnTo>
                    <a:pt x="47470" y="6881"/>
                  </a:lnTo>
                  <a:lnTo>
                    <a:pt x="42318" y="5445"/>
                  </a:lnTo>
                  <a:lnTo>
                    <a:pt x="37124" y="4174"/>
                  </a:lnTo>
                  <a:lnTo>
                    <a:pt x="31891" y="3070"/>
                  </a:lnTo>
                  <a:lnTo>
                    <a:pt x="26626" y="2134"/>
                  </a:lnTo>
                  <a:lnTo>
                    <a:pt x="21333" y="1366"/>
                  </a:lnTo>
                  <a:lnTo>
                    <a:pt x="16019" y="769"/>
                  </a:lnTo>
                  <a:lnTo>
                    <a:pt x="10688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0839" y="1071028"/>
              <a:ext cx="163662" cy="167167"/>
            </a:xfrm>
            <a:custGeom>
              <a:avLst/>
              <a:pathLst>
                <a:path w="163662" h="167167">
                  <a:moveTo>
                    <a:pt x="163662" y="0"/>
                  </a:moveTo>
                  <a:lnTo>
                    <a:pt x="158227" y="88"/>
                  </a:lnTo>
                  <a:lnTo>
                    <a:pt x="152798" y="353"/>
                  </a:lnTo>
                  <a:lnTo>
                    <a:pt x="147381" y="794"/>
                  </a:lnTo>
                  <a:lnTo>
                    <a:pt x="141981" y="1411"/>
                  </a:lnTo>
                  <a:lnTo>
                    <a:pt x="136604" y="2204"/>
                  </a:lnTo>
                  <a:lnTo>
                    <a:pt x="131255" y="3171"/>
                  </a:lnTo>
                  <a:lnTo>
                    <a:pt x="125941" y="4311"/>
                  </a:lnTo>
                  <a:lnTo>
                    <a:pt x="120666" y="5623"/>
                  </a:lnTo>
                  <a:lnTo>
                    <a:pt x="115437" y="7107"/>
                  </a:lnTo>
                  <a:lnTo>
                    <a:pt x="110259" y="8759"/>
                  </a:lnTo>
                  <a:lnTo>
                    <a:pt x="105137" y="10579"/>
                  </a:lnTo>
                  <a:lnTo>
                    <a:pt x="100078" y="12564"/>
                  </a:lnTo>
                  <a:lnTo>
                    <a:pt x="95085" y="14713"/>
                  </a:lnTo>
                  <a:lnTo>
                    <a:pt x="90165" y="17023"/>
                  </a:lnTo>
                  <a:lnTo>
                    <a:pt x="85323" y="19492"/>
                  </a:lnTo>
                  <a:lnTo>
                    <a:pt x="80563" y="22117"/>
                  </a:lnTo>
                  <a:lnTo>
                    <a:pt x="75892" y="24895"/>
                  </a:lnTo>
                  <a:lnTo>
                    <a:pt x="71313" y="27823"/>
                  </a:lnTo>
                  <a:lnTo>
                    <a:pt x="66832" y="30899"/>
                  </a:lnTo>
                  <a:lnTo>
                    <a:pt x="62453" y="34119"/>
                  </a:lnTo>
                  <a:lnTo>
                    <a:pt x="58181" y="37480"/>
                  </a:lnTo>
                  <a:lnTo>
                    <a:pt x="54021" y="40978"/>
                  </a:lnTo>
                  <a:lnTo>
                    <a:pt x="49976" y="44609"/>
                  </a:lnTo>
                  <a:lnTo>
                    <a:pt x="46052" y="48369"/>
                  </a:lnTo>
                  <a:lnTo>
                    <a:pt x="42252" y="52256"/>
                  </a:lnTo>
                  <a:lnTo>
                    <a:pt x="38580" y="56264"/>
                  </a:lnTo>
                  <a:lnTo>
                    <a:pt x="35041" y="60389"/>
                  </a:lnTo>
                  <a:lnTo>
                    <a:pt x="31638" y="64626"/>
                  </a:lnTo>
                  <a:lnTo>
                    <a:pt x="28374" y="68973"/>
                  </a:lnTo>
                  <a:lnTo>
                    <a:pt x="25253" y="73423"/>
                  </a:lnTo>
                  <a:lnTo>
                    <a:pt x="22279" y="77972"/>
                  </a:lnTo>
                  <a:lnTo>
                    <a:pt x="19454" y="82616"/>
                  </a:lnTo>
                  <a:lnTo>
                    <a:pt x="16781" y="87348"/>
                  </a:lnTo>
                  <a:lnTo>
                    <a:pt x="14264" y="92166"/>
                  </a:lnTo>
                  <a:lnTo>
                    <a:pt x="11905" y="97062"/>
                  </a:lnTo>
                  <a:lnTo>
                    <a:pt x="9706" y="102033"/>
                  </a:lnTo>
                  <a:lnTo>
                    <a:pt x="7670" y="107073"/>
                  </a:lnTo>
                  <a:lnTo>
                    <a:pt x="5798" y="112176"/>
                  </a:lnTo>
                  <a:lnTo>
                    <a:pt x="4094" y="117337"/>
                  </a:lnTo>
                  <a:lnTo>
                    <a:pt x="2558" y="122551"/>
                  </a:lnTo>
                  <a:lnTo>
                    <a:pt x="1193" y="127812"/>
                  </a:lnTo>
                  <a:lnTo>
                    <a:pt x="0" y="133114"/>
                  </a:lnTo>
                  <a:lnTo>
                    <a:pt x="1636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839" y="1204143"/>
              <a:ext cx="163662" cy="34052"/>
            </a:xfrm>
            <a:custGeom>
              <a:avLst/>
              <a:pathLst>
                <a:path w="163662" h="34052">
                  <a:moveTo>
                    <a:pt x="0" y="0"/>
                  </a:moveTo>
                  <a:lnTo>
                    <a:pt x="163662" y="34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51" y="1074891"/>
              <a:ext cx="334307" cy="330471"/>
            </a:xfrm>
            <a:custGeom>
              <a:avLst/>
              <a:pathLst>
                <a:path w="334307" h="330471">
                  <a:moveTo>
                    <a:pt x="3487" y="129252"/>
                  </a:moveTo>
                  <a:lnTo>
                    <a:pt x="2488" y="134468"/>
                  </a:lnTo>
                  <a:lnTo>
                    <a:pt x="1655" y="139713"/>
                  </a:lnTo>
                  <a:lnTo>
                    <a:pt x="989" y="144982"/>
                  </a:lnTo>
                  <a:lnTo>
                    <a:pt x="491" y="150270"/>
                  </a:lnTo>
                  <a:lnTo>
                    <a:pt x="161" y="155571"/>
                  </a:lnTo>
                  <a:lnTo>
                    <a:pt x="0" y="160879"/>
                  </a:lnTo>
                  <a:lnTo>
                    <a:pt x="7" y="166190"/>
                  </a:lnTo>
                  <a:lnTo>
                    <a:pt x="183" y="171498"/>
                  </a:lnTo>
                  <a:lnTo>
                    <a:pt x="527" y="176798"/>
                  </a:lnTo>
                  <a:lnTo>
                    <a:pt x="1040" y="182084"/>
                  </a:lnTo>
                  <a:lnTo>
                    <a:pt x="1720" y="187351"/>
                  </a:lnTo>
                  <a:lnTo>
                    <a:pt x="2568" y="192594"/>
                  </a:lnTo>
                  <a:lnTo>
                    <a:pt x="3581" y="197807"/>
                  </a:lnTo>
                  <a:lnTo>
                    <a:pt x="4760" y="202986"/>
                  </a:lnTo>
                  <a:lnTo>
                    <a:pt x="6102" y="208124"/>
                  </a:lnTo>
                  <a:lnTo>
                    <a:pt x="7607" y="213217"/>
                  </a:lnTo>
                  <a:lnTo>
                    <a:pt x="9273" y="218260"/>
                  </a:lnTo>
                  <a:lnTo>
                    <a:pt x="11099" y="223247"/>
                  </a:lnTo>
                  <a:lnTo>
                    <a:pt x="13081" y="228174"/>
                  </a:lnTo>
                  <a:lnTo>
                    <a:pt x="15220" y="233036"/>
                  </a:lnTo>
                  <a:lnTo>
                    <a:pt x="17512" y="237827"/>
                  </a:lnTo>
                  <a:lnTo>
                    <a:pt x="19954" y="242542"/>
                  </a:lnTo>
                  <a:lnTo>
                    <a:pt x="22546" y="247178"/>
                  </a:lnTo>
                  <a:lnTo>
                    <a:pt x="25283" y="251729"/>
                  </a:lnTo>
                  <a:lnTo>
                    <a:pt x="28163" y="256191"/>
                  </a:lnTo>
                  <a:lnTo>
                    <a:pt x="31184" y="260559"/>
                  </a:lnTo>
                  <a:lnTo>
                    <a:pt x="34342" y="264829"/>
                  </a:lnTo>
                  <a:lnTo>
                    <a:pt x="37634" y="268997"/>
                  </a:lnTo>
                  <a:lnTo>
                    <a:pt x="41057" y="273058"/>
                  </a:lnTo>
                  <a:lnTo>
                    <a:pt x="44607" y="277008"/>
                  </a:lnTo>
                  <a:lnTo>
                    <a:pt x="48281" y="280843"/>
                  </a:lnTo>
                  <a:lnTo>
                    <a:pt x="52075" y="284560"/>
                  </a:lnTo>
                  <a:lnTo>
                    <a:pt x="55984" y="288154"/>
                  </a:lnTo>
                  <a:lnTo>
                    <a:pt x="60006" y="291622"/>
                  </a:lnTo>
                  <a:lnTo>
                    <a:pt x="64137" y="294961"/>
                  </a:lnTo>
                  <a:lnTo>
                    <a:pt x="68371" y="298167"/>
                  </a:lnTo>
                  <a:lnTo>
                    <a:pt x="72705" y="301236"/>
                  </a:lnTo>
                  <a:lnTo>
                    <a:pt x="77134" y="304167"/>
                  </a:lnTo>
                  <a:lnTo>
                    <a:pt x="81654" y="306955"/>
                  </a:lnTo>
                  <a:lnTo>
                    <a:pt x="86260" y="309599"/>
                  </a:lnTo>
                  <a:lnTo>
                    <a:pt x="90948" y="312094"/>
                  </a:lnTo>
                  <a:lnTo>
                    <a:pt x="95713" y="314440"/>
                  </a:lnTo>
                  <a:lnTo>
                    <a:pt x="100550" y="316633"/>
                  </a:lnTo>
                  <a:lnTo>
                    <a:pt x="105454" y="318671"/>
                  </a:lnTo>
                  <a:lnTo>
                    <a:pt x="110421" y="320552"/>
                  </a:lnTo>
                  <a:lnTo>
                    <a:pt x="115445" y="322275"/>
                  </a:lnTo>
                  <a:lnTo>
                    <a:pt x="120521" y="323837"/>
                  </a:lnTo>
                  <a:lnTo>
                    <a:pt x="125644" y="325238"/>
                  </a:lnTo>
                  <a:lnTo>
                    <a:pt x="130808" y="326474"/>
                  </a:lnTo>
                  <a:lnTo>
                    <a:pt x="136010" y="327546"/>
                  </a:lnTo>
                  <a:lnTo>
                    <a:pt x="141243" y="328453"/>
                  </a:lnTo>
                  <a:lnTo>
                    <a:pt x="146502" y="329192"/>
                  </a:lnTo>
                  <a:lnTo>
                    <a:pt x="151782" y="329764"/>
                  </a:lnTo>
                  <a:lnTo>
                    <a:pt x="157078" y="330169"/>
                  </a:lnTo>
                  <a:lnTo>
                    <a:pt x="162383" y="330404"/>
                  </a:lnTo>
                  <a:lnTo>
                    <a:pt x="167694" y="330471"/>
                  </a:lnTo>
                  <a:lnTo>
                    <a:pt x="173004" y="330370"/>
                  </a:lnTo>
                  <a:lnTo>
                    <a:pt x="178308" y="330099"/>
                  </a:lnTo>
                  <a:lnTo>
                    <a:pt x="183601" y="329661"/>
                  </a:lnTo>
                  <a:lnTo>
                    <a:pt x="188877" y="329054"/>
                  </a:lnTo>
                  <a:lnTo>
                    <a:pt x="194131" y="328280"/>
                  </a:lnTo>
                  <a:lnTo>
                    <a:pt x="199358" y="327340"/>
                  </a:lnTo>
                  <a:lnTo>
                    <a:pt x="204552" y="326234"/>
                  </a:lnTo>
                  <a:lnTo>
                    <a:pt x="209709" y="324964"/>
                  </a:lnTo>
                  <a:lnTo>
                    <a:pt x="214823" y="323530"/>
                  </a:lnTo>
                  <a:lnTo>
                    <a:pt x="219889" y="321935"/>
                  </a:lnTo>
                  <a:lnTo>
                    <a:pt x="224901" y="320180"/>
                  </a:lnTo>
                  <a:lnTo>
                    <a:pt x="229855" y="318266"/>
                  </a:lnTo>
                  <a:lnTo>
                    <a:pt x="234746" y="316196"/>
                  </a:lnTo>
                  <a:lnTo>
                    <a:pt x="239569" y="313971"/>
                  </a:lnTo>
                  <a:lnTo>
                    <a:pt x="244318" y="311595"/>
                  </a:lnTo>
                  <a:lnTo>
                    <a:pt x="248990" y="309069"/>
                  </a:lnTo>
                  <a:lnTo>
                    <a:pt x="253579" y="306395"/>
                  </a:lnTo>
                  <a:lnTo>
                    <a:pt x="258081" y="303578"/>
                  </a:lnTo>
                  <a:lnTo>
                    <a:pt x="262491" y="300618"/>
                  </a:lnTo>
                  <a:lnTo>
                    <a:pt x="266804" y="297520"/>
                  </a:lnTo>
                  <a:lnTo>
                    <a:pt x="271018" y="294287"/>
                  </a:lnTo>
                  <a:lnTo>
                    <a:pt x="275126" y="290921"/>
                  </a:lnTo>
                  <a:lnTo>
                    <a:pt x="279125" y="287427"/>
                  </a:lnTo>
                  <a:lnTo>
                    <a:pt x="283012" y="283807"/>
                  </a:lnTo>
                  <a:lnTo>
                    <a:pt x="286781" y="280066"/>
                  </a:lnTo>
                  <a:lnTo>
                    <a:pt x="290430" y="276207"/>
                  </a:lnTo>
                  <a:lnTo>
                    <a:pt x="293954" y="272234"/>
                  </a:lnTo>
                  <a:lnTo>
                    <a:pt x="297350" y="268151"/>
                  </a:lnTo>
                  <a:lnTo>
                    <a:pt x="300615" y="263962"/>
                  </a:lnTo>
                  <a:lnTo>
                    <a:pt x="303745" y="259671"/>
                  </a:lnTo>
                  <a:lnTo>
                    <a:pt x="306737" y="255284"/>
                  </a:lnTo>
                  <a:lnTo>
                    <a:pt x="309589" y="250803"/>
                  </a:lnTo>
                  <a:lnTo>
                    <a:pt x="312296" y="246234"/>
                  </a:lnTo>
                  <a:lnTo>
                    <a:pt x="314857" y="241582"/>
                  </a:lnTo>
                  <a:lnTo>
                    <a:pt x="317269" y="236850"/>
                  </a:lnTo>
                  <a:lnTo>
                    <a:pt x="319530" y="232044"/>
                  </a:lnTo>
                  <a:lnTo>
                    <a:pt x="321637" y="227169"/>
                  </a:lnTo>
                  <a:lnTo>
                    <a:pt x="323587" y="222229"/>
                  </a:lnTo>
                  <a:lnTo>
                    <a:pt x="325380" y="217230"/>
                  </a:lnTo>
                  <a:lnTo>
                    <a:pt x="327013" y="212177"/>
                  </a:lnTo>
                  <a:lnTo>
                    <a:pt x="328485" y="207074"/>
                  </a:lnTo>
                  <a:lnTo>
                    <a:pt x="329794" y="201927"/>
                  </a:lnTo>
                  <a:lnTo>
                    <a:pt x="330939" y="196741"/>
                  </a:lnTo>
                  <a:lnTo>
                    <a:pt x="331918" y="191521"/>
                  </a:lnTo>
                  <a:lnTo>
                    <a:pt x="332731" y="186273"/>
                  </a:lnTo>
                  <a:lnTo>
                    <a:pt x="333377" y="181001"/>
                  </a:lnTo>
                  <a:lnTo>
                    <a:pt x="333856" y="175712"/>
                  </a:lnTo>
                  <a:lnTo>
                    <a:pt x="334166" y="170410"/>
                  </a:lnTo>
                  <a:lnTo>
                    <a:pt x="334307" y="165101"/>
                  </a:lnTo>
                  <a:lnTo>
                    <a:pt x="334280" y="159790"/>
                  </a:lnTo>
                  <a:lnTo>
                    <a:pt x="334084" y="154483"/>
                  </a:lnTo>
                  <a:lnTo>
                    <a:pt x="333719" y="149184"/>
                  </a:lnTo>
                  <a:lnTo>
                    <a:pt x="333187" y="143900"/>
                  </a:lnTo>
                  <a:lnTo>
                    <a:pt x="332487" y="138636"/>
                  </a:lnTo>
                  <a:lnTo>
                    <a:pt x="331619" y="133396"/>
                  </a:lnTo>
                  <a:lnTo>
                    <a:pt x="330586" y="128187"/>
                  </a:lnTo>
                  <a:lnTo>
                    <a:pt x="329388" y="123013"/>
                  </a:lnTo>
                  <a:lnTo>
                    <a:pt x="328027" y="117879"/>
                  </a:lnTo>
                  <a:lnTo>
                    <a:pt x="326502" y="112792"/>
                  </a:lnTo>
                  <a:lnTo>
                    <a:pt x="324817" y="107755"/>
                  </a:lnTo>
                  <a:lnTo>
                    <a:pt x="322973" y="102775"/>
                  </a:lnTo>
                  <a:lnTo>
                    <a:pt x="320972" y="97855"/>
                  </a:lnTo>
                  <a:lnTo>
                    <a:pt x="318815" y="93002"/>
                  </a:lnTo>
                  <a:lnTo>
                    <a:pt x="316505" y="88220"/>
                  </a:lnTo>
                  <a:lnTo>
                    <a:pt x="314045" y="83513"/>
                  </a:lnTo>
                  <a:lnTo>
                    <a:pt x="311436" y="78887"/>
                  </a:lnTo>
                  <a:lnTo>
                    <a:pt x="308682" y="74347"/>
                  </a:lnTo>
                  <a:lnTo>
                    <a:pt x="305784" y="69895"/>
                  </a:lnTo>
                  <a:lnTo>
                    <a:pt x="302747" y="65539"/>
                  </a:lnTo>
                  <a:lnTo>
                    <a:pt x="299573" y="61281"/>
                  </a:lnTo>
                  <a:lnTo>
                    <a:pt x="296265" y="57126"/>
                  </a:lnTo>
                  <a:lnTo>
                    <a:pt x="292827" y="53078"/>
                  </a:lnTo>
                  <a:lnTo>
                    <a:pt x="289262" y="49141"/>
                  </a:lnTo>
                  <a:lnTo>
                    <a:pt x="285574" y="45320"/>
                  </a:lnTo>
                  <a:lnTo>
                    <a:pt x="281767" y="41617"/>
                  </a:lnTo>
                  <a:lnTo>
                    <a:pt x="277843" y="38038"/>
                  </a:lnTo>
                  <a:lnTo>
                    <a:pt x="273808" y="34585"/>
                  </a:lnTo>
                  <a:lnTo>
                    <a:pt x="269665" y="31262"/>
                  </a:lnTo>
                  <a:lnTo>
                    <a:pt x="265419" y="28072"/>
                  </a:lnTo>
                  <a:lnTo>
                    <a:pt x="261074" y="25018"/>
                  </a:lnTo>
                  <a:lnTo>
                    <a:pt x="256634" y="22104"/>
                  </a:lnTo>
                  <a:lnTo>
                    <a:pt x="252103" y="19333"/>
                  </a:lnTo>
                  <a:lnTo>
                    <a:pt x="247487" y="16707"/>
                  </a:lnTo>
                  <a:lnTo>
                    <a:pt x="242789" y="14229"/>
                  </a:lnTo>
                  <a:lnTo>
                    <a:pt x="238016" y="11902"/>
                  </a:lnTo>
                  <a:lnTo>
                    <a:pt x="233171" y="9727"/>
                  </a:lnTo>
                  <a:lnTo>
                    <a:pt x="228259" y="7707"/>
                  </a:lnTo>
                  <a:lnTo>
                    <a:pt x="223285" y="5845"/>
                  </a:lnTo>
                  <a:lnTo>
                    <a:pt x="218255" y="4141"/>
                  </a:lnTo>
                  <a:lnTo>
                    <a:pt x="213173" y="2598"/>
                  </a:lnTo>
                  <a:lnTo>
                    <a:pt x="208045" y="1217"/>
                  </a:lnTo>
                  <a:lnTo>
                    <a:pt x="202875" y="0"/>
                  </a:lnTo>
                  <a:lnTo>
                    <a:pt x="167149" y="1633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64501" y="1071028"/>
              <a:ext cx="35725" cy="167167"/>
            </a:xfrm>
            <a:custGeom>
              <a:avLst/>
              <a:pathLst>
                <a:path w="35725" h="167167">
                  <a:moveTo>
                    <a:pt x="35725" y="3862"/>
                  </a:moveTo>
                  <a:lnTo>
                    <a:pt x="28660" y="2475"/>
                  </a:lnTo>
                  <a:lnTo>
                    <a:pt x="21542" y="1393"/>
                  </a:lnTo>
                  <a:lnTo>
                    <a:pt x="14383" y="619"/>
                  </a:lnTo>
                  <a:lnTo>
                    <a:pt x="7198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1273" y="1322571"/>
              <a:ext cx="57447" cy="167167"/>
            </a:xfrm>
            <a:custGeom>
              <a:avLst/>
              <a:pathLst>
                <a:path w="57447" h="167167">
                  <a:moveTo>
                    <a:pt x="57447" y="0"/>
                  </a:moveTo>
                  <a:lnTo>
                    <a:pt x="51584" y="102"/>
                  </a:lnTo>
                  <a:lnTo>
                    <a:pt x="45728" y="411"/>
                  </a:lnTo>
                  <a:lnTo>
                    <a:pt x="39886" y="924"/>
                  </a:lnTo>
                  <a:lnTo>
                    <a:pt x="34067" y="1643"/>
                  </a:lnTo>
                  <a:lnTo>
                    <a:pt x="28276" y="2564"/>
                  </a:lnTo>
                  <a:lnTo>
                    <a:pt x="22520" y="3689"/>
                  </a:lnTo>
                  <a:lnTo>
                    <a:pt x="16808" y="5014"/>
                  </a:lnTo>
                  <a:lnTo>
                    <a:pt x="11146" y="6539"/>
                  </a:lnTo>
                  <a:lnTo>
                    <a:pt x="5541" y="8262"/>
                  </a:lnTo>
                  <a:lnTo>
                    <a:pt x="0" y="10180"/>
                  </a:lnTo>
                  <a:lnTo>
                    <a:pt x="574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321571" y="1332752"/>
              <a:ext cx="334296" cy="324153"/>
            </a:xfrm>
            <a:custGeom>
              <a:avLst/>
              <a:pathLst>
                <a:path w="334296" h="324153">
                  <a:moveTo>
                    <a:pt x="109702" y="0"/>
                  </a:moveTo>
                  <a:lnTo>
                    <a:pt x="104752" y="1900"/>
                  </a:lnTo>
                  <a:lnTo>
                    <a:pt x="99865" y="3957"/>
                  </a:lnTo>
                  <a:lnTo>
                    <a:pt x="95046" y="6168"/>
                  </a:lnTo>
                  <a:lnTo>
                    <a:pt x="90299" y="8530"/>
                  </a:lnTo>
                  <a:lnTo>
                    <a:pt x="85630" y="11042"/>
                  </a:lnTo>
                  <a:lnTo>
                    <a:pt x="81042" y="13701"/>
                  </a:lnTo>
                  <a:lnTo>
                    <a:pt x="76541" y="16504"/>
                  </a:lnTo>
                  <a:lnTo>
                    <a:pt x="72132" y="19448"/>
                  </a:lnTo>
                  <a:lnTo>
                    <a:pt x="67818" y="22531"/>
                  </a:lnTo>
                  <a:lnTo>
                    <a:pt x="63604" y="25748"/>
                  </a:lnTo>
                  <a:lnTo>
                    <a:pt x="59494" y="29098"/>
                  </a:lnTo>
                  <a:lnTo>
                    <a:pt x="55492" y="32577"/>
                  </a:lnTo>
                  <a:lnTo>
                    <a:pt x="51603" y="36180"/>
                  </a:lnTo>
                  <a:lnTo>
                    <a:pt x="47830" y="39905"/>
                  </a:lnTo>
                  <a:lnTo>
                    <a:pt x="44177" y="43748"/>
                  </a:lnTo>
                  <a:lnTo>
                    <a:pt x="40647" y="47705"/>
                  </a:lnTo>
                  <a:lnTo>
                    <a:pt x="37245" y="51772"/>
                  </a:lnTo>
                  <a:lnTo>
                    <a:pt x="33974" y="55945"/>
                  </a:lnTo>
                  <a:lnTo>
                    <a:pt x="30837" y="60219"/>
                  </a:lnTo>
                  <a:lnTo>
                    <a:pt x="27836" y="64590"/>
                  </a:lnTo>
                  <a:lnTo>
                    <a:pt x="24976" y="69055"/>
                  </a:lnTo>
                  <a:lnTo>
                    <a:pt x="22259" y="73608"/>
                  </a:lnTo>
                  <a:lnTo>
                    <a:pt x="19688" y="78245"/>
                  </a:lnTo>
                  <a:lnTo>
                    <a:pt x="17265" y="82961"/>
                  </a:lnTo>
                  <a:lnTo>
                    <a:pt x="14993" y="87752"/>
                  </a:lnTo>
                  <a:lnTo>
                    <a:pt x="12873" y="92612"/>
                  </a:lnTo>
                  <a:lnTo>
                    <a:pt x="10909" y="97537"/>
                  </a:lnTo>
                  <a:lnTo>
                    <a:pt x="9103" y="102522"/>
                  </a:lnTo>
                  <a:lnTo>
                    <a:pt x="7455" y="107561"/>
                  </a:lnTo>
                  <a:lnTo>
                    <a:pt x="5968" y="112651"/>
                  </a:lnTo>
                  <a:lnTo>
                    <a:pt x="4643" y="117785"/>
                  </a:lnTo>
                  <a:lnTo>
                    <a:pt x="3481" y="122958"/>
                  </a:lnTo>
                  <a:lnTo>
                    <a:pt x="2485" y="128166"/>
                  </a:lnTo>
                  <a:lnTo>
                    <a:pt x="1653" y="133402"/>
                  </a:lnTo>
                  <a:lnTo>
                    <a:pt x="989" y="138663"/>
                  </a:lnTo>
                  <a:lnTo>
                    <a:pt x="491" y="143941"/>
                  </a:lnTo>
                  <a:lnTo>
                    <a:pt x="161" y="149233"/>
                  </a:lnTo>
                  <a:lnTo>
                    <a:pt x="0" y="154533"/>
                  </a:lnTo>
                  <a:lnTo>
                    <a:pt x="6" y="159835"/>
                  </a:lnTo>
                  <a:lnTo>
                    <a:pt x="180" y="165134"/>
                  </a:lnTo>
                  <a:lnTo>
                    <a:pt x="523" y="170425"/>
                  </a:lnTo>
                  <a:lnTo>
                    <a:pt x="1033" y="175703"/>
                  </a:lnTo>
                  <a:lnTo>
                    <a:pt x="1710" y="180962"/>
                  </a:lnTo>
                  <a:lnTo>
                    <a:pt x="2553" y="186196"/>
                  </a:lnTo>
                  <a:lnTo>
                    <a:pt x="3563" y="191402"/>
                  </a:lnTo>
                  <a:lnTo>
                    <a:pt x="4736" y="196572"/>
                  </a:lnTo>
                  <a:lnTo>
                    <a:pt x="6073" y="201703"/>
                  </a:lnTo>
                  <a:lnTo>
                    <a:pt x="7573" y="206789"/>
                  </a:lnTo>
                  <a:lnTo>
                    <a:pt x="9232" y="211824"/>
                  </a:lnTo>
                  <a:lnTo>
                    <a:pt x="11051" y="216805"/>
                  </a:lnTo>
                  <a:lnTo>
                    <a:pt x="13026" y="221725"/>
                  </a:lnTo>
                  <a:lnTo>
                    <a:pt x="15157" y="226581"/>
                  </a:lnTo>
                  <a:lnTo>
                    <a:pt x="17441" y="231366"/>
                  </a:lnTo>
                  <a:lnTo>
                    <a:pt x="19875" y="236076"/>
                  </a:lnTo>
                  <a:lnTo>
                    <a:pt x="22457" y="240707"/>
                  </a:lnTo>
                  <a:lnTo>
                    <a:pt x="25185" y="245254"/>
                  </a:lnTo>
                  <a:lnTo>
                    <a:pt x="28056" y="249711"/>
                  </a:lnTo>
                  <a:lnTo>
                    <a:pt x="31066" y="254076"/>
                  </a:lnTo>
                  <a:lnTo>
                    <a:pt x="34214" y="258343"/>
                  </a:lnTo>
                  <a:lnTo>
                    <a:pt x="37495" y="262508"/>
                  </a:lnTo>
                  <a:lnTo>
                    <a:pt x="40907" y="266566"/>
                  </a:lnTo>
                  <a:lnTo>
                    <a:pt x="44445" y="270515"/>
                  </a:lnTo>
                  <a:lnTo>
                    <a:pt x="48107" y="274349"/>
                  </a:lnTo>
                  <a:lnTo>
                    <a:pt x="51889" y="278065"/>
                  </a:lnTo>
                  <a:lnTo>
                    <a:pt x="55787" y="281660"/>
                  </a:lnTo>
                  <a:lnTo>
                    <a:pt x="59797" y="285129"/>
                  </a:lnTo>
                  <a:lnTo>
                    <a:pt x="63915" y="288469"/>
                  </a:lnTo>
                  <a:lnTo>
                    <a:pt x="68137" y="291676"/>
                  </a:lnTo>
                  <a:lnTo>
                    <a:pt x="72458" y="294749"/>
                  </a:lnTo>
                  <a:lnTo>
                    <a:pt x="76875" y="297682"/>
                  </a:lnTo>
                  <a:lnTo>
                    <a:pt x="81382" y="300475"/>
                  </a:lnTo>
                  <a:lnTo>
                    <a:pt x="85976" y="303122"/>
                  </a:lnTo>
                  <a:lnTo>
                    <a:pt x="90651" y="305623"/>
                  </a:lnTo>
                  <a:lnTo>
                    <a:pt x="95403" y="307974"/>
                  </a:lnTo>
                  <a:lnTo>
                    <a:pt x="100228" y="310174"/>
                  </a:lnTo>
                  <a:lnTo>
                    <a:pt x="105120" y="312219"/>
                  </a:lnTo>
                  <a:lnTo>
                    <a:pt x="110074" y="314108"/>
                  </a:lnTo>
                  <a:lnTo>
                    <a:pt x="115085" y="315839"/>
                  </a:lnTo>
                  <a:lnTo>
                    <a:pt x="120149" y="317410"/>
                  </a:lnTo>
                  <a:lnTo>
                    <a:pt x="125261" y="318820"/>
                  </a:lnTo>
                  <a:lnTo>
                    <a:pt x="130414" y="320067"/>
                  </a:lnTo>
                  <a:lnTo>
                    <a:pt x="135604" y="321150"/>
                  </a:lnTo>
                  <a:lnTo>
                    <a:pt x="140827" y="322068"/>
                  </a:lnTo>
                  <a:lnTo>
                    <a:pt x="146075" y="322820"/>
                  </a:lnTo>
                  <a:lnTo>
                    <a:pt x="151345" y="323405"/>
                  </a:lnTo>
                  <a:lnTo>
                    <a:pt x="156631" y="323822"/>
                  </a:lnTo>
                  <a:lnTo>
                    <a:pt x="161927" y="324072"/>
                  </a:lnTo>
                  <a:lnTo>
                    <a:pt x="167228" y="324153"/>
                  </a:lnTo>
                  <a:lnTo>
                    <a:pt x="172530" y="324067"/>
                  </a:lnTo>
                  <a:lnTo>
                    <a:pt x="177826" y="323812"/>
                  </a:lnTo>
                  <a:lnTo>
                    <a:pt x="183111" y="323390"/>
                  </a:lnTo>
                  <a:lnTo>
                    <a:pt x="188380" y="322800"/>
                  </a:lnTo>
                  <a:lnTo>
                    <a:pt x="193628" y="322043"/>
                  </a:lnTo>
                  <a:lnTo>
                    <a:pt x="198850" y="321120"/>
                  </a:lnTo>
                  <a:lnTo>
                    <a:pt x="204039" y="320032"/>
                  </a:lnTo>
                  <a:lnTo>
                    <a:pt x="209191" y="318780"/>
                  </a:lnTo>
                  <a:lnTo>
                    <a:pt x="214301" y="317366"/>
                  </a:lnTo>
                  <a:lnTo>
                    <a:pt x="219364" y="315790"/>
                  </a:lnTo>
                  <a:lnTo>
                    <a:pt x="224374" y="314054"/>
                  </a:lnTo>
                  <a:lnTo>
                    <a:pt x="229326" y="312160"/>
                  </a:lnTo>
                  <a:lnTo>
                    <a:pt x="234216" y="310110"/>
                  </a:lnTo>
                  <a:lnTo>
                    <a:pt x="239038" y="307906"/>
                  </a:lnTo>
                  <a:lnTo>
                    <a:pt x="243788" y="305550"/>
                  </a:lnTo>
                  <a:lnTo>
                    <a:pt x="248461" y="303045"/>
                  </a:lnTo>
                  <a:lnTo>
                    <a:pt x="253052" y="300393"/>
                  </a:lnTo>
                  <a:lnTo>
                    <a:pt x="257557" y="297597"/>
                  </a:lnTo>
                  <a:lnTo>
                    <a:pt x="261971" y="294659"/>
                  </a:lnTo>
                  <a:lnTo>
                    <a:pt x="266289" y="291582"/>
                  </a:lnTo>
                  <a:lnTo>
                    <a:pt x="270508" y="288370"/>
                  </a:lnTo>
                  <a:lnTo>
                    <a:pt x="274623" y="285026"/>
                  </a:lnTo>
                  <a:lnTo>
                    <a:pt x="278629" y="281554"/>
                  </a:lnTo>
                  <a:lnTo>
                    <a:pt x="282524" y="277956"/>
                  </a:lnTo>
                  <a:lnTo>
                    <a:pt x="286302" y="274236"/>
                  </a:lnTo>
                  <a:lnTo>
                    <a:pt x="289960" y="270398"/>
                  </a:lnTo>
                  <a:lnTo>
                    <a:pt x="293495" y="266446"/>
                  </a:lnTo>
                  <a:lnTo>
                    <a:pt x="296903" y="262384"/>
                  </a:lnTo>
                  <a:lnTo>
                    <a:pt x="300180" y="258216"/>
                  </a:lnTo>
                  <a:lnTo>
                    <a:pt x="303324" y="253946"/>
                  </a:lnTo>
                  <a:lnTo>
                    <a:pt x="306330" y="249579"/>
                  </a:lnTo>
                  <a:lnTo>
                    <a:pt x="309197" y="245119"/>
                  </a:lnTo>
                  <a:lnTo>
                    <a:pt x="311920" y="240569"/>
                  </a:lnTo>
                  <a:lnTo>
                    <a:pt x="314498" y="235936"/>
                  </a:lnTo>
                  <a:lnTo>
                    <a:pt x="316928" y="231223"/>
                  </a:lnTo>
                  <a:lnTo>
                    <a:pt x="319207" y="226436"/>
                  </a:lnTo>
                  <a:lnTo>
                    <a:pt x="321333" y="221579"/>
                  </a:lnTo>
                  <a:lnTo>
                    <a:pt x="323304" y="216657"/>
                  </a:lnTo>
                  <a:lnTo>
                    <a:pt x="325118" y="211674"/>
                  </a:lnTo>
                  <a:lnTo>
                    <a:pt x="326773" y="206637"/>
                  </a:lnTo>
                  <a:lnTo>
                    <a:pt x="328267" y="201550"/>
                  </a:lnTo>
                  <a:lnTo>
                    <a:pt x="329599" y="196418"/>
                  </a:lnTo>
                  <a:lnTo>
                    <a:pt x="330768" y="191246"/>
                  </a:lnTo>
                  <a:lnTo>
                    <a:pt x="331772" y="186040"/>
                  </a:lnTo>
                  <a:lnTo>
                    <a:pt x="332611" y="180804"/>
                  </a:lnTo>
                  <a:lnTo>
                    <a:pt x="333283" y="175545"/>
                  </a:lnTo>
                  <a:lnTo>
                    <a:pt x="333788" y="170267"/>
                  </a:lnTo>
                  <a:lnTo>
                    <a:pt x="334125" y="164976"/>
                  </a:lnTo>
                  <a:lnTo>
                    <a:pt x="334295" y="159676"/>
                  </a:lnTo>
                  <a:lnTo>
                    <a:pt x="334296" y="154374"/>
                  </a:lnTo>
                  <a:lnTo>
                    <a:pt x="334129" y="149074"/>
                  </a:lnTo>
                  <a:lnTo>
                    <a:pt x="333794" y="143783"/>
                  </a:lnTo>
                  <a:lnTo>
                    <a:pt x="333292" y="138505"/>
                  </a:lnTo>
                  <a:lnTo>
                    <a:pt x="332622" y="133245"/>
                  </a:lnTo>
                  <a:lnTo>
                    <a:pt x="331786" y="128009"/>
                  </a:lnTo>
                  <a:lnTo>
                    <a:pt x="330784" y="122802"/>
                  </a:lnTo>
                  <a:lnTo>
                    <a:pt x="329618" y="117630"/>
                  </a:lnTo>
                  <a:lnTo>
                    <a:pt x="328288" y="112498"/>
                  </a:lnTo>
                  <a:lnTo>
                    <a:pt x="326796" y="107410"/>
                  </a:lnTo>
                  <a:lnTo>
                    <a:pt x="325143" y="102372"/>
                  </a:lnTo>
                  <a:lnTo>
                    <a:pt x="323332" y="97388"/>
                  </a:lnTo>
                  <a:lnTo>
                    <a:pt x="321363" y="92465"/>
                  </a:lnTo>
                  <a:lnTo>
                    <a:pt x="319239" y="87607"/>
                  </a:lnTo>
                  <a:lnTo>
                    <a:pt x="316963" y="82819"/>
                  </a:lnTo>
                  <a:lnTo>
                    <a:pt x="314535" y="78105"/>
                  </a:lnTo>
                  <a:lnTo>
                    <a:pt x="311959" y="73470"/>
                  </a:lnTo>
                  <a:lnTo>
                    <a:pt x="309238" y="68920"/>
                  </a:lnTo>
                  <a:lnTo>
                    <a:pt x="306374" y="64458"/>
                  </a:lnTo>
                  <a:lnTo>
                    <a:pt x="303369" y="60089"/>
                  </a:lnTo>
                  <a:lnTo>
                    <a:pt x="300228" y="55818"/>
                  </a:lnTo>
                  <a:lnTo>
                    <a:pt x="296952" y="51648"/>
                  </a:lnTo>
                  <a:lnTo>
                    <a:pt x="293547" y="47585"/>
                  </a:lnTo>
                  <a:lnTo>
                    <a:pt x="290013" y="43631"/>
                  </a:lnTo>
                  <a:lnTo>
                    <a:pt x="286357" y="39792"/>
                  </a:lnTo>
                  <a:lnTo>
                    <a:pt x="282580" y="36070"/>
                  </a:lnTo>
                  <a:lnTo>
                    <a:pt x="278687" y="32470"/>
                  </a:lnTo>
                  <a:lnTo>
                    <a:pt x="274682" y="28996"/>
                  </a:lnTo>
                  <a:lnTo>
                    <a:pt x="270569" y="25650"/>
                  </a:lnTo>
                  <a:lnTo>
                    <a:pt x="266352" y="22436"/>
                  </a:lnTo>
                  <a:lnTo>
                    <a:pt x="262035" y="19358"/>
                  </a:lnTo>
                  <a:lnTo>
                    <a:pt x="257623" y="16418"/>
                  </a:lnTo>
                  <a:lnTo>
                    <a:pt x="253119" y="13619"/>
                  </a:lnTo>
                  <a:lnTo>
                    <a:pt x="248529" y="10965"/>
                  </a:lnTo>
                  <a:lnTo>
                    <a:pt x="243858" y="8457"/>
                  </a:lnTo>
                  <a:lnTo>
                    <a:pt x="239109" y="6099"/>
                  </a:lnTo>
                  <a:lnTo>
                    <a:pt x="234287" y="3893"/>
                  </a:lnTo>
                  <a:lnTo>
                    <a:pt x="229398" y="1841"/>
                  </a:lnTo>
                  <a:lnTo>
                    <a:pt x="167149" y="1569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88720" y="1322571"/>
              <a:ext cx="62249" cy="167167"/>
            </a:xfrm>
            <a:custGeom>
              <a:avLst/>
              <a:pathLst>
                <a:path w="62249" h="167167">
                  <a:moveTo>
                    <a:pt x="62249" y="12022"/>
                  </a:moveTo>
                  <a:lnTo>
                    <a:pt x="56831" y="9956"/>
                  </a:lnTo>
                  <a:lnTo>
                    <a:pt x="51344" y="8080"/>
                  </a:lnTo>
                  <a:lnTo>
                    <a:pt x="45796" y="6395"/>
                  </a:lnTo>
                  <a:lnTo>
                    <a:pt x="40193" y="4903"/>
                  </a:lnTo>
                  <a:lnTo>
                    <a:pt x="34541" y="3607"/>
                  </a:lnTo>
                  <a:lnTo>
                    <a:pt x="28848" y="2508"/>
                  </a:lnTo>
                  <a:lnTo>
                    <a:pt x="23120" y="1606"/>
                  </a:lnTo>
                  <a:lnTo>
                    <a:pt x="17364" y="904"/>
                  </a:lnTo>
                  <a:lnTo>
                    <a:pt x="11588" y="402"/>
                  </a:lnTo>
                  <a:lnTo>
                    <a:pt x="5797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9399" y="1681503"/>
              <a:ext cx="7125" cy="167167"/>
            </a:xfrm>
            <a:custGeom>
              <a:avLst/>
              <a:pathLst>
                <a:path w="7125" h="167167">
                  <a:moveTo>
                    <a:pt x="7125" y="0"/>
                  </a:moveTo>
                  <a:lnTo>
                    <a:pt x="0" y="151"/>
                  </a:lnTo>
                  <a:lnTo>
                    <a:pt x="712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9399" y="1681655"/>
              <a:ext cx="7125" cy="167015"/>
            </a:xfrm>
            <a:custGeom>
              <a:avLst/>
              <a:pathLst>
                <a:path w="7125" h="167015">
                  <a:moveTo>
                    <a:pt x="0" y="0"/>
                  </a:moveTo>
                  <a:lnTo>
                    <a:pt x="7125" y="1670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50957" y="1681655"/>
              <a:ext cx="135567" cy="167015"/>
            </a:xfrm>
            <a:custGeom>
              <a:avLst/>
              <a:pathLst>
                <a:path w="135567" h="167015">
                  <a:moveTo>
                    <a:pt x="128442" y="0"/>
                  </a:moveTo>
                  <a:lnTo>
                    <a:pt x="122860" y="331"/>
                  </a:lnTo>
                  <a:lnTo>
                    <a:pt x="117292" y="849"/>
                  </a:lnTo>
                  <a:lnTo>
                    <a:pt x="111745" y="1554"/>
                  </a:lnTo>
                  <a:lnTo>
                    <a:pt x="106225" y="2443"/>
                  </a:lnTo>
                  <a:lnTo>
                    <a:pt x="100737" y="3516"/>
                  </a:lnTo>
                  <a:lnTo>
                    <a:pt x="95289" y="4773"/>
                  </a:lnTo>
                  <a:lnTo>
                    <a:pt x="89885" y="6211"/>
                  </a:lnTo>
                  <a:lnTo>
                    <a:pt x="84533" y="7828"/>
                  </a:lnTo>
                  <a:lnTo>
                    <a:pt x="79237" y="9624"/>
                  </a:lnTo>
                  <a:lnTo>
                    <a:pt x="74005" y="11596"/>
                  </a:lnTo>
                  <a:lnTo>
                    <a:pt x="68841" y="13742"/>
                  </a:lnTo>
                  <a:lnTo>
                    <a:pt x="63753" y="16059"/>
                  </a:lnTo>
                  <a:lnTo>
                    <a:pt x="58744" y="18546"/>
                  </a:lnTo>
                  <a:lnTo>
                    <a:pt x="53822" y="21198"/>
                  </a:lnTo>
                  <a:lnTo>
                    <a:pt x="48991" y="24014"/>
                  </a:lnTo>
                  <a:lnTo>
                    <a:pt x="44256" y="26989"/>
                  </a:lnTo>
                  <a:lnTo>
                    <a:pt x="39624" y="30121"/>
                  </a:lnTo>
                  <a:lnTo>
                    <a:pt x="35100" y="33407"/>
                  </a:lnTo>
                  <a:lnTo>
                    <a:pt x="30687" y="36841"/>
                  </a:lnTo>
                  <a:lnTo>
                    <a:pt x="26392" y="40422"/>
                  </a:lnTo>
                  <a:lnTo>
                    <a:pt x="22220" y="44144"/>
                  </a:lnTo>
                  <a:lnTo>
                    <a:pt x="18174" y="48004"/>
                  </a:lnTo>
                  <a:lnTo>
                    <a:pt x="14259" y="51996"/>
                  </a:lnTo>
                  <a:lnTo>
                    <a:pt x="10480" y="56118"/>
                  </a:lnTo>
                  <a:lnTo>
                    <a:pt x="6841" y="60363"/>
                  </a:lnTo>
                  <a:lnTo>
                    <a:pt x="3346" y="64728"/>
                  </a:lnTo>
                  <a:lnTo>
                    <a:pt x="0" y="69208"/>
                  </a:lnTo>
                  <a:lnTo>
                    <a:pt x="135567" y="167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31590" y="69359"/>
                  </a:moveTo>
                  <a:lnTo>
                    <a:pt x="28552" y="73715"/>
                  </a:lnTo>
                  <a:lnTo>
                    <a:pt x="25653" y="78165"/>
                  </a:lnTo>
                  <a:lnTo>
                    <a:pt x="22897" y="82705"/>
                  </a:lnTo>
                  <a:lnTo>
                    <a:pt x="20287" y="87330"/>
                  </a:lnTo>
                  <a:lnTo>
                    <a:pt x="17825" y="92035"/>
                  </a:lnTo>
                  <a:lnTo>
                    <a:pt x="15514" y="96817"/>
                  </a:lnTo>
                  <a:lnTo>
                    <a:pt x="13356" y="101669"/>
                  </a:lnTo>
                  <a:lnTo>
                    <a:pt x="11353" y="106588"/>
                  </a:lnTo>
                  <a:lnTo>
                    <a:pt x="9507" y="111567"/>
                  </a:lnTo>
                  <a:lnTo>
                    <a:pt x="7821" y="116603"/>
                  </a:lnTo>
                  <a:lnTo>
                    <a:pt x="6295" y="121690"/>
                  </a:lnTo>
                  <a:lnTo>
                    <a:pt x="4932" y="126823"/>
                  </a:lnTo>
                  <a:lnTo>
                    <a:pt x="3732" y="131996"/>
                  </a:lnTo>
                  <a:lnTo>
                    <a:pt x="2697" y="137205"/>
                  </a:lnTo>
                  <a:lnTo>
                    <a:pt x="1829" y="142444"/>
                  </a:lnTo>
                  <a:lnTo>
                    <a:pt x="1127" y="147708"/>
                  </a:lnTo>
                  <a:lnTo>
                    <a:pt x="592" y="152992"/>
                  </a:lnTo>
                  <a:lnTo>
                    <a:pt x="226" y="158290"/>
                  </a:lnTo>
                  <a:lnTo>
                    <a:pt x="29" y="163597"/>
                  </a:lnTo>
                  <a:lnTo>
                    <a:pt x="0" y="168908"/>
                  </a:lnTo>
                  <a:lnTo>
                    <a:pt x="139" y="174217"/>
                  </a:lnTo>
                  <a:lnTo>
                    <a:pt x="447" y="179519"/>
                  </a:lnTo>
                  <a:lnTo>
                    <a:pt x="924" y="184808"/>
                  </a:lnTo>
                  <a:lnTo>
                    <a:pt x="1568" y="190079"/>
                  </a:lnTo>
                  <a:lnTo>
                    <a:pt x="2379" y="195328"/>
                  </a:lnTo>
                  <a:lnTo>
                    <a:pt x="3357" y="200548"/>
                  </a:lnTo>
                  <a:lnTo>
                    <a:pt x="4500" y="205734"/>
                  </a:lnTo>
                  <a:lnTo>
                    <a:pt x="5807" y="210881"/>
                  </a:lnTo>
                  <a:lnTo>
                    <a:pt x="7277" y="215984"/>
                  </a:lnTo>
                  <a:lnTo>
                    <a:pt x="8909" y="221038"/>
                  </a:lnTo>
                  <a:lnTo>
                    <a:pt x="10700" y="226038"/>
                  </a:lnTo>
                  <a:lnTo>
                    <a:pt x="12649" y="230978"/>
                  </a:lnTo>
                  <a:lnTo>
                    <a:pt x="14754" y="235854"/>
                  </a:lnTo>
                  <a:lnTo>
                    <a:pt x="17012" y="240660"/>
                  </a:lnTo>
                  <a:lnTo>
                    <a:pt x="19423" y="245392"/>
                  </a:lnTo>
                  <a:lnTo>
                    <a:pt x="21982" y="250046"/>
                  </a:lnTo>
                  <a:lnTo>
                    <a:pt x="24688" y="254615"/>
                  </a:lnTo>
                  <a:lnTo>
                    <a:pt x="27537" y="259097"/>
                  </a:lnTo>
                  <a:lnTo>
                    <a:pt x="30528" y="263485"/>
                  </a:lnTo>
                  <a:lnTo>
                    <a:pt x="33657" y="267777"/>
                  </a:lnTo>
                  <a:lnTo>
                    <a:pt x="36920" y="271967"/>
                  </a:lnTo>
                  <a:lnTo>
                    <a:pt x="40314" y="276051"/>
                  </a:lnTo>
                  <a:lnTo>
                    <a:pt x="43837" y="280025"/>
                  </a:lnTo>
                  <a:lnTo>
                    <a:pt x="47484" y="283885"/>
                  </a:lnTo>
                  <a:lnTo>
                    <a:pt x="51252" y="287628"/>
                  </a:lnTo>
                  <a:lnTo>
                    <a:pt x="55137" y="291249"/>
                  </a:lnTo>
                  <a:lnTo>
                    <a:pt x="59135" y="294744"/>
                  </a:lnTo>
                  <a:lnTo>
                    <a:pt x="63242" y="298111"/>
                  </a:lnTo>
                  <a:lnTo>
                    <a:pt x="67454" y="301346"/>
                  </a:lnTo>
                  <a:lnTo>
                    <a:pt x="71766" y="304445"/>
                  </a:lnTo>
                  <a:lnTo>
                    <a:pt x="76175" y="307406"/>
                  </a:lnTo>
                  <a:lnTo>
                    <a:pt x="80676" y="310226"/>
                  </a:lnTo>
                  <a:lnTo>
                    <a:pt x="85263" y="312900"/>
                  </a:lnTo>
                  <a:lnTo>
                    <a:pt x="89934" y="315428"/>
                  </a:lnTo>
                  <a:lnTo>
                    <a:pt x="94682" y="317806"/>
                  </a:lnTo>
                  <a:lnTo>
                    <a:pt x="99504" y="320033"/>
                  </a:lnTo>
                  <a:lnTo>
                    <a:pt x="104394" y="322104"/>
                  </a:lnTo>
                  <a:lnTo>
                    <a:pt x="109347" y="324020"/>
                  </a:lnTo>
                  <a:lnTo>
                    <a:pt x="114359" y="325777"/>
                  </a:lnTo>
                  <a:lnTo>
                    <a:pt x="119424" y="327374"/>
                  </a:lnTo>
                  <a:lnTo>
                    <a:pt x="124537" y="328810"/>
                  </a:lnTo>
                  <a:lnTo>
                    <a:pt x="129693" y="330082"/>
                  </a:lnTo>
                  <a:lnTo>
                    <a:pt x="134887" y="331190"/>
                  </a:lnTo>
                  <a:lnTo>
                    <a:pt x="140113" y="332132"/>
                  </a:lnTo>
                  <a:lnTo>
                    <a:pt x="145367" y="332908"/>
                  </a:lnTo>
                  <a:lnTo>
                    <a:pt x="150642" y="333517"/>
                  </a:lnTo>
                  <a:lnTo>
                    <a:pt x="155935" y="333957"/>
                  </a:lnTo>
                  <a:lnTo>
                    <a:pt x="161239" y="334230"/>
                  </a:lnTo>
                  <a:lnTo>
                    <a:pt x="166548" y="334333"/>
                  </a:lnTo>
                  <a:lnTo>
                    <a:pt x="171859" y="334268"/>
                  </a:lnTo>
                  <a:lnTo>
                    <a:pt x="177164" y="334035"/>
                  </a:lnTo>
                  <a:lnTo>
                    <a:pt x="182460" y="333633"/>
                  </a:lnTo>
                  <a:lnTo>
                    <a:pt x="187740" y="333063"/>
                  </a:lnTo>
                  <a:lnTo>
                    <a:pt x="192999" y="332325"/>
                  </a:lnTo>
                  <a:lnTo>
                    <a:pt x="198232" y="331421"/>
                  </a:lnTo>
                  <a:lnTo>
                    <a:pt x="203434" y="330351"/>
                  </a:lnTo>
                  <a:lnTo>
                    <a:pt x="208599" y="329116"/>
                  </a:lnTo>
                  <a:lnTo>
                    <a:pt x="213722" y="327718"/>
                  </a:lnTo>
                  <a:lnTo>
                    <a:pt x="218799" y="326158"/>
                  </a:lnTo>
                  <a:lnTo>
                    <a:pt x="223823" y="324437"/>
                  </a:lnTo>
                  <a:lnTo>
                    <a:pt x="228790" y="322558"/>
                  </a:lnTo>
                  <a:lnTo>
                    <a:pt x="233695" y="320522"/>
                  </a:lnTo>
                  <a:lnTo>
                    <a:pt x="238533" y="318331"/>
                  </a:lnTo>
                  <a:lnTo>
                    <a:pt x="243298" y="315988"/>
                  </a:lnTo>
                  <a:lnTo>
                    <a:pt x="247987" y="313494"/>
                  </a:lnTo>
                  <a:lnTo>
                    <a:pt x="252594" y="310853"/>
                  </a:lnTo>
                  <a:lnTo>
                    <a:pt x="257115" y="308066"/>
                  </a:lnTo>
                  <a:lnTo>
                    <a:pt x="261546" y="305138"/>
                  </a:lnTo>
                  <a:lnTo>
                    <a:pt x="265881" y="302070"/>
                  </a:lnTo>
                  <a:lnTo>
                    <a:pt x="270116" y="298866"/>
                  </a:lnTo>
                  <a:lnTo>
                    <a:pt x="274247" y="295529"/>
                  </a:lnTo>
                  <a:lnTo>
                    <a:pt x="278271" y="292062"/>
                  </a:lnTo>
                  <a:lnTo>
                    <a:pt x="282182" y="288470"/>
                  </a:lnTo>
                  <a:lnTo>
                    <a:pt x="285977" y="284755"/>
                  </a:lnTo>
                  <a:lnTo>
                    <a:pt x="289652" y="280921"/>
                  </a:lnTo>
                  <a:lnTo>
                    <a:pt x="293204" y="276973"/>
                  </a:lnTo>
                  <a:lnTo>
                    <a:pt x="296628" y="272914"/>
                  </a:lnTo>
                  <a:lnTo>
                    <a:pt x="299922" y="268748"/>
                  </a:lnTo>
                  <a:lnTo>
                    <a:pt x="303082" y="264479"/>
                  </a:lnTo>
                  <a:lnTo>
                    <a:pt x="306104" y="260113"/>
                  </a:lnTo>
                  <a:lnTo>
                    <a:pt x="308986" y="255652"/>
                  </a:lnTo>
                  <a:lnTo>
                    <a:pt x="311725" y="251102"/>
                  </a:lnTo>
                  <a:lnTo>
                    <a:pt x="314319" y="246468"/>
                  </a:lnTo>
                  <a:lnTo>
                    <a:pt x="316763" y="241753"/>
                  </a:lnTo>
                  <a:lnTo>
                    <a:pt x="319057" y="236964"/>
                  </a:lnTo>
                  <a:lnTo>
                    <a:pt x="321198" y="232103"/>
                  </a:lnTo>
                  <a:lnTo>
                    <a:pt x="323183" y="227177"/>
                  </a:lnTo>
                  <a:lnTo>
                    <a:pt x="325010" y="222191"/>
                  </a:lnTo>
                  <a:lnTo>
                    <a:pt x="326678" y="217149"/>
                  </a:lnTo>
                  <a:lnTo>
                    <a:pt x="328185" y="212057"/>
                  </a:lnTo>
                  <a:lnTo>
                    <a:pt x="329530" y="206919"/>
                  </a:lnTo>
                  <a:lnTo>
                    <a:pt x="330711" y="201741"/>
                  </a:lnTo>
                  <a:lnTo>
                    <a:pt x="331727" y="196529"/>
                  </a:lnTo>
                  <a:lnTo>
                    <a:pt x="332576" y="191286"/>
                  </a:lnTo>
                  <a:lnTo>
                    <a:pt x="333259" y="186020"/>
                  </a:lnTo>
                  <a:lnTo>
                    <a:pt x="333774" y="180734"/>
                  </a:lnTo>
                  <a:lnTo>
                    <a:pt x="334121" y="175435"/>
                  </a:lnTo>
                  <a:lnTo>
                    <a:pt x="334299" y="170127"/>
                  </a:lnTo>
                  <a:lnTo>
                    <a:pt x="334309" y="164816"/>
                  </a:lnTo>
                  <a:lnTo>
                    <a:pt x="334150" y="159508"/>
                  </a:lnTo>
                  <a:lnTo>
                    <a:pt x="333822" y="154207"/>
                  </a:lnTo>
                  <a:lnTo>
                    <a:pt x="333326" y="148920"/>
                  </a:lnTo>
                  <a:lnTo>
                    <a:pt x="332663" y="143651"/>
                  </a:lnTo>
                  <a:lnTo>
                    <a:pt x="331833" y="138405"/>
                  </a:lnTo>
                  <a:lnTo>
                    <a:pt x="330836" y="133189"/>
                  </a:lnTo>
                  <a:lnTo>
                    <a:pt x="329674" y="128007"/>
                  </a:lnTo>
                  <a:lnTo>
                    <a:pt x="328348" y="122865"/>
                  </a:lnTo>
                  <a:lnTo>
                    <a:pt x="326859" y="117767"/>
                  </a:lnTo>
                  <a:lnTo>
                    <a:pt x="325210" y="112719"/>
                  </a:lnTo>
                  <a:lnTo>
                    <a:pt x="323400" y="107726"/>
                  </a:lnTo>
                  <a:lnTo>
                    <a:pt x="321433" y="102793"/>
                  </a:lnTo>
                  <a:lnTo>
                    <a:pt x="319311" y="97925"/>
                  </a:lnTo>
                  <a:lnTo>
                    <a:pt x="317034" y="93127"/>
                  </a:lnTo>
                  <a:lnTo>
                    <a:pt x="314607" y="88403"/>
                  </a:lnTo>
                  <a:lnTo>
                    <a:pt x="312031" y="83759"/>
                  </a:lnTo>
                  <a:lnTo>
                    <a:pt x="309308" y="79200"/>
                  </a:lnTo>
                  <a:lnTo>
                    <a:pt x="306442" y="74729"/>
                  </a:lnTo>
                  <a:lnTo>
                    <a:pt x="303436" y="70351"/>
                  </a:lnTo>
                  <a:lnTo>
                    <a:pt x="300291" y="66071"/>
                  </a:lnTo>
                  <a:lnTo>
                    <a:pt x="297013" y="61893"/>
                  </a:lnTo>
                  <a:lnTo>
                    <a:pt x="293603" y="57821"/>
                  </a:lnTo>
                  <a:lnTo>
                    <a:pt x="290066" y="53860"/>
                  </a:lnTo>
                  <a:lnTo>
                    <a:pt x="286405" y="50013"/>
                  </a:lnTo>
                  <a:lnTo>
                    <a:pt x="282624" y="46284"/>
                  </a:lnTo>
                  <a:lnTo>
                    <a:pt x="278725" y="42677"/>
                  </a:lnTo>
                  <a:lnTo>
                    <a:pt x="274715" y="39196"/>
                  </a:lnTo>
                  <a:lnTo>
                    <a:pt x="270596" y="35844"/>
                  </a:lnTo>
                  <a:lnTo>
                    <a:pt x="266372" y="32625"/>
                  </a:lnTo>
                  <a:lnTo>
                    <a:pt x="262048" y="29541"/>
                  </a:lnTo>
                  <a:lnTo>
                    <a:pt x="257629" y="26597"/>
                  </a:lnTo>
                  <a:lnTo>
                    <a:pt x="253118" y="23794"/>
                  </a:lnTo>
                  <a:lnTo>
                    <a:pt x="248520" y="21136"/>
                  </a:lnTo>
                  <a:lnTo>
                    <a:pt x="243841" y="18625"/>
                  </a:lnTo>
                  <a:lnTo>
                    <a:pt x="239083" y="16264"/>
                  </a:lnTo>
                  <a:lnTo>
                    <a:pt x="234254" y="14056"/>
                  </a:lnTo>
                  <a:lnTo>
                    <a:pt x="229356" y="12002"/>
                  </a:lnTo>
                  <a:lnTo>
                    <a:pt x="224396" y="10104"/>
                  </a:lnTo>
                  <a:lnTo>
                    <a:pt x="219378" y="8365"/>
                  </a:lnTo>
                  <a:lnTo>
                    <a:pt x="214308" y="6787"/>
                  </a:lnTo>
                  <a:lnTo>
                    <a:pt x="209189" y="5370"/>
                  </a:lnTo>
                  <a:lnTo>
                    <a:pt x="204029" y="4116"/>
                  </a:lnTo>
                  <a:lnTo>
                    <a:pt x="198831" y="3027"/>
                  </a:lnTo>
                  <a:lnTo>
                    <a:pt x="193601" y="2104"/>
                  </a:lnTo>
                  <a:lnTo>
                    <a:pt x="188344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9761" y="2126963"/>
              <a:ext cx="21526" cy="167167"/>
            </a:xfrm>
            <a:custGeom>
              <a:avLst/>
              <a:pathLst>
                <a:path w="21526" h="167167">
                  <a:moveTo>
                    <a:pt x="21526" y="0"/>
                  </a:moveTo>
                  <a:lnTo>
                    <a:pt x="14332" y="154"/>
                  </a:lnTo>
                  <a:lnTo>
                    <a:pt x="7153" y="619"/>
                  </a:lnTo>
                  <a:lnTo>
                    <a:pt x="0" y="1391"/>
                  </a:lnTo>
                  <a:lnTo>
                    <a:pt x="215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614137" y="2127720"/>
              <a:ext cx="334298" cy="333577"/>
            </a:xfrm>
            <a:custGeom>
              <a:avLst/>
              <a:pathLst>
                <a:path w="334298" h="333577">
                  <a:moveTo>
                    <a:pt x="145624" y="634"/>
                  </a:moveTo>
                  <a:lnTo>
                    <a:pt x="140377" y="1400"/>
                  </a:lnTo>
                  <a:lnTo>
                    <a:pt x="135157" y="2332"/>
                  </a:lnTo>
                  <a:lnTo>
                    <a:pt x="129969" y="3430"/>
                  </a:lnTo>
                  <a:lnTo>
                    <a:pt x="124819" y="4691"/>
                  </a:lnTo>
                  <a:lnTo>
                    <a:pt x="119711" y="6115"/>
                  </a:lnTo>
                  <a:lnTo>
                    <a:pt x="114651" y="7700"/>
                  </a:lnTo>
                  <a:lnTo>
                    <a:pt x="109643" y="9445"/>
                  </a:lnTo>
                  <a:lnTo>
                    <a:pt x="104694" y="11348"/>
                  </a:lnTo>
                  <a:lnTo>
                    <a:pt x="99807" y="13407"/>
                  </a:lnTo>
                  <a:lnTo>
                    <a:pt x="94989" y="15620"/>
                  </a:lnTo>
                  <a:lnTo>
                    <a:pt x="90242" y="17984"/>
                  </a:lnTo>
                  <a:lnTo>
                    <a:pt x="85574" y="20498"/>
                  </a:lnTo>
                  <a:lnTo>
                    <a:pt x="80987" y="23159"/>
                  </a:lnTo>
                  <a:lnTo>
                    <a:pt x="76487" y="25964"/>
                  </a:lnTo>
                  <a:lnTo>
                    <a:pt x="72078" y="28910"/>
                  </a:lnTo>
                  <a:lnTo>
                    <a:pt x="67765" y="31994"/>
                  </a:lnTo>
                  <a:lnTo>
                    <a:pt x="63552" y="35214"/>
                  </a:lnTo>
                  <a:lnTo>
                    <a:pt x="59443" y="38566"/>
                  </a:lnTo>
                  <a:lnTo>
                    <a:pt x="55442" y="42046"/>
                  </a:lnTo>
                  <a:lnTo>
                    <a:pt x="51554" y="45652"/>
                  </a:lnTo>
                  <a:lnTo>
                    <a:pt x="47782" y="49379"/>
                  </a:lnTo>
                  <a:lnTo>
                    <a:pt x="44130" y="53224"/>
                  </a:lnTo>
                  <a:lnTo>
                    <a:pt x="40602" y="57182"/>
                  </a:lnTo>
                  <a:lnTo>
                    <a:pt x="37202" y="61251"/>
                  </a:lnTo>
                  <a:lnTo>
                    <a:pt x="33932" y="65425"/>
                  </a:lnTo>
                  <a:lnTo>
                    <a:pt x="30796" y="69701"/>
                  </a:lnTo>
                  <a:lnTo>
                    <a:pt x="27797" y="74075"/>
                  </a:lnTo>
                  <a:lnTo>
                    <a:pt x="24939" y="78541"/>
                  </a:lnTo>
                  <a:lnTo>
                    <a:pt x="22224" y="83096"/>
                  </a:lnTo>
                  <a:lnTo>
                    <a:pt x="19654" y="87734"/>
                  </a:lnTo>
                  <a:lnTo>
                    <a:pt x="17233" y="92452"/>
                  </a:lnTo>
                  <a:lnTo>
                    <a:pt x="14963" y="97244"/>
                  </a:lnTo>
                  <a:lnTo>
                    <a:pt x="12846" y="102105"/>
                  </a:lnTo>
                  <a:lnTo>
                    <a:pt x="10884" y="107032"/>
                  </a:lnTo>
                  <a:lnTo>
                    <a:pt x="9079" y="112018"/>
                  </a:lnTo>
                  <a:lnTo>
                    <a:pt x="7433" y="117059"/>
                  </a:lnTo>
                  <a:lnTo>
                    <a:pt x="5949" y="122149"/>
                  </a:lnTo>
                  <a:lnTo>
                    <a:pt x="4626" y="127284"/>
                  </a:lnTo>
                  <a:lnTo>
                    <a:pt x="3467" y="132458"/>
                  </a:lnTo>
                  <a:lnTo>
                    <a:pt x="2472" y="137667"/>
                  </a:lnTo>
                  <a:lnTo>
                    <a:pt x="1643" y="142904"/>
                  </a:lnTo>
                  <a:lnTo>
                    <a:pt x="981" y="148165"/>
                  </a:lnTo>
                  <a:lnTo>
                    <a:pt x="486" y="153445"/>
                  </a:lnTo>
                  <a:lnTo>
                    <a:pt x="159" y="158737"/>
                  </a:lnTo>
                  <a:lnTo>
                    <a:pt x="0" y="164038"/>
                  </a:lnTo>
                  <a:lnTo>
                    <a:pt x="8" y="169340"/>
                  </a:lnTo>
                  <a:lnTo>
                    <a:pt x="185" y="174640"/>
                  </a:lnTo>
                  <a:lnTo>
                    <a:pt x="530" y="179931"/>
                  </a:lnTo>
                  <a:lnTo>
                    <a:pt x="1043" y="185209"/>
                  </a:lnTo>
                  <a:lnTo>
                    <a:pt x="1723" y="190468"/>
                  </a:lnTo>
                  <a:lnTo>
                    <a:pt x="2569" y="195702"/>
                  </a:lnTo>
                  <a:lnTo>
                    <a:pt x="3581" y="200908"/>
                  </a:lnTo>
                  <a:lnTo>
                    <a:pt x="4757" y="206078"/>
                  </a:lnTo>
                  <a:lnTo>
                    <a:pt x="6097" y="211209"/>
                  </a:lnTo>
                  <a:lnTo>
                    <a:pt x="7599" y="216294"/>
                  </a:lnTo>
                  <a:lnTo>
                    <a:pt x="9262" y="221329"/>
                  </a:lnTo>
                  <a:lnTo>
                    <a:pt x="11083" y="226309"/>
                  </a:lnTo>
                  <a:lnTo>
                    <a:pt x="13061" y="231229"/>
                  </a:lnTo>
                  <a:lnTo>
                    <a:pt x="15195" y="236084"/>
                  </a:lnTo>
                  <a:lnTo>
                    <a:pt x="17481" y="240868"/>
                  </a:lnTo>
                  <a:lnTo>
                    <a:pt x="19918" y="245578"/>
                  </a:lnTo>
                  <a:lnTo>
                    <a:pt x="22503" y="250208"/>
                  </a:lnTo>
                  <a:lnTo>
                    <a:pt x="25233" y="254753"/>
                  </a:lnTo>
                  <a:lnTo>
                    <a:pt x="28106" y="259210"/>
                  </a:lnTo>
                  <a:lnTo>
                    <a:pt x="31120" y="263573"/>
                  </a:lnTo>
                  <a:lnTo>
                    <a:pt x="34270" y="267839"/>
                  </a:lnTo>
                  <a:lnTo>
                    <a:pt x="37554" y="272002"/>
                  </a:lnTo>
                  <a:lnTo>
                    <a:pt x="40968" y="276059"/>
                  </a:lnTo>
                  <a:lnTo>
                    <a:pt x="44509" y="280006"/>
                  </a:lnTo>
                  <a:lnTo>
                    <a:pt x="48174" y="283839"/>
                  </a:lnTo>
                  <a:lnTo>
                    <a:pt x="51958" y="287553"/>
                  </a:lnTo>
                  <a:lnTo>
                    <a:pt x="55858" y="291146"/>
                  </a:lnTo>
                  <a:lnTo>
                    <a:pt x="59870" y="294613"/>
                  </a:lnTo>
                  <a:lnTo>
                    <a:pt x="63990" y="297951"/>
                  </a:lnTo>
                  <a:lnTo>
                    <a:pt x="68214" y="301156"/>
                  </a:lnTo>
                  <a:lnTo>
                    <a:pt x="72538" y="304226"/>
                  </a:lnTo>
                  <a:lnTo>
                    <a:pt x="76956" y="307158"/>
                  </a:lnTo>
                  <a:lnTo>
                    <a:pt x="81466" y="309948"/>
                  </a:lnTo>
                  <a:lnTo>
                    <a:pt x="86061" y="312593"/>
                  </a:lnTo>
                  <a:lnTo>
                    <a:pt x="90738" y="315091"/>
                  </a:lnTo>
                  <a:lnTo>
                    <a:pt x="95493" y="317440"/>
                  </a:lnTo>
                  <a:lnTo>
                    <a:pt x="100319" y="319637"/>
                  </a:lnTo>
                  <a:lnTo>
                    <a:pt x="105212" y="321679"/>
                  </a:lnTo>
                  <a:lnTo>
                    <a:pt x="110168" y="323566"/>
                  </a:lnTo>
                  <a:lnTo>
                    <a:pt x="115181" y="325294"/>
                  </a:lnTo>
                  <a:lnTo>
                    <a:pt x="120246" y="326862"/>
                  </a:lnTo>
                  <a:lnTo>
                    <a:pt x="125359" y="328269"/>
                  </a:lnTo>
                  <a:lnTo>
                    <a:pt x="130514" y="329513"/>
                  </a:lnTo>
                  <a:lnTo>
                    <a:pt x="135705" y="330593"/>
                  </a:lnTo>
                  <a:lnTo>
                    <a:pt x="140928" y="331508"/>
                  </a:lnTo>
                  <a:lnTo>
                    <a:pt x="146178" y="332256"/>
                  </a:lnTo>
                  <a:lnTo>
                    <a:pt x="151448" y="332838"/>
                  </a:lnTo>
                  <a:lnTo>
                    <a:pt x="156735" y="333252"/>
                  </a:lnTo>
                  <a:lnTo>
                    <a:pt x="162032" y="333499"/>
                  </a:lnTo>
                  <a:lnTo>
                    <a:pt x="167334" y="333577"/>
                  </a:lnTo>
                  <a:lnTo>
                    <a:pt x="172635" y="333487"/>
                  </a:lnTo>
                  <a:lnTo>
                    <a:pt x="177932" y="333229"/>
                  </a:lnTo>
                  <a:lnTo>
                    <a:pt x="183217" y="332803"/>
                  </a:lnTo>
                  <a:lnTo>
                    <a:pt x="188487" y="332210"/>
                  </a:lnTo>
                  <a:lnTo>
                    <a:pt x="193734" y="331450"/>
                  </a:lnTo>
                  <a:lnTo>
                    <a:pt x="198956" y="330524"/>
                  </a:lnTo>
                  <a:lnTo>
                    <a:pt x="204145" y="329432"/>
                  </a:lnTo>
                  <a:lnTo>
                    <a:pt x="209297" y="328177"/>
                  </a:lnTo>
                  <a:lnTo>
                    <a:pt x="214406" y="326759"/>
                  </a:lnTo>
                  <a:lnTo>
                    <a:pt x="219468" y="325179"/>
                  </a:lnTo>
                  <a:lnTo>
                    <a:pt x="224477" y="323440"/>
                  </a:lnTo>
                  <a:lnTo>
                    <a:pt x="229429" y="321543"/>
                  </a:lnTo>
                  <a:lnTo>
                    <a:pt x="234318" y="319490"/>
                  </a:lnTo>
                  <a:lnTo>
                    <a:pt x="239139" y="317282"/>
                  </a:lnTo>
                  <a:lnTo>
                    <a:pt x="243888" y="314923"/>
                  </a:lnTo>
                  <a:lnTo>
                    <a:pt x="248560" y="312415"/>
                  </a:lnTo>
                  <a:lnTo>
                    <a:pt x="253150" y="309759"/>
                  </a:lnTo>
                  <a:lnTo>
                    <a:pt x="257653" y="306960"/>
                  </a:lnTo>
                  <a:lnTo>
                    <a:pt x="262065" y="304018"/>
                  </a:lnTo>
                  <a:lnTo>
                    <a:pt x="266382" y="300939"/>
                  </a:lnTo>
                  <a:lnTo>
                    <a:pt x="270599" y="297724"/>
                  </a:lnTo>
                  <a:lnTo>
                    <a:pt x="274711" y="294377"/>
                  </a:lnTo>
                  <a:lnTo>
                    <a:pt x="278716" y="290901"/>
                  </a:lnTo>
                  <a:lnTo>
                    <a:pt x="282608" y="287300"/>
                  </a:lnTo>
                  <a:lnTo>
                    <a:pt x="286384" y="283577"/>
                  </a:lnTo>
                  <a:lnTo>
                    <a:pt x="290040" y="279737"/>
                  </a:lnTo>
                  <a:lnTo>
                    <a:pt x="293573" y="275782"/>
                  </a:lnTo>
                  <a:lnTo>
                    <a:pt x="296978" y="271717"/>
                  </a:lnTo>
                  <a:lnTo>
                    <a:pt x="300253" y="267547"/>
                  </a:lnTo>
                  <a:lnTo>
                    <a:pt x="303393" y="263274"/>
                  </a:lnTo>
                  <a:lnTo>
                    <a:pt x="306397" y="258904"/>
                  </a:lnTo>
                  <a:lnTo>
                    <a:pt x="309261" y="254441"/>
                  </a:lnTo>
                  <a:lnTo>
                    <a:pt x="311981" y="249890"/>
                  </a:lnTo>
                  <a:lnTo>
                    <a:pt x="314556" y="245254"/>
                  </a:lnTo>
                  <a:lnTo>
                    <a:pt x="316983" y="240539"/>
                  </a:lnTo>
                  <a:lnTo>
                    <a:pt x="319258" y="235750"/>
                  </a:lnTo>
                  <a:lnTo>
                    <a:pt x="321381" y="230891"/>
                  </a:lnTo>
                  <a:lnTo>
                    <a:pt x="323348" y="225967"/>
                  </a:lnTo>
                  <a:lnTo>
                    <a:pt x="325159" y="220983"/>
                  </a:lnTo>
                  <a:lnTo>
                    <a:pt x="326810" y="215944"/>
                  </a:lnTo>
                  <a:lnTo>
                    <a:pt x="328301" y="210855"/>
                  </a:lnTo>
                  <a:lnTo>
                    <a:pt x="329629" y="205721"/>
                  </a:lnTo>
                  <a:lnTo>
                    <a:pt x="330795" y="200548"/>
                  </a:lnTo>
                  <a:lnTo>
                    <a:pt x="331795" y="195341"/>
                  </a:lnTo>
                  <a:lnTo>
                    <a:pt x="332630" y="190105"/>
                  </a:lnTo>
                  <a:lnTo>
                    <a:pt x="333298" y="184844"/>
                  </a:lnTo>
                  <a:lnTo>
                    <a:pt x="333799" y="179565"/>
                  </a:lnTo>
                  <a:lnTo>
                    <a:pt x="334133" y="174273"/>
                  </a:lnTo>
                  <a:lnTo>
                    <a:pt x="334298" y="168973"/>
                  </a:lnTo>
                  <a:lnTo>
                    <a:pt x="334295" y="163671"/>
                  </a:lnTo>
                  <a:lnTo>
                    <a:pt x="334124" y="158371"/>
                  </a:lnTo>
                  <a:lnTo>
                    <a:pt x="333785" y="153079"/>
                  </a:lnTo>
                  <a:lnTo>
                    <a:pt x="333279" y="147801"/>
                  </a:lnTo>
                  <a:lnTo>
                    <a:pt x="332605" y="142541"/>
                  </a:lnTo>
                  <a:lnTo>
                    <a:pt x="331764" y="137305"/>
                  </a:lnTo>
                  <a:lnTo>
                    <a:pt x="330759" y="132099"/>
                  </a:lnTo>
                  <a:lnTo>
                    <a:pt x="329588" y="126927"/>
                  </a:lnTo>
                  <a:lnTo>
                    <a:pt x="328254" y="121795"/>
                  </a:lnTo>
                  <a:lnTo>
                    <a:pt x="326758" y="116708"/>
                  </a:lnTo>
                  <a:lnTo>
                    <a:pt x="325101" y="111671"/>
                  </a:lnTo>
                  <a:lnTo>
                    <a:pt x="323286" y="106689"/>
                  </a:lnTo>
                  <a:lnTo>
                    <a:pt x="321313" y="101767"/>
                  </a:lnTo>
                  <a:lnTo>
                    <a:pt x="319185" y="96910"/>
                  </a:lnTo>
                  <a:lnTo>
                    <a:pt x="316904" y="92123"/>
                  </a:lnTo>
                  <a:lnTo>
                    <a:pt x="314473" y="87410"/>
                  </a:lnTo>
                  <a:lnTo>
                    <a:pt x="311893" y="82778"/>
                  </a:lnTo>
                  <a:lnTo>
                    <a:pt x="309168" y="78229"/>
                  </a:lnTo>
                  <a:lnTo>
                    <a:pt x="306300" y="73769"/>
                  </a:lnTo>
                  <a:lnTo>
                    <a:pt x="303292" y="69402"/>
                  </a:lnTo>
                  <a:lnTo>
                    <a:pt x="300146" y="65133"/>
                  </a:lnTo>
                  <a:lnTo>
                    <a:pt x="296867" y="60966"/>
                  </a:lnTo>
                  <a:lnTo>
                    <a:pt x="293458" y="56905"/>
                  </a:lnTo>
                  <a:lnTo>
                    <a:pt x="289921" y="52954"/>
                  </a:lnTo>
                  <a:lnTo>
                    <a:pt x="286261" y="49117"/>
                  </a:lnTo>
                  <a:lnTo>
                    <a:pt x="282481" y="45398"/>
                  </a:lnTo>
                  <a:lnTo>
                    <a:pt x="278585" y="41801"/>
                  </a:lnTo>
                  <a:lnTo>
                    <a:pt x="274577" y="38330"/>
                  </a:lnTo>
                  <a:lnTo>
                    <a:pt x="270460" y="34987"/>
                  </a:lnTo>
                  <a:lnTo>
                    <a:pt x="266240" y="31776"/>
                  </a:lnTo>
                  <a:lnTo>
                    <a:pt x="261920" y="28701"/>
                  </a:lnTo>
                  <a:lnTo>
                    <a:pt x="257505" y="25765"/>
                  </a:lnTo>
                  <a:lnTo>
                    <a:pt x="252999" y="22970"/>
                  </a:lnTo>
                  <a:lnTo>
                    <a:pt x="248406" y="20319"/>
                  </a:lnTo>
                  <a:lnTo>
                    <a:pt x="243732" y="17816"/>
                  </a:lnTo>
                  <a:lnTo>
                    <a:pt x="238980" y="15462"/>
                  </a:lnTo>
                  <a:lnTo>
                    <a:pt x="234157" y="13259"/>
                  </a:lnTo>
                  <a:lnTo>
                    <a:pt x="229266" y="11211"/>
                  </a:lnTo>
                  <a:lnTo>
                    <a:pt x="224312" y="9319"/>
                  </a:lnTo>
                  <a:lnTo>
                    <a:pt x="219301" y="7585"/>
                  </a:lnTo>
                  <a:lnTo>
                    <a:pt x="214237" y="6011"/>
                  </a:lnTo>
                  <a:lnTo>
                    <a:pt x="209126" y="4598"/>
                  </a:lnTo>
                  <a:lnTo>
                    <a:pt x="203973" y="3348"/>
                  </a:lnTo>
                  <a:lnTo>
                    <a:pt x="198783" y="2263"/>
                  </a:lnTo>
                  <a:lnTo>
                    <a:pt x="193561" y="1342"/>
                  </a:lnTo>
                  <a:lnTo>
                    <a:pt x="188312" y="587"/>
                  </a:lnTo>
                  <a:lnTo>
                    <a:pt x="183042" y="0"/>
                  </a:lnTo>
                  <a:lnTo>
                    <a:pt x="167150" y="1664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81287" y="2126963"/>
              <a:ext cx="15892" cy="167167"/>
            </a:xfrm>
            <a:custGeom>
              <a:avLst/>
              <a:pathLst>
                <a:path w="15892" h="167167">
                  <a:moveTo>
                    <a:pt x="15892" y="757"/>
                  </a:moveTo>
                  <a:lnTo>
                    <a:pt x="795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184" y="2633064"/>
              <a:ext cx="3563" cy="167167"/>
            </a:xfrm>
            <a:custGeom>
              <a:avLst/>
              <a:pathLst>
                <a:path w="3563" h="167167">
                  <a:moveTo>
                    <a:pt x="3563" y="0"/>
                  </a:moveTo>
                  <a:lnTo>
                    <a:pt x="0" y="37"/>
                  </a:lnTo>
                  <a:lnTo>
                    <a:pt x="35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423583" y="2633102"/>
              <a:ext cx="334329" cy="334288"/>
            </a:xfrm>
            <a:custGeom>
              <a:avLst/>
              <a:pathLst>
                <a:path w="334329" h="334288">
                  <a:moveTo>
                    <a:pt x="163601" y="0"/>
                  </a:moveTo>
                  <a:lnTo>
                    <a:pt x="158300" y="197"/>
                  </a:lnTo>
                  <a:lnTo>
                    <a:pt x="153008" y="562"/>
                  </a:lnTo>
                  <a:lnTo>
                    <a:pt x="147730" y="1095"/>
                  </a:lnTo>
                  <a:lnTo>
                    <a:pt x="142471" y="1795"/>
                  </a:lnTo>
                  <a:lnTo>
                    <a:pt x="137238" y="2662"/>
                  </a:lnTo>
                  <a:lnTo>
                    <a:pt x="132035" y="3694"/>
                  </a:lnTo>
                  <a:lnTo>
                    <a:pt x="126867" y="4891"/>
                  </a:lnTo>
                  <a:lnTo>
                    <a:pt x="121739" y="6252"/>
                  </a:lnTo>
                  <a:lnTo>
                    <a:pt x="116658" y="7774"/>
                  </a:lnTo>
                  <a:lnTo>
                    <a:pt x="111627" y="9457"/>
                  </a:lnTo>
                  <a:lnTo>
                    <a:pt x="106652" y="11298"/>
                  </a:lnTo>
                  <a:lnTo>
                    <a:pt x="101738" y="13297"/>
                  </a:lnTo>
                  <a:lnTo>
                    <a:pt x="96890" y="15450"/>
                  </a:lnTo>
                  <a:lnTo>
                    <a:pt x="92113" y="17756"/>
                  </a:lnTo>
                  <a:lnTo>
                    <a:pt x="87411" y="20213"/>
                  </a:lnTo>
                  <a:lnTo>
                    <a:pt x="82790" y="22817"/>
                  </a:lnTo>
                  <a:lnTo>
                    <a:pt x="78254" y="25567"/>
                  </a:lnTo>
                  <a:lnTo>
                    <a:pt x="73807" y="28459"/>
                  </a:lnTo>
                  <a:lnTo>
                    <a:pt x="69454" y="31491"/>
                  </a:lnTo>
                  <a:lnTo>
                    <a:pt x="65200" y="34660"/>
                  </a:lnTo>
                  <a:lnTo>
                    <a:pt x="61048" y="37962"/>
                  </a:lnTo>
                  <a:lnTo>
                    <a:pt x="57003" y="41394"/>
                  </a:lnTo>
                  <a:lnTo>
                    <a:pt x="53069" y="44952"/>
                  </a:lnTo>
                  <a:lnTo>
                    <a:pt x="49250" y="48634"/>
                  </a:lnTo>
                  <a:lnTo>
                    <a:pt x="45549" y="52435"/>
                  </a:lnTo>
                  <a:lnTo>
                    <a:pt x="41971" y="56351"/>
                  </a:lnTo>
                  <a:lnTo>
                    <a:pt x="38520" y="60379"/>
                  </a:lnTo>
                  <a:lnTo>
                    <a:pt x="35197" y="64515"/>
                  </a:lnTo>
                  <a:lnTo>
                    <a:pt x="32008" y="68754"/>
                  </a:lnTo>
                  <a:lnTo>
                    <a:pt x="28955" y="73092"/>
                  </a:lnTo>
                  <a:lnTo>
                    <a:pt x="26041" y="77524"/>
                  </a:lnTo>
                  <a:lnTo>
                    <a:pt x="23269" y="82047"/>
                  </a:lnTo>
                  <a:lnTo>
                    <a:pt x="20641" y="86656"/>
                  </a:lnTo>
                  <a:lnTo>
                    <a:pt x="18162" y="91345"/>
                  </a:lnTo>
                  <a:lnTo>
                    <a:pt x="15832" y="96111"/>
                  </a:lnTo>
                  <a:lnTo>
                    <a:pt x="13655" y="100948"/>
                  </a:lnTo>
                  <a:lnTo>
                    <a:pt x="11633" y="105852"/>
                  </a:lnTo>
                  <a:lnTo>
                    <a:pt x="9767" y="110818"/>
                  </a:lnTo>
                  <a:lnTo>
                    <a:pt x="8059" y="115840"/>
                  </a:lnTo>
                  <a:lnTo>
                    <a:pt x="6512" y="120915"/>
                  </a:lnTo>
                  <a:lnTo>
                    <a:pt x="5127" y="126035"/>
                  </a:lnTo>
                  <a:lnTo>
                    <a:pt x="3904" y="131197"/>
                  </a:lnTo>
                  <a:lnTo>
                    <a:pt x="2846" y="136395"/>
                  </a:lnTo>
                  <a:lnTo>
                    <a:pt x="1954" y="141624"/>
                  </a:lnTo>
                  <a:lnTo>
                    <a:pt x="1228" y="146879"/>
                  </a:lnTo>
                  <a:lnTo>
                    <a:pt x="669" y="152154"/>
                  </a:lnTo>
                  <a:lnTo>
                    <a:pt x="278" y="157445"/>
                  </a:lnTo>
                  <a:lnTo>
                    <a:pt x="54" y="162745"/>
                  </a:lnTo>
                  <a:lnTo>
                    <a:pt x="0" y="168049"/>
                  </a:lnTo>
                  <a:lnTo>
                    <a:pt x="113" y="173353"/>
                  </a:lnTo>
                  <a:lnTo>
                    <a:pt x="394" y="178650"/>
                  </a:lnTo>
                  <a:lnTo>
                    <a:pt x="844" y="183935"/>
                  </a:lnTo>
                  <a:lnTo>
                    <a:pt x="1461" y="189204"/>
                  </a:lnTo>
                  <a:lnTo>
                    <a:pt x="2245" y="194451"/>
                  </a:lnTo>
                  <a:lnTo>
                    <a:pt x="3195" y="199670"/>
                  </a:lnTo>
                  <a:lnTo>
                    <a:pt x="4310" y="204856"/>
                  </a:lnTo>
                  <a:lnTo>
                    <a:pt x="5589" y="210004"/>
                  </a:lnTo>
                  <a:lnTo>
                    <a:pt x="7031" y="215109"/>
                  </a:lnTo>
                  <a:lnTo>
                    <a:pt x="8634" y="220166"/>
                  </a:lnTo>
                  <a:lnTo>
                    <a:pt x="10396" y="225169"/>
                  </a:lnTo>
                  <a:lnTo>
                    <a:pt x="12317" y="230114"/>
                  </a:lnTo>
                  <a:lnTo>
                    <a:pt x="14393" y="234996"/>
                  </a:lnTo>
                  <a:lnTo>
                    <a:pt x="16623" y="239809"/>
                  </a:lnTo>
                  <a:lnTo>
                    <a:pt x="19005" y="244549"/>
                  </a:lnTo>
                  <a:lnTo>
                    <a:pt x="21536" y="249211"/>
                  </a:lnTo>
                  <a:lnTo>
                    <a:pt x="24214" y="253790"/>
                  </a:lnTo>
                  <a:lnTo>
                    <a:pt x="27036" y="258282"/>
                  </a:lnTo>
                  <a:lnTo>
                    <a:pt x="29998" y="262682"/>
                  </a:lnTo>
                  <a:lnTo>
                    <a:pt x="33099" y="266986"/>
                  </a:lnTo>
                  <a:lnTo>
                    <a:pt x="36335" y="271190"/>
                  </a:lnTo>
                  <a:lnTo>
                    <a:pt x="39703" y="275288"/>
                  </a:lnTo>
                  <a:lnTo>
                    <a:pt x="43199" y="279278"/>
                  </a:lnTo>
                  <a:lnTo>
                    <a:pt x="46819" y="283155"/>
                  </a:lnTo>
                  <a:lnTo>
                    <a:pt x="50561" y="286915"/>
                  </a:lnTo>
                  <a:lnTo>
                    <a:pt x="54421" y="290554"/>
                  </a:lnTo>
                  <a:lnTo>
                    <a:pt x="58394" y="294069"/>
                  </a:lnTo>
                  <a:lnTo>
                    <a:pt x="62476" y="297457"/>
                  </a:lnTo>
                  <a:lnTo>
                    <a:pt x="66664" y="300713"/>
                  </a:lnTo>
                  <a:lnTo>
                    <a:pt x="70953" y="303834"/>
                  </a:lnTo>
                  <a:lnTo>
                    <a:pt x="75339" y="306818"/>
                  </a:lnTo>
                  <a:lnTo>
                    <a:pt x="79817" y="309661"/>
                  </a:lnTo>
                  <a:lnTo>
                    <a:pt x="84384" y="312361"/>
                  </a:lnTo>
                  <a:lnTo>
                    <a:pt x="89034" y="314914"/>
                  </a:lnTo>
                  <a:lnTo>
                    <a:pt x="93762" y="317319"/>
                  </a:lnTo>
                  <a:lnTo>
                    <a:pt x="98564" y="319572"/>
                  </a:lnTo>
                  <a:lnTo>
                    <a:pt x="103436" y="321672"/>
                  </a:lnTo>
                  <a:lnTo>
                    <a:pt x="108371" y="323616"/>
                  </a:lnTo>
                  <a:lnTo>
                    <a:pt x="113366" y="325403"/>
                  </a:lnTo>
                  <a:lnTo>
                    <a:pt x="118415" y="327030"/>
                  </a:lnTo>
                  <a:lnTo>
                    <a:pt x="123513" y="328497"/>
                  </a:lnTo>
                  <a:lnTo>
                    <a:pt x="128655" y="329800"/>
                  </a:lnTo>
                  <a:lnTo>
                    <a:pt x="133836" y="330940"/>
                  </a:lnTo>
                  <a:lnTo>
                    <a:pt x="139050" y="331915"/>
                  </a:lnTo>
                  <a:lnTo>
                    <a:pt x="144293" y="332724"/>
                  </a:lnTo>
                  <a:lnTo>
                    <a:pt x="149559" y="333367"/>
                  </a:lnTo>
                  <a:lnTo>
                    <a:pt x="154842" y="333842"/>
                  </a:lnTo>
                  <a:lnTo>
                    <a:pt x="160138" y="334149"/>
                  </a:lnTo>
                  <a:lnTo>
                    <a:pt x="165441" y="334288"/>
                  </a:lnTo>
                  <a:lnTo>
                    <a:pt x="170745" y="334258"/>
                  </a:lnTo>
                  <a:lnTo>
                    <a:pt x="176046" y="334060"/>
                  </a:lnTo>
                  <a:lnTo>
                    <a:pt x="181339" y="333694"/>
                  </a:lnTo>
                  <a:lnTo>
                    <a:pt x="186616" y="333161"/>
                  </a:lnTo>
                  <a:lnTo>
                    <a:pt x="191875" y="332460"/>
                  </a:lnTo>
                  <a:lnTo>
                    <a:pt x="197108" y="331593"/>
                  </a:lnTo>
                  <a:lnTo>
                    <a:pt x="202311" y="330560"/>
                  </a:lnTo>
                  <a:lnTo>
                    <a:pt x="207479" y="329362"/>
                  </a:lnTo>
                  <a:lnTo>
                    <a:pt x="212606" y="328002"/>
                  </a:lnTo>
                  <a:lnTo>
                    <a:pt x="217688" y="326479"/>
                  </a:lnTo>
                  <a:lnTo>
                    <a:pt x="222718" y="324795"/>
                  </a:lnTo>
                  <a:lnTo>
                    <a:pt x="227693" y="322953"/>
                  </a:lnTo>
                  <a:lnTo>
                    <a:pt x="232606" y="320954"/>
                  </a:lnTo>
                  <a:lnTo>
                    <a:pt x="237454" y="318801"/>
                  </a:lnTo>
                  <a:lnTo>
                    <a:pt x="242231" y="316494"/>
                  </a:lnTo>
                  <a:lnTo>
                    <a:pt x="246933" y="314037"/>
                  </a:lnTo>
                  <a:lnTo>
                    <a:pt x="251554" y="311432"/>
                  </a:lnTo>
                  <a:lnTo>
                    <a:pt x="256090" y="308682"/>
                  </a:lnTo>
                  <a:lnTo>
                    <a:pt x="260536" y="305789"/>
                  </a:lnTo>
                  <a:lnTo>
                    <a:pt x="264889" y="302757"/>
                  </a:lnTo>
                  <a:lnTo>
                    <a:pt x="269143" y="299588"/>
                  </a:lnTo>
                  <a:lnTo>
                    <a:pt x="273295" y="296285"/>
                  </a:lnTo>
                  <a:lnTo>
                    <a:pt x="277339" y="292853"/>
                  </a:lnTo>
                  <a:lnTo>
                    <a:pt x="281273" y="289294"/>
                  </a:lnTo>
                  <a:lnTo>
                    <a:pt x="285091" y="285612"/>
                  </a:lnTo>
                  <a:lnTo>
                    <a:pt x="288791" y="281810"/>
                  </a:lnTo>
                  <a:lnTo>
                    <a:pt x="292369" y="277894"/>
                  </a:lnTo>
                  <a:lnTo>
                    <a:pt x="295820" y="273865"/>
                  </a:lnTo>
                  <a:lnTo>
                    <a:pt x="299142" y="269729"/>
                  </a:lnTo>
                  <a:lnTo>
                    <a:pt x="302331" y="265490"/>
                  </a:lnTo>
                  <a:lnTo>
                    <a:pt x="305384" y="261152"/>
                  </a:lnTo>
                  <a:lnTo>
                    <a:pt x="308298" y="256719"/>
                  </a:lnTo>
                  <a:lnTo>
                    <a:pt x="311069" y="252196"/>
                  </a:lnTo>
                  <a:lnTo>
                    <a:pt x="313696" y="247587"/>
                  </a:lnTo>
                  <a:lnTo>
                    <a:pt x="316175" y="242897"/>
                  </a:lnTo>
                  <a:lnTo>
                    <a:pt x="318504" y="238131"/>
                  </a:lnTo>
                  <a:lnTo>
                    <a:pt x="320680" y="233294"/>
                  </a:lnTo>
                  <a:lnTo>
                    <a:pt x="322703" y="228389"/>
                  </a:lnTo>
                  <a:lnTo>
                    <a:pt x="324568" y="223423"/>
                  </a:lnTo>
                  <a:lnTo>
                    <a:pt x="326275" y="218401"/>
                  </a:lnTo>
                  <a:lnTo>
                    <a:pt x="327822" y="213327"/>
                  </a:lnTo>
                  <a:lnTo>
                    <a:pt x="329206" y="208206"/>
                  </a:lnTo>
                  <a:lnTo>
                    <a:pt x="330428" y="203044"/>
                  </a:lnTo>
                  <a:lnTo>
                    <a:pt x="331486" y="197846"/>
                  </a:lnTo>
                  <a:lnTo>
                    <a:pt x="332377" y="192616"/>
                  </a:lnTo>
                  <a:lnTo>
                    <a:pt x="333103" y="187361"/>
                  </a:lnTo>
                  <a:lnTo>
                    <a:pt x="333661" y="182086"/>
                  </a:lnTo>
                  <a:lnTo>
                    <a:pt x="334052" y="176796"/>
                  </a:lnTo>
                  <a:lnTo>
                    <a:pt x="334275" y="171496"/>
                  </a:lnTo>
                  <a:lnTo>
                    <a:pt x="334329" y="166191"/>
                  </a:lnTo>
                  <a:lnTo>
                    <a:pt x="334215" y="160888"/>
                  </a:lnTo>
                  <a:lnTo>
                    <a:pt x="333933" y="155591"/>
                  </a:lnTo>
                  <a:lnTo>
                    <a:pt x="333483" y="150305"/>
                  </a:lnTo>
                  <a:lnTo>
                    <a:pt x="332866" y="145036"/>
                  </a:lnTo>
                  <a:lnTo>
                    <a:pt x="332081" y="139790"/>
                  </a:lnTo>
                  <a:lnTo>
                    <a:pt x="331131" y="134571"/>
                  </a:lnTo>
                  <a:lnTo>
                    <a:pt x="330015" y="129385"/>
                  </a:lnTo>
                  <a:lnTo>
                    <a:pt x="328736" y="124237"/>
                  </a:lnTo>
                  <a:lnTo>
                    <a:pt x="327293" y="119132"/>
                  </a:lnTo>
                  <a:lnTo>
                    <a:pt x="325690" y="114076"/>
                  </a:lnTo>
                  <a:lnTo>
                    <a:pt x="323927" y="109072"/>
                  </a:lnTo>
                  <a:lnTo>
                    <a:pt x="322006" y="104128"/>
                  </a:lnTo>
                  <a:lnTo>
                    <a:pt x="319929" y="99246"/>
                  </a:lnTo>
                  <a:lnTo>
                    <a:pt x="317698" y="94434"/>
                  </a:lnTo>
                  <a:lnTo>
                    <a:pt x="315316" y="89694"/>
                  </a:lnTo>
                  <a:lnTo>
                    <a:pt x="312784" y="85032"/>
                  </a:lnTo>
                  <a:lnTo>
                    <a:pt x="310106" y="80453"/>
                  </a:lnTo>
                  <a:lnTo>
                    <a:pt x="307284" y="75961"/>
                  </a:lnTo>
                  <a:lnTo>
                    <a:pt x="304321" y="71562"/>
                  </a:lnTo>
                  <a:lnTo>
                    <a:pt x="301219" y="67258"/>
                  </a:lnTo>
                  <a:lnTo>
                    <a:pt x="297983" y="63055"/>
                  </a:lnTo>
                  <a:lnTo>
                    <a:pt x="294615" y="58956"/>
                  </a:lnTo>
                  <a:lnTo>
                    <a:pt x="291119" y="54967"/>
                  </a:lnTo>
                  <a:lnTo>
                    <a:pt x="287497" y="51090"/>
                  </a:lnTo>
                  <a:lnTo>
                    <a:pt x="283755" y="47331"/>
                  </a:lnTo>
                  <a:lnTo>
                    <a:pt x="279895" y="43692"/>
                  </a:lnTo>
                  <a:lnTo>
                    <a:pt x="275922" y="40177"/>
                  </a:lnTo>
                  <a:lnTo>
                    <a:pt x="271839" y="36790"/>
                  </a:lnTo>
                  <a:lnTo>
                    <a:pt x="267651" y="33535"/>
                  </a:lnTo>
                  <a:lnTo>
                    <a:pt x="263361" y="30414"/>
                  </a:lnTo>
                  <a:lnTo>
                    <a:pt x="258975" y="27430"/>
                  </a:lnTo>
                  <a:lnTo>
                    <a:pt x="254497" y="24588"/>
                  </a:lnTo>
                  <a:lnTo>
                    <a:pt x="249930" y="21888"/>
                  </a:lnTo>
                  <a:lnTo>
                    <a:pt x="245280" y="19335"/>
                  </a:lnTo>
                  <a:lnTo>
                    <a:pt x="240551" y="16931"/>
                  </a:lnTo>
                  <a:lnTo>
                    <a:pt x="235749" y="14678"/>
                  </a:lnTo>
                  <a:lnTo>
                    <a:pt x="230877" y="12579"/>
                  </a:lnTo>
                  <a:lnTo>
                    <a:pt x="167164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90748" y="2633064"/>
              <a:ext cx="63712" cy="167167"/>
            </a:xfrm>
            <a:custGeom>
              <a:avLst/>
              <a:pathLst>
                <a:path w="63712" h="167167">
                  <a:moveTo>
                    <a:pt x="63712" y="12617"/>
                  </a:moveTo>
                  <a:lnTo>
                    <a:pt x="58179" y="10450"/>
                  </a:lnTo>
                  <a:lnTo>
                    <a:pt x="52573" y="8482"/>
                  </a:lnTo>
                  <a:lnTo>
                    <a:pt x="46900" y="6714"/>
                  </a:lnTo>
                  <a:lnTo>
                    <a:pt x="41168" y="5148"/>
                  </a:lnTo>
                  <a:lnTo>
                    <a:pt x="35384" y="3787"/>
                  </a:lnTo>
                  <a:lnTo>
                    <a:pt x="29555" y="2633"/>
                  </a:lnTo>
                  <a:lnTo>
                    <a:pt x="23689" y="1687"/>
                  </a:lnTo>
                  <a:lnTo>
                    <a:pt x="17793" y="949"/>
                  </a:lnTo>
                  <a:lnTo>
                    <a:pt x="11874" y="422"/>
                  </a:lnTo>
                  <a:lnTo>
                    <a:pt x="594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9242" y="3170392"/>
              <a:ext cx="16738" cy="167167"/>
            </a:xfrm>
            <a:custGeom>
              <a:avLst/>
              <a:pathLst>
                <a:path w="16738" h="167167">
                  <a:moveTo>
                    <a:pt x="16738" y="0"/>
                  </a:moveTo>
                  <a:lnTo>
                    <a:pt x="8358" y="210"/>
                  </a:lnTo>
                  <a:lnTo>
                    <a:pt x="0" y="840"/>
                  </a:lnTo>
                  <a:lnTo>
                    <a:pt x="1673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242" y="3171232"/>
              <a:ext cx="16738" cy="166327"/>
            </a:xfrm>
            <a:custGeom>
              <a:avLst/>
              <a:pathLst>
                <a:path w="16738" h="166327">
                  <a:moveTo>
                    <a:pt x="0" y="0"/>
                  </a:moveTo>
                  <a:lnTo>
                    <a:pt x="16738" y="1663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358822" y="3171232"/>
              <a:ext cx="334318" cy="333491"/>
            </a:xfrm>
            <a:custGeom>
              <a:avLst/>
              <a:pathLst>
                <a:path w="334318" h="333491">
                  <a:moveTo>
                    <a:pt x="150420" y="0"/>
                  </a:moveTo>
                  <a:lnTo>
                    <a:pt x="145149" y="615"/>
                  </a:lnTo>
                  <a:lnTo>
                    <a:pt x="139901" y="1397"/>
                  </a:lnTo>
                  <a:lnTo>
                    <a:pt x="134680" y="2345"/>
                  </a:lnTo>
                  <a:lnTo>
                    <a:pt x="129492" y="3458"/>
                  </a:lnTo>
                  <a:lnTo>
                    <a:pt x="124341" y="4736"/>
                  </a:lnTo>
                  <a:lnTo>
                    <a:pt x="119234" y="6176"/>
                  </a:lnTo>
                  <a:lnTo>
                    <a:pt x="114175" y="7778"/>
                  </a:lnTo>
                  <a:lnTo>
                    <a:pt x="109170" y="9539"/>
                  </a:lnTo>
                  <a:lnTo>
                    <a:pt x="104223" y="11459"/>
                  </a:lnTo>
                  <a:lnTo>
                    <a:pt x="99339" y="13534"/>
                  </a:lnTo>
                  <a:lnTo>
                    <a:pt x="94524" y="15764"/>
                  </a:lnTo>
                  <a:lnTo>
                    <a:pt x="89782" y="18145"/>
                  </a:lnTo>
                  <a:lnTo>
                    <a:pt x="85118" y="20675"/>
                  </a:lnTo>
                  <a:lnTo>
                    <a:pt x="80537" y="23352"/>
                  </a:lnTo>
                  <a:lnTo>
                    <a:pt x="76042" y="26174"/>
                  </a:lnTo>
                  <a:lnTo>
                    <a:pt x="71640" y="29136"/>
                  </a:lnTo>
                  <a:lnTo>
                    <a:pt x="67334" y="32237"/>
                  </a:lnTo>
                  <a:lnTo>
                    <a:pt x="63128" y="35473"/>
                  </a:lnTo>
                  <a:lnTo>
                    <a:pt x="59028" y="38840"/>
                  </a:lnTo>
                  <a:lnTo>
                    <a:pt x="55036" y="42337"/>
                  </a:lnTo>
                  <a:lnTo>
                    <a:pt x="51157" y="45958"/>
                  </a:lnTo>
                  <a:lnTo>
                    <a:pt x="47395" y="49700"/>
                  </a:lnTo>
                  <a:lnTo>
                    <a:pt x="43754" y="53560"/>
                  </a:lnTo>
                  <a:lnTo>
                    <a:pt x="40237" y="57533"/>
                  </a:lnTo>
                  <a:lnTo>
                    <a:pt x="36848" y="61616"/>
                  </a:lnTo>
                  <a:lnTo>
                    <a:pt x="33591" y="65805"/>
                  </a:lnTo>
                  <a:lnTo>
                    <a:pt x="30467" y="70095"/>
                  </a:lnTo>
                  <a:lnTo>
                    <a:pt x="27482" y="74482"/>
                  </a:lnTo>
                  <a:lnTo>
                    <a:pt x="24637" y="78961"/>
                  </a:lnTo>
                  <a:lnTo>
                    <a:pt x="21936" y="83528"/>
                  </a:lnTo>
                  <a:lnTo>
                    <a:pt x="19382" y="88179"/>
                  </a:lnTo>
                  <a:lnTo>
                    <a:pt x="16976" y="92909"/>
                  </a:lnTo>
                  <a:lnTo>
                    <a:pt x="14721" y="97712"/>
                  </a:lnTo>
                  <a:lnTo>
                    <a:pt x="12620" y="102585"/>
                  </a:lnTo>
                  <a:lnTo>
                    <a:pt x="10675" y="107522"/>
                  </a:lnTo>
                  <a:lnTo>
                    <a:pt x="8887" y="112518"/>
                  </a:lnTo>
                  <a:lnTo>
                    <a:pt x="7259" y="117569"/>
                  </a:lnTo>
                  <a:lnTo>
                    <a:pt x="5792" y="122668"/>
                  </a:lnTo>
                  <a:lnTo>
                    <a:pt x="4488" y="127812"/>
                  </a:lnTo>
                  <a:lnTo>
                    <a:pt x="3348" y="132994"/>
                  </a:lnTo>
                  <a:lnTo>
                    <a:pt x="2372" y="138210"/>
                  </a:lnTo>
                  <a:lnTo>
                    <a:pt x="1563" y="143454"/>
                  </a:lnTo>
                  <a:lnTo>
                    <a:pt x="920" y="148721"/>
                  </a:lnTo>
                  <a:lnTo>
                    <a:pt x="445" y="154006"/>
                  </a:lnTo>
                  <a:lnTo>
                    <a:pt x="138" y="159304"/>
                  </a:lnTo>
                  <a:lnTo>
                    <a:pt x="0" y="164608"/>
                  </a:lnTo>
                  <a:lnTo>
                    <a:pt x="29" y="169914"/>
                  </a:lnTo>
                  <a:lnTo>
                    <a:pt x="227" y="175217"/>
                  </a:lnTo>
                  <a:lnTo>
                    <a:pt x="593" y="180511"/>
                  </a:lnTo>
                  <a:lnTo>
                    <a:pt x="1128" y="185790"/>
                  </a:lnTo>
                  <a:lnTo>
                    <a:pt x="1829" y="191050"/>
                  </a:lnTo>
                  <a:lnTo>
                    <a:pt x="2697" y="196285"/>
                  </a:lnTo>
                  <a:lnTo>
                    <a:pt x="3731" y="201489"/>
                  </a:lnTo>
                  <a:lnTo>
                    <a:pt x="4929" y="206659"/>
                  </a:lnTo>
                  <a:lnTo>
                    <a:pt x="6291" y="211787"/>
                  </a:lnTo>
                  <a:lnTo>
                    <a:pt x="7815" y="216870"/>
                  </a:lnTo>
                  <a:lnTo>
                    <a:pt x="9499" y="221902"/>
                  </a:lnTo>
                  <a:lnTo>
                    <a:pt x="11342" y="226878"/>
                  </a:lnTo>
                  <a:lnTo>
                    <a:pt x="13343" y="231793"/>
                  </a:lnTo>
                  <a:lnTo>
                    <a:pt x="15498" y="236641"/>
                  </a:lnTo>
                  <a:lnTo>
                    <a:pt x="17806" y="241420"/>
                  </a:lnTo>
                  <a:lnTo>
                    <a:pt x="20265" y="246122"/>
                  </a:lnTo>
                  <a:lnTo>
                    <a:pt x="22871" y="250744"/>
                  </a:lnTo>
                  <a:lnTo>
                    <a:pt x="25623" y="255281"/>
                  </a:lnTo>
                  <a:lnTo>
                    <a:pt x="28518" y="259728"/>
                  </a:lnTo>
                  <a:lnTo>
                    <a:pt x="31552" y="264081"/>
                  </a:lnTo>
                  <a:lnTo>
                    <a:pt x="34723" y="268336"/>
                  </a:lnTo>
                  <a:lnTo>
                    <a:pt x="38027" y="272488"/>
                  </a:lnTo>
                  <a:lnTo>
                    <a:pt x="41462" y="276533"/>
                  </a:lnTo>
                  <a:lnTo>
                    <a:pt x="45023" y="280467"/>
                  </a:lnTo>
                  <a:lnTo>
                    <a:pt x="48707" y="284286"/>
                  </a:lnTo>
                  <a:lnTo>
                    <a:pt x="52510" y="287986"/>
                  </a:lnTo>
                  <a:lnTo>
                    <a:pt x="56429" y="291563"/>
                  </a:lnTo>
                  <a:lnTo>
                    <a:pt x="60460" y="295014"/>
                  </a:lnTo>
                  <a:lnTo>
                    <a:pt x="64598" y="298336"/>
                  </a:lnTo>
                  <a:lnTo>
                    <a:pt x="68840" y="301525"/>
                  </a:lnTo>
                  <a:lnTo>
                    <a:pt x="73180" y="304577"/>
                  </a:lnTo>
                  <a:lnTo>
                    <a:pt x="77615" y="307490"/>
                  </a:lnTo>
                  <a:lnTo>
                    <a:pt x="82141" y="310261"/>
                  </a:lnTo>
                  <a:lnTo>
                    <a:pt x="86752" y="312887"/>
                  </a:lnTo>
                  <a:lnTo>
                    <a:pt x="91444" y="315365"/>
                  </a:lnTo>
                  <a:lnTo>
                    <a:pt x="96212" y="317693"/>
                  </a:lnTo>
                  <a:lnTo>
                    <a:pt x="101052" y="319868"/>
                  </a:lnTo>
                  <a:lnTo>
                    <a:pt x="105959" y="321889"/>
                  </a:lnTo>
                  <a:lnTo>
                    <a:pt x="110927" y="323753"/>
                  </a:lnTo>
                  <a:lnTo>
                    <a:pt x="115952" y="325458"/>
                  </a:lnTo>
                  <a:lnTo>
                    <a:pt x="121028" y="327003"/>
                  </a:lnTo>
                  <a:lnTo>
                    <a:pt x="126151" y="328387"/>
                  </a:lnTo>
                  <a:lnTo>
                    <a:pt x="131315" y="329606"/>
                  </a:lnTo>
                  <a:lnTo>
                    <a:pt x="136515" y="330662"/>
                  </a:lnTo>
                  <a:lnTo>
                    <a:pt x="141747" y="331552"/>
                  </a:lnTo>
                  <a:lnTo>
                    <a:pt x="147003" y="332275"/>
                  </a:lnTo>
                  <a:lnTo>
                    <a:pt x="152281" y="332831"/>
                  </a:lnTo>
                  <a:lnTo>
                    <a:pt x="157573" y="333219"/>
                  </a:lnTo>
                  <a:lnTo>
                    <a:pt x="162874" y="333439"/>
                  </a:lnTo>
                  <a:lnTo>
                    <a:pt x="168180" y="333491"/>
                  </a:lnTo>
                  <a:lnTo>
                    <a:pt x="173485" y="333374"/>
                  </a:lnTo>
                  <a:lnTo>
                    <a:pt x="178784" y="333089"/>
                  </a:lnTo>
                  <a:lnTo>
                    <a:pt x="184071" y="332636"/>
                  </a:lnTo>
                  <a:lnTo>
                    <a:pt x="189341" y="332016"/>
                  </a:lnTo>
                  <a:lnTo>
                    <a:pt x="194589" y="331228"/>
                  </a:lnTo>
                  <a:lnTo>
                    <a:pt x="199808" y="330275"/>
                  </a:lnTo>
                  <a:lnTo>
                    <a:pt x="204995" y="329156"/>
                  </a:lnTo>
                  <a:lnTo>
                    <a:pt x="210144" y="327873"/>
                  </a:lnTo>
                  <a:lnTo>
                    <a:pt x="215250" y="326427"/>
                  </a:lnTo>
                  <a:lnTo>
                    <a:pt x="220307" y="324820"/>
                  </a:lnTo>
                  <a:lnTo>
                    <a:pt x="225311" y="323053"/>
                  </a:lnTo>
                  <a:lnTo>
                    <a:pt x="230256" y="321129"/>
                  </a:lnTo>
                  <a:lnTo>
                    <a:pt x="235137" y="319048"/>
                  </a:lnTo>
                  <a:lnTo>
                    <a:pt x="239950" y="316814"/>
                  </a:lnTo>
                  <a:lnTo>
                    <a:pt x="244689" y="314428"/>
                  </a:lnTo>
                  <a:lnTo>
                    <a:pt x="249351" y="311892"/>
                  </a:lnTo>
                  <a:lnTo>
                    <a:pt x="253929" y="309210"/>
                  </a:lnTo>
                  <a:lnTo>
                    <a:pt x="258421" y="306384"/>
                  </a:lnTo>
                  <a:lnTo>
                    <a:pt x="262820" y="303417"/>
                  </a:lnTo>
                  <a:lnTo>
                    <a:pt x="267123" y="300312"/>
                  </a:lnTo>
                  <a:lnTo>
                    <a:pt x="271325" y="297072"/>
                  </a:lnTo>
                  <a:lnTo>
                    <a:pt x="275422" y="293700"/>
                  </a:lnTo>
                  <a:lnTo>
                    <a:pt x="279410" y="290199"/>
                  </a:lnTo>
                  <a:lnTo>
                    <a:pt x="283285" y="286574"/>
                  </a:lnTo>
                  <a:lnTo>
                    <a:pt x="287043" y="282828"/>
                  </a:lnTo>
                  <a:lnTo>
                    <a:pt x="290680" y="278964"/>
                  </a:lnTo>
                  <a:lnTo>
                    <a:pt x="294193" y="274987"/>
                  </a:lnTo>
                  <a:lnTo>
                    <a:pt x="297578" y="270901"/>
                  </a:lnTo>
                  <a:lnTo>
                    <a:pt x="300831" y="266709"/>
                  </a:lnTo>
                  <a:lnTo>
                    <a:pt x="303950" y="262415"/>
                  </a:lnTo>
                  <a:lnTo>
                    <a:pt x="306930" y="258025"/>
                  </a:lnTo>
                  <a:lnTo>
                    <a:pt x="309770" y="253543"/>
                  </a:lnTo>
                  <a:lnTo>
                    <a:pt x="312467" y="248973"/>
                  </a:lnTo>
                  <a:lnTo>
                    <a:pt x="315017" y="244319"/>
                  </a:lnTo>
                  <a:lnTo>
                    <a:pt x="317417" y="239587"/>
                  </a:lnTo>
                  <a:lnTo>
                    <a:pt x="319667" y="234781"/>
                  </a:lnTo>
                  <a:lnTo>
                    <a:pt x="321763" y="229906"/>
                  </a:lnTo>
                  <a:lnTo>
                    <a:pt x="323703" y="224967"/>
                  </a:lnTo>
                  <a:lnTo>
                    <a:pt x="325485" y="219969"/>
                  </a:lnTo>
                  <a:lnTo>
                    <a:pt x="327108" y="214917"/>
                  </a:lnTo>
                  <a:lnTo>
                    <a:pt x="328569" y="209816"/>
                  </a:lnTo>
                  <a:lnTo>
                    <a:pt x="329868" y="204671"/>
                  </a:lnTo>
                  <a:lnTo>
                    <a:pt x="331003" y="199488"/>
                  </a:lnTo>
                  <a:lnTo>
                    <a:pt x="331973" y="194271"/>
                  </a:lnTo>
                  <a:lnTo>
                    <a:pt x="332777" y="189026"/>
                  </a:lnTo>
                  <a:lnTo>
                    <a:pt x="333414" y="183758"/>
                  </a:lnTo>
                  <a:lnTo>
                    <a:pt x="333884" y="178472"/>
                  </a:lnTo>
                  <a:lnTo>
                    <a:pt x="334185" y="173175"/>
                  </a:lnTo>
                  <a:lnTo>
                    <a:pt x="334318" y="167870"/>
                  </a:lnTo>
                  <a:lnTo>
                    <a:pt x="334283" y="162564"/>
                  </a:lnTo>
                  <a:lnTo>
                    <a:pt x="334080" y="157261"/>
                  </a:lnTo>
                  <a:lnTo>
                    <a:pt x="333708" y="151968"/>
                  </a:lnTo>
                  <a:lnTo>
                    <a:pt x="333168" y="146689"/>
                  </a:lnTo>
                  <a:lnTo>
                    <a:pt x="332461" y="141430"/>
                  </a:lnTo>
                  <a:lnTo>
                    <a:pt x="331588" y="136196"/>
                  </a:lnTo>
                  <a:lnTo>
                    <a:pt x="330549" y="130993"/>
                  </a:lnTo>
                  <a:lnTo>
                    <a:pt x="329345" y="125825"/>
                  </a:lnTo>
                  <a:lnTo>
                    <a:pt x="327978" y="120698"/>
                  </a:lnTo>
                  <a:lnTo>
                    <a:pt x="326448" y="115617"/>
                  </a:lnTo>
                  <a:lnTo>
                    <a:pt x="324759" y="110586"/>
                  </a:lnTo>
                  <a:lnTo>
                    <a:pt x="322910" y="105613"/>
                  </a:lnTo>
                  <a:lnTo>
                    <a:pt x="320905" y="100700"/>
                  </a:lnTo>
                  <a:lnTo>
                    <a:pt x="318744" y="95853"/>
                  </a:lnTo>
                  <a:lnTo>
                    <a:pt x="316431" y="91078"/>
                  </a:lnTo>
                  <a:lnTo>
                    <a:pt x="313968" y="86378"/>
                  </a:lnTo>
                  <a:lnTo>
                    <a:pt x="311356" y="81758"/>
                  </a:lnTo>
                  <a:lnTo>
                    <a:pt x="308600" y="77224"/>
                  </a:lnTo>
                  <a:lnTo>
                    <a:pt x="305700" y="72780"/>
                  </a:lnTo>
                  <a:lnTo>
                    <a:pt x="302662" y="68430"/>
                  </a:lnTo>
                  <a:lnTo>
                    <a:pt x="299486" y="64179"/>
                  </a:lnTo>
                  <a:lnTo>
                    <a:pt x="296178" y="60030"/>
                  </a:lnTo>
                  <a:lnTo>
                    <a:pt x="292739" y="55989"/>
                  </a:lnTo>
                  <a:lnTo>
                    <a:pt x="289174" y="52059"/>
                  </a:lnTo>
                  <a:lnTo>
                    <a:pt x="285485" y="48244"/>
                  </a:lnTo>
                  <a:lnTo>
                    <a:pt x="281678" y="44548"/>
                  </a:lnTo>
                  <a:lnTo>
                    <a:pt x="277755" y="40974"/>
                  </a:lnTo>
                  <a:lnTo>
                    <a:pt x="273721" y="37527"/>
                  </a:lnTo>
                  <a:lnTo>
                    <a:pt x="269580" y="34210"/>
                  </a:lnTo>
                  <a:lnTo>
                    <a:pt x="265335" y="31026"/>
                  </a:lnTo>
                  <a:lnTo>
                    <a:pt x="167158" y="1663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3170392"/>
              <a:ext cx="98176" cy="167167"/>
            </a:xfrm>
            <a:custGeom>
              <a:avLst/>
              <a:pathLst>
                <a:path w="98176" h="167167">
                  <a:moveTo>
                    <a:pt x="98176" y="31866"/>
                  </a:moveTo>
                  <a:lnTo>
                    <a:pt x="93399" y="28525"/>
                  </a:lnTo>
                  <a:lnTo>
                    <a:pt x="88508" y="25353"/>
                  </a:lnTo>
                  <a:lnTo>
                    <a:pt x="83510" y="22354"/>
                  </a:lnTo>
                  <a:lnTo>
                    <a:pt x="78410" y="19530"/>
                  </a:lnTo>
                  <a:lnTo>
                    <a:pt x="73215" y="16886"/>
                  </a:lnTo>
                  <a:lnTo>
                    <a:pt x="67931" y="14424"/>
                  </a:lnTo>
                  <a:lnTo>
                    <a:pt x="62564" y="12149"/>
                  </a:lnTo>
                  <a:lnTo>
                    <a:pt x="57121" y="10062"/>
                  </a:lnTo>
                  <a:lnTo>
                    <a:pt x="51609" y="8166"/>
                  </a:lnTo>
                  <a:lnTo>
                    <a:pt x="46034" y="6463"/>
                  </a:lnTo>
                  <a:lnTo>
                    <a:pt x="40403" y="4956"/>
                  </a:lnTo>
                  <a:lnTo>
                    <a:pt x="34723" y="3645"/>
                  </a:lnTo>
                  <a:lnTo>
                    <a:pt x="29000" y="2534"/>
                  </a:lnTo>
                  <a:lnTo>
                    <a:pt x="23242" y="1623"/>
                  </a:lnTo>
                  <a:lnTo>
                    <a:pt x="17456" y="913"/>
                  </a:lnTo>
                  <a:lnTo>
                    <a:pt x="11649" y="406"/>
                  </a:lnTo>
                  <a:lnTo>
                    <a:pt x="5828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6901" y="3707720"/>
              <a:ext cx="3847" cy="167167"/>
            </a:xfrm>
            <a:custGeom>
              <a:avLst/>
              <a:pathLst>
                <a:path w="3847" h="167167">
                  <a:moveTo>
                    <a:pt x="3847" y="0"/>
                  </a:moveTo>
                  <a:lnTo>
                    <a:pt x="0" y="44"/>
                  </a:lnTo>
                  <a:lnTo>
                    <a:pt x="38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901" y="37077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423582" y="3707765"/>
              <a:ext cx="334333" cy="334273"/>
            </a:xfrm>
            <a:custGeom>
              <a:avLst/>
              <a:pathLst>
                <a:path w="334333" h="334273">
                  <a:moveTo>
                    <a:pt x="163318" y="0"/>
                  </a:moveTo>
                  <a:lnTo>
                    <a:pt x="158027" y="205"/>
                  </a:lnTo>
                  <a:lnTo>
                    <a:pt x="152745" y="578"/>
                  </a:lnTo>
                  <a:lnTo>
                    <a:pt x="147477" y="1119"/>
                  </a:lnTo>
                  <a:lnTo>
                    <a:pt x="142230" y="1825"/>
                  </a:lnTo>
                  <a:lnTo>
                    <a:pt x="137007" y="2698"/>
                  </a:lnTo>
                  <a:lnTo>
                    <a:pt x="131814" y="3736"/>
                  </a:lnTo>
                  <a:lnTo>
                    <a:pt x="126657" y="4937"/>
                  </a:lnTo>
                  <a:lnTo>
                    <a:pt x="121541" y="6302"/>
                  </a:lnTo>
                  <a:lnTo>
                    <a:pt x="116470" y="7827"/>
                  </a:lnTo>
                  <a:lnTo>
                    <a:pt x="111451" y="9513"/>
                  </a:lnTo>
                  <a:lnTo>
                    <a:pt x="106487" y="11357"/>
                  </a:lnTo>
                  <a:lnTo>
                    <a:pt x="101584" y="13357"/>
                  </a:lnTo>
                  <a:lnTo>
                    <a:pt x="96746" y="15511"/>
                  </a:lnTo>
                  <a:lnTo>
                    <a:pt x="91980" y="17817"/>
                  </a:lnTo>
                  <a:lnTo>
                    <a:pt x="87289" y="20273"/>
                  </a:lnTo>
                  <a:lnTo>
                    <a:pt x="82678" y="22877"/>
                  </a:lnTo>
                  <a:lnTo>
                    <a:pt x="78152" y="25625"/>
                  </a:lnTo>
                  <a:lnTo>
                    <a:pt x="73715" y="28515"/>
                  </a:lnTo>
                  <a:lnTo>
                    <a:pt x="69372" y="31545"/>
                  </a:lnTo>
                  <a:lnTo>
                    <a:pt x="65127" y="34710"/>
                  </a:lnTo>
                  <a:lnTo>
                    <a:pt x="60984" y="38008"/>
                  </a:lnTo>
                  <a:lnTo>
                    <a:pt x="56948" y="41436"/>
                  </a:lnTo>
                  <a:lnTo>
                    <a:pt x="53023" y="44990"/>
                  </a:lnTo>
                  <a:lnTo>
                    <a:pt x="49212" y="48666"/>
                  </a:lnTo>
                  <a:lnTo>
                    <a:pt x="45519" y="52461"/>
                  </a:lnTo>
                  <a:lnTo>
                    <a:pt x="41949" y="56372"/>
                  </a:lnTo>
                  <a:lnTo>
                    <a:pt x="38504" y="60393"/>
                  </a:lnTo>
                  <a:lnTo>
                    <a:pt x="35188" y="64522"/>
                  </a:lnTo>
                  <a:lnTo>
                    <a:pt x="32005" y="68753"/>
                  </a:lnTo>
                  <a:lnTo>
                    <a:pt x="28957" y="73083"/>
                  </a:lnTo>
                  <a:lnTo>
                    <a:pt x="26048" y="77508"/>
                  </a:lnTo>
                  <a:lnTo>
                    <a:pt x="23280" y="82022"/>
                  </a:lnTo>
                  <a:lnTo>
                    <a:pt x="20657" y="86622"/>
                  </a:lnTo>
                  <a:lnTo>
                    <a:pt x="18181" y="91303"/>
                  </a:lnTo>
                  <a:lnTo>
                    <a:pt x="15855" y="96059"/>
                  </a:lnTo>
                  <a:lnTo>
                    <a:pt x="13680" y="100887"/>
                  </a:lnTo>
                  <a:lnTo>
                    <a:pt x="11659" y="105782"/>
                  </a:lnTo>
                  <a:lnTo>
                    <a:pt x="9794" y="110738"/>
                  </a:lnTo>
                  <a:lnTo>
                    <a:pt x="8087" y="115750"/>
                  </a:lnTo>
                  <a:lnTo>
                    <a:pt x="6540" y="120814"/>
                  </a:lnTo>
                  <a:lnTo>
                    <a:pt x="5154" y="125925"/>
                  </a:lnTo>
                  <a:lnTo>
                    <a:pt x="3930" y="131077"/>
                  </a:lnTo>
                  <a:lnTo>
                    <a:pt x="2871" y="136265"/>
                  </a:lnTo>
                  <a:lnTo>
                    <a:pt x="1976" y="141484"/>
                  </a:lnTo>
                  <a:lnTo>
                    <a:pt x="1247" y="146729"/>
                  </a:lnTo>
                  <a:lnTo>
                    <a:pt x="684" y="151994"/>
                  </a:lnTo>
                  <a:lnTo>
                    <a:pt x="288" y="157274"/>
                  </a:lnTo>
                  <a:lnTo>
                    <a:pt x="60" y="162564"/>
                  </a:lnTo>
                  <a:lnTo>
                    <a:pt x="0" y="167859"/>
                  </a:lnTo>
                  <a:lnTo>
                    <a:pt x="107" y="173153"/>
                  </a:lnTo>
                  <a:lnTo>
                    <a:pt x="382" y="178441"/>
                  </a:lnTo>
                  <a:lnTo>
                    <a:pt x="824" y="183718"/>
                  </a:lnTo>
                  <a:lnTo>
                    <a:pt x="1433" y="188978"/>
                  </a:lnTo>
                  <a:lnTo>
                    <a:pt x="2208" y="194216"/>
                  </a:lnTo>
                  <a:lnTo>
                    <a:pt x="3149" y="199427"/>
                  </a:lnTo>
                  <a:lnTo>
                    <a:pt x="4254" y="204606"/>
                  </a:lnTo>
                  <a:lnTo>
                    <a:pt x="5523" y="209747"/>
                  </a:lnTo>
                  <a:lnTo>
                    <a:pt x="6954" y="214845"/>
                  </a:lnTo>
                  <a:lnTo>
                    <a:pt x="8546" y="219895"/>
                  </a:lnTo>
                  <a:lnTo>
                    <a:pt x="10297" y="224892"/>
                  </a:lnTo>
                  <a:lnTo>
                    <a:pt x="12206" y="229832"/>
                  </a:lnTo>
                  <a:lnTo>
                    <a:pt x="14269" y="234708"/>
                  </a:lnTo>
                  <a:lnTo>
                    <a:pt x="16487" y="239517"/>
                  </a:lnTo>
                  <a:lnTo>
                    <a:pt x="18855" y="244253"/>
                  </a:lnTo>
                  <a:lnTo>
                    <a:pt x="21372" y="248911"/>
                  </a:lnTo>
                  <a:lnTo>
                    <a:pt x="24036" y="253488"/>
                  </a:lnTo>
                  <a:lnTo>
                    <a:pt x="26843" y="257978"/>
                  </a:lnTo>
                  <a:lnTo>
                    <a:pt x="29791" y="262376"/>
                  </a:lnTo>
                  <a:lnTo>
                    <a:pt x="32877" y="266680"/>
                  </a:lnTo>
                  <a:lnTo>
                    <a:pt x="36097" y="270883"/>
                  </a:lnTo>
                  <a:lnTo>
                    <a:pt x="39449" y="274982"/>
                  </a:lnTo>
                  <a:lnTo>
                    <a:pt x="42930" y="278973"/>
                  </a:lnTo>
                  <a:lnTo>
                    <a:pt x="46534" y="282851"/>
                  </a:lnTo>
                  <a:lnTo>
                    <a:pt x="50260" y="286614"/>
                  </a:lnTo>
                  <a:lnTo>
                    <a:pt x="54104" y="290257"/>
                  </a:lnTo>
                  <a:lnTo>
                    <a:pt x="58060" y="293776"/>
                  </a:lnTo>
                  <a:lnTo>
                    <a:pt x="62126" y="297168"/>
                  </a:lnTo>
                  <a:lnTo>
                    <a:pt x="66298" y="300429"/>
                  </a:lnTo>
                  <a:lnTo>
                    <a:pt x="70570" y="303557"/>
                  </a:lnTo>
                  <a:lnTo>
                    <a:pt x="74940" y="306548"/>
                  </a:lnTo>
                  <a:lnTo>
                    <a:pt x="79402" y="309399"/>
                  </a:lnTo>
                  <a:lnTo>
                    <a:pt x="83952" y="312107"/>
                  </a:lnTo>
                  <a:lnTo>
                    <a:pt x="88586" y="314670"/>
                  </a:lnTo>
                  <a:lnTo>
                    <a:pt x="93299" y="317085"/>
                  </a:lnTo>
                  <a:lnTo>
                    <a:pt x="98085" y="319349"/>
                  </a:lnTo>
                  <a:lnTo>
                    <a:pt x="102941" y="321461"/>
                  </a:lnTo>
                  <a:lnTo>
                    <a:pt x="107862" y="323417"/>
                  </a:lnTo>
                  <a:lnTo>
                    <a:pt x="112842" y="325217"/>
                  </a:lnTo>
                  <a:lnTo>
                    <a:pt x="117876" y="326858"/>
                  </a:lnTo>
                  <a:lnTo>
                    <a:pt x="122960" y="328339"/>
                  </a:lnTo>
                  <a:lnTo>
                    <a:pt x="128088" y="329659"/>
                  </a:lnTo>
                  <a:lnTo>
                    <a:pt x="133256" y="330815"/>
                  </a:lnTo>
                  <a:lnTo>
                    <a:pt x="138457" y="331807"/>
                  </a:lnTo>
                  <a:lnTo>
                    <a:pt x="143687" y="332633"/>
                  </a:lnTo>
                  <a:lnTo>
                    <a:pt x="148941" y="333294"/>
                  </a:lnTo>
                  <a:lnTo>
                    <a:pt x="154213" y="333788"/>
                  </a:lnTo>
                  <a:lnTo>
                    <a:pt x="159498" y="334114"/>
                  </a:lnTo>
                  <a:lnTo>
                    <a:pt x="164791" y="334273"/>
                  </a:lnTo>
                  <a:lnTo>
                    <a:pt x="170086" y="334265"/>
                  </a:lnTo>
                  <a:lnTo>
                    <a:pt x="175379" y="334088"/>
                  </a:lnTo>
                  <a:lnTo>
                    <a:pt x="180663" y="333744"/>
                  </a:lnTo>
                  <a:lnTo>
                    <a:pt x="185933" y="333233"/>
                  </a:lnTo>
                  <a:lnTo>
                    <a:pt x="191185" y="332555"/>
                  </a:lnTo>
                  <a:lnTo>
                    <a:pt x="196412" y="331712"/>
                  </a:lnTo>
                  <a:lnTo>
                    <a:pt x="201611" y="330703"/>
                  </a:lnTo>
                  <a:lnTo>
                    <a:pt x="206774" y="329530"/>
                  </a:lnTo>
                  <a:lnTo>
                    <a:pt x="211898" y="328194"/>
                  </a:lnTo>
                  <a:lnTo>
                    <a:pt x="216977" y="326696"/>
                  </a:lnTo>
                  <a:lnTo>
                    <a:pt x="222006" y="325039"/>
                  </a:lnTo>
                  <a:lnTo>
                    <a:pt x="226980" y="323222"/>
                  </a:lnTo>
                  <a:lnTo>
                    <a:pt x="231894" y="321250"/>
                  </a:lnTo>
                  <a:lnTo>
                    <a:pt x="236743" y="319122"/>
                  </a:lnTo>
                  <a:lnTo>
                    <a:pt x="241522" y="316842"/>
                  </a:lnTo>
                  <a:lnTo>
                    <a:pt x="246227" y="314412"/>
                  </a:lnTo>
                  <a:lnTo>
                    <a:pt x="250852" y="311834"/>
                  </a:lnTo>
                  <a:lnTo>
                    <a:pt x="255394" y="309111"/>
                  </a:lnTo>
                  <a:lnTo>
                    <a:pt x="259846" y="306246"/>
                  </a:lnTo>
                  <a:lnTo>
                    <a:pt x="264206" y="303240"/>
                  </a:lnTo>
                  <a:lnTo>
                    <a:pt x="268469" y="300099"/>
                  </a:lnTo>
                  <a:lnTo>
                    <a:pt x="272629" y="296823"/>
                  </a:lnTo>
                  <a:lnTo>
                    <a:pt x="276684" y="293418"/>
                  </a:lnTo>
                  <a:lnTo>
                    <a:pt x="280629" y="289886"/>
                  </a:lnTo>
                  <a:lnTo>
                    <a:pt x="284461" y="286231"/>
                  </a:lnTo>
                  <a:lnTo>
                    <a:pt x="288174" y="282456"/>
                  </a:lnTo>
                  <a:lnTo>
                    <a:pt x="291766" y="278566"/>
                  </a:lnTo>
                  <a:lnTo>
                    <a:pt x="295233" y="274563"/>
                  </a:lnTo>
                  <a:lnTo>
                    <a:pt x="298572" y="270453"/>
                  </a:lnTo>
                  <a:lnTo>
                    <a:pt x="301779" y="266240"/>
                  </a:lnTo>
                  <a:lnTo>
                    <a:pt x="304851" y="261926"/>
                  </a:lnTo>
                  <a:lnTo>
                    <a:pt x="307784" y="257518"/>
                  </a:lnTo>
                  <a:lnTo>
                    <a:pt x="310577" y="253019"/>
                  </a:lnTo>
                  <a:lnTo>
                    <a:pt x="313225" y="248434"/>
                  </a:lnTo>
                  <a:lnTo>
                    <a:pt x="315727" y="243767"/>
                  </a:lnTo>
                  <a:lnTo>
                    <a:pt x="318080" y="239023"/>
                  </a:lnTo>
                  <a:lnTo>
                    <a:pt x="320282" y="234207"/>
                  </a:lnTo>
                  <a:lnTo>
                    <a:pt x="322329" y="229324"/>
                  </a:lnTo>
                  <a:lnTo>
                    <a:pt x="324222" y="224379"/>
                  </a:lnTo>
                  <a:lnTo>
                    <a:pt x="325956" y="219376"/>
                  </a:lnTo>
                  <a:lnTo>
                    <a:pt x="327532" y="214320"/>
                  </a:lnTo>
                  <a:lnTo>
                    <a:pt x="328946" y="209217"/>
                  </a:lnTo>
                  <a:lnTo>
                    <a:pt x="330198" y="204072"/>
                  </a:lnTo>
                  <a:lnTo>
                    <a:pt x="331287" y="198890"/>
                  </a:lnTo>
                  <a:lnTo>
                    <a:pt x="332210" y="193676"/>
                  </a:lnTo>
                  <a:lnTo>
                    <a:pt x="332969" y="188436"/>
                  </a:lnTo>
                  <a:lnTo>
                    <a:pt x="333560" y="183174"/>
                  </a:lnTo>
                  <a:lnTo>
                    <a:pt x="333985" y="177896"/>
                  </a:lnTo>
                  <a:lnTo>
                    <a:pt x="334243" y="172607"/>
                  </a:lnTo>
                  <a:lnTo>
                    <a:pt x="334333" y="167312"/>
                  </a:lnTo>
                  <a:lnTo>
                    <a:pt x="334255" y="162018"/>
                  </a:lnTo>
                  <a:lnTo>
                    <a:pt x="334009" y="156728"/>
                  </a:lnTo>
                  <a:lnTo>
                    <a:pt x="333596" y="151449"/>
                  </a:lnTo>
                  <a:lnTo>
                    <a:pt x="333016" y="146186"/>
                  </a:lnTo>
                  <a:lnTo>
                    <a:pt x="332270" y="140943"/>
                  </a:lnTo>
                  <a:lnTo>
                    <a:pt x="331358" y="135727"/>
                  </a:lnTo>
                  <a:lnTo>
                    <a:pt x="330281" y="130543"/>
                  </a:lnTo>
                  <a:lnTo>
                    <a:pt x="329041" y="125395"/>
                  </a:lnTo>
                  <a:lnTo>
                    <a:pt x="327638" y="120289"/>
                  </a:lnTo>
                  <a:lnTo>
                    <a:pt x="326074" y="115230"/>
                  </a:lnTo>
                  <a:lnTo>
                    <a:pt x="324351" y="110223"/>
                  </a:lnTo>
                  <a:lnTo>
                    <a:pt x="322470" y="105273"/>
                  </a:lnTo>
                  <a:lnTo>
                    <a:pt x="320433" y="100385"/>
                  </a:lnTo>
                  <a:lnTo>
                    <a:pt x="318243" y="95565"/>
                  </a:lnTo>
                  <a:lnTo>
                    <a:pt x="315901" y="90815"/>
                  </a:lnTo>
                  <a:lnTo>
                    <a:pt x="313409" y="86143"/>
                  </a:lnTo>
                  <a:lnTo>
                    <a:pt x="310771" y="81552"/>
                  </a:lnTo>
                  <a:lnTo>
                    <a:pt x="307989" y="77046"/>
                  </a:lnTo>
                  <a:lnTo>
                    <a:pt x="305065" y="72632"/>
                  </a:lnTo>
                  <a:lnTo>
                    <a:pt x="302003" y="68311"/>
                  </a:lnTo>
                  <a:lnTo>
                    <a:pt x="298806" y="64090"/>
                  </a:lnTo>
                  <a:lnTo>
                    <a:pt x="295477" y="59973"/>
                  </a:lnTo>
                  <a:lnTo>
                    <a:pt x="292019" y="55963"/>
                  </a:lnTo>
                  <a:lnTo>
                    <a:pt x="288435" y="52064"/>
                  </a:lnTo>
                  <a:lnTo>
                    <a:pt x="284730" y="48281"/>
                  </a:lnTo>
                  <a:lnTo>
                    <a:pt x="280908" y="44617"/>
                  </a:lnTo>
                  <a:lnTo>
                    <a:pt x="276970" y="41076"/>
                  </a:lnTo>
                  <a:lnTo>
                    <a:pt x="272923" y="37661"/>
                  </a:lnTo>
                  <a:lnTo>
                    <a:pt x="268770" y="34377"/>
                  </a:lnTo>
                  <a:lnTo>
                    <a:pt x="264515" y="31225"/>
                  </a:lnTo>
                  <a:lnTo>
                    <a:pt x="260162" y="28210"/>
                  </a:lnTo>
                  <a:lnTo>
                    <a:pt x="255715" y="25335"/>
                  </a:lnTo>
                  <a:lnTo>
                    <a:pt x="251180" y="22601"/>
                  </a:lnTo>
                  <a:lnTo>
                    <a:pt x="246561" y="20013"/>
                  </a:lnTo>
                  <a:lnTo>
                    <a:pt x="241862" y="17572"/>
                  </a:lnTo>
                  <a:lnTo>
                    <a:pt x="237088" y="15281"/>
                  </a:lnTo>
                  <a:lnTo>
                    <a:pt x="232243" y="13143"/>
                  </a:lnTo>
                  <a:lnTo>
                    <a:pt x="227334" y="11159"/>
                  </a:lnTo>
                  <a:lnTo>
                    <a:pt x="222364" y="9332"/>
                  </a:lnTo>
                  <a:lnTo>
                    <a:pt x="217339" y="7662"/>
                  </a:lnTo>
                  <a:lnTo>
                    <a:pt x="212263" y="6153"/>
                  </a:lnTo>
                  <a:lnTo>
                    <a:pt x="207142" y="4806"/>
                  </a:lnTo>
                  <a:lnTo>
                    <a:pt x="201981" y="3621"/>
                  </a:lnTo>
                  <a:lnTo>
                    <a:pt x="196786" y="2600"/>
                  </a:lnTo>
                  <a:lnTo>
                    <a:pt x="191560" y="1745"/>
                  </a:lnTo>
                  <a:lnTo>
                    <a:pt x="186310" y="1055"/>
                  </a:lnTo>
                  <a:lnTo>
                    <a:pt x="181041" y="532"/>
                  </a:lnTo>
                  <a:lnTo>
                    <a:pt x="167165" y="167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3707720"/>
              <a:ext cx="13875" cy="167167"/>
            </a:xfrm>
            <a:custGeom>
              <a:avLst/>
              <a:pathLst>
                <a:path w="13875" h="167167">
                  <a:moveTo>
                    <a:pt x="13875" y="5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7440" y="4213821"/>
              <a:ext cx="3847" cy="167167"/>
            </a:xfrm>
            <a:custGeom>
              <a:avLst/>
              <a:pathLst>
                <a:path w="3847" h="167167">
                  <a:moveTo>
                    <a:pt x="3847" y="0"/>
                  </a:moveTo>
                  <a:lnTo>
                    <a:pt x="0" y="44"/>
                  </a:lnTo>
                  <a:lnTo>
                    <a:pt x="38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440" y="4213865"/>
              <a:ext cx="3847" cy="167123"/>
            </a:xfrm>
            <a:custGeom>
              <a:avLst/>
              <a:pathLst>
                <a:path w="3847" h="167123">
                  <a:moveTo>
                    <a:pt x="0" y="0"/>
                  </a:moveTo>
                  <a:lnTo>
                    <a:pt x="3847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14121" y="4213865"/>
              <a:ext cx="334333" cy="334273"/>
            </a:xfrm>
            <a:custGeom>
              <a:avLst/>
              <a:pathLst>
                <a:path w="334333" h="334273">
                  <a:moveTo>
                    <a:pt x="163318" y="0"/>
                  </a:moveTo>
                  <a:lnTo>
                    <a:pt x="158027" y="205"/>
                  </a:lnTo>
                  <a:lnTo>
                    <a:pt x="152745" y="578"/>
                  </a:lnTo>
                  <a:lnTo>
                    <a:pt x="147477" y="1119"/>
                  </a:lnTo>
                  <a:lnTo>
                    <a:pt x="142230" y="1825"/>
                  </a:lnTo>
                  <a:lnTo>
                    <a:pt x="137007" y="2698"/>
                  </a:lnTo>
                  <a:lnTo>
                    <a:pt x="131814" y="3736"/>
                  </a:lnTo>
                  <a:lnTo>
                    <a:pt x="126657" y="4937"/>
                  </a:lnTo>
                  <a:lnTo>
                    <a:pt x="121541" y="6302"/>
                  </a:lnTo>
                  <a:lnTo>
                    <a:pt x="116470" y="7827"/>
                  </a:lnTo>
                  <a:lnTo>
                    <a:pt x="111451" y="9513"/>
                  </a:lnTo>
                  <a:lnTo>
                    <a:pt x="106487" y="11357"/>
                  </a:lnTo>
                  <a:lnTo>
                    <a:pt x="101584" y="13357"/>
                  </a:lnTo>
                  <a:lnTo>
                    <a:pt x="96746" y="15511"/>
                  </a:lnTo>
                  <a:lnTo>
                    <a:pt x="91980" y="17817"/>
                  </a:lnTo>
                  <a:lnTo>
                    <a:pt x="87289" y="20273"/>
                  </a:lnTo>
                  <a:lnTo>
                    <a:pt x="82678" y="22877"/>
                  </a:lnTo>
                  <a:lnTo>
                    <a:pt x="78152" y="25625"/>
                  </a:lnTo>
                  <a:lnTo>
                    <a:pt x="73715" y="28515"/>
                  </a:lnTo>
                  <a:lnTo>
                    <a:pt x="69372" y="31545"/>
                  </a:lnTo>
                  <a:lnTo>
                    <a:pt x="65127" y="34710"/>
                  </a:lnTo>
                  <a:lnTo>
                    <a:pt x="60984" y="38008"/>
                  </a:lnTo>
                  <a:lnTo>
                    <a:pt x="56948" y="41436"/>
                  </a:lnTo>
                  <a:lnTo>
                    <a:pt x="53023" y="44990"/>
                  </a:lnTo>
                  <a:lnTo>
                    <a:pt x="49212" y="48666"/>
                  </a:lnTo>
                  <a:lnTo>
                    <a:pt x="45519" y="52461"/>
                  </a:lnTo>
                  <a:lnTo>
                    <a:pt x="41949" y="56372"/>
                  </a:lnTo>
                  <a:lnTo>
                    <a:pt x="38504" y="60393"/>
                  </a:lnTo>
                  <a:lnTo>
                    <a:pt x="35188" y="64522"/>
                  </a:lnTo>
                  <a:lnTo>
                    <a:pt x="32005" y="68753"/>
                  </a:lnTo>
                  <a:lnTo>
                    <a:pt x="28957" y="73083"/>
                  </a:lnTo>
                  <a:lnTo>
                    <a:pt x="26048" y="77508"/>
                  </a:lnTo>
                  <a:lnTo>
                    <a:pt x="23280" y="82022"/>
                  </a:lnTo>
                  <a:lnTo>
                    <a:pt x="20657" y="86622"/>
                  </a:lnTo>
                  <a:lnTo>
                    <a:pt x="18181" y="91303"/>
                  </a:lnTo>
                  <a:lnTo>
                    <a:pt x="15855" y="96059"/>
                  </a:lnTo>
                  <a:lnTo>
                    <a:pt x="13680" y="100887"/>
                  </a:lnTo>
                  <a:lnTo>
                    <a:pt x="11659" y="105782"/>
                  </a:lnTo>
                  <a:lnTo>
                    <a:pt x="9794" y="110738"/>
                  </a:lnTo>
                  <a:lnTo>
                    <a:pt x="8087" y="115750"/>
                  </a:lnTo>
                  <a:lnTo>
                    <a:pt x="6540" y="120814"/>
                  </a:lnTo>
                  <a:lnTo>
                    <a:pt x="5154" y="125925"/>
                  </a:lnTo>
                  <a:lnTo>
                    <a:pt x="3930" y="131077"/>
                  </a:lnTo>
                  <a:lnTo>
                    <a:pt x="2871" y="136265"/>
                  </a:lnTo>
                  <a:lnTo>
                    <a:pt x="1976" y="141484"/>
                  </a:lnTo>
                  <a:lnTo>
                    <a:pt x="1247" y="146729"/>
                  </a:lnTo>
                  <a:lnTo>
                    <a:pt x="684" y="151994"/>
                  </a:lnTo>
                  <a:lnTo>
                    <a:pt x="288" y="157274"/>
                  </a:lnTo>
                  <a:lnTo>
                    <a:pt x="60" y="162564"/>
                  </a:lnTo>
                  <a:lnTo>
                    <a:pt x="0" y="167859"/>
                  </a:lnTo>
                  <a:lnTo>
                    <a:pt x="107" y="173153"/>
                  </a:lnTo>
                  <a:lnTo>
                    <a:pt x="382" y="178441"/>
                  </a:lnTo>
                  <a:lnTo>
                    <a:pt x="824" y="183718"/>
                  </a:lnTo>
                  <a:lnTo>
                    <a:pt x="1433" y="188978"/>
                  </a:lnTo>
                  <a:lnTo>
                    <a:pt x="2208" y="194216"/>
                  </a:lnTo>
                  <a:lnTo>
                    <a:pt x="3149" y="199427"/>
                  </a:lnTo>
                  <a:lnTo>
                    <a:pt x="4254" y="204606"/>
                  </a:lnTo>
                  <a:lnTo>
                    <a:pt x="5523" y="209747"/>
                  </a:lnTo>
                  <a:lnTo>
                    <a:pt x="6954" y="214845"/>
                  </a:lnTo>
                  <a:lnTo>
                    <a:pt x="8546" y="219895"/>
                  </a:lnTo>
                  <a:lnTo>
                    <a:pt x="10297" y="224892"/>
                  </a:lnTo>
                  <a:lnTo>
                    <a:pt x="12206" y="229832"/>
                  </a:lnTo>
                  <a:lnTo>
                    <a:pt x="14269" y="234708"/>
                  </a:lnTo>
                  <a:lnTo>
                    <a:pt x="16487" y="239517"/>
                  </a:lnTo>
                  <a:lnTo>
                    <a:pt x="18855" y="244253"/>
                  </a:lnTo>
                  <a:lnTo>
                    <a:pt x="21372" y="248911"/>
                  </a:lnTo>
                  <a:lnTo>
                    <a:pt x="24036" y="253488"/>
                  </a:lnTo>
                  <a:lnTo>
                    <a:pt x="26843" y="257978"/>
                  </a:lnTo>
                  <a:lnTo>
                    <a:pt x="29791" y="262376"/>
                  </a:lnTo>
                  <a:lnTo>
                    <a:pt x="32877" y="266680"/>
                  </a:lnTo>
                  <a:lnTo>
                    <a:pt x="36097" y="270883"/>
                  </a:lnTo>
                  <a:lnTo>
                    <a:pt x="39449" y="274982"/>
                  </a:lnTo>
                  <a:lnTo>
                    <a:pt x="42930" y="278973"/>
                  </a:lnTo>
                  <a:lnTo>
                    <a:pt x="46534" y="282851"/>
                  </a:lnTo>
                  <a:lnTo>
                    <a:pt x="50260" y="286614"/>
                  </a:lnTo>
                  <a:lnTo>
                    <a:pt x="54104" y="290257"/>
                  </a:lnTo>
                  <a:lnTo>
                    <a:pt x="58060" y="293776"/>
                  </a:lnTo>
                  <a:lnTo>
                    <a:pt x="62126" y="297168"/>
                  </a:lnTo>
                  <a:lnTo>
                    <a:pt x="66298" y="300429"/>
                  </a:lnTo>
                  <a:lnTo>
                    <a:pt x="70570" y="303557"/>
                  </a:lnTo>
                  <a:lnTo>
                    <a:pt x="74940" y="306548"/>
                  </a:lnTo>
                  <a:lnTo>
                    <a:pt x="79402" y="309399"/>
                  </a:lnTo>
                  <a:lnTo>
                    <a:pt x="83952" y="312107"/>
                  </a:lnTo>
                  <a:lnTo>
                    <a:pt x="88586" y="314670"/>
                  </a:lnTo>
                  <a:lnTo>
                    <a:pt x="93299" y="317085"/>
                  </a:lnTo>
                  <a:lnTo>
                    <a:pt x="98085" y="319349"/>
                  </a:lnTo>
                  <a:lnTo>
                    <a:pt x="102941" y="321461"/>
                  </a:lnTo>
                  <a:lnTo>
                    <a:pt x="107862" y="323417"/>
                  </a:lnTo>
                  <a:lnTo>
                    <a:pt x="112842" y="325217"/>
                  </a:lnTo>
                  <a:lnTo>
                    <a:pt x="117876" y="326858"/>
                  </a:lnTo>
                  <a:lnTo>
                    <a:pt x="122960" y="328339"/>
                  </a:lnTo>
                  <a:lnTo>
                    <a:pt x="128088" y="329659"/>
                  </a:lnTo>
                  <a:lnTo>
                    <a:pt x="133256" y="330815"/>
                  </a:lnTo>
                  <a:lnTo>
                    <a:pt x="138457" y="331807"/>
                  </a:lnTo>
                  <a:lnTo>
                    <a:pt x="143687" y="332633"/>
                  </a:lnTo>
                  <a:lnTo>
                    <a:pt x="148941" y="333294"/>
                  </a:lnTo>
                  <a:lnTo>
                    <a:pt x="154213" y="333788"/>
                  </a:lnTo>
                  <a:lnTo>
                    <a:pt x="159498" y="334114"/>
                  </a:lnTo>
                  <a:lnTo>
                    <a:pt x="164791" y="334273"/>
                  </a:lnTo>
                  <a:lnTo>
                    <a:pt x="170086" y="334265"/>
                  </a:lnTo>
                  <a:lnTo>
                    <a:pt x="175379" y="334088"/>
                  </a:lnTo>
                  <a:lnTo>
                    <a:pt x="180663" y="333744"/>
                  </a:lnTo>
                  <a:lnTo>
                    <a:pt x="185933" y="333233"/>
                  </a:lnTo>
                  <a:lnTo>
                    <a:pt x="191185" y="332555"/>
                  </a:lnTo>
                  <a:lnTo>
                    <a:pt x="196412" y="331712"/>
                  </a:lnTo>
                  <a:lnTo>
                    <a:pt x="201611" y="330703"/>
                  </a:lnTo>
                  <a:lnTo>
                    <a:pt x="206774" y="329530"/>
                  </a:lnTo>
                  <a:lnTo>
                    <a:pt x="211898" y="328194"/>
                  </a:lnTo>
                  <a:lnTo>
                    <a:pt x="216977" y="326696"/>
                  </a:lnTo>
                  <a:lnTo>
                    <a:pt x="222006" y="325039"/>
                  </a:lnTo>
                  <a:lnTo>
                    <a:pt x="226980" y="323222"/>
                  </a:lnTo>
                  <a:lnTo>
                    <a:pt x="231894" y="321250"/>
                  </a:lnTo>
                  <a:lnTo>
                    <a:pt x="236743" y="319122"/>
                  </a:lnTo>
                  <a:lnTo>
                    <a:pt x="241522" y="316842"/>
                  </a:lnTo>
                  <a:lnTo>
                    <a:pt x="246227" y="314412"/>
                  </a:lnTo>
                  <a:lnTo>
                    <a:pt x="250852" y="311834"/>
                  </a:lnTo>
                  <a:lnTo>
                    <a:pt x="255394" y="309111"/>
                  </a:lnTo>
                  <a:lnTo>
                    <a:pt x="259846" y="306246"/>
                  </a:lnTo>
                  <a:lnTo>
                    <a:pt x="264206" y="303240"/>
                  </a:lnTo>
                  <a:lnTo>
                    <a:pt x="268469" y="300099"/>
                  </a:lnTo>
                  <a:lnTo>
                    <a:pt x="272629" y="296823"/>
                  </a:lnTo>
                  <a:lnTo>
                    <a:pt x="276684" y="293418"/>
                  </a:lnTo>
                  <a:lnTo>
                    <a:pt x="280629" y="289886"/>
                  </a:lnTo>
                  <a:lnTo>
                    <a:pt x="284461" y="286231"/>
                  </a:lnTo>
                  <a:lnTo>
                    <a:pt x="288174" y="282456"/>
                  </a:lnTo>
                  <a:lnTo>
                    <a:pt x="291766" y="278566"/>
                  </a:lnTo>
                  <a:lnTo>
                    <a:pt x="295233" y="274563"/>
                  </a:lnTo>
                  <a:lnTo>
                    <a:pt x="298572" y="270453"/>
                  </a:lnTo>
                  <a:lnTo>
                    <a:pt x="301779" y="266240"/>
                  </a:lnTo>
                  <a:lnTo>
                    <a:pt x="304851" y="261926"/>
                  </a:lnTo>
                  <a:lnTo>
                    <a:pt x="307784" y="257518"/>
                  </a:lnTo>
                  <a:lnTo>
                    <a:pt x="310577" y="253019"/>
                  </a:lnTo>
                  <a:lnTo>
                    <a:pt x="313225" y="248434"/>
                  </a:lnTo>
                  <a:lnTo>
                    <a:pt x="315727" y="243767"/>
                  </a:lnTo>
                  <a:lnTo>
                    <a:pt x="318080" y="239023"/>
                  </a:lnTo>
                  <a:lnTo>
                    <a:pt x="320282" y="234207"/>
                  </a:lnTo>
                  <a:lnTo>
                    <a:pt x="322329" y="229324"/>
                  </a:lnTo>
                  <a:lnTo>
                    <a:pt x="324222" y="224379"/>
                  </a:lnTo>
                  <a:lnTo>
                    <a:pt x="325956" y="219376"/>
                  </a:lnTo>
                  <a:lnTo>
                    <a:pt x="327532" y="214320"/>
                  </a:lnTo>
                  <a:lnTo>
                    <a:pt x="328946" y="209217"/>
                  </a:lnTo>
                  <a:lnTo>
                    <a:pt x="330198" y="204072"/>
                  </a:lnTo>
                  <a:lnTo>
                    <a:pt x="331287" y="198890"/>
                  </a:lnTo>
                  <a:lnTo>
                    <a:pt x="332210" y="193676"/>
                  </a:lnTo>
                  <a:lnTo>
                    <a:pt x="332969" y="188436"/>
                  </a:lnTo>
                  <a:lnTo>
                    <a:pt x="333560" y="183174"/>
                  </a:lnTo>
                  <a:lnTo>
                    <a:pt x="333985" y="177896"/>
                  </a:lnTo>
                  <a:lnTo>
                    <a:pt x="334243" y="172607"/>
                  </a:lnTo>
                  <a:lnTo>
                    <a:pt x="334333" y="167312"/>
                  </a:lnTo>
                  <a:lnTo>
                    <a:pt x="334255" y="162018"/>
                  </a:lnTo>
                  <a:lnTo>
                    <a:pt x="334009" y="156728"/>
                  </a:lnTo>
                  <a:lnTo>
                    <a:pt x="333596" y="151449"/>
                  </a:lnTo>
                  <a:lnTo>
                    <a:pt x="333016" y="146186"/>
                  </a:lnTo>
                  <a:lnTo>
                    <a:pt x="332270" y="140943"/>
                  </a:lnTo>
                  <a:lnTo>
                    <a:pt x="331358" y="135727"/>
                  </a:lnTo>
                  <a:lnTo>
                    <a:pt x="330281" y="130543"/>
                  </a:lnTo>
                  <a:lnTo>
                    <a:pt x="329041" y="125395"/>
                  </a:lnTo>
                  <a:lnTo>
                    <a:pt x="327638" y="120289"/>
                  </a:lnTo>
                  <a:lnTo>
                    <a:pt x="326074" y="115230"/>
                  </a:lnTo>
                  <a:lnTo>
                    <a:pt x="324351" y="110223"/>
                  </a:lnTo>
                  <a:lnTo>
                    <a:pt x="322470" y="105273"/>
                  </a:lnTo>
                  <a:lnTo>
                    <a:pt x="320433" y="100385"/>
                  </a:lnTo>
                  <a:lnTo>
                    <a:pt x="318243" y="95565"/>
                  </a:lnTo>
                  <a:lnTo>
                    <a:pt x="315901" y="90815"/>
                  </a:lnTo>
                  <a:lnTo>
                    <a:pt x="313409" y="86143"/>
                  </a:lnTo>
                  <a:lnTo>
                    <a:pt x="310771" y="81552"/>
                  </a:lnTo>
                  <a:lnTo>
                    <a:pt x="307989" y="77046"/>
                  </a:lnTo>
                  <a:lnTo>
                    <a:pt x="305065" y="72632"/>
                  </a:lnTo>
                  <a:lnTo>
                    <a:pt x="302003" y="68311"/>
                  </a:lnTo>
                  <a:lnTo>
                    <a:pt x="298806" y="64090"/>
                  </a:lnTo>
                  <a:lnTo>
                    <a:pt x="295477" y="59973"/>
                  </a:lnTo>
                  <a:lnTo>
                    <a:pt x="292019" y="55963"/>
                  </a:lnTo>
                  <a:lnTo>
                    <a:pt x="288435" y="52064"/>
                  </a:lnTo>
                  <a:lnTo>
                    <a:pt x="284730" y="48281"/>
                  </a:lnTo>
                  <a:lnTo>
                    <a:pt x="280908" y="44617"/>
                  </a:lnTo>
                  <a:lnTo>
                    <a:pt x="276970" y="41076"/>
                  </a:lnTo>
                  <a:lnTo>
                    <a:pt x="272923" y="37661"/>
                  </a:lnTo>
                  <a:lnTo>
                    <a:pt x="268770" y="34377"/>
                  </a:lnTo>
                  <a:lnTo>
                    <a:pt x="264515" y="31225"/>
                  </a:lnTo>
                  <a:lnTo>
                    <a:pt x="260162" y="28210"/>
                  </a:lnTo>
                  <a:lnTo>
                    <a:pt x="255715" y="25335"/>
                  </a:lnTo>
                  <a:lnTo>
                    <a:pt x="251180" y="22601"/>
                  </a:lnTo>
                  <a:lnTo>
                    <a:pt x="246561" y="20013"/>
                  </a:lnTo>
                  <a:lnTo>
                    <a:pt x="241862" y="17572"/>
                  </a:lnTo>
                  <a:lnTo>
                    <a:pt x="237088" y="15281"/>
                  </a:lnTo>
                  <a:lnTo>
                    <a:pt x="232243" y="13143"/>
                  </a:lnTo>
                  <a:lnTo>
                    <a:pt x="227334" y="11159"/>
                  </a:lnTo>
                  <a:lnTo>
                    <a:pt x="222364" y="9332"/>
                  </a:lnTo>
                  <a:lnTo>
                    <a:pt x="217339" y="7662"/>
                  </a:lnTo>
                  <a:lnTo>
                    <a:pt x="212263" y="6153"/>
                  </a:lnTo>
                  <a:lnTo>
                    <a:pt x="207142" y="4806"/>
                  </a:lnTo>
                  <a:lnTo>
                    <a:pt x="201981" y="3621"/>
                  </a:lnTo>
                  <a:lnTo>
                    <a:pt x="196786" y="2600"/>
                  </a:lnTo>
                  <a:lnTo>
                    <a:pt x="191560" y="1745"/>
                  </a:lnTo>
                  <a:lnTo>
                    <a:pt x="186310" y="1055"/>
                  </a:lnTo>
                  <a:lnTo>
                    <a:pt x="181041" y="532"/>
                  </a:lnTo>
                  <a:lnTo>
                    <a:pt x="167165" y="167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81287" y="4213821"/>
              <a:ext cx="13875" cy="167167"/>
            </a:xfrm>
            <a:custGeom>
              <a:avLst/>
              <a:pathLst>
                <a:path w="13875" h="167167">
                  <a:moveTo>
                    <a:pt x="13875" y="5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269" y="4659281"/>
              <a:ext cx="1255" cy="167167"/>
            </a:xfrm>
            <a:custGeom>
              <a:avLst/>
              <a:pathLst>
                <a:path w="1255" h="167167">
                  <a:moveTo>
                    <a:pt x="1255" y="0"/>
                  </a:moveTo>
                  <a:lnTo>
                    <a:pt x="0" y="4"/>
                  </a:lnTo>
                  <a:lnTo>
                    <a:pt x="12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923481" y="4659286"/>
              <a:ext cx="163043" cy="167162"/>
            </a:xfrm>
            <a:custGeom>
              <a:avLst/>
              <a:pathLst>
                <a:path w="163043" h="167162">
                  <a:moveTo>
                    <a:pt x="161788" y="0"/>
                  </a:moveTo>
                  <a:lnTo>
                    <a:pt x="156323" y="130"/>
                  </a:lnTo>
                  <a:lnTo>
                    <a:pt x="150866" y="439"/>
                  </a:lnTo>
                  <a:lnTo>
                    <a:pt x="145421" y="926"/>
                  </a:lnTo>
                  <a:lnTo>
                    <a:pt x="139996" y="1591"/>
                  </a:lnTo>
                  <a:lnTo>
                    <a:pt x="134595" y="2433"/>
                  </a:lnTo>
                  <a:lnTo>
                    <a:pt x="129224" y="3451"/>
                  </a:lnTo>
                  <a:lnTo>
                    <a:pt x="123890" y="4645"/>
                  </a:lnTo>
                  <a:lnTo>
                    <a:pt x="118597" y="6012"/>
                  </a:lnTo>
                  <a:lnTo>
                    <a:pt x="113353" y="7551"/>
                  </a:lnTo>
                  <a:lnTo>
                    <a:pt x="108161" y="9261"/>
                  </a:lnTo>
                  <a:lnTo>
                    <a:pt x="103028" y="11139"/>
                  </a:lnTo>
                  <a:lnTo>
                    <a:pt x="97959" y="13185"/>
                  </a:lnTo>
                  <a:lnTo>
                    <a:pt x="92959" y="15395"/>
                  </a:lnTo>
                  <a:lnTo>
                    <a:pt x="88035" y="17768"/>
                  </a:lnTo>
                  <a:lnTo>
                    <a:pt x="83191" y="20300"/>
                  </a:lnTo>
                  <a:lnTo>
                    <a:pt x="78432" y="22989"/>
                  </a:lnTo>
                  <a:lnTo>
                    <a:pt x="73763" y="25833"/>
                  </a:lnTo>
                  <a:lnTo>
                    <a:pt x="69190" y="28827"/>
                  </a:lnTo>
                  <a:lnTo>
                    <a:pt x="64718" y="31969"/>
                  </a:lnTo>
                  <a:lnTo>
                    <a:pt x="60350" y="35256"/>
                  </a:lnTo>
                  <a:lnTo>
                    <a:pt x="56093" y="38684"/>
                  </a:lnTo>
                  <a:lnTo>
                    <a:pt x="51949" y="42250"/>
                  </a:lnTo>
                  <a:lnTo>
                    <a:pt x="47925" y="45949"/>
                  </a:lnTo>
                  <a:lnTo>
                    <a:pt x="44023" y="49777"/>
                  </a:lnTo>
                  <a:lnTo>
                    <a:pt x="40249" y="53731"/>
                  </a:lnTo>
                  <a:lnTo>
                    <a:pt x="36606" y="57806"/>
                  </a:lnTo>
                  <a:lnTo>
                    <a:pt x="33099" y="61999"/>
                  </a:lnTo>
                  <a:lnTo>
                    <a:pt x="29730" y="66303"/>
                  </a:lnTo>
                  <a:lnTo>
                    <a:pt x="26504" y="70716"/>
                  </a:lnTo>
                  <a:lnTo>
                    <a:pt x="23423" y="75231"/>
                  </a:lnTo>
                  <a:lnTo>
                    <a:pt x="20492" y="79845"/>
                  </a:lnTo>
                  <a:lnTo>
                    <a:pt x="17714" y="84553"/>
                  </a:lnTo>
                  <a:lnTo>
                    <a:pt x="15091" y="89348"/>
                  </a:lnTo>
                  <a:lnTo>
                    <a:pt x="12626" y="94227"/>
                  </a:lnTo>
                  <a:lnTo>
                    <a:pt x="10321" y="99184"/>
                  </a:lnTo>
                  <a:lnTo>
                    <a:pt x="8181" y="104213"/>
                  </a:lnTo>
                  <a:lnTo>
                    <a:pt x="6205" y="109310"/>
                  </a:lnTo>
                  <a:lnTo>
                    <a:pt x="4398" y="114469"/>
                  </a:lnTo>
                  <a:lnTo>
                    <a:pt x="2760" y="119684"/>
                  </a:lnTo>
                  <a:lnTo>
                    <a:pt x="1293" y="124949"/>
                  </a:lnTo>
                  <a:lnTo>
                    <a:pt x="0" y="130260"/>
                  </a:lnTo>
                  <a:lnTo>
                    <a:pt x="163043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19357" y="4659281"/>
              <a:ext cx="334324" cy="334326"/>
            </a:xfrm>
            <a:custGeom>
              <a:avLst/>
              <a:pathLst>
                <a:path w="334324" h="334326">
                  <a:moveTo>
                    <a:pt x="4123" y="130265"/>
                  </a:moveTo>
                  <a:lnTo>
                    <a:pt x="3038" y="135440"/>
                  </a:lnTo>
                  <a:lnTo>
                    <a:pt x="2116" y="140647"/>
                  </a:lnTo>
                  <a:lnTo>
                    <a:pt x="1360" y="145881"/>
                  </a:lnTo>
                  <a:lnTo>
                    <a:pt x="770" y="151136"/>
                  </a:lnTo>
                  <a:lnTo>
                    <a:pt x="346" y="156407"/>
                  </a:lnTo>
                  <a:lnTo>
                    <a:pt x="89" y="161689"/>
                  </a:lnTo>
                  <a:lnTo>
                    <a:pt x="0" y="166976"/>
                  </a:lnTo>
                  <a:lnTo>
                    <a:pt x="77" y="172264"/>
                  </a:lnTo>
                  <a:lnTo>
                    <a:pt x="322" y="177546"/>
                  </a:lnTo>
                  <a:lnTo>
                    <a:pt x="734" y="182818"/>
                  </a:lnTo>
                  <a:lnTo>
                    <a:pt x="1312" y="188074"/>
                  </a:lnTo>
                  <a:lnTo>
                    <a:pt x="2056" y="193310"/>
                  </a:lnTo>
                  <a:lnTo>
                    <a:pt x="2966" y="198519"/>
                  </a:lnTo>
                  <a:lnTo>
                    <a:pt x="4039" y="203697"/>
                  </a:lnTo>
                  <a:lnTo>
                    <a:pt x="5277" y="208838"/>
                  </a:lnTo>
                  <a:lnTo>
                    <a:pt x="6676" y="213938"/>
                  </a:lnTo>
                  <a:lnTo>
                    <a:pt x="8235" y="218990"/>
                  </a:lnTo>
                  <a:lnTo>
                    <a:pt x="9954" y="223991"/>
                  </a:lnTo>
                  <a:lnTo>
                    <a:pt x="11830" y="228935"/>
                  </a:lnTo>
                  <a:lnTo>
                    <a:pt x="13861" y="233818"/>
                  </a:lnTo>
                  <a:lnTo>
                    <a:pt x="16046" y="238633"/>
                  </a:lnTo>
                  <a:lnTo>
                    <a:pt x="18382" y="243377"/>
                  </a:lnTo>
                  <a:lnTo>
                    <a:pt x="20867" y="248045"/>
                  </a:lnTo>
                  <a:lnTo>
                    <a:pt x="23498" y="252632"/>
                  </a:lnTo>
                  <a:lnTo>
                    <a:pt x="26273" y="257133"/>
                  </a:lnTo>
                  <a:lnTo>
                    <a:pt x="29189" y="261545"/>
                  </a:lnTo>
                  <a:lnTo>
                    <a:pt x="32243" y="265862"/>
                  </a:lnTo>
                  <a:lnTo>
                    <a:pt x="35433" y="270080"/>
                  </a:lnTo>
                  <a:lnTo>
                    <a:pt x="38754" y="274195"/>
                  </a:lnTo>
                  <a:lnTo>
                    <a:pt x="42203" y="278203"/>
                  </a:lnTo>
                  <a:lnTo>
                    <a:pt x="45778" y="282100"/>
                  </a:lnTo>
                  <a:lnTo>
                    <a:pt x="49473" y="285882"/>
                  </a:lnTo>
                  <a:lnTo>
                    <a:pt x="53287" y="289545"/>
                  </a:lnTo>
                  <a:lnTo>
                    <a:pt x="57215" y="293086"/>
                  </a:lnTo>
                  <a:lnTo>
                    <a:pt x="61253" y="296500"/>
                  </a:lnTo>
                  <a:lnTo>
                    <a:pt x="65396" y="299786"/>
                  </a:lnTo>
                  <a:lnTo>
                    <a:pt x="69642" y="302938"/>
                  </a:lnTo>
                  <a:lnTo>
                    <a:pt x="73985" y="305955"/>
                  </a:lnTo>
                  <a:lnTo>
                    <a:pt x="78421" y="308833"/>
                  </a:lnTo>
                  <a:lnTo>
                    <a:pt x="82947" y="311569"/>
                  </a:lnTo>
                  <a:lnTo>
                    <a:pt x="87556" y="314160"/>
                  </a:lnTo>
                  <a:lnTo>
                    <a:pt x="92245" y="316605"/>
                  </a:lnTo>
                  <a:lnTo>
                    <a:pt x="97009" y="318900"/>
                  </a:lnTo>
                  <a:lnTo>
                    <a:pt x="101843" y="321043"/>
                  </a:lnTo>
                  <a:lnTo>
                    <a:pt x="106743" y="323032"/>
                  </a:lnTo>
                  <a:lnTo>
                    <a:pt x="111703" y="324865"/>
                  </a:lnTo>
                  <a:lnTo>
                    <a:pt x="116719" y="326541"/>
                  </a:lnTo>
                  <a:lnTo>
                    <a:pt x="121785" y="328056"/>
                  </a:lnTo>
                  <a:lnTo>
                    <a:pt x="126896" y="329411"/>
                  </a:lnTo>
                  <a:lnTo>
                    <a:pt x="132048" y="330604"/>
                  </a:lnTo>
                  <a:lnTo>
                    <a:pt x="137235" y="331633"/>
                  </a:lnTo>
                  <a:lnTo>
                    <a:pt x="142452" y="332497"/>
                  </a:lnTo>
                  <a:lnTo>
                    <a:pt x="147694" y="333196"/>
                  </a:lnTo>
                  <a:lnTo>
                    <a:pt x="152955" y="333729"/>
                  </a:lnTo>
                  <a:lnTo>
                    <a:pt x="158230" y="334095"/>
                  </a:lnTo>
                  <a:lnTo>
                    <a:pt x="163514" y="334294"/>
                  </a:lnTo>
                  <a:lnTo>
                    <a:pt x="168802" y="334326"/>
                  </a:lnTo>
                  <a:lnTo>
                    <a:pt x="174089" y="334191"/>
                  </a:lnTo>
                  <a:lnTo>
                    <a:pt x="179368" y="333889"/>
                  </a:lnTo>
                  <a:lnTo>
                    <a:pt x="184635" y="333419"/>
                  </a:lnTo>
                  <a:lnTo>
                    <a:pt x="189885" y="332784"/>
                  </a:lnTo>
                  <a:lnTo>
                    <a:pt x="195112" y="331982"/>
                  </a:lnTo>
                  <a:lnTo>
                    <a:pt x="200311" y="331016"/>
                  </a:lnTo>
                  <a:lnTo>
                    <a:pt x="205477" y="329885"/>
                  </a:lnTo>
                  <a:lnTo>
                    <a:pt x="210604" y="328592"/>
                  </a:lnTo>
                  <a:lnTo>
                    <a:pt x="215688" y="327138"/>
                  </a:lnTo>
                  <a:lnTo>
                    <a:pt x="220724" y="325523"/>
                  </a:lnTo>
                  <a:lnTo>
                    <a:pt x="225705" y="323750"/>
                  </a:lnTo>
                  <a:lnTo>
                    <a:pt x="230629" y="321820"/>
                  </a:lnTo>
                  <a:lnTo>
                    <a:pt x="235489" y="319735"/>
                  </a:lnTo>
                  <a:lnTo>
                    <a:pt x="240280" y="317498"/>
                  </a:lnTo>
                  <a:lnTo>
                    <a:pt x="244998" y="315110"/>
                  </a:lnTo>
                  <a:lnTo>
                    <a:pt x="249639" y="312575"/>
                  </a:lnTo>
                  <a:lnTo>
                    <a:pt x="254196" y="309893"/>
                  </a:lnTo>
                  <a:lnTo>
                    <a:pt x="258667" y="307069"/>
                  </a:lnTo>
                  <a:lnTo>
                    <a:pt x="263046" y="304105"/>
                  </a:lnTo>
                  <a:lnTo>
                    <a:pt x="267330" y="301004"/>
                  </a:lnTo>
                  <a:lnTo>
                    <a:pt x="271513" y="297769"/>
                  </a:lnTo>
                  <a:lnTo>
                    <a:pt x="275591" y="294403"/>
                  </a:lnTo>
                  <a:lnTo>
                    <a:pt x="279561" y="290910"/>
                  </a:lnTo>
                  <a:lnTo>
                    <a:pt x="283419" y="287293"/>
                  </a:lnTo>
                  <a:lnTo>
                    <a:pt x="287160" y="283556"/>
                  </a:lnTo>
                  <a:lnTo>
                    <a:pt x="290782" y="279703"/>
                  </a:lnTo>
                  <a:lnTo>
                    <a:pt x="294279" y="275737"/>
                  </a:lnTo>
                  <a:lnTo>
                    <a:pt x="297650" y="271662"/>
                  </a:lnTo>
                  <a:lnTo>
                    <a:pt x="300889" y="267482"/>
                  </a:lnTo>
                  <a:lnTo>
                    <a:pt x="303995" y="263203"/>
                  </a:lnTo>
                  <a:lnTo>
                    <a:pt x="306965" y="258827"/>
                  </a:lnTo>
                  <a:lnTo>
                    <a:pt x="309794" y="254359"/>
                  </a:lnTo>
                  <a:lnTo>
                    <a:pt x="312480" y="249805"/>
                  </a:lnTo>
                  <a:lnTo>
                    <a:pt x="315021" y="245167"/>
                  </a:lnTo>
                  <a:lnTo>
                    <a:pt x="317414" y="240452"/>
                  </a:lnTo>
                  <a:lnTo>
                    <a:pt x="319657" y="235663"/>
                  </a:lnTo>
                  <a:lnTo>
                    <a:pt x="321747" y="230805"/>
                  </a:lnTo>
                  <a:lnTo>
                    <a:pt x="323683" y="225884"/>
                  </a:lnTo>
                  <a:lnTo>
                    <a:pt x="325462" y="220904"/>
                  </a:lnTo>
                  <a:lnTo>
                    <a:pt x="327082" y="215871"/>
                  </a:lnTo>
                  <a:lnTo>
                    <a:pt x="328543" y="210788"/>
                  </a:lnTo>
                  <a:lnTo>
                    <a:pt x="329842" y="205662"/>
                  </a:lnTo>
                  <a:lnTo>
                    <a:pt x="330978" y="200498"/>
                  </a:lnTo>
                  <a:lnTo>
                    <a:pt x="331950" y="195300"/>
                  </a:lnTo>
                  <a:lnTo>
                    <a:pt x="332757" y="190074"/>
                  </a:lnTo>
                  <a:lnTo>
                    <a:pt x="333399" y="184825"/>
                  </a:lnTo>
                  <a:lnTo>
                    <a:pt x="333874" y="179558"/>
                  </a:lnTo>
                  <a:lnTo>
                    <a:pt x="334183" y="174279"/>
                  </a:lnTo>
                  <a:lnTo>
                    <a:pt x="334324" y="168993"/>
                  </a:lnTo>
                  <a:lnTo>
                    <a:pt x="334298" y="163705"/>
                  </a:lnTo>
                  <a:lnTo>
                    <a:pt x="334105" y="158421"/>
                  </a:lnTo>
                  <a:lnTo>
                    <a:pt x="333745" y="153145"/>
                  </a:lnTo>
                  <a:lnTo>
                    <a:pt x="333218" y="147883"/>
                  </a:lnTo>
                  <a:lnTo>
                    <a:pt x="332525" y="142641"/>
                  </a:lnTo>
                  <a:lnTo>
                    <a:pt x="331667" y="137423"/>
                  </a:lnTo>
                  <a:lnTo>
                    <a:pt x="330644" y="132235"/>
                  </a:lnTo>
                  <a:lnTo>
                    <a:pt x="329457" y="127082"/>
                  </a:lnTo>
                  <a:lnTo>
                    <a:pt x="328108" y="121969"/>
                  </a:lnTo>
                  <a:lnTo>
                    <a:pt x="326598" y="116901"/>
                  </a:lnTo>
                  <a:lnTo>
                    <a:pt x="324928" y="111883"/>
                  </a:lnTo>
                  <a:lnTo>
                    <a:pt x="323101" y="106921"/>
                  </a:lnTo>
                  <a:lnTo>
                    <a:pt x="321117" y="102019"/>
                  </a:lnTo>
                  <a:lnTo>
                    <a:pt x="318980" y="97183"/>
                  </a:lnTo>
                  <a:lnTo>
                    <a:pt x="316690" y="92416"/>
                  </a:lnTo>
                  <a:lnTo>
                    <a:pt x="314251" y="87724"/>
                  </a:lnTo>
                  <a:lnTo>
                    <a:pt x="311665" y="83112"/>
                  </a:lnTo>
                  <a:lnTo>
                    <a:pt x="308934" y="78583"/>
                  </a:lnTo>
                  <a:lnTo>
                    <a:pt x="306061" y="74144"/>
                  </a:lnTo>
                  <a:lnTo>
                    <a:pt x="303049" y="69797"/>
                  </a:lnTo>
                  <a:lnTo>
                    <a:pt x="299902" y="65548"/>
                  </a:lnTo>
                  <a:lnTo>
                    <a:pt x="296621" y="61400"/>
                  </a:lnTo>
                  <a:lnTo>
                    <a:pt x="293211" y="57359"/>
                  </a:lnTo>
                  <a:lnTo>
                    <a:pt x="289675" y="53427"/>
                  </a:lnTo>
                  <a:lnTo>
                    <a:pt x="286016" y="49609"/>
                  </a:lnTo>
                  <a:lnTo>
                    <a:pt x="282238" y="45909"/>
                  </a:lnTo>
                  <a:lnTo>
                    <a:pt x="278345" y="42330"/>
                  </a:lnTo>
                  <a:lnTo>
                    <a:pt x="274341" y="38876"/>
                  </a:lnTo>
                  <a:lnTo>
                    <a:pt x="270230" y="35550"/>
                  </a:lnTo>
                  <a:lnTo>
                    <a:pt x="266015" y="32356"/>
                  </a:lnTo>
                  <a:lnTo>
                    <a:pt x="261702" y="29297"/>
                  </a:lnTo>
                  <a:lnTo>
                    <a:pt x="257294" y="26376"/>
                  </a:lnTo>
                  <a:lnTo>
                    <a:pt x="252796" y="23596"/>
                  </a:lnTo>
                  <a:lnTo>
                    <a:pt x="248212" y="20959"/>
                  </a:lnTo>
                  <a:lnTo>
                    <a:pt x="243547" y="18469"/>
                  </a:lnTo>
                  <a:lnTo>
                    <a:pt x="238806" y="16128"/>
                  </a:lnTo>
                  <a:lnTo>
                    <a:pt x="233993" y="13937"/>
                  </a:lnTo>
                  <a:lnTo>
                    <a:pt x="229113" y="11900"/>
                  </a:lnTo>
                  <a:lnTo>
                    <a:pt x="224171" y="10019"/>
                  </a:lnTo>
                  <a:lnTo>
                    <a:pt x="219172" y="8295"/>
                  </a:lnTo>
                  <a:lnTo>
                    <a:pt x="214121" y="6729"/>
                  </a:lnTo>
                  <a:lnTo>
                    <a:pt x="209023" y="5324"/>
                  </a:lnTo>
                  <a:lnTo>
                    <a:pt x="203883" y="4081"/>
                  </a:lnTo>
                  <a:lnTo>
                    <a:pt x="198706" y="3002"/>
                  </a:lnTo>
                  <a:lnTo>
                    <a:pt x="193498" y="2086"/>
                  </a:lnTo>
                  <a:lnTo>
                    <a:pt x="188263" y="1336"/>
                  </a:lnTo>
                  <a:lnTo>
                    <a:pt x="183008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321558" y="5018213"/>
              <a:ext cx="334324" cy="334315"/>
            </a:xfrm>
            <a:custGeom>
              <a:avLst/>
              <a:pathLst>
                <a:path w="334324" h="334315">
                  <a:moveTo>
                    <a:pt x="167161" y="0"/>
                  </a:moveTo>
                  <a:lnTo>
                    <a:pt x="161884" y="83"/>
                  </a:lnTo>
                  <a:lnTo>
                    <a:pt x="156611" y="333"/>
                  </a:lnTo>
                  <a:lnTo>
                    <a:pt x="151349" y="749"/>
                  </a:lnTo>
                  <a:lnTo>
                    <a:pt x="146102" y="1331"/>
                  </a:lnTo>
                  <a:lnTo>
                    <a:pt x="140877" y="2079"/>
                  </a:lnTo>
                  <a:lnTo>
                    <a:pt x="135678" y="2991"/>
                  </a:lnTo>
                  <a:lnTo>
                    <a:pt x="130510" y="4067"/>
                  </a:lnTo>
                  <a:lnTo>
                    <a:pt x="125379" y="5305"/>
                  </a:lnTo>
                  <a:lnTo>
                    <a:pt x="120289" y="6705"/>
                  </a:lnTo>
                  <a:lnTo>
                    <a:pt x="115246" y="8265"/>
                  </a:lnTo>
                  <a:lnTo>
                    <a:pt x="110255" y="9983"/>
                  </a:lnTo>
                  <a:lnTo>
                    <a:pt x="105321" y="11858"/>
                  </a:lnTo>
                  <a:lnTo>
                    <a:pt x="100448" y="13888"/>
                  </a:lnTo>
                  <a:lnTo>
                    <a:pt x="95642" y="16071"/>
                  </a:lnTo>
                  <a:lnTo>
                    <a:pt x="90907" y="18404"/>
                  </a:lnTo>
                  <a:lnTo>
                    <a:pt x="86249" y="20886"/>
                  </a:lnTo>
                  <a:lnTo>
                    <a:pt x="81670" y="23514"/>
                  </a:lnTo>
                  <a:lnTo>
                    <a:pt x="77178" y="26285"/>
                  </a:lnTo>
                  <a:lnTo>
                    <a:pt x="72774" y="29196"/>
                  </a:lnTo>
                  <a:lnTo>
                    <a:pt x="68465" y="32245"/>
                  </a:lnTo>
                  <a:lnTo>
                    <a:pt x="64255" y="35428"/>
                  </a:lnTo>
                  <a:lnTo>
                    <a:pt x="60147" y="38743"/>
                  </a:lnTo>
                  <a:lnTo>
                    <a:pt x="56145" y="42186"/>
                  </a:lnTo>
                  <a:lnTo>
                    <a:pt x="52255" y="45753"/>
                  </a:lnTo>
                  <a:lnTo>
                    <a:pt x="48479" y="49441"/>
                  </a:lnTo>
                  <a:lnTo>
                    <a:pt x="44821" y="53247"/>
                  </a:lnTo>
                  <a:lnTo>
                    <a:pt x="41285" y="57167"/>
                  </a:lnTo>
                  <a:lnTo>
                    <a:pt x="37875" y="61196"/>
                  </a:lnTo>
                  <a:lnTo>
                    <a:pt x="34593" y="65330"/>
                  </a:lnTo>
                  <a:lnTo>
                    <a:pt x="31444" y="69567"/>
                  </a:lnTo>
                  <a:lnTo>
                    <a:pt x="28430" y="73900"/>
                  </a:lnTo>
                  <a:lnTo>
                    <a:pt x="25555" y="78327"/>
                  </a:lnTo>
                  <a:lnTo>
                    <a:pt x="22821" y="82842"/>
                  </a:lnTo>
                  <a:lnTo>
                    <a:pt x="20230" y="87441"/>
                  </a:lnTo>
                  <a:lnTo>
                    <a:pt x="17786" y="92120"/>
                  </a:lnTo>
                  <a:lnTo>
                    <a:pt x="15491" y="96874"/>
                  </a:lnTo>
                  <a:lnTo>
                    <a:pt x="13348" y="101697"/>
                  </a:lnTo>
                  <a:lnTo>
                    <a:pt x="11357" y="106586"/>
                  </a:lnTo>
                  <a:lnTo>
                    <a:pt x="9522" y="111536"/>
                  </a:lnTo>
                  <a:lnTo>
                    <a:pt x="7844" y="116541"/>
                  </a:lnTo>
                  <a:lnTo>
                    <a:pt x="6325" y="121596"/>
                  </a:lnTo>
                  <a:lnTo>
                    <a:pt x="4967" y="126697"/>
                  </a:lnTo>
                  <a:lnTo>
                    <a:pt x="3770" y="131838"/>
                  </a:lnTo>
                  <a:lnTo>
                    <a:pt x="2736" y="137014"/>
                  </a:lnTo>
                  <a:lnTo>
                    <a:pt x="1866" y="142220"/>
                  </a:lnTo>
                  <a:lnTo>
                    <a:pt x="1161" y="147452"/>
                  </a:lnTo>
                  <a:lnTo>
                    <a:pt x="621" y="152703"/>
                  </a:lnTo>
                  <a:lnTo>
                    <a:pt x="247" y="157968"/>
                  </a:lnTo>
                  <a:lnTo>
                    <a:pt x="40" y="163242"/>
                  </a:lnTo>
                  <a:lnTo>
                    <a:pt x="0" y="168521"/>
                  </a:lnTo>
                  <a:lnTo>
                    <a:pt x="126" y="173798"/>
                  </a:lnTo>
                  <a:lnTo>
                    <a:pt x="418" y="179068"/>
                  </a:lnTo>
                  <a:lnTo>
                    <a:pt x="877" y="184327"/>
                  </a:lnTo>
                  <a:lnTo>
                    <a:pt x="1502" y="189568"/>
                  </a:lnTo>
                  <a:lnTo>
                    <a:pt x="2292" y="194788"/>
                  </a:lnTo>
                  <a:lnTo>
                    <a:pt x="3246" y="199979"/>
                  </a:lnTo>
                  <a:lnTo>
                    <a:pt x="4364" y="205138"/>
                  </a:lnTo>
                  <a:lnTo>
                    <a:pt x="5644" y="210259"/>
                  </a:lnTo>
                  <a:lnTo>
                    <a:pt x="7085" y="215337"/>
                  </a:lnTo>
                  <a:lnTo>
                    <a:pt x="8685" y="220367"/>
                  </a:lnTo>
                  <a:lnTo>
                    <a:pt x="10444" y="225344"/>
                  </a:lnTo>
                  <a:lnTo>
                    <a:pt x="12359" y="230263"/>
                  </a:lnTo>
                  <a:lnTo>
                    <a:pt x="14428" y="235119"/>
                  </a:lnTo>
                  <a:lnTo>
                    <a:pt x="16650" y="239908"/>
                  </a:lnTo>
                  <a:lnTo>
                    <a:pt x="19021" y="244623"/>
                  </a:lnTo>
                  <a:lnTo>
                    <a:pt x="21541" y="249262"/>
                  </a:lnTo>
                  <a:lnTo>
                    <a:pt x="24205" y="253819"/>
                  </a:lnTo>
                  <a:lnTo>
                    <a:pt x="27012" y="258289"/>
                  </a:lnTo>
                  <a:lnTo>
                    <a:pt x="29959" y="262668"/>
                  </a:lnTo>
                  <a:lnTo>
                    <a:pt x="33043" y="266953"/>
                  </a:lnTo>
                  <a:lnTo>
                    <a:pt x="36260" y="271137"/>
                  </a:lnTo>
                  <a:lnTo>
                    <a:pt x="39608" y="275218"/>
                  </a:lnTo>
                  <a:lnTo>
                    <a:pt x="43083" y="279192"/>
                  </a:lnTo>
                  <a:lnTo>
                    <a:pt x="46682" y="283053"/>
                  </a:lnTo>
                  <a:lnTo>
                    <a:pt x="50401" y="286799"/>
                  </a:lnTo>
                  <a:lnTo>
                    <a:pt x="54236" y="290426"/>
                  </a:lnTo>
                  <a:lnTo>
                    <a:pt x="58184" y="293930"/>
                  </a:lnTo>
                  <a:lnTo>
                    <a:pt x="62241" y="297308"/>
                  </a:lnTo>
                  <a:lnTo>
                    <a:pt x="66402" y="300555"/>
                  </a:lnTo>
                  <a:lnTo>
                    <a:pt x="70664" y="303670"/>
                  </a:lnTo>
                  <a:lnTo>
                    <a:pt x="75021" y="306649"/>
                  </a:lnTo>
                  <a:lnTo>
                    <a:pt x="79471" y="309488"/>
                  </a:lnTo>
                  <a:lnTo>
                    <a:pt x="84008" y="312186"/>
                  </a:lnTo>
                  <a:lnTo>
                    <a:pt x="88628" y="314739"/>
                  </a:lnTo>
                  <a:lnTo>
                    <a:pt x="93327" y="317145"/>
                  </a:lnTo>
                  <a:lnTo>
                    <a:pt x="98099" y="319401"/>
                  </a:lnTo>
                  <a:lnTo>
                    <a:pt x="102940" y="321506"/>
                  </a:lnTo>
                  <a:lnTo>
                    <a:pt x="107845" y="323457"/>
                  </a:lnTo>
                  <a:lnTo>
                    <a:pt x="112809" y="325252"/>
                  </a:lnTo>
                  <a:lnTo>
                    <a:pt x="117827" y="326889"/>
                  </a:lnTo>
                  <a:lnTo>
                    <a:pt x="122894" y="328367"/>
                  </a:lnTo>
                  <a:lnTo>
                    <a:pt x="128006" y="329684"/>
                  </a:lnTo>
                  <a:lnTo>
                    <a:pt x="133157" y="330839"/>
                  </a:lnTo>
                  <a:lnTo>
                    <a:pt x="138341" y="331831"/>
                  </a:lnTo>
                  <a:lnTo>
                    <a:pt x="143554" y="332659"/>
                  </a:lnTo>
                  <a:lnTo>
                    <a:pt x="148791" y="333322"/>
                  </a:lnTo>
                  <a:lnTo>
                    <a:pt x="154046" y="333819"/>
                  </a:lnTo>
                  <a:lnTo>
                    <a:pt x="159314" y="334150"/>
                  </a:lnTo>
                  <a:lnTo>
                    <a:pt x="164590" y="334315"/>
                  </a:lnTo>
                  <a:lnTo>
                    <a:pt x="169869" y="334312"/>
                  </a:lnTo>
                  <a:lnTo>
                    <a:pt x="175145" y="334144"/>
                  </a:lnTo>
                  <a:lnTo>
                    <a:pt x="180413" y="333808"/>
                  </a:lnTo>
                  <a:lnTo>
                    <a:pt x="185668" y="333307"/>
                  </a:lnTo>
                  <a:lnTo>
                    <a:pt x="190904" y="332640"/>
                  </a:lnTo>
                  <a:lnTo>
                    <a:pt x="196116" y="331808"/>
                  </a:lnTo>
                  <a:lnTo>
                    <a:pt x="201300" y="330811"/>
                  </a:lnTo>
                  <a:lnTo>
                    <a:pt x="206450" y="329652"/>
                  </a:lnTo>
                  <a:lnTo>
                    <a:pt x="211560" y="328331"/>
                  </a:lnTo>
                  <a:lnTo>
                    <a:pt x="216627" y="326848"/>
                  </a:lnTo>
                  <a:lnTo>
                    <a:pt x="221643" y="325207"/>
                  </a:lnTo>
                  <a:lnTo>
                    <a:pt x="226606" y="323408"/>
                  </a:lnTo>
                  <a:lnTo>
                    <a:pt x="231509" y="321453"/>
                  </a:lnTo>
                  <a:lnTo>
                    <a:pt x="236348" y="319345"/>
                  </a:lnTo>
                  <a:lnTo>
                    <a:pt x="241119" y="317085"/>
                  </a:lnTo>
                  <a:lnTo>
                    <a:pt x="245815" y="314675"/>
                  </a:lnTo>
                  <a:lnTo>
                    <a:pt x="250433" y="312118"/>
                  </a:lnTo>
                  <a:lnTo>
                    <a:pt x="254968" y="309417"/>
                  </a:lnTo>
                  <a:lnTo>
                    <a:pt x="259415" y="306573"/>
                  </a:lnTo>
                  <a:lnTo>
                    <a:pt x="263771" y="303591"/>
                  </a:lnTo>
                  <a:lnTo>
                    <a:pt x="268030" y="300473"/>
                  </a:lnTo>
                  <a:lnTo>
                    <a:pt x="272189" y="297222"/>
                  </a:lnTo>
                  <a:lnTo>
                    <a:pt x="276242" y="293841"/>
                  </a:lnTo>
                  <a:lnTo>
                    <a:pt x="280187" y="290334"/>
                  </a:lnTo>
                  <a:lnTo>
                    <a:pt x="284020" y="286704"/>
                  </a:lnTo>
                  <a:lnTo>
                    <a:pt x="287736" y="282955"/>
                  </a:lnTo>
                  <a:lnTo>
                    <a:pt x="291331" y="279090"/>
                  </a:lnTo>
                  <a:lnTo>
                    <a:pt x="294803" y="275114"/>
                  </a:lnTo>
                  <a:lnTo>
                    <a:pt x="298148" y="271030"/>
                  </a:lnTo>
                  <a:lnTo>
                    <a:pt x="301362" y="266843"/>
                  </a:lnTo>
                  <a:lnTo>
                    <a:pt x="304442" y="262556"/>
                  </a:lnTo>
                  <a:lnTo>
                    <a:pt x="307385" y="258174"/>
                  </a:lnTo>
                  <a:lnTo>
                    <a:pt x="310188" y="253702"/>
                  </a:lnTo>
                  <a:lnTo>
                    <a:pt x="312849" y="249143"/>
                  </a:lnTo>
                  <a:lnTo>
                    <a:pt x="315365" y="244502"/>
                  </a:lnTo>
                  <a:lnTo>
                    <a:pt x="317733" y="239784"/>
                  </a:lnTo>
                  <a:lnTo>
                    <a:pt x="319950" y="234994"/>
                  </a:lnTo>
                  <a:lnTo>
                    <a:pt x="322016" y="230137"/>
                  </a:lnTo>
                  <a:lnTo>
                    <a:pt x="323926" y="225216"/>
                  </a:lnTo>
                  <a:lnTo>
                    <a:pt x="325681" y="220238"/>
                  </a:lnTo>
                  <a:lnTo>
                    <a:pt x="327278" y="215206"/>
                  </a:lnTo>
                  <a:lnTo>
                    <a:pt x="328714" y="210127"/>
                  </a:lnTo>
                  <a:lnTo>
                    <a:pt x="329990" y="205005"/>
                  </a:lnTo>
                  <a:lnTo>
                    <a:pt x="331104" y="199845"/>
                  </a:lnTo>
                  <a:lnTo>
                    <a:pt x="332054" y="194653"/>
                  </a:lnTo>
                  <a:lnTo>
                    <a:pt x="332839" y="189433"/>
                  </a:lnTo>
                  <a:lnTo>
                    <a:pt x="333460" y="184191"/>
                  </a:lnTo>
                  <a:lnTo>
                    <a:pt x="333914" y="178932"/>
                  </a:lnTo>
                  <a:lnTo>
                    <a:pt x="334203" y="173661"/>
                  </a:lnTo>
                  <a:lnTo>
                    <a:pt x="334324" y="168384"/>
                  </a:lnTo>
                  <a:lnTo>
                    <a:pt x="334280" y="163106"/>
                  </a:lnTo>
                  <a:lnTo>
                    <a:pt x="334068" y="157831"/>
                  </a:lnTo>
                  <a:lnTo>
                    <a:pt x="333690" y="152566"/>
                  </a:lnTo>
                  <a:lnTo>
                    <a:pt x="333146" y="147316"/>
                  </a:lnTo>
                  <a:lnTo>
                    <a:pt x="332437" y="142085"/>
                  </a:lnTo>
                  <a:lnTo>
                    <a:pt x="331562" y="136880"/>
                  </a:lnTo>
                  <a:lnTo>
                    <a:pt x="330524" y="131704"/>
                  </a:lnTo>
                  <a:lnTo>
                    <a:pt x="329323" y="126564"/>
                  </a:lnTo>
                  <a:lnTo>
                    <a:pt x="327960" y="121464"/>
                  </a:lnTo>
                  <a:lnTo>
                    <a:pt x="326437" y="116410"/>
                  </a:lnTo>
                  <a:lnTo>
                    <a:pt x="324755" y="111407"/>
                  </a:lnTo>
                  <a:lnTo>
                    <a:pt x="322916" y="106459"/>
                  </a:lnTo>
                  <a:lnTo>
                    <a:pt x="320922" y="101572"/>
                  </a:lnTo>
                  <a:lnTo>
                    <a:pt x="318774" y="96750"/>
                  </a:lnTo>
                  <a:lnTo>
                    <a:pt x="316475" y="91998"/>
                  </a:lnTo>
                  <a:lnTo>
                    <a:pt x="314027" y="87321"/>
                  </a:lnTo>
                  <a:lnTo>
                    <a:pt x="311433" y="82724"/>
                  </a:lnTo>
                  <a:lnTo>
                    <a:pt x="308695" y="78211"/>
                  </a:lnTo>
                  <a:lnTo>
                    <a:pt x="305816" y="73787"/>
                  </a:lnTo>
                  <a:lnTo>
                    <a:pt x="302799" y="69456"/>
                  </a:lnTo>
                  <a:lnTo>
                    <a:pt x="299646" y="65222"/>
                  </a:lnTo>
                  <a:lnTo>
                    <a:pt x="296361" y="61090"/>
                  </a:lnTo>
                  <a:lnTo>
                    <a:pt x="292948" y="57064"/>
                  </a:lnTo>
                  <a:lnTo>
                    <a:pt x="289409" y="53147"/>
                  </a:lnTo>
                  <a:lnTo>
                    <a:pt x="285748" y="49344"/>
                  </a:lnTo>
                  <a:lnTo>
                    <a:pt x="281969" y="45659"/>
                  </a:lnTo>
                  <a:lnTo>
                    <a:pt x="278075" y="42095"/>
                  </a:lnTo>
                  <a:lnTo>
                    <a:pt x="274071" y="38655"/>
                  </a:lnTo>
                  <a:lnTo>
                    <a:pt x="269961" y="35344"/>
                  </a:lnTo>
                  <a:lnTo>
                    <a:pt x="265747" y="32164"/>
                  </a:lnTo>
                  <a:lnTo>
                    <a:pt x="261436" y="29119"/>
                  </a:lnTo>
                  <a:lnTo>
                    <a:pt x="257030" y="26211"/>
                  </a:lnTo>
                  <a:lnTo>
                    <a:pt x="252535" y="23444"/>
                  </a:lnTo>
                  <a:lnTo>
                    <a:pt x="247955" y="20820"/>
                  </a:lnTo>
                  <a:lnTo>
                    <a:pt x="243294" y="18342"/>
                  </a:lnTo>
                  <a:lnTo>
                    <a:pt x="238557" y="16013"/>
                  </a:lnTo>
                  <a:lnTo>
                    <a:pt x="233749" y="13834"/>
                  </a:lnTo>
                  <a:lnTo>
                    <a:pt x="228875" y="11808"/>
                  </a:lnTo>
                  <a:lnTo>
                    <a:pt x="223939" y="9937"/>
                  </a:lnTo>
                  <a:lnTo>
                    <a:pt x="218947" y="8223"/>
                  </a:lnTo>
                  <a:lnTo>
                    <a:pt x="213902" y="6667"/>
                  </a:lnTo>
                  <a:lnTo>
                    <a:pt x="208812" y="5271"/>
                  </a:lnTo>
                  <a:lnTo>
                    <a:pt x="203680" y="4037"/>
                  </a:lnTo>
                  <a:lnTo>
                    <a:pt x="198511" y="2965"/>
                  </a:lnTo>
                  <a:lnTo>
                    <a:pt x="193311" y="2057"/>
                  </a:lnTo>
                  <a:lnTo>
                    <a:pt x="188085" y="1314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20923" cy="167167"/>
            </a:xfrm>
            <a:custGeom>
              <a:avLst/>
              <a:pathLst>
                <a:path w="20923" h="167167">
                  <a:moveTo>
                    <a:pt x="20923" y="1314"/>
                  </a:moveTo>
                  <a:lnTo>
                    <a:pt x="10482" y="3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800054" y="5269756"/>
              <a:ext cx="164446" cy="167167"/>
            </a:xfrm>
            <a:custGeom>
              <a:avLst/>
              <a:pathLst>
                <a:path w="164446" h="167167">
                  <a:moveTo>
                    <a:pt x="164446" y="0"/>
                  </a:moveTo>
                  <a:lnTo>
                    <a:pt x="159043" y="87"/>
                  </a:lnTo>
                  <a:lnTo>
                    <a:pt x="153645" y="349"/>
                  </a:lnTo>
                  <a:lnTo>
                    <a:pt x="148259" y="785"/>
                  </a:lnTo>
                  <a:lnTo>
                    <a:pt x="142889" y="1395"/>
                  </a:lnTo>
                  <a:lnTo>
                    <a:pt x="137542" y="2179"/>
                  </a:lnTo>
                  <a:lnTo>
                    <a:pt x="132223" y="3134"/>
                  </a:lnTo>
                  <a:lnTo>
                    <a:pt x="126938" y="4262"/>
                  </a:lnTo>
                  <a:lnTo>
                    <a:pt x="121692" y="5559"/>
                  </a:lnTo>
                  <a:lnTo>
                    <a:pt x="116491" y="7026"/>
                  </a:lnTo>
                  <a:lnTo>
                    <a:pt x="111340" y="8659"/>
                  </a:lnTo>
                  <a:lnTo>
                    <a:pt x="106244" y="10459"/>
                  </a:lnTo>
                  <a:lnTo>
                    <a:pt x="101209" y="12422"/>
                  </a:lnTo>
                  <a:lnTo>
                    <a:pt x="96240" y="14547"/>
                  </a:lnTo>
                  <a:lnTo>
                    <a:pt x="91343" y="16831"/>
                  </a:lnTo>
                  <a:lnTo>
                    <a:pt x="86522" y="19272"/>
                  </a:lnTo>
                  <a:lnTo>
                    <a:pt x="81782" y="21868"/>
                  </a:lnTo>
                  <a:lnTo>
                    <a:pt x="77129" y="24616"/>
                  </a:lnTo>
                  <a:lnTo>
                    <a:pt x="72567" y="27513"/>
                  </a:lnTo>
                  <a:lnTo>
                    <a:pt x="68101" y="30556"/>
                  </a:lnTo>
                  <a:lnTo>
                    <a:pt x="63736" y="33741"/>
                  </a:lnTo>
                  <a:lnTo>
                    <a:pt x="59476" y="37066"/>
                  </a:lnTo>
                  <a:lnTo>
                    <a:pt x="55325" y="40527"/>
                  </a:lnTo>
                  <a:lnTo>
                    <a:pt x="51289" y="44121"/>
                  </a:lnTo>
                  <a:lnTo>
                    <a:pt x="47371" y="47842"/>
                  </a:lnTo>
                  <a:lnTo>
                    <a:pt x="43575" y="51689"/>
                  </a:lnTo>
                  <a:lnTo>
                    <a:pt x="39906" y="55656"/>
                  </a:lnTo>
                  <a:lnTo>
                    <a:pt x="36366" y="59740"/>
                  </a:lnTo>
                  <a:lnTo>
                    <a:pt x="32961" y="63936"/>
                  </a:lnTo>
                  <a:lnTo>
                    <a:pt x="29693" y="68240"/>
                  </a:lnTo>
                  <a:lnTo>
                    <a:pt x="26566" y="72647"/>
                  </a:lnTo>
                  <a:lnTo>
                    <a:pt x="23583" y="77153"/>
                  </a:lnTo>
                  <a:lnTo>
                    <a:pt x="20747" y="81754"/>
                  </a:lnTo>
                  <a:lnTo>
                    <a:pt x="18061" y="86443"/>
                  </a:lnTo>
                  <a:lnTo>
                    <a:pt x="15528" y="91217"/>
                  </a:lnTo>
                  <a:lnTo>
                    <a:pt x="13151" y="96070"/>
                  </a:lnTo>
                  <a:lnTo>
                    <a:pt x="10932" y="100997"/>
                  </a:lnTo>
                  <a:lnTo>
                    <a:pt x="8874" y="105994"/>
                  </a:lnTo>
                  <a:lnTo>
                    <a:pt x="6978" y="111054"/>
                  </a:lnTo>
                  <a:lnTo>
                    <a:pt x="5246" y="116174"/>
                  </a:lnTo>
                  <a:lnTo>
                    <a:pt x="3681" y="121346"/>
                  </a:lnTo>
                  <a:lnTo>
                    <a:pt x="2284" y="126566"/>
                  </a:lnTo>
                  <a:lnTo>
                    <a:pt x="1056" y="131829"/>
                  </a:lnTo>
                  <a:lnTo>
                    <a:pt x="0" y="137129"/>
                  </a:lnTo>
                  <a:lnTo>
                    <a:pt x="1644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7342" y="5269756"/>
              <a:ext cx="334310" cy="334333"/>
            </a:xfrm>
            <a:custGeom>
              <a:avLst/>
              <a:pathLst>
                <a:path w="334310" h="334333">
                  <a:moveTo>
                    <a:pt x="2712" y="137129"/>
                  </a:moveTo>
                  <a:lnTo>
                    <a:pt x="1841" y="142368"/>
                  </a:lnTo>
                  <a:lnTo>
                    <a:pt x="1136" y="147632"/>
                  </a:lnTo>
                  <a:lnTo>
                    <a:pt x="600" y="152916"/>
                  </a:lnTo>
                  <a:lnTo>
                    <a:pt x="231" y="158215"/>
                  </a:lnTo>
                  <a:lnTo>
                    <a:pt x="31" y="163522"/>
                  </a:lnTo>
                  <a:lnTo>
                    <a:pt x="0" y="168833"/>
                  </a:lnTo>
                  <a:lnTo>
                    <a:pt x="137" y="174143"/>
                  </a:lnTo>
                  <a:lnTo>
                    <a:pt x="443" y="179445"/>
                  </a:lnTo>
                  <a:lnTo>
                    <a:pt x="917" y="184735"/>
                  </a:lnTo>
                  <a:lnTo>
                    <a:pt x="1559" y="190007"/>
                  </a:lnTo>
                  <a:lnTo>
                    <a:pt x="2368" y="195257"/>
                  </a:lnTo>
                  <a:lnTo>
                    <a:pt x="3344" y="200477"/>
                  </a:lnTo>
                  <a:lnTo>
                    <a:pt x="4484" y="205665"/>
                  </a:lnTo>
                  <a:lnTo>
                    <a:pt x="5790" y="210813"/>
                  </a:lnTo>
                  <a:lnTo>
                    <a:pt x="7258" y="215917"/>
                  </a:lnTo>
                  <a:lnTo>
                    <a:pt x="8887" y="220972"/>
                  </a:lnTo>
                  <a:lnTo>
                    <a:pt x="10676" y="225973"/>
                  </a:lnTo>
                  <a:lnTo>
                    <a:pt x="12623" y="230915"/>
                  </a:lnTo>
                  <a:lnTo>
                    <a:pt x="14726" y="235792"/>
                  </a:lnTo>
                  <a:lnTo>
                    <a:pt x="16983" y="240599"/>
                  </a:lnTo>
                  <a:lnTo>
                    <a:pt x="19392" y="245333"/>
                  </a:lnTo>
                  <a:lnTo>
                    <a:pt x="21950" y="249988"/>
                  </a:lnTo>
                  <a:lnTo>
                    <a:pt x="24654" y="254559"/>
                  </a:lnTo>
                  <a:lnTo>
                    <a:pt x="27502" y="259042"/>
                  </a:lnTo>
                  <a:lnTo>
                    <a:pt x="30491" y="263432"/>
                  </a:lnTo>
                  <a:lnTo>
                    <a:pt x="33618" y="267725"/>
                  </a:lnTo>
                  <a:lnTo>
                    <a:pt x="36880" y="271917"/>
                  </a:lnTo>
                  <a:lnTo>
                    <a:pt x="40274" y="276003"/>
                  </a:lnTo>
                  <a:lnTo>
                    <a:pt x="43795" y="279978"/>
                  </a:lnTo>
                  <a:lnTo>
                    <a:pt x="47441" y="283841"/>
                  </a:lnTo>
                  <a:lnTo>
                    <a:pt x="51208" y="287585"/>
                  </a:lnTo>
                  <a:lnTo>
                    <a:pt x="55092" y="291207"/>
                  </a:lnTo>
                  <a:lnTo>
                    <a:pt x="59089" y="294705"/>
                  </a:lnTo>
                  <a:lnTo>
                    <a:pt x="63195" y="298074"/>
                  </a:lnTo>
                  <a:lnTo>
                    <a:pt x="67406" y="301310"/>
                  </a:lnTo>
                  <a:lnTo>
                    <a:pt x="71718" y="304412"/>
                  </a:lnTo>
                  <a:lnTo>
                    <a:pt x="76126" y="307374"/>
                  </a:lnTo>
                  <a:lnTo>
                    <a:pt x="80626" y="310195"/>
                  </a:lnTo>
                  <a:lnTo>
                    <a:pt x="85214" y="312872"/>
                  </a:lnTo>
                  <a:lnTo>
                    <a:pt x="89884" y="315402"/>
                  </a:lnTo>
                  <a:lnTo>
                    <a:pt x="94632" y="317782"/>
                  </a:lnTo>
                  <a:lnTo>
                    <a:pt x="99453" y="320010"/>
                  </a:lnTo>
                  <a:lnTo>
                    <a:pt x="104343" y="322083"/>
                  </a:lnTo>
                  <a:lnTo>
                    <a:pt x="109296" y="324001"/>
                  </a:lnTo>
                  <a:lnTo>
                    <a:pt x="114307" y="325760"/>
                  </a:lnTo>
                  <a:lnTo>
                    <a:pt x="119372" y="327359"/>
                  </a:lnTo>
                  <a:lnTo>
                    <a:pt x="124485" y="328796"/>
                  </a:lnTo>
                  <a:lnTo>
                    <a:pt x="129641" y="330070"/>
                  </a:lnTo>
                  <a:lnTo>
                    <a:pt x="134835" y="331180"/>
                  </a:lnTo>
                  <a:lnTo>
                    <a:pt x="140062" y="332124"/>
                  </a:lnTo>
                  <a:lnTo>
                    <a:pt x="145316" y="332901"/>
                  </a:lnTo>
                  <a:lnTo>
                    <a:pt x="150592" y="333511"/>
                  </a:lnTo>
                  <a:lnTo>
                    <a:pt x="155885" y="333954"/>
                  </a:lnTo>
                  <a:lnTo>
                    <a:pt x="161189" y="334228"/>
                  </a:lnTo>
                  <a:lnTo>
                    <a:pt x="166499" y="334333"/>
                  </a:lnTo>
                  <a:lnTo>
                    <a:pt x="171810" y="334270"/>
                  </a:lnTo>
                  <a:lnTo>
                    <a:pt x="177116" y="334038"/>
                  </a:lnTo>
                  <a:lnTo>
                    <a:pt x="182412" y="333637"/>
                  </a:lnTo>
                  <a:lnTo>
                    <a:pt x="187693" y="333068"/>
                  </a:lnTo>
                  <a:lnTo>
                    <a:pt x="192953" y="332332"/>
                  </a:lnTo>
                  <a:lnTo>
                    <a:pt x="198187" y="331430"/>
                  </a:lnTo>
                  <a:lnTo>
                    <a:pt x="203389" y="330361"/>
                  </a:lnTo>
                  <a:lnTo>
                    <a:pt x="208555" y="329128"/>
                  </a:lnTo>
                  <a:lnTo>
                    <a:pt x="213680" y="327731"/>
                  </a:lnTo>
                  <a:lnTo>
                    <a:pt x="218757" y="326172"/>
                  </a:lnTo>
                  <a:lnTo>
                    <a:pt x="223782" y="324453"/>
                  </a:lnTo>
                  <a:lnTo>
                    <a:pt x="228750" y="322574"/>
                  </a:lnTo>
                  <a:lnTo>
                    <a:pt x="233656" y="320539"/>
                  </a:lnTo>
                  <a:lnTo>
                    <a:pt x="238495" y="318349"/>
                  </a:lnTo>
                  <a:lnTo>
                    <a:pt x="243261" y="316007"/>
                  </a:lnTo>
                  <a:lnTo>
                    <a:pt x="247951" y="313514"/>
                  </a:lnTo>
                  <a:lnTo>
                    <a:pt x="252560" y="310874"/>
                  </a:lnTo>
                  <a:lnTo>
                    <a:pt x="257082" y="308088"/>
                  </a:lnTo>
                  <a:lnTo>
                    <a:pt x="261513" y="305160"/>
                  </a:lnTo>
                  <a:lnTo>
                    <a:pt x="265849" y="302093"/>
                  </a:lnTo>
                  <a:lnTo>
                    <a:pt x="270086" y="298890"/>
                  </a:lnTo>
                  <a:lnTo>
                    <a:pt x="274218" y="295554"/>
                  </a:lnTo>
                  <a:lnTo>
                    <a:pt x="278243" y="292088"/>
                  </a:lnTo>
                  <a:lnTo>
                    <a:pt x="282155" y="288496"/>
                  </a:lnTo>
                  <a:lnTo>
                    <a:pt x="285952" y="284782"/>
                  </a:lnTo>
                  <a:lnTo>
                    <a:pt x="289628" y="280948"/>
                  </a:lnTo>
                  <a:lnTo>
                    <a:pt x="293181" y="277000"/>
                  </a:lnTo>
                  <a:lnTo>
                    <a:pt x="296606" y="272942"/>
                  </a:lnTo>
                  <a:lnTo>
                    <a:pt x="299901" y="268776"/>
                  </a:lnTo>
                  <a:lnTo>
                    <a:pt x="303062" y="264508"/>
                  </a:lnTo>
                  <a:lnTo>
                    <a:pt x="306086" y="260141"/>
                  </a:lnTo>
                  <a:lnTo>
                    <a:pt x="308969" y="255681"/>
                  </a:lnTo>
                  <a:lnTo>
                    <a:pt x="311710" y="251131"/>
                  </a:lnTo>
                  <a:lnTo>
                    <a:pt x="314304" y="246497"/>
                  </a:lnTo>
                  <a:lnTo>
                    <a:pt x="316750" y="241782"/>
                  </a:lnTo>
                  <a:lnTo>
                    <a:pt x="319045" y="236992"/>
                  </a:lnTo>
                  <a:lnTo>
                    <a:pt x="321186" y="232132"/>
                  </a:lnTo>
                  <a:lnTo>
                    <a:pt x="323172" y="227206"/>
                  </a:lnTo>
                  <a:lnTo>
                    <a:pt x="325001" y="222220"/>
                  </a:lnTo>
                  <a:lnTo>
                    <a:pt x="326670" y="217178"/>
                  </a:lnTo>
                  <a:lnTo>
                    <a:pt x="328178" y="212085"/>
                  </a:lnTo>
                  <a:lnTo>
                    <a:pt x="329524" y="206947"/>
                  </a:lnTo>
                  <a:lnTo>
                    <a:pt x="330706" y="201769"/>
                  </a:lnTo>
                  <a:lnTo>
                    <a:pt x="331722" y="196556"/>
                  </a:lnTo>
                  <a:lnTo>
                    <a:pt x="332573" y="191313"/>
                  </a:lnTo>
                  <a:lnTo>
                    <a:pt x="333257" y="186046"/>
                  </a:lnTo>
                  <a:lnTo>
                    <a:pt x="333772" y="180760"/>
                  </a:lnTo>
                  <a:lnTo>
                    <a:pt x="334120" y="175460"/>
                  </a:lnTo>
                  <a:lnTo>
                    <a:pt x="334299" y="170152"/>
                  </a:lnTo>
                  <a:lnTo>
                    <a:pt x="334310" y="164841"/>
                  </a:lnTo>
                  <a:lnTo>
                    <a:pt x="334152" y="159532"/>
                  </a:lnTo>
                  <a:lnTo>
                    <a:pt x="333825" y="154231"/>
                  </a:lnTo>
                  <a:lnTo>
                    <a:pt x="333330" y="148943"/>
                  </a:lnTo>
                  <a:lnTo>
                    <a:pt x="332667" y="143673"/>
                  </a:lnTo>
                  <a:lnTo>
                    <a:pt x="331837" y="138427"/>
                  </a:lnTo>
                  <a:lnTo>
                    <a:pt x="330841" y="133210"/>
                  </a:lnTo>
                  <a:lnTo>
                    <a:pt x="329680" y="128028"/>
                  </a:lnTo>
                  <a:lnTo>
                    <a:pt x="328354" y="122885"/>
                  </a:lnTo>
                  <a:lnTo>
                    <a:pt x="326866" y="117786"/>
                  </a:lnTo>
                  <a:lnTo>
                    <a:pt x="325217" y="112737"/>
                  </a:lnTo>
                  <a:lnTo>
                    <a:pt x="323408" y="107744"/>
                  </a:lnTo>
                  <a:lnTo>
                    <a:pt x="321441" y="102810"/>
                  </a:lnTo>
                  <a:lnTo>
                    <a:pt x="319319" y="97941"/>
                  </a:lnTo>
                  <a:lnTo>
                    <a:pt x="317043" y="93142"/>
                  </a:lnTo>
                  <a:lnTo>
                    <a:pt x="314616" y="88418"/>
                  </a:lnTo>
                  <a:lnTo>
                    <a:pt x="312040" y="83774"/>
                  </a:lnTo>
                  <a:lnTo>
                    <a:pt x="309317" y="79213"/>
                  </a:lnTo>
                  <a:lnTo>
                    <a:pt x="306452" y="74742"/>
                  </a:lnTo>
                  <a:lnTo>
                    <a:pt x="303445" y="70363"/>
                  </a:lnTo>
                  <a:lnTo>
                    <a:pt x="300301" y="66083"/>
                  </a:lnTo>
                  <a:lnTo>
                    <a:pt x="297023" y="61904"/>
                  </a:lnTo>
                  <a:lnTo>
                    <a:pt x="293613" y="57832"/>
                  </a:lnTo>
                  <a:lnTo>
                    <a:pt x="290076" y="53870"/>
                  </a:lnTo>
                  <a:lnTo>
                    <a:pt x="286415" y="50022"/>
                  </a:lnTo>
                  <a:lnTo>
                    <a:pt x="282633" y="46293"/>
                  </a:lnTo>
                  <a:lnTo>
                    <a:pt x="278735" y="42685"/>
                  </a:lnTo>
                  <a:lnTo>
                    <a:pt x="274724" y="39204"/>
                  </a:lnTo>
                  <a:lnTo>
                    <a:pt x="270605" y="35851"/>
                  </a:lnTo>
                  <a:lnTo>
                    <a:pt x="266381" y="32631"/>
                  </a:lnTo>
                  <a:lnTo>
                    <a:pt x="262057" y="29547"/>
                  </a:lnTo>
                  <a:lnTo>
                    <a:pt x="257637" y="26602"/>
                  </a:lnTo>
                  <a:lnTo>
                    <a:pt x="253126" y="23798"/>
                  </a:lnTo>
                  <a:lnTo>
                    <a:pt x="248528" y="21140"/>
                  </a:lnTo>
                  <a:lnTo>
                    <a:pt x="243848" y="18628"/>
                  </a:lnTo>
                  <a:lnTo>
                    <a:pt x="239091" y="16267"/>
                  </a:lnTo>
                  <a:lnTo>
                    <a:pt x="234261" y="14058"/>
                  </a:lnTo>
                  <a:lnTo>
                    <a:pt x="229363" y="12004"/>
                  </a:lnTo>
                  <a:lnTo>
                    <a:pt x="224402" y="10106"/>
                  </a:lnTo>
                  <a:lnTo>
                    <a:pt x="219384" y="8367"/>
                  </a:lnTo>
                  <a:lnTo>
                    <a:pt x="214313" y="6788"/>
                  </a:lnTo>
                  <a:lnTo>
                    <a:pt x="209194" y="5371"/>
                  </a:lnTo>
                  <a:lnTo>
                    <a:pt x="204033" y="4117"/>
                  </a:lnTo>
                  <a:lnTo>
                    <a:pt x="198835" y="3028"/>
                  </a:lnTo>
                  <a:lnTo>
                    <a:pt x="193604" y="2105"/>
                  </a:lnTo>
                  <a:lnTo>
                    <a:pt x="188347" y="1348"/>
                  </a:lnTo>
                  <a:lnTo>
                    <a:pt x="183069" y="758"/>
                  </a:lnTo>
                  <a:lnTo>
                    <a:pt x="177774" y="337"/>
                  </a:lnTo>
                  <a:lnTo>
                    <a:pt x="172469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2044" y="5399291"/>
              <a:ext cx="4170" cy="167167"/>
            </a:xfrm>
            <a:custGeom>
              <a:avLst/>
              <a:pathLst>
                <a:path w="4170" h="167167">
                  <a:moveTo>
                    <a:pt x="4170" y="0"/>
                  </a:moveTo>
                  <a:lnTo>
                    <a:pt x="0" y="52"/>
                  </a:lnTo>
                  <a:lnTo>
                    <a:pt x="417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319054" y="5399343"/>
              <a:ext cx="334322" cy="334278"/>
            </a:xfrm>
            <a:custGeom>
              <a:avLst/>
              <a:pathLst>
                <a:path w="334322" h="334278">
                  <a:moveTo>
                    <a:pt x="162989" y="0"/>
                  </a:moveTo>
                  <a:lnTo>
                    <a:pt x="157690" y="216"/>
                  </a:lnTo>
                  <a:lnTo>
                    <a:pt x="152400" y="600"/>
                  </a:lnTo>
                  <a:lnTo>
                    <a:pt x="147126" y="1152"/>
                  </a:lnTo>
                  <a:lnTo>
                    <a:pt x="141871" y="1871"/>
                  </a:lnTo>
                  <a:lnTo>
                    <a:pt x="136642" y="2757"/>
                  </a:lnTo>
                  <a:lnTo>
                    <a:pt x="131443" y="3808"/>
                  </a:lnTo>
                  <a:lnTo>
                    <a:pt x="126280" y="5023"/>
                  </a:lnTo>
                  <a:lnTo>
                    <a:pt x="121159" y="6401"/>
                  </a:lnTo>
                  <a:lnTo>
                    <a:pt x="116084" y="7942"/>
                  </a:lnTo>
                  <a:lnTo>
                    <a:pt x="111060" y="9642"/>
                  </a:lnTo>
                  <a:lnTo>
                    <a:pt x="106093" y="11501"/>
                  </a:lnTo>
                  <a:lnTo>
                    <a:pt x="101187" y="13516"/>
                  </a:lnTo>
                  <a:lnTo>
                    <a:pt x="96348" y="15687"/>
                  </a:lnTo>
                  <a:lnTo>
                    <a:pt x="91580" y="18009"/>
                  </a:lnTo>
                  <a:lnTo>
                    <a:pt x="86888" y="20482"/>
                  </a:lnTo>
                  <a:lnTo>
                    <a:pt x="82276" y="23102"/>
                  </a:lnTo>
                  <a:lnTo>
                    <a:pt x="77751" y="25867"/>
                  </a:lnTo>
                  <a:lnTo>
                    <a:pt x="73315" y="28775"/>
                  </a:lnTo>
                  <a:lnTo>
                    <a:pt x="68974" y="31822"/>
                  </a:lnTo>
                  <a:lnTo>
                    <a:pt x="64731" y="35004"/>
                  </a:lnTo>
                  <a:lnTo>
                    <a:pt x="60592" y="38320"/>
                  </a:lnTo>
                  <a:lnTo>
                    <a:pt x="56560" y="41766"/>
                  </a:lnTo>
                  <a:lnTo>
                    <a:pt x="52639" y="45337"/>
                  </a:lnTo>
                  <a:lnTo>
                    <a:pt x="48833" y="49032"/>
                  </a:lnTo>
                  <a:lnTo>
                    <a:pt x="45147" y="52845"/>
                  </a:lnTo>
                  <a:lnTo>
                    <a:pt x="41583" y="56773"/>
                  </a:lnTo>
                  <a:lnTo>
                    <a:pt x="38146" y="60812"/>
                  </a:lnTo>
                  <a:lnTo>
                    <a:pt x="34839" y="64958"/>
                  </a:lnTo>
                  <a:lnTo>
                    <a:pt x="31665" y="69207"/>
                  </a:lnTo>
                  <a:lnTo>
                    <a:pt x="28627" y="73555"/>
                  </a:lnTo>
                  <a:lnTo>
                    <a:pt x="25729" y="77997"/>
                  </a:lnTo>
                  <a:lnTo>
                    <a:pt x="22973" y="82528"/>
                  </a:lnTo>
                  <a:lnTo>
                    <a:pt x="20362" y="87145"/>
                  </a:lnTo>
                  <a:lnTo>
                    <a:pt x="17899" y="91842"/>
                  </a:lnTo>
                  <a:lnTo>
                    <a:pt x="15586" y="96615"/>
                  </a:lnTo>
                  <a:lnTo>
                    <a:pt x="13426" y="101458"/>
                  </a:lnTo>
                  <a:lnTo>
                    <a:pt x="11421" y="106368"/>
                  </a:lnTo>
                  <a:lnTo>
                    <a:pt x="9572" y="111339"/>
                  </a:lnTo>
                  <a:lnTo>
                    <a:pt x="7882" y="116367"/>
                  </a:lnTo>
                  <a:lnTo>
                    <a:pt x="6352" y="121445"/>
                  </a:lnTo>
                  <a:lnTo>
                    <a:pt x="4985" y="126569"/>
                  </a:lnTo>
                  <a:lnTo>
                    <a:pt x="3780" y="131734"/>
                  </a:lnTo>
                  <a:lnTo>
                    <a:pt x="2740" y="136935"/>
                  </a:lnTo>
                  <a:lnTo>
                    <a:pt x="1865" y="142166"/>
                  </a:lnTo>
                  <a:lnTo>
                    <a:pt x="1157" y="147422"/>
                  </a:lnTo>
                  <a:lnTo>
                    <a:pt x="616" y="152698"/>
                  </a:lnTo>
                  <a:lnTo>
                    <a:pt x="242" y="157989"/>
                  </a:lnTo>
                  <a:lnTo>
                    <a:pt x="37" y="163288"/>
                  </a:lnTo>
                  <a:lnTo>
                    <a:pt x="0" y="168592"/>
                  </a:lnTo>
                  <a:lnTo>
                    <a:pt x="130" y="173894"/>
                  </a:lnTo>
                  <a:lnTo>
                    <a:pt x="430" y="179189"/>
                  </a:lnTo>
                  <a:lnTo>
                    <a:pt x="897" y="184472"/>
                  </a:lnTo>
                  <a:lnTo>
                    <a:pt x="1531" y="189738"/>
                  </a:lnTo>
                  <a:lnTo>
                    <a:pt x="2332" y="194981"/>
                  </a:lnTo>
                  <a:lnTo>
                    <a:pt x="3299" y="200196"/>
                  </a:lnTo>
                  <a:lnTo>
                    <a:pt x="4431" y="205377"/>
                  </a:lnTo>
                  <a:lnTo>
                    <a:pt x="5726" y="210520"/>
                  </a:lnTo>
                  <a:lnTo>
                    <a:pt x="7185" y="215619"/>
                  </a:lnTo>
                  <a:lnTo>
                    <a:pt x="8804" y="220670"/>
                  </a:lnTo>
                  <a:lnTo>
                    <a:pt x="10582" y="225667"/>
                  </a:lnTo>
                  <a:lnTo>
                    <a:pt x="12519" y="230604"/>
                  </a:lnTo>
                  <a:lnTo>
                    <a:pt x="14611" y="235478"/>
                  </a:lnTo>
                  <a:lnTo>
                    <a:pt x="16856" y="240283"/>
                  </a:lnTo>
                  <a:lnTo>
                    <a:pt x="19253" y="245014"/>
                  </a:lnTo>
                  <a:lnTo>
                    <a:pt x="21798" y="249667"/>
                  </a:lnTo>
                  <a:lnTo>
                    <a:pt x="24490" y="254237"/>
                  </a:lnTo>
                  <a:lnTo>
                    <a:pt x="27326" y="258719"/>
                  </a:lnTo>
                  <a:lnTo>
                    <a:pt x="30302" y="263108"/>
                  </a:lnTo>
                  <a:lnTo>
                    <a:pt x="33416" y="267402"/>
                  </a:lnTo>
                  <a:lnTo>
                    <a:pt x="36665" y="271594"/>
                  </a:lnTo>
                  <a:lnTo>
                    <a:pt x="40045" y="275681"/>
                  </a:lnTo>
                  <a:lnTo>
                    <a:pt x="43553" y="279659"/>
                  </a:lnTo>
                  <a:lnTo>
                    <a:pt x="47185" y="283523"/>
                  </a:lnTo>
                  <a:lnTo>
                    <a:pt x="50939" y="287271"/>
                  </a:lnTo>
                  <a:lnTo>
                    <a:pt x="54809" y="290897"/>
                  </a:lnTo>
                  <a:lnTo>
                    <a:pt x="58792" y="294399"/>
                  </a:lnTo>
                  <a:lnTo>
                    <a:pt x="62884" y="297773"/>
                  </a:lnTo>
                  <a:lnTo>
                    <a:pt x="67082" y="301015"/>
                  </a:lnTo>
                  <a:lnTo>
                    <a:pt x="71380" y="304122"/>
                  </a:lnTo>
                  <a:lnTo>
                    <a:pt x="75774" y="307092"/>
                  </a:lnTo>
                  <a:lnTo>
                    <a:pt x="80261" y="309920"/>
                  </a:lnTo>
                  <a:lnTo>
                    <a:pt x="84835" y="312605"/>
                  </a:lnTo>
                  <a:lnTo>
                    <a:pt x="89491" y="315144"/>
                  </a:lnTo>
                  <a:lnTo>
                    <a:pt x="94226" y="317533"/>
                  </a:lnTo>
                  <a:lnTo>
                    <a:pt x="99035" y="319771"/>
                  </a:lnTo>
                  <a:lnTo>
                    <a:pt x="103912" y="321855"/>
                  </a:lnTo>
                  <a:lnTo>
                    <a:pt x="108852" y="323784"/>
                  </a:lnTo>
                  <a:lnTo>
                    <a:pt x="113852" y="325555"/>
                  </a:lnTo>
                  <a:lnTo>
                    <a:pt x="118905" y="327166"/>
                  </a:lnTo>
                  <a:lnTo>
                    <a:pt x="124006" y="328616"/>
                  </a:lnTo>
                  <a:lnTo>
                    <a:pt x="129151" y="329904"/>
                  </a:lnTo>
                  <a:lnTo>
                    <a:pt x="134334" y="331028"/>
                  </a:lnTo>
                  <a:lnTo>
                    <a:pt x="139551" y="331987"/>
                  </a:lnTo>
                  <a:lnTo>
                    <a:pt x="144795" y="332779"/>
                  </a:lnTo>
                  <a:lnTo>
                    <a:pt x="150061" y="333406"/>
                  </a:lnTo>
                  <a:lnTo>
                    <a:pt x="155345" y="333864"/>
                  </a:lnTo>
                  <a:lnTo>
                    <a:pt x="160641" y="334155"/>
                  </a:lnTo>
                  <a:lnTo>
                    <a:pt x="165943" y="334278"/>
                  </a:lnTo>
                  <a:lnTo>
                    <a:pt x="171247" y="334232"/>
                  </a:lnTo>
                  <a:lnTo>
                    <a:pt x="176546" y="334019"/>
                  </a:lnTo>
                  <a:lnTo>
                    <a:pt x="181836" y="333637"/>
                  </a:lnTo>
                  <a:lnTo>
                    <a:pt x="187111" y="333088"/>
                  </a:lnTo>
                  <a:lnTo>
                    <a:pt x="192366" y="332371"/>
                  </a:lnTo>
                  <a:lnTo>
                    <a:pt x="197596" y="331488"/>
                  </a:lnTo>
                  <a:lnTo>
                    <a:pt x="202795" y="330440"/>
                  </a:lnTo>
                  <a:lnTo>
                    <a:pt x="207958" y="329227"/>
                  </a:lnTo>
                  <a:lnTo>
                    <a:pt x="213080" y="327852"/>
                  </a:lnTo>
                  <a:lnTo>
                    <a:pt x="218156" y="326314"/>
                  </a:lnTo>
                  <a:lnTo>
                    <a:pt x="223181" y="324616"/>
                  </a:lnTo>
                  <a:lnTo>
                    <a:pt x="228149" y="322760"/>
                  </a:lnTo>
                  <a:lnTo>
                    <a:pt x="233056" y="320747"/>
                  </a:lnTo>
                  <a:lnTo>
                    <a:pt x="237896" y="318579"/>
                  </a:lnTo>
                  <a:lnTo>
                    <a:pt x="242666" y="316259"/>
                  </a:lnTo>
                  <a:lnTo>
                    <a:pt x="247359" y="313789"/>
                  </a:lnTo>
                  <a:lnTo>
                    <a:pt x="251971" y="311171"/>
                  </a:lnTo>
                  <a:lnTo>
                    <a:pt x="256499" y="308408"/>
                  </a:lnTo>
                  <a:lnTo>
                    <a:pt x="260936" y="305502"/>
                  </a:lnTo>
                  <a:lnTo>
                    <a:pt x="265279" y="302458"/>
                  </a:lnTo>
                  <a:lnTo>
                    <a:pt x="269523" y="299277"/>
                  </a:lnTo>
                  <a:lnTo>
                    <a:pt x="273664" y="295964"/>
                  </a:lnTo>
                  <a:lnTo>
                    <a:pt x="277698" y="292520"/>
                  </a:lnTo>
                  <a:lnTo>
                    <a:pt x="281620" y="288950"/>
                  </a:lnTo>
                  <a:lnTo>
                    <a:pt x="285428" y="285258"/>
                  </a:lnTo>
                  <a:lnTo>
                    <a:pt x="289116" y="281447"/>
                  </a:lnTo>
                  <a:lnTo>
                    <a:pt x="292681" y="277521"/>
                  </a:lnTo>
                  <a:lnTo>
                    <a:pt x="296121" y="273483"/>
                  </a:lnTo>
                  <a:lnTo>
                    <a:pt x="299430" y="269339"/>
                  </a:lnTo>
                  <a:lnTo>
                    <a:pt x="302606" y="265091"/>
                  </a:lnTo>
                  <a:lnTo>
                    <a:pt x="305646" y="260745"/>
                  </a:lnTo>
                  <a:lnTo>
                    <a:pt x="308547" y="256305"/>
                  </a:lnTo>
                  <a:lnTo>
                    <a:pt x="311305" y="251775"/>
                  </a:lnTo>
                  <a:lnTo>
                    <a:pt x="313918" y="247160"/>
                  </a:lnTo>
                  <a:lnTo>
                    <a:pt x="316383" y="242464"/>
                  </a:lnTo>
                  <a:lnTo>
                    <a:pt x="318699" y="237692"/>
                  </a:lnTo>
                  <a:lnTo>
                    <a:pt x="320861" y="232849"/>
                  </a:lnTo>
                  <a:lnTo>
                    <a:pt x="322869" y="227940"/>
                  </a:lnTo>
                  <a:lnTo>
                    <a:pt x="324720" y="222970"/>
                  </a:lnTo>
                  <a:lnTo>
                    <a:pt x="326413" y="217944"/>
                  </a:lnTo>
                  <a:lnTo>
                    <a:pt x="327945" y="212866"/>
                  </a:lnTo>
                  <a:lnTo>
                    <a:pt x="329316" y="207743"/>
                  </a:lnTo>
                  <a:lnTo>
                    <a:pt x="330523" y="202578"/>
                  </a:lnTo>
                  <a:lnTo>
                    <a:pt x="331566" y="197378"/>
                  </a:lnTo>
                  <a:lnTo>
                    <a:pt x="332443" y="192148"/>
                  </a:lnTo>
                  <a:lnTo>
                    <a:pt x="333154" y="186892"/>
                  </a:lnTo>
                  <a:lnTo>
                    <a:pt x="333698" y="181616"/>
                  </a:lnTo>
                  <a:lnTo>
                    <a:pt x="334074" y="176326"/>
                  </a:lnTo>
                  <a:lnTo>
                    <a:pt x="334282" y="171026"/>
                  </a:lnTo>
                  <a:lnTo>
                    <a:pt x="334322" y="165722"/>
                  </a:lnTo>
                  <a:lnTo>
                    <a:pt x="334194" y="160420"/>
                  </a:lnTo>
                  <a:lnTo>
                    <a:pt x="333897" y="155125"/>
                  </a:lnTo>
                  <a:lnTo>
                    <a:pt x="333433" y="149842"/>
                  </a:lnTo>
                  <a:lnTo>
                    <a:pt x="332801" y="144576"/>
                  </a:lnTo>
                  <a:lnTo>
                    <a:pt x="332003" y="139332"/>
                  </a:lnTo>
                  <a:lnTo>
                    <a:pt x="331039" y="134117"/>
                  </a:lnTo>
                  <a:lnTo>
                    <a:pt x="329909" y="128935"/>
                  </a:lnTo>
                  <a:lnTo>
                    <a:pt x="328616" y="123791"/>
                  </a:lnTo>
                  <a:lnTo>
                    <a:pt x="327161" y="118691"/>
                  </a:lnTo>
                  <a:lnTo>
                    <a:pt x="325544" y="113640"/>
                  </a:lnTo>
                  <a:lnTo>
                    <a:pt x="323768" y="108643"/>
                  </a:lnTo>
                  <a:lnTo>
                    <a:pt x="321834" y="103704"/>
                  </a:lnTo>
                  <a:lnTo>
                    <a:pt x="319745" y="98829"/>
                  </a:lnTo>
                  <a:lnTo>
                    <a:pt x="317502" y="94023"/>
                  </a:lnTo>
                  <a:lnTo>
                    <a:pt x="315108" y="89291"/>
                  </a:lnTo>
                  <a:lnTo>
                    <a:pt x="312564" y="84637"/>
                  </a:lnTo>
                  <a:lnTo>
                    <a:pt x="309875" y="80065"/>
                  </a:lnTo>
                  <a:lnTo>
                    <a:pt x="307041" y="75582"/>
                  </a:lnTo>
                  <a:lnTo>
                    <a:pt x="304067" y="71191"/>
                  </a:lnTo>
                  <a:lnTo>
                    <a:pt x="300955" y="66896"/>
                  </a:lnTo>
                  <a:lnTo>
                    <a:pt x="297709" y="62702"/>
                  </a:lnTo>
                  <a:lnTo>
                    <a:pt x="294331" y="58613"/>
                  </a:lnTo>
                  <a:lnTo>
                    <a:pt x="290825" y="54634"/>
                  </a:lnTo>
                  <a:lnTo>
                    <a:pt x="287194" y="50767"/>
                  </a:lnTo>
                  <a:lnTo>
                    <a:pt x="283443" y="47018"/>
                  </a:lnTo>
                  <a:lnTo>
                    <a:pt x="279575" y="43390"/>
                  </a:lnTo>
                  <a:lnTo>
                    <a:pt x="275593" y="39886"/>
                  </a:lnTo>
                  <a:lnTo>
                    <a:pt x="271503" y="36510"/>
                  </a:lnTo>
                  <a:lnTo>
                    <a:pt x="267307" y="33266"/>
                  </a:lnTo>
                  <a:lnTo>
                    <a:pt x="263010" y="30156"/>
                  </a:lnTo>
                  <a:lnTo>
                    <a:pt x="258618" y="27184"/>
                  </a:lnTo>
                  <a:lnTo>
                    <a:pt x="254132" y="24354"/>
                  </a:lnTo>
                  <a:lnTo>
                    <a:pt x="249560" y="21666"/>
                  </a:lnTo>
                  <a:lnTo>
                    <a:pt x="244904" y="19126"/>
                  </a:lnTo>
                  <a:lnTo>
                    <a:pt x="240171" y="16734"/>
                  </a:lnTo>
                  <a:lnTo>
                    <a:pt x="235363" y="14493"/>
                  </a:lnTo>
                  <a:lnTo>
                    <a:pt x="230487" y="12407"/>
                  </a:lnTo>
                  <a:lnTo>
                    <a:pt x="225548" y="10476"/>
                  </a:lnTo>
                  <a:lnTo>
                    <a:pt x="220549" y="8702"/>
                  </a:lnTo>
                  <a:lnTo>
                    <a:pt x="215497" y="7088"/>
                  </a:lnTo>
                  <a:lnTo>
                    <a:pt x="210396" y="5635"/>
                  </a:lnTo>
                  <a:lnTo>
                    <a:pt x="205252" y="4345"/>
                  </a:lnTo>
                  <a:lnTo>
                    <a:pt x="200069" y="3219"/>
                  </a:lnTo>
                  <a:lnTo>
                    <a:pt x="194854" y="2257"/>
                  </a:lnTo>
                  <a:lnTo>
                    <a:pt x="189610" y="1462"/>
                  </a:lnTo>
                  <a:lnTo>
                    <a:pt x="167160" y="167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22449" cy="167167"/>
            </a:xfrm>
            <a:custGeom>
              <a:avLst/>
              <a:pathLst>
                <a:path w="22449" h="167167">
                  <a:moveTo>
                    <a:pt x="22449" y="1514"/>
                  </a:moveTo>
                  <a:lnTo>
                    <a:pt x="14991" y="673"/>
                  </a:lnTo>
                  <a:lnTo>
                    <a:pt x="7503" y="16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2108" y="5399291"/>
              <a:ext cx="51436" cy="167167"/>
            </a:xfrm>
            <a:custGeom>
              <a:avLst/>
              <a:pathLst>
                <a:path w="51436" h="167167">
                  <a:moveTo>
                    <a:pt x="51436" y="0"/>
                  </a:moveTo>
                  <a:lnTo>
                    <a:pt x="44902" y="127"/>
                  </a:lnTo>
                  <a:lnTo>
                    <a:pt x="38378" y="510"/>
                  </a:lnTo>
                  <a:lnTo>
                    <a:pt x="31874" y="1148"/>
                  </a:lnTo>
                  <a:lnTo>
                    <a:pt x="25400" y="2039"/>
                  </a:lnTo>
                  <a:lnTo>
                    <a:pt x="18966" y="3183"/>
                  </a:lnTo>
                  <a:lnTo>
                    <a:pt x="12581" y="4578"/>
                  </a:lnTo>
                  <a:lnTo>
                    <a:pt x="6256" y="6221"/>
                  </a:lnTo>
                  <a:lnTo>
                    <a:pt x="0" y="8109"/>
                  </a:lnTo>
                  <a:lnTo>
                    <a:pt x="5143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2108" y="5407401"/>
              <a:ext cx="51436" cy="159057"/>
            </a:xfrm>
            <a:custGeom>
              <a:avLst/>
              <a:pathLst>
                <a:path w="51436" h="159057">
                  <a:moveTo>
                    <a:pt x="0" y="0"/>
                  </a:moveTo>
                  <a:lnTo>
                    <a:pt x="51436" y="159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2108" y="5407401"/>
              <a:ext cx="51436" cy="159057"/>
            </a:xfrm>
            <a:custGeom>
              <a:avLst/>
              <a:pathLst>
                <a:path w="51436" h="159057">
                  <a:moveTo>
                    <a:pt x="0" y="0"/>
                  </a:moveTo>
                  <a:lnTo>
                    <a:pt x="51436" y="159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2108" y="5407401"/>
              <a:ext cx="51436" cy="159057"/>
            </a:xfrm>
            <a:custGeom>
              <a:avLst/>
              <a:pathLst>
                <a:path w="51436" h="159057">
                  <a:moveTo>
                    <a:pt x="0" y="0"/>
                  </a:moveTo>
                  <a:lnTo>
                    <a:pt x="51436" y="159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2108" y="5407401"/>
              <a:ext cx="51436" cy="159057"/>
            </a:xfrm>
            <a:custGeom>
              <a:avLst/>
              <a:pathLst>
                <a:path w="51436" h="159057">
                  <a:moveTo>
                    <a:pt x="0" y="0"/>
                  </a:moveTo>
                  <a:lnTo>
                    <a:pt x="51436" y="1590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2108" y="5407401"/>
              <a:ext cx="51436" cy="159057"/>
            </a:xfrm>
            <a:custGeom>
              <a:avLst/>
              <a:pathLst>
                <a:path w="51436" h="159057">
                  <a:moveTo>
                    <a:pt x="0" y="0"/>
                  </a:moveTo>
                  <a:lnTo>
                    <a:pt x="51436" y="1590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856394" y="5407401"/>
              <a:ext cx="184552" cy="326218"/>
            </a:xfrm>
            <a:custGeom>
              <a:avLst/>
              <a:pathLst>
                <a:path w="184552" h="326218">
                  <a:moveTo>
                    <a:pt x="115713" y="0"/>
                  </a:moveTo>
                  <a:lnTo>
                    <a:pt x="110669" y="1720"/>
                  </a:lnTo>
                  <a:lnTo>
                    <a:pt x="105682" y="3600"/>
                  </a:lnTo>
                  <a:lnTo>
                    <a:pt x="100758" y="5639"/>
                  </a:lnTo>
                  <a:lnTo>
                    <a:pt x="95901" y="7833"/>
                  </a:lnTo>
                  <a:lnTo>
                    <a:pt x="91117" y="10181"/>
                  </a:lnTo>
                  <a:lnTo>
                    <a:pt x="86410" y="12680"/>
                  </a:lnTo>
                  <a:lnTo>
                    <a:pt x="81785" y="15328"/>
                  </a:lnTo>
                  <a:lnTo>
                    <a:pt x="77247" y="18122"/>
                  </a:lnTo>
                  <a:lnTo>
                    <a:pt x="72800" y="21060"/>
                  </a:lnTo>
                  <a:lnTo>
                    <a:pt x="68449" y="24137"/>
                  </a:lnTo>
                  <a:lnTo>
                    <a:pt x="64199" y="27352"/>
                  </a:lnTo>
                  <a:lnTo>
                    <a:pt x="60053" y="30701"/>
                  </a:lnTo>
                  <a:lnTo>
                    <a:pt x="56016" y="34180"/>
                  </a:lnTo>
                  <a:lnTo>
                    <a:pt x="52092" y="37786"/>
                  </a:lnTo>
                  <a:lnTo>
                    <a:pt x="48284" y="41515"/>
                  </a:lnTo>
                  <a:lnTo>
                    <a:pt x="44598" y="45364"/>
                  </a:lnTo>
                  <a:lnTo>
                    <a:pt x="41036" y="49328"/>
                  </a:lnTo>
                  <a:lnTo>
                    <a:pt x="37602" y="53404"/>
                  </a:lnTo>
                  <a:lnTo>
                    <a:pt x="34300" y="57587"/>
                  </a:lnTo>
                  <a:lnTo>
                    <a:pt x="31133" y="61873"/>
                  </a:lnTo>
                  <a:lnTo>
                    <a:pt x="28105" y="66258"/>
                  </a:lnTo>
                  <a:lnTo>
                    <a:pt x="25217" y="70738"/>
                  </a:lnTo>
                  <a:lnTo>
                    <a:pt x="22474" y="75307"/>
                  </a:lnTo>
                  <a:lnTo>
                    <a:pt x="19878" y="79961"/>
                  </a:lnTo>
                  <a:lnTo>
                    <a:pt x="17431" y="84696"/>
                  </a:lnTo>
                  <a:lnTo>
                    <a:pt x="15137" y="89506"/>
                  </a:lnTo>
                  <a:lnTo>
                    <a:pt x="12997" y="94387"/>
                  </a:lnTo>
                  <a:lnTo>
                    <a:pt x="11014" y="99333"/>
                  </a:lnTo>
                  <a:lnTo>
                    <a:pt x="9190" y="104341"/>
                  </a:lnTo>
                  <a:lnTo>
                    <a:pt x="7526" y="109404"/>
                  </a:lnTo>
                  <a:lnTo>
                    <a:pt x="6024" y="114517"/>
                  </a:lnTo>
                  <a:lnTo>
                    <a:pt x="4686" y="119676"/>
                  </a:lnTo>
                  <a:lnTo>
                    <a:pt x="3514" y="124875"/>
                  </a:lnTo>
                  <a:lnTo>
                    <a:pt x="2507" y="130108"/>
                  </a:lnTo>
                  <a:lnTo>
                    <a:pt x="1668" y="135371"/>
                  </a:lnTo>
                  <a:lnTo>
                    <a:pt x="997" y="140658"/>
                  </a:lnTo>
                  <a:lnTo>
                    <a:pt x="495" y="145964"/>
                  </a:lnTo>
                  <a:lnTo>
                    <a:pt x="162" y="151283"/>
                  </a:lnTo>
                  <a:lnTo>
                    <a:pt x="0" y="156610"/>
                  </a:lnTo>
                  <a:lnTo>
                    <a:pt x="6" y="161939"/>
                  </a:lnTo>
                  <a:lnTo>
                    <a:pt x="183" y="167265"/>
                  </a:lnTo>
                  <a:lnTo>
                    <a:pt x="530" y="172583"/>
                  </a:lnTo>
                  <a:lnTo>
                    <a:pt x="1046" y="177888"/>
                  </a:lnTo>
                  <a:lnTo>
                    <a:pt x="1730" y="183173"/>
                  </a:lnTo>
                  <a:lnTo>
                    <a:pt x="2583" y="188434"/>
                  </a:lnTo>
                  <a:lnTo>
                    <a:pt x="3603" y="193664"/>
                  </a:lnTo>
                  <a:lnTo>
                    <a:pt x="4789" y="198860"/>
                  </a:lnTo>
                  <a:lnTo>
                    <a:pt x="6141" y="204015"/>
                  </a:lnTo>
                  <a:lnTo>
                    <a:pt x="7656" y="209125"/>
                  </a:lnTo>
                  <a:lnTo>
                    <a:pt x="9333" y="214184"/>
                  </a:lnTo>
                  <a:lnTo>
                    <a:pt x="11170" y="219186"/>
                  </a:lnTo>
                  <a:lnTo>
                    <a:pt x="13166" y="224128"/>
                  </a:lnTo>
                  <a:lnTo>
                    <a:pt x="15318" y="229003"/>
                  </a:lnTo>
                  <a:lnTo>
                    <a:pt x="17625" y="233807"/>
                  </a:lnTo>
                  <a:lnTo>
                    <a:pt x="20084" y="238535"/>
                  </a:lnTo>
                  <a:lnTo>
                    <a:pt x="22692" y="243183"/>
                  </a:lnTo>
                  <a:lnTo>
                    <a:pt x="25447" y="247745"/>
                  </a:lnTo>
                  <a:lnTo>
                    <a:pt x="28346" y="252217"/>
                  </a:lnTo>
                  <a:lnTo>
                    <a:pt x="31386" y="256594"/>
                  </a:lnTo>
                  <a:lnTo>
                    <a:pt x="34565" y="260872"/>
                  </a:lnTo>
                  <a:lnTo>
                    <a:pt x="37877" y="265047"/>
                  </a:lnTo>
                  <a:lnTo>
                    <a:pt x="41322" y="269114"/>
                  </a:lnTo>
                  <a:lnTo>
                    <a:pt x="44894" y="273069"/>
                  </a:lnTo>
                  <a:lnTo>
                    <a:pt x="48590" y="276908"/>
                  </a:lnTo>
                  <a:lnTo>
                    <a:pt x="52407" y="280627"/>
                  </a:lnTo>
                  <a:lnTo>
                    <a:pt x="56341" y="284223"/>
                  </a:lnTo>
                  <a:lnTo>
                    <a:pt x="60387" y="287691"/>
                  </a:lnTo>
                  <a:lnTo>
                    <a:pt x="64541" y="291029"/>
                  </a:lnTo>
                  <a:lnTo>
                    <a:pt x="68800" y="294233"/>
                  </a:lnTo>
                  <a:lnTo>
                    <a:pt x="73159" y="297299"/>
                  </a:lnTo>
                  <a:lnTo>
                    <a:pt x="77614" y="300225"/>
                  </a:lnTo>
                  <a:lnTo>
                    <a:pt x="82159" y="303007"/>
                  </a:lnTo>
                  <a:lnTo>
                    <a:pt x="86791" y="305643"/>
                  </a:lnTo>
                  <a:lnTo>
                    <a:pt x="91504" y="308130"/>
                  </a:lnTo>
                  <a:lnTo>
                    <a:pt x="96295" y="310466"/>
                  </a:lnTo>
                  <a:lnTo>
                    <a:pt x="101157" y="312647"/>
                  </a:lnTo>
                  <a:lnTo>
                    <a:pt x="106087" y="314673"/>
                  </a:lnTo>
                  <a:lnTo>
                    <a:pt x="111078" y="316540"/>
                  </a:lnTo>
                  <a:lnTo>
                    <a:pt x="116127" y="318248"/>
                  </a:lnTo>
                  <a:lnTo>
                    <a:pt x="121227" y="319793"/>
                  </a:lnTo>
                  <a:lnTo>
                    <a:pt x="126374" y="321175"/>
                  </a:lnTo>
                  <a:lnTo>
                    <a:pt x="131562" y="322393"/>
                  </a:lnTo>
                  <a:lnTo>
                    <a:pt x="136787" y="323444"/>
                  </a:lnTo>
                  <a:lnTo>
                    <a:pt x="142042" y="324328"/>
                  </a:lnTo>
                  <a:lnTo>
                    <a:pt x="147324" y="325045"/>
                  </a:lnTo>
                  <a:lnTo>
                    <a:pt x="152625" y="325592"/>
                  </a:lnTo>
                  <a:lnTo>
                    <a:pt x="157941" y="325971"/>
                  </a:lnTo>
                  <a:lnTo>
                    <a:pt x="163266" y="326179"/>
                  </a:lnTo>
                  <a:lnTo>
                    <a:pt x="168595" y="326218"/>
                  </a:lnTo>
                  <a:lnTo>
                    <a:pt x="173923" y="326087"/>
                  </a:lnTo>
                  <a:lnTo>
                    <a:pt x="179244" y="325786"/>
                  </a:lnTo>
                  <a:lnTo>
                    <a:pt x="184552" y="325316"/>
                  </a:lnTo>
                  <a:lnTo>
                    <a:pt x="167149" y="1590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167165" cy="333426"/>
            </a:xfrm>
            <a:custGeom>
              <a:avLst/>
              <a:pathLst>
                <a:path w="167165" h="333426">
                  <a:moveTo>
                    <a:pt x="17403" y="333426"/>
                  </a:moveTo>
                  <a:lnTo>
                    <a:pt x="22709" y="332785"/>
                  </a:lnTo>
                  <a:lnTo>
                    <a:pt x="27991" y="331974"/>
                  </a:lnTo>
                  <a:lnTo>
                    <a:pt x="33245" y="330995"/>
                  </a:lnTo>
                  <a:lnTo>
                    <a:pt x="38465" y="329849"/>
                  </a:lnTo>
                  <a:lnTo>
                    <a:pt x="43646" y="328536"/>
                  </a:lnTo>
                  <a:lnTo>
                    <a:pt x="48782" y="327058"/>
                  </a:lnTo>
                  <a:lnTo>
                    <a:pt x="53868" y="325417"/>
                  </a:lnTo>
                  <a:lnTo>
                    <a:pt x="58899" y="323614"/>
                  </a:lnTo>
                  <a:lnTo>
                    <a:pt x="63870" y="321652"/>
                  </a:lnTo>
                  <a:lnTo>
                    <a:pt x="68775" y="319531"/>
                  </a:lnTo>
                  <a:lnTo>
                    <a:pt x="73611" y="317255"/>
                  </a:lnTo>
                  <a:lnTo>
                    <a:pt x="78371" y="314825"/>
                  </a:lnTo>
                  <a:lnTo>
                    <a:pt x="83051" y="312244"/>
                  </a:lnTo>
                  <a:lnTo>
                    <a:pt x="87646" y="309515"/>
                  </a:lnTo>
                  <a:lnTo>
                    <a:pt x="92152" y="306641"/>
                  </a:lnTo>
                  <a:lnTo>
                    <a:pt x="96563" y="303624"/>
                  </a:lnTo>
                  <a:lnTo>
                    <a:pt x="100876" y="300467"/>
                  </a:lnTo>
                  <a:lnTo>
                    <a:pt x="105085" y="297175"/>
                  </a:lnTo>
                  <a:lnTo>
                    <a:pt x="109187" y="293749"/>
                  </a:lnTo>
                  <a:lnTo>
                    <a:pt x="113178" y="290194"/>
                  </a:lnTo>
                  <a:lnTo>
                    <a:pt x="117053" y="286513"/>
                  </a:lnTo>
                  <a:lnTo>
                    <a:pt x="120808" y="282710"/>
                  </a:lnTo>
                  <a:lnTo>
                    <a:pt x="124440" y="278790"/>
                  </a:lnTo>
                  <a:lnTo>
                    <a:pt x="127944" y="274755"/>
                  </a:lnTo>
                  <a:lnTo>
                    <a:pt x="131318" y="270610"/>
                  </a:lnTo>
                  <a:lnTo>
                    <a:pt x="134557" y="266359"/>
                  </a:lnTo>
                  <a:lnTo>
                    <a:pt x="137659" y="262007"/>
                  </a:lnTo>
                  <a:lnTo>
                    <a:pt x="140621" y="257558"/>
                  </a:lnTo>
                  <a:lnTo>
                    <a:pt x="143438" y="253017"/>
                  </a:lnTo>
                  <a:lnTo>
                    <a:pt x="146109" y="248388"/>
                  </a:lnTo>
                  <a:lnTo>
                    <a:pt x="148631" y="243676"/>
                  </a:lnTo>
                  <a:lnTo>
                    <a:pt x="151001" y="238886"/>
                  </a:lnTo>
                  <a:lnTo>
                    <a:pt x="153216" y="234022"/>
                  </a:lnTo>
                  <a:lnTo>
                    <a:pt x="155275" y="229090"/>
                  </a:lnTo>
                  <a:lnTo>
                    <a:pt x="157175" y="224095"/>
                  </a:lnTo>
                  <a:lnTo>
                    <a:pt x="158914" y="219042"/>
                  </a:lnTo>
                  <a:lnTo>
                    <a:pt x="160492" y="213935"/>
                  </a:lnTo>
                  <a:lnTo>
                    <a:pt x="161904" y="208781"/>
                  </a:lnTo>
                  <a:lnTo>
                    <a:pt x="163152" y="203584"/>
                  </a:lnTo>
                  <a:lnTo>
                    <a:pt x="164233" y="198350"/>
                  </a:lnTo>
                  <a:lnTo>
                    <a:pt x="165146" y="193084"/>
                  </a:lnTo>
                  <a:lnTo>
                    <a:pt x="165890" y="187792"/>
                  </a:lnTo>
                  <a:lnTo>
                    <a:pt x="166464" y="182479"/>
                  </a:lnTo>
                  <a:lnTo>
                    <a:pt x="166869" y="177150"/>
                  </a:lnTo>
                  <a:lnTo>
                    <a:pt x="167102" y="171810"/>
                  </a:lnTo>
                  <a:lnTo>
                    <a:pt x="167165" y="166466"/>
                  </a:lnTo>
                  <a:lnTo>
                    <a:pt x="167058" y="161123"/>
                  </a:lnTo>
                  <a:lnTo>
                    <a:pt x="166779" y="155786"/>
                  </a:lnTo>
                  <a:lnTo>
                    <a:pt x="166330" y="150461"/>
                  </a:lnTo>
                  <a:lnTo>
                    <a:pt x="165711" y="145152"/>
                  </a:lnTo>
                  <a:lnTo>
                    <a:pt x="164923" y="139866"/>
                  </a:lnTo>
                  <a:lnTo>
                    <a:pt x="163966" y="134608"/>
                  </a:lnTo>
                  <a:lnTo>
                    <a:pt x="162841" y="129384"/>
                  </a:lnTo>
                  <a:lnTo>
                    <a:pt x="161550" y="124197"/>
                  </a:lnTo>
                  <a:lnTo>
                    <a:pt x="160094" y="119055"/>
                  </a:lnTo>
                  <a:lnTo>
                    <a:pt x="158474" y="113962"/>
                  </a:lnTo>
                  <a:lnTo>
                    <a:pt x="156692" y="108924"/>
                  </a:lnTo>
                  <a:lnTo>
                    <a:pt x="154751" y="103945"/>
                  </a:lnTo>
                  <a:lnTo>
                    <a:pt x="152650" y="99030"/>
                  </a:lnTo>
                  <a:lnTo>
                    <a:pt x="150394" y="94185"/>
                  </a:lnTo>
                  <a:lnTo>
                    <a:pt x="147985" y="89415"/>
                  </a:lnTo>
                  <a:lnTo>
                    <a:pt x="145424" y="84724"/>
                  </a:lnTo>
                  <a:lnTo>
                    <a:pt x="142714" y="80118"/>
                  </a:lnTo>
                  <a:lnTo>
                    <a:pt x="139858" y="75600"/>
                  </a:lnTo>
                  <a:lnTo>
                    <a:pt x="136860" y="71176"/>
                  </a:lnTo>
                  <a:lnTo>
                    <a:pt x="133721" y="66850"/>
                  </a:lnTo>
                  <a:lnTo>
                    <a:pt x="130446" y="62627"/>
                  </a:lnTo>
                  <a:lnTo>
                    <a:pt x="127038" y="58511"/>
                  </a:lnTo>
                  <a:lnTo>
                    <a:pt x="123500" y="54505"/>
                  </a:lnTo>
                  <a:lnTo>
                    <a:pt x="119835" y="50615"/>
                  </a:lnTo>
                  <a:lnTo>
                    <a:pt x="116048" y="46844"/>
                  </a:lnTo>
                  <a:lnTo>
                    <a:pt x="112143" y="43196"/>
                  </a:lnTo>
                  <a:lnTo>
                    <a:pt x="108122" y="39674"/>
                  </a:lnTo>
                  <a:lnTo>
                    <a:pt x="103992" y="36283"/>
                  </a:lnTo>
                  <a:lnTo>
                    <a:pt x="99755" y="33026"/>
                  </a:lnTo>
                  <a:lnTo>
                    <a:pt x="95416" y="29906"/>
                  </a:lnTo>
                  <a:lnTo>
                    <a:pt x="90979" y="26926"/>
                  </a:lnTo>
                  <a:lnTo>
                    <a:pt x="86450" y="24089"/>
                  </a:lnTo>
                  <a:lnTo>
                    <a:pt x="81832" y="21399"/>
                  </a:lnTo>
                  <a:lnTo>
                    <a:pt x="77131" y="18857"/>
                  </a:lnTo>
                  <a:lnTo>
                    <a:pt x="72350" y="16468"/>
                  </a:lnTo>
                  <a:lnTo>
                    <a:pt x="67496" y="14232"/>
                  </a:lnTo>
                  <a:lnTo>
                    <a:pt x="62573" y="12152"/>
                  </a:lnTo>
                  <a:lnTo>
                    <a:pt x="57586" y="10231"/>
                  </a:lnTo>
                  <a:lnTo>
                    <a:pt x="52540" y="8471"/>
                  </a:lnTo>
                  <a:lnTo>
                    <a:pt x="47440" y="6872"/>
                  </a:lnTo>
                  <a:lnTo>
                    <a:pt x="42292" y="5438"/>
                  </a:lnTo>
                  <a:lnTo>
                    <a:pt x="37100" y="4168"/>
                  </a:lnTo>
                  <a:lnTo>
                    <a:pt x="31871" y="3066"/>
                  </a:lnTo>
                  <a:lnTo>
                    <a:pt x="26609" y="2131"/>
                  </a:lnTo>
                  <a:lnTo>
                    <a:pt x="21320" y="1365"/>
                  </a:lnTo>
                  <a:lnTo>
                    <a:pt x="16009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7875" y="5269756"/>
              <a:ext cx="17383" cy="167167"/>
            </a:xfrm>
            <a:custGeom>
              <a:avLst/>
              <a:pathLst>
                <a:path w="17383" h="167167">
                  <a:moveTo>
                    <a:pt x="17383" y="0"/>
                  </a:moveTo>
                  <a:lnTo>
                    <a:pt x="8679" y="226"/>
                  </a:lnTo>
                  <a:lnTo>
                    <a:pt x="0" y="906"/>
                  </a:lnTo>
                  <a:lnTo>
                    <a:pt x="173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7875" y="5270662"/>
              <a:ext cx="17383" cy="166261"/>
            </a:xfrm>
            <a:custGeom>
              <a:avLst/>
              <a:pathLst>
                <a:path w="17383" h="166261">
                  <a:moveTo>
                    <a:pt x="0" y="0"/>
                  </a:moveTo>
                  <a:lnTo>
                    <a:pt x="17383" y="166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7875" y="5270662"/>
              <a:ext cx="17383" cy="166261"/>
            </a:xfrm>
            <a:custGeom>
              <a:avLst/>
              <a:pathLst>
                <a:path w="17383" h="166261">
                  <a:moveTo>
                    <a:pt x="0" y="0"/>
                  </a:moveTo>
                  <a:lnTo>
                    <a:pt x="17383" y="166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875" y="5270662"/>
              <a:ext cx="17383" cy="166261"/>
            </a:xfrm>
            <a:custGeom>
              <a:avLst/>
              <a:pathLst>
                <a:path w="17383" h="166261">
                  <a:moveTo>
                    <a:pt x="0" y="0"/>
                  </a:moveTo>
                  <a:lnTo>
                    <a:pt x="17383" y="1662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875" y="5270662"/>
              <a:ext cx="17383" cy="166261"/>
            </a:xfrm>
            <a:custGeom>
              <a:avLst/>
              <a:pathLst>
                <a:path w="17383" h="166261">
                  <a:moveTo>
                    <a:pt x="0" y="0"/>
                  </a:moveTo>
                  <a:lnTo>
                    <a:pt x="17383" y="1662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382797" y="5270662"/>
              <a:ext cx="162461" cy="166261"/>
            </a:xfrm>
            <a:custGeom>
              <a:avLst/>
              <a:pathLst>
                <a:path w="162461" h="166261">
                  <a:moveTo>
                    <a:pt x="145078" y="0"/>
                  </a:moveTo>
                  <a:lnTo>
                    <a:pt x="139711" y="648"/>
                  </a:lnTo>
                  <a:lnTo>
                    <a:pt x="134369" y="1471"/>
                  </a:lnTo>
                  <a:lnTo>
                    <a:pt x="129056" y="2465"/>
                  </a:lnTo>
                  <a:lnTo>
                    <a:pt x="123778" y="3630"/>
                  </a:lnTo>
                  <a:lnTo>
                    <a:pt x="118540" y="4966"/>
                  </a:lnTo>
                  <a:lnTo>
                    <a:pt x="113348" y="6470"/>
                  </a:lnTo>
                  <a:lnTo>
                    <a:pt x="108208" y="8142"/>
                  </a:lnTo>
                  <a:lnTo>
                    <a:pt x="103124" y="9979"/>
                  </a:lnTo>
                  <a:lnTo>
                    <a:pt x="98102" y="11979"/>
                  </a:lnTo>
                  <a:lnTo>
                    <a:pt x="93148" y="14140"/>
                  </a:lnTo>
                  <a:lnTo>
                    <a:pt x="88266" y="16460"/>
                  </a:lnTo>
                  <a:lnTo>
                    <a:pt x="83462" y="18938"/>
                  </a:lnTo>
                  <a:lnTo>
                    <a:pt x="78740" y="21569"/>
                  </a:lnTo>
                  <a:lnTo>
                    <a:pt x="74106" y="24351"/>
                  </a:lnTo>
                  <a:lnTo>
                    <a:pt x="69564" y="27282"/>
                  </a:lnTo>
                  <a:lnTo>
                    <a:pt x="65119" y="30358"/>
                  </a:lnTo>
                  <a:lnTo>
                    <a:pt x="60776" y="33576"/>
                  </a:lnTo>
                  <a:lnTo>
                    <a:pt x="56540" y="36933"/>
                  </a:lnTo>
                  <a:lnTo>
                    <a:pt x="52414" y="40425"/>
                  </a:lnTo>
                  <a:lnTo>
                    <a:pt x="48403" y="44049"/>
                  </a:lnTo>
                  <a:lnTo>
                    <a:pt x="44512" y="47800"/>
                  </a:lnTo>
                  <a:lnTo>
                    <a:pt x="40743" y="51675"/>
                  </a:lnTo>
                  <a:lnTo>
                    <a:pt x="37102" y="55670"/>
                  </a:lnTo>
                  <a:lnTo>
                    <a:pt x="33592" y="59781"/>
                  </a:lnTo>
                  <a:lnTo>
                    <a:pt x="30217" y="64003"/>
                  </a:lnTo>
                  <a:lnTo>
                    <a:pt x="26980" y="68332"/>
                  </a:lnTo>
                  <a:lnTo>
                    <a:pt x="23885" y="72764"/>
                  </a:lnTo>
                  <a:lnTo>
                    <a:pt x="20935" y="77293"/>
                  </a:lnTo>
                  <a:lnTo>
                    <a:pt x="18132" y="81915"/>
                  </a:lnTo>
                  <a:lnTo>
                    <a:pt x="15481" y="86625"/>
                  </a:lnTo>
                  <a:lnTo>
                    <a:pt x="12983" y="91419"/>
                  </a:lnTo>
                  <a:lnTo>
                    <a:pt x="10641" y="96291"/>
                  </a:lnTo>
                  <a:lnTo>
                    <a:pt x="8459" y="101236"/>
                  </a:lnTo>
                  <a:lnTo>
                    <a:pt x="6437" y="106249"/>
                  </a:lnTo>
                  <a:lnTo>
                    <a:pt x="4578" y="111324"/>
                  </a:lnTo>
                  <a:lnTo>
                    <a:pt x="2885" y="116457"/>
                  </a:lnTo>
                  <a:lnTo>
                    <a:pt x="1358" y="121643"/>
                  </a:lnTo>
                  <a:lnTo>
                    <a:pt x="0" y="126875"/>
                  </a:lnTo>
                  <a:lnTo>
                    <a:pt x="162461" y="1662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8111" y="5269756"/>
              <a:ext cx="334293" cy="334334"/>
            </a:xfrm>
            <a:custGeom>
              <a:avLst/>
              <a:pathLst>
                <a:path w="334293" h="334334">
                  <a:moveTo>
                    <a:pt x="4685" y="127781"/>
                  </a:moveTo>
                  <a:lnTo>
                    <a:pt x="3517" y="132955"/>
                  </a:lnTo>
                  <a:lnTo>
                    <a:pt x="2514" y="138164"/>
                  </a:lnTo>
                  <a:lnTo>
                    <a:pt x="1677" y="143402"/>
                  </a:lnTo>
                  <a:lnTo>
                    <a:pt x="1006" y="148663"/>
                  </a:lnTo>
                  <a:lnTo>
                    <a:pt x="503" y="153944"/>
                  </a:lnTo>
                  <a:lnTo>
                    <a:pt x="167" y="159238"/>
                  </a:lnTo>
                  <a:lnTo>
                    <a:pt x="0" y="164539"/>
                  </a:lnTo>
                  <a:lnTo>
                    <a:pt x="0" y="169844"/>
                  </a:lnTo>
                  <a:lnTo>
                    <a:pt x="169" y="175145"/>
                  </a:lnTo>
                  <a:lnTo>
                    <a:pt x="507" y="180439"/>
                  </a:lnTo>
                  <a:lnTo>
                    <a:pt x="1012" y="185719"/>
                  </a:lnTo>
                  <a:lnTo>
                    <a:pt x="1684" y="190981"/>
                  </a:lnTo>
                  <a:lnTo>
                    <a:pt x="2523" y="196219"/>
                  </a:lnTo>
                  <a:lnTo>
                    <a:pt x="3527" y="201427"/>
                  </a:lnTo>
                  <a:lnTo>
                    <a:pt x="4697" y="206601"/>
                  </a:lnTo>
                  <a:lnTo>
                    <a:pt x="6029" y="211735"/>
                  </a:lnTo>
                  <a:lnTo>
                    <a:pt x="7525" y="216824"/>
                  </a:lnTo>
                  <a:lnTo>
                    <a:pt x="9180" y="221864"/>
                  </a:lnTo>
                  <a:lnTo>
                    <a:pt x="10995" y="226848"/>
                  </a:lnTo>
                  <a:lnTo>
                    <a:pt x="12967" y="231772"/>
                  </a:lnTo>
                  <a:lnTo>
                    <a:pt x="15095" y="236631"/>
                  </a:lnTo>
                  <a:lnTo>
                    <a:pt x="17375" y="241420"/>
                  </a:lnTo>
                  <a:lnTo>
                    <a:pt x="19806" y="246135"/>
                  </a:lnTo>
                  <a:lnTo>
                    <a:pt x="22386" y="250770"/>
                  </a:lnTo>
                  <a:lnTo>
                    <a:pt x="25111" y="255320"/>
                  </a:lnTo>
                  <a:lnTo>
                    <a:pt x="27980" y="259782"/>
                  </a:lnTo>
                  <a:lnTo>
                    <a:pt x="30988" y="264151"/>
                  </a:lnTo>
                  <a:lnTo>
                    <a:pt x="34134" y="268422"/>
                  </a:lnTo>
                  <a:lnTo>
                    <a:pt x="37413" y="272591"/>
                  </a:lnTo>
                  <a:lnTo>
                    <a:pt x="40823" y="276654"/>
                  </a:lnTo>
                  <a:lnTo>
                    <a:pt x="44360" y="280607"/>
                  </a:lnTo>
                  <a:lnTo>
                    <a:pt x="48021" y="284445"/>
                  </a:lnTo>
                  <a:lnTo>
                    <a:pt x="51802" y="288166"/>
                  </a:lnTo>
                  <a:lnTo>
                    <a:pt x="55699" y="291764"/>
                  </a:lnTo>
                  <a:lnTo>
                    <a:pt x="59708" y="295237"/>
                  </a:lnTo>
                  <a:lnTo>
                    <a:pt x="63826" y="298582"/>
                  </a:lnTo>
                  <a:lnTo>
                    <a:pt x="68047" y="301794"/>
                  </a:lnTo>
                  <a:lnTo>
                    <a:pt x="72368" y="304870"/>
                  </a:lnTo>
                  <a:lnTo>
                    <a:pt x="76785" y="307808"/>
                  </a:lnTo>
                  <a:lnTo>
                    <a:pt x="81293" y="310604"/>
                  </a:lnTo>
                  <a:lnTo>
                    <a:pt x="85887" y="313255"/>
                  </a:lnTo>
                  <a:lnTo>
                    <a:pt x="90562" y="315760"/>
                  </a:lnTo>
                  <a:lnTo>
                    <a:pt x="95315" y="318115"/>
                  </a:lnTo>
                  <a:lnTo>
                    <a:pt x="100141" y="320318"/>
                  </a:lnTo>
                  <a:lnTo>
                    <a:pt x="105033" y="322367"/>
                  </a:lnTo>
                  <a:lnTo>
                    <a:pt x="109989" y="324259"/>
                  </a:lnTo>
                  <a:lnTo>
                    <a:pt x="115002" y="325994"/>
                  </a:lnTo>
                  <a:lnTo>
                    <a:pt x="120067" y="327568"/>
                  </a:lnTo>
                  <a:lnTo>
                    <a:pt x="125180" y="328981"/>
                  </a:lnTo>
                  <a:lnTo>
                    <a:pt x="130335" y="330231"/>
                  </a:lnTo>
                  <a:lnTo>
                    <a:pt x="135527" y="331317"/>
                  </a:lnTo>
                  <a:lnTo>
                    <a:pt x="140751" y="332237"/>
                  </a:lnTo>
                  <a:lnTo>
                    <a:pt x="146001" y="332992"/>
                  </a:lnTo>
                  <a:lnTo>
                    <a:pt x="151273" y="333579"/>
                  </a:lnTo>
                  <a:lnTo>
                    <a:pt x="156561" y="333999"/>
                  </a:lnTo>
                  <a:lnTo>
                    <a:pt x="161859" y="334251"/>
                  </a:lnTo>
                  <a:lnTo>
                    <a:pt x="167163" y="334334"/>
                  </a:lnTo>
                  <a:lnTo>
                    <a:pt x="172466" y="334250"/>
                  </a:lnTo>
                  <a:lnTo>
                    <a:pt x="177765" y="333997"/>
                  </a:lnTo>
                  <a:lnTo>
                    <a:pt x="183052" y="333576"/>
                  </a:lnTo>
                  <a:lnTo>
                    <a:pt x="188324" y="332988"/>
                  </a:lnTo>
                  <a:lnTo>
                    <a:pt x="193574" y="332232"/>
                  </a:lnTo>
                  <a:lnTo>
                    <a:pt x="198798" y="331311"/>
                  </a:lnTo>
                  <a:lnTo>
                    <a:pt x="203990" y="330224"/>
                  </a:lnTo>
                  <a:lnTo>
                    <a:pt x="209145" y="328973"/>
                  </a:lnTo>
                  <a:lnTo>
                    <a:pt x="214257" y="327559"/>
                  </a:lnTo>
                  <a:lnTo>
                    <a:pt x="219322" y="325983"/>
                  </a:lnTo>
                  <a:lnTo>
                    <a:pt x="224335" y="324248"/>
                  </a:lnTo>
                  <a:lnTo>
                    <a:pt x="229289" y="322354"/>
                  </a:lnTo>
                  <a:lnTo>
                    <a:pt x="234182" y="320305"/>
                  </a:lnTo>
                  <a:lnTo>
                    <a:pt x="239007" y="318101"/>
                  </a:lnTo>
                  <a:lnTo>
                    <a:pt x="243759" y="315745"/>
                  </a:lnTo>
                  <a:lnTo>
                    <a:pt x="248435" y="313239"/>
                  </a:lnTo>
                  <a:lnTo>
                    <a:pt x="253028" y="310587"/>
                  </a:lnTo>
                  <a:lnTo>
                    <a:pt x="257535" y="307790"/>
                  </a:lnTo>
                  <a:lnTo>
                    <a:pt x="261951" y="304851"/>
                  </a:lnTo>
                  <a:lnTo>
                    <a:pt x="266272" y="301774"/>
                  </a:lnTo>
                  <a:lnTo>
                    <a:pt x="270492" y="298561"/>
                  </a:lnTo>
                  <a:lnTo>
                    <a:pt x="274609" y="295216"/>
                  </a:lnTo>
                  <a:lnTo>
                    <a:pt x="278618" y="291743"/>
                  </a:lnTo>
                  <a:lnTo>
                    <a:pt x="282514" y="288143"/>
                  </a:lnTo>
                  <a:lnTo>
                    <a:pt x="286294" y="284422"/>
                  </a:lnTo>
                  <a:lnTo>
                    <a:pt x="289954" y="280583"/>
                  </a:lnTo>
                  <a:lnTo>
                    <a:pt x="293491" y="276629"/>
                  </a:lnTo>
                  <a:lnTo>
                    <a:pt x="296900" y="272566"/>
                  </a:lnTo>
                  <a:lnTo>
                    <a:pt x="300179" y="268396"/>
                  </a:lnTo>
                  <a:lnTo>
                    <a:pt x="303323" y="264124"/>
                  </a:lnTo>
                  <a:lnTo>
                    <a:pt x="306331" y="259755"/>
                  </a:lnTo>
                  <a:lnTo>
                    <a:pt x="309199" y="255292"/>
                  </a:lnTo>
                  <a:lnTo>
                    <a:pt x="311923" y="250741"/>
                  </a:lnTo>
                  <a:lnTo>
                    <a:pt x="314502" y="246106"/>
                  </a:lnTo>
                  <a:lnTo>
                    <a:pt x="316932" y="241391"/>
                  </a:lnTo>
                  <a:lnTo>
                    <a:pt x="319211" y="236601"/>
                  </a:lnTo>
                  <a:lnTo>
                    <a:pt x="321338" y="231742"/>
                  </a:lnTo>
                  <a:lnTo>
                    <a:pt x="323309" y="226817"/>
                  </a:lnTo>
                  <a:lnTo>
                    <a:pt x="325123" y="221833"/>
                  </a:lnTo>
                  <a:lnTo>
                    <a:pt x="326778" y="216793"/>
                  </a:lnTo>
                  <a:lnTo>
                    <a:pt x="328272" y="211703"/>
                  </a:lnTo>
                  <a:lnTo>
                    <a:pt x="329604" y="206569"/>
                  </a:lnTo>
                  <a:lnTo>
                    <a:pt x="330772" y="201395"/>
                  </a:lnTo>
                  <a:lnTo>
                    <a:pt x="331776" y="196186"/>
                  </a:lnTo>
                  <a:lnTo>
                    <a:pt x="332613" y="190949"/>
                  </a:lnTo>
                  <a:lnTo>
                    <a:pt x="333285" y="185687"/>
                  </a:lnTo>
                  <a:lnTo>
                    <a:pt x="333789" y="180406"/>
                  </a:lnTo>
                  <a:lnTo>
                    <a:pt x="334125" y="175113"/>
                  </a:lnTo>
                  <a:lnTo>
                    <a:pt x="334293" y="169811"/>
                  </a:lnTo>
                  <a:lnTo>
                    <a:pt x="334293" y="164507"/>
                  </a:lnTo>
                  <a:lnTo>
                    <a:pt x="334124" y="159205"/>
                  </a:lnTo>
                  <a:lnTo>
                    <a:pt x="333787" y="153911"/>
                  </a:lnTo>
                  <a:lnTo>
                    <a:pt x="333283" y="148631"/>
                  </a:lnTo>
                  <a:lnTo>
                    <a:pt x="332611" y="143369"/>
                  </a:lnTo>
                  <a:lnTo>
                    <a:pt x="331773" y="138131"/>
                  </a:lnTo>
                  <a:lnTo>
                    <a:pt x="330769" y="132923"/>
                  </a:lnTo>
                  <a:lnTo>
                    <a:pt x="329600" y="127749"/>
                  </a:lnTo>
                  <a:lnTo>
                    <a:pt x="328268" y="122615"/>
                  </a:lnTo>
                  <a:lnTo>
                    <a:pt x="326773" y="117525"/>
                  </a:lnTo>
                  <a:lnTo>
                    <a:pt x="325118" y="112486"/>
                  </a:lnTo>
                  <a:lnTo>
                    <a:pt x="323303" y="107501"/>
                  </a:lnTo>
                  <a:lnTo>
                    <a:pt x="321332" y="102577"/>
                  </a:lnTo>
                  <a:lnTo>
                    <a:pt x="319205" y="97718"/>
                  </a:lnTo>
                  <a:lnTo>
                    <a:pt x="316925" y="92928"/>
                  </a:lnTo>
                  <a:lnTo>
                    <a:pt x="314494" y="88214"/>
                  </a:lnTo>
                  <a:lnTo>
                    <a:pt x="311915" y="83578"/>
                  </a:lnTo>
                  <a:lnTo>
                    <a:pt x="309190" y="79028"/>
                  </a:lnTo>
                  <a:lnTo>
                    <a:pt x="306322" y="74565"/>
                  </a:lnTo>
                  <a:lnTo>
                    <a:pt x="303314" y="70196"/>
                  </a:lnTo>
                  <a:lnTo>
                    <a:pt x="300169" y="65925"/>
                  </a:lnTo>
                  <a:lnTo>
                    <a:pt x="296890" y="61755"/>
                  </a:lnTo>
                  <a:lnTo>
                    <a:pt x="293480" y="57692"/>
                  </a:lnTo>
                  <a:lnTo>
                    <a:pt x="289943" y="53739"/>
                  </a:lnTo>
                  <a:lnTo>
                    <a:pt x="286283" y="49900"/>
                  </a:lnTo>
                  <a:lnTo>
                    <a:pt x="282502" y="46179"/>
                  </a:lnTo>
                  <a:lnTo>
                    <a:pt x="278606" y="42580"/>
                  </a:lnTo>
                  <a:lnTo>
                    <a:pt x="274597" y="39107"/>
                  </a:lnTo>
                  <a:lnTo>
                    <a:pt x="270480" y="35762"/>
                  </a:lnTo>
                  <a:lnTo>
                    <a:pt x="266259" y="32550"/>
                  </a:lnTo>
                  <a:lnTo>
                    <a:pt x="261938" y="29473"/>
                  </a:lnTo>
                  <a:lnTo>
                    <a:pt x="257521" y="26535"/>
                  </a:lnTo>
                  <a:lnTo>
                    <a:pt x="253014" y="23739"/>
                  </a:lnTo>
                  <a:lnTo>
                    <a:pt x="248420" y="21086"/>
                  </a:lnTo>
                  <a:lnTo>
                    <a:pt x="243745" y="18581"/>
                  </a:lnTo>
                  <a:lnTo>
                    <a:pt x="238992" y="16226"/>
                  </a:lnTo>
                  <a:lnTo>
                    <a:pt x="234167" y="14023"/>
                  </a:lnTo>
                  <a:lnTo>
                    <a:pt x="229274" y="11973"/>
                  </a:lnTo>
                  <a:lnTo>
                    <a:pt x="224319" y="10080"/>
                  </a:lnTo>
                  <a:lnTo>
                    <a:pt x="219307" y="8345"/>
                  </a:lnTo>
                  <a:lnTo>
                    <a:pt x="214241" y="6771"/>
                  </a:lnTo>
                  <a:lnTo>
                    <a:pt x="209129" y="5357"/>
                  </a:lnTo>
                  <a:lnTo>
                    <a:pt x="203974" y="4107"/>
                  </a:lnTo>
                  <a:lnTo>
                    <a:pt x="198782" y="3020"/>
                  </a:lnTo>
                  <a:lnTo>
                    <a:pt x="193558" y="2099"/>
                  </a:lnTo>
                  <a:lnTo>
                    <a:pt x="188308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6945" y="5018213"/>
              <a:ext cx="24093" cy="167167"/>
            </a:xfrm>
            <a:custGeom>
              <a:avLst/>
              <a:pathLst>
                <a:path w="24093" h="167167">
                  <a:moveTo>
                    <a:pt x="24093" y="0"/>
                  </a:moveTo>
                  <a:lnTo>
                    <a:pt x="16037" y="194"/>
                  </a:lnTo>
                  <a:lnTo>
                    <a:pt x="8000" y="776"/>
                  </a:lnTo>
                  <a:lnTo>
                    <a:pt x="0" y="1745"/>
                  </a:lnTo>
                  <a:lnTo>
                    <a:pt x="2409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6945" y="5019958"/>
              <a:ext cx="24093" cy="165422"/>
            </a:xfrm>
            <a:custGeom>
              <a:avLst/>
              <a:pathLst>
                <a:path w="24093" h="165422">
                  <a:moveTo>
                    <a:pt x="0" y="0"/>
                  </a:moveTo>
                  <a:lnTo>
                    <a:pt x="24093" y="165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6945" y="5019958"/>
              <a:ext cx="24093" cy="165422"/>
            </a:xfrm>
            <a:custGeom>
              <a:avLst/>
              <a:pathLst>
                <a:path w="24093" h="165422">
                  <a:moveTo>
                    <a:pt x="0" y="0"/>
                  </a:moveTo>
                  <a:lnTo>
                    <a:pt x="24093" y="1654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6945" y="5019958"/>
              <a:ext cx="24093" cy="165422"/>
            </a:xfrm>
            <a:custGeom>
              <a:avLst/>
              <a:pathLst>
                <a:path w="24093" h="165422">
                  <a:moveTo>
                    <a:pt x="0" y="0"/>
                  </a:moveTo>
                  <a:lnTo>
                    <a:pt x="24093" y="1654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853873" y="5019958"/>
              <a:ext cx="167165" cy="180759"/>
            </a:xfrm>
            <a:custGeom>
              <a:avLst/>
              <a:pathLst>
                <a:path w="167165" h="180759">
                  <a:moveTo>
                    <a:pt x="143071" y="0"/>
                  </a:moveTo>
                  <a:lnTo>
                    <a:pt x="137742" y="864"/>
                  </a:lnTo>
                  <a:lnTo>
                    <a:pt x="132443" y="1900"/>
                  </a:lnTo>
                  <a:lnTo>
                    <a:pt x="127180" y="3106"/>
                  </a:lnTo>
                  <a:lnTo>
                    <a:pt x="121960" y="4482"/>
                  </a:lnTo>
                  <a:lnTo>
                    <a:pt x="116786" y="6026"/>
                  </a:lnTo>
                  <a:lnTo>
                    <a:pt x="111665" y="7736"/>
                  </a:lnTo>
                  <a:lnTo>
                    <a:pt x="106602" y="9611"/>
                  </a:lnTo>
                  <a:lnTo>
                    <a:pt x="101602" y="11648"/>
                  </a:lnTo>
                  <a:lnTo>
                    <a:pt x="96670" y="13845"/>
                  </a:lnTo>
                  <a:lnTo>
                    <a:pt x="91812" y="16201"/>
                  </a:lnTo>
                  <a:lnTo>
                    <a:pt x="87032" y="18712"/>
                  </a:lnTo>
                  <a:lnTo>
                    <a:pt x="82336" y="21376"/>
                  </a:lnTo>
                  <a:lnTo>
                    <a:pt x="77729" y="24191"/>
                  </a:lnTo>
                  <a:lnTo>
                    <a:pt x="73215" y="27152"/>
                  </a:lnTo>
                  <a:lnTo>
                    <a:pt x="68799" y="30259"/>
                  </a:lnTo>
                  <a:lnTo>
                    <a:pt x="64485" y="33506"/>
                  </a:lnTo>
                  <a:lnTo>
                    <a:pt x="60279" y="36890"/>
                  </a:lnTo>
                  <a:lnTo>
                    <a:pt x="56184" y="40409"/>
                  </a:lnTo>
                  <a:lnTo>
                    <a:pt x="52205" y="44058"/>
                  </a:lnTo>
                  <a:lnTo>
                    <a:pt x="48345" y="47834"/>
                  </a:lnTo>
                  <a:lnTo>
                    <a:pt x="44610" y="51732"/>
                  </a:lnTo>
                  <a:lnTo>
                    <a:pt x="41003" y="55749"/>
                  </a:lnTo>
                  <a:lnTo>
                    <a:pt x="37527" y="59881"/>
                  </a:lnTo>
                  <a:lnTo>
                    <a:pt x="34186" y="64122"/>
                  </a:lnTo>
                  <a:lnTo>
                    <a:pt x="30984" y="68469"/>
                  </a:lnTo>
                  <a:lnTo>
                    <a:pt x="27924" y="72917"/>
                  </a:lnTo>
                  <a:lnTo>
                    <a:pt x="25010" y="77462"/>
                  </a:lnTo>
                  <a:lnTo>
                    <a:pt x="22243" y="82099"/>
                  </a:lnTo>
                  <a:lnTo>
                    <a:pt x="19628" y="86822"/>
                  </a:lnTo>
                  <a:lnTo>
                    <a:pt x="17167" y="91628"/>
                  </a:lnTo>
                  <a:lnTo>
                    <a:pt x="14862" y="96510"/>
                  </a:lnTo>
                  <a:lnTo>
                    <a:pt x="12716" y="101464"/>
                  </a:lnTo>
                  <a:lnTo>
                    <a:pt x="10731" y="106485"/>
                  </a:lnTo>
                  <a:lnTo>
                    <a:pt x="8910" y="111568"/>
                  </a:lnTo>
                  <a:lnTo>
                    <a:pt x="7253" y="116706"/>
                  </a:lnTo>
                  <a:lnTo>
                    <a:pt x="5763" y="121896"/>
                  </a:lnTo>
                  <a:lnTo>
                    <a:pt x="4442" y="127131"/>
                  </a:lnTo>
                  <a:lnTo>
                    <a:pt x="3290" y="132406"/>
                  </a:lnTo>
                  <a:lnTo>
                    <a:pt x="2309" y="137715"/>
                  </a:lnTo>
                  <a:lnTo>
                    <a:pt x="1501" y="143053"/>
                  </a:lnTo>
                  <a:lnTo>
                    <a:pt x="865" y="148414"/>
                  </a:lnTo>
                  <a:lnTo>
                    <a:pt x="402" y="153794"/>
                  </a:lnTo>
                  <a:lnTo>
                    <a:pt x="114" y="159185"/>
                  </a:lnTo>
                  <a:lnTo>
                    <a:pt x="0" y="164583"/>
                  </a:lnTo>
                  <a:lnTo>
                    <a:pt x="60" y="169982"/>
                  </a:lnTo>
                  <a:lnTo>
                    <a:pt x="294" y="175376"/>
                  </a:lnTo>
                  <a:lnTo>
                    <a:pt x="703" y="180759"/>
                  </a:lnTo>
                  <a:lnTo>
                    <a:pt x="167165" y="1654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4576" y="5018213"/>
              <a:ext cx="333618" cy="334328"/>
            </a:xfrm>
            <a:custGeom>
              <a:avLst/>
              <a:pathLst>
                <a:path w="333618" h="334328">
                  <a:moveTo>
                    <a:pt x="0" y="182505"/>
                  </a:moveTo>
                  <a:lnTo>
                    <a:pt x="568" y="187764"/>
                  </a:lnTo>
                  <a:lnTo>
                    <a:pt x="1303" y="193003"/>
                  </a:lnTo>
                  <a:lnTo>
                    <a:pt x="2203" y="198216"/>
                  </a:lnTo>
                  <a:lnTo>
                    <a:pt x="3268" y="203398"/>
                  </a:lnTo>
                  <a:lnTo>
                    <a:pt x="4496" y="208544"/>
                  </a:lnTo>
                  <a:lnTo>
                    <a:pt x="5886" y="213648"/>
                  </a:lnTo>
                  <a:lnTo>
                    <a:pt x="7438" y="218706"/>
                  </a:lnTo>
                  <a:lnTo>
                    <a:pt x="9148" y="223712"/>
                  </a:lnTo>
                  <a:lnTo>
                    <a:pt x="11016" y="228661"/>
                  </a:lnTo>
                  <a:lnTo>
                    <a:pt x="13040" y="233549"/>
                  </a:lnTo>
                  <a:lnTo>
                    <a:pt x="15217" y="238370"/>
                  </a:lnTo>
                  <a:lnTo>
                    <a:pt x="17546" y="243120"/>
                  </a:lnTo>
                  <a:lnTo>
                    <a:pt x="20023" y="247794"/>
                  </a:lnTo>
                  <a:lnTo>
                    <a:pt x="22648" y="252387"/>
                  </a:lnTo>
                  <a:lnTo>
                    <a:pt x="25417" y="256895"/>
                  </a:lnTo>
                  <a:lnTo>
                    <a:pt x="28326" y="261313"/>
                  </a:lnTo>
                  <a:lnTo>
                    <a:pt x="31375" y="265637"/>
                  </a:lnTo>
                  <a:lnTo>
                    <a:pt x="34558" y="269862"/>
                  </a:lnTo>
                  <a:lnTo>
                    <a:pt x="37874" y="273985"/>
                  </a:lnTo>
                  <a:lnTo>
                    <a:pt x="41318" y="278000"/>
                  </a:lnTo>
                  <a:lnTo>
                    <a:pt x="44887" y="281904"/>
                  </a:lnTo>
                  <a:lnTo>
                    <a:pt x="48579" y="285694"/>
                  </a:lnTo>
                  <a:lnTo>
                    <a:pt x="52388" y="289364"/>
                  </a:lnTo>
                  <a:lnTo>
                    <a:pt x="56312" y="292913"/>
                  </a:lnTo>
                  <a:lnTo>
                    <a:pt x="60346" y="296335"/>
                  </a:lnTo>
                  <a:lnTo>
                    <a:pt x="64486" y="299628"/>
                  </a:lnTo>
                  <a:lnTo>
                    <a:pt x="68729" y="302788"/>
                  </a:lnTo>
                  <a:lnTo>
                    <a:pt x="73069" y="305813"/>
                  </a:lnTo>
                  <a:lnTo>
                    <a:pt x="77503" y="308699"/>
                  </a:lnTo>
                  <a:lnTo>
                    <a:pt x="82026" y="311443"/>
                  </a:lnTo>
                  <a:lnTo>
                    <a:pt x="86633" y="314042"/>
                  </a:lnTo>
                  <a:lnTo>
                    <a:pt x="91321" y="316495"/>
                  </a:lnTo>
                  <a:lnTo>
                    <a:pt x="96083" y="318797"/>
                  </a:lnTo>
                  <a:lnTo>
                    <a:pt x="100916" y="320948"/>
                  </a:lnTo>
                  <a:lnTo>
                    <a:pt x="105815" y="322945"/>
                  </a:lnTo>
                  <a:lnTo>
                    <a:pt x="110775" y="324786"/>
                  </a:lnTo>
                  <a:lnTo>
                    <a:pt x="115790" y="326470"/>
                  </a:lnTo>
                  <a:lnTo>
                    <a:pt x="120856" y="327993"/>
                  </a:lnTo>
                  <a:lnTo>
                    <a:pt x="125968" y="329356"/>
                  </a:lnTo>
                  <a:lnTo>
                    <a:pt x="131120" y="330556"/>
                  </a:lnTo>
                  <a:lnTo>
                    <a:pt x="136308" y="331592"/>
                  </a:lnTo>
                  <a:lnTo>
                    <a:pt x="141525" y="332464"/>
                  </a:lnTo>
                  <a:lnTo>
                    <a:pt x="146768" y="333170"/>
                  </a:lnTo>
                  <a:lnTo>
                    <a:pt x="152031" y="333710"/>
                  </a:lnTo>
                  <a:lnTo>
                    <a:pt x="157308" y="334084"/>
                  </a:lnTo>
                  <a:lnTo>
                    <a:pt x="162594" y="334290"/>
                  </a:lnTo>
                  <a:lnTo>
                    <a:pt x="167884" y="334328"/>
                  </a:lnTo>
                  <a:lnTo>
                    <a:pt x="173173" y="334200"/>
                  </a:lnTo>
                  <a:lnTo>
                    <a:pt x="178455" y="333904"/>
                  </a:lnTo>
                  <a:lnTo>
                    <a:pt x="183724" y="333441"/>
                  </a:lnTo>
                  <a:lnTo>
                    <a:pt x="188977" y="332811"/>
                  </a:lnTo>
                  <a:lnTo>
                    <a:pt x="194207" y="332016"/>
                  </a:lnTo>
                  <a:lnTo>
                    <a:pt x="199409" y="331055"/>
                  </a:lnTo>
                  <a:lnTo>
                    <a:pt x="204579" y="329931"/>
                  </a:lnTo>
                  <a:lnTo>
                    <a:pt x="209710" y="328643"/>
                  </a:lnTo>
                  <a:lnTo>
                    <a:pt x="214797" y="327194"/>
                  </a:lnTo>
                  <a:lnTo>
                    <a:pt x="219837" y="325584"/>
                  </a:lnTo>
                  <a:lnTo>
                    <a:pt x="224823" y="323816"/>
                  </a:lnTo>
                  <a:lnTo>
                    <a:pt x="229750" y="321891"/>
                  </a:lnTo>
                  <a:lnTo>
                    <a:pt x="234614" y="319811"/>
                  </a:lnTo>
                  <a:lnTo>
                    <a:pt x="239410" y="317578"/>
                  </a:lnTo>
                  <a:lnTo>
                    <a:pt x="244133" y="315194"/>
                  </a:lnTo>
                  <a:lnTo>
                    <a:pt x="248778" y="312663"/>
                  </a:lnTo>
                  <a:lnTo>
                    <a:pt x="253341" y="309985"/>
                  </a:lnTo>
                  <a:lnTo>
                    <a:pt x="257816" y="307165"/>
                  </a:lnTo>
                  <a:lnTo>
                    <a:pt x="262200" y="304204"/>
                  </a:lnTo>
                  <a:lnTo>
                    <a:pt x="266488" y="301106"/>
                  </a:lnTo>
                  <a:lnTo>
                    <a:pt x="270676" y="297874"/>
                  </a:lnTo>
                  <a:lnTo>
                    <a:pt x="274760" y="294511"/>
                  </a:lnTo>
                  <a:lnTo>
                    <a:pt x="278735" y="291020"/>
                  </a:lnTo>
                  <a:lnTo>
                    <a:pt x="282598" y="287406"/>
                  </a:lnTo>
                  <a:lnTo>
                    <a:pt x="286344" y="283671"/>
                  </a:lnTo>
                  <a:lnTo>
                    <a:pt x="289971" y="279819"/>
                  </a:lnTo>
                  <a:lnTo>
                    <a:pt x="293473" y="275855"/>
                  </a:lnTo>
                  <a:lnTo>
                    <a:pt x="296849" y="271781"/>
                  </a:lnTo>
                  <a:lnTo>
                    <a:pt x="300094" y="267603"/>
                  </a:lnTo>
                  <a:lnTo>
                    <a:pt x="303205" y="263324"/>
                  </a:lnTo>
                  <a:lnTo>
                    <a:pt x="306179" y="258949"/>
                  </a:lnTo>
                  <a:lnTo>
                    <a:pt x="309013" y="254483"/>
                  </a:lnTo>
                  <a:lnTo>
                    <a:pt x="311705" y="249928"/>
                  </a:lnTo>
                  <a:lnTo>
                    <a:pt x="314251" y="245291"/>
                  </a:lnTo>
                  <a:lnTo>
                    <a:pt x="316649" y="240576"/>
                  </a:lnTo>
                  <a:lnTo>
                    <a:pt x="318896" y="235787"/>
                  </a:lnTo>
                  <a:lnTo>
                    <a:pt x="320991" y="230929"/>
                  </a:lnTo>
                  <a:lnTo>
                    <a:pt x="322932" y="226007"/>
                  </a:lnTo>
                  <a:lnTo>
                    <a:pt x="324715" y="221027"/>
                  </a:lnTo>
                  <a:lnTo>
                    <a:pt x="326340" y="215992"/>
                  </a:lnTo>
                  <a:lnTo>
                    <a:pt x="327805" y="210909"/>
                  </a:lnTo>
                  <a:lnTo>
                    <a:pt x="329108" y="205782"/>
                  </a:lnTo>
                  <a:lnTo>
                    <a:pt x="330249" y="200616"/>
                  </a:lnTo>
                  <a:lnTo>
                    <a:pt x="331225" y="195417"/>
                  </a:lnTo>
                  <a:lnTo>
                    <a:pt x="332036" y="190189"/>
                  </a:lnTo>
                  <a:lnTo>
                    <a:pt x="332682" y="184939"/>
                  </a:lnTo>
                  <a:lnTo>
                    <a:pt x="333161" y="179670"/>
                  </a:lnTo>
                  <a:lnTo>
                    <a:pt x="333473" y="174389"/>
                  </a:lnTo>
                  <a:lnTo>
                    <a:pt x="333618" y="169101"/>
                  </a:lnTo>
                  <a:lnTo>
                    <a:pt x="333596" y="163811"/>
                  </a:lnTo>
                  <a:lnTo>
                    <a:pt x="333406" y="158524"/>
                  </a:lnTo>
                  <a:lnTo>
                    <a:pt x="333049" y="153246"/>
                  </a:lnTo>
                  <a:lnTo>
                    <a:pt x="332525" y="147982"/>
                  </a:lnTo>
                  <a:lnTo>
                    <a:pt x="331835" y="142737"/>
                  </a:lnTo>
                  <a:lnTo>
                    <a:pt x="330979" y="137516"/>
                  </a:lnTo>
                  <a:lnTo>
                    <a:pt x="329958" y="132326"/>
                  </a:lnTo>
                  <a:lnTo>
                    <a:pt x="328774" y="127170"/>
                  </a:lnTo>
                  <a:lnTo>
                    <a:pt x="327427" y="122054"/>
                  </a:lnTo>
                  <a:lnTo>
                    <a:pt x="325919" y="116983"/>
                  </a:lnTo>
                  <a:lnTo>
                    <a:pt x="324251" y="111963"/>
                  </a:lnTo>
                  <a:lnTo>
                    <a:pt x="322425" y="106998"/>
                  </a:lnTo>
                  <a:lnTo>
                    <a:pt x="320443" y="102093"/>
                  </a:lnTo>
                  <a:lnTo>
                    <a:pt x="318307" y="97253"/>
                  </a:lnTo>
                  <a:lnTo>
                    <a:pt x="316019" y="92483"/>
                  </a:lnTo>
                  <a:lnTo>
                    <a:pt x="313581" y="87788"/>
                  </a:lnTo>
                  <a:lnTo>
                    <a:pt x="310995" y="83173"/>
                  </a:lnTo>
                  <a:lnTo>
                    <a:pt x="308265" y="78642"/>
                  </a:lnTo>
                  <a:lnTo>
                    <a:pt x="305393" y="74199"/>
                  </a:lnTo>
                  <a:lnTo>
                    <a:pt x="302382" y="69850"/>
                  </a:lnTo>
                  <a:lnTo>
                    <a:pt x="299235" y="65598"/>
                  </a:lnTo>
                  <a:lnTo>
                    <a:pt x="295954" y="61447"/>
                  </a:lnTo>
                  <a:lnTo>
                    <a:pt x="292544" y="57403"/>
                  </a:lnTo>
                  <a:lnTo>
                    <a:pt x="289008" y="53468"/>
                  </a:lnTo>
                  <a:lnTo>
                    <a:pt x="285349" y="49647"/>
                  </a:lnTo>
                  <a:lnTo>
                    <a:pt x="281571" y="45945"/>
                  </a:lnTo>
                  <a:lnTo>
                    <a:pt x="277677" y="42363"/>
                  </a:lnTo>
                  <a:lnTo>
                    <a:pt x="273673" y="38906"/>
                  </a:lnTo>
                  <a:lnTo>
                    <a:pt x="269561" y="35578"/>
                  </a:lnTo>
                  <a:lnTo>
                    <a:pt x="265345" y="32382"/>
                  </a:lnTo>
                  <a:lnTo>
                    <a:pt x="261031" y="29320"/>
                  </a:lnTo>
                  <a:lnTo>
                    <a:pt x="256622" y="26397"/>
                  </a:lnTo>
                  <a:lnTo>
                    <a:pt x="252122" y="23615"/>
                  </a:lnTo>
                  <a:lnTo>
                    <a:pt x="247537" y="20976"/>
                  </a:lnTo>
                  <a:lnTo>
                    <a:pt x="242871" y="18484"/>
                  </a:lnTo>
                  <a:lnTo>
                    <a:pt x="238128" y="16141"/>
                  </a:lnTo>
                  <a:lnTo>
                    <a:pt x="233313" y="13949"/>
                  </a:lnTo>
                  <a:lnTo>
                    <a:pt x="228432" y="11910"/>
                  </a:lnTo>
                  <a:lnTo>
                    <a:pt x="223488" y="10027"/>
                  </a:lnTo>
                  <a:lnTo>
                    <a:pt x="218487" y="8301"/>
                  </a:lnTo>
                  <a:lnTo>
                    <a:pt x="213434" y="6735"/>
                  </a:lnTo>
                  <a:lnTo>
                    <a:pt x="208334" y="5329"/>
                  </a:lnTo>
                  <a:lnTo>
                    <a:pt x="203192" y="4085"/>
                  </a:lnTo>
                  <a:lnTo>
                    <a:pt x="198014" y="3004"/>
                  </a:lnTo>
                  <a:lnTo>
                    <a:pt x="192804" y="2088"/>
                  </a:lnTo>
                  <a:lnTo>
                    <a:pt x="187567" y="1337"/>
                  </a:lnTo>
                  <a:lnTo>
                    <a:pt x="182309" y="752"/>
                  </a:lnTo>
                  <a:lnTo>
                    <a:pt x="177036" y="334"/>
                  </a:lnTo>
                  <a:lnTo>
                    <a:pt x="171751" y="83"/>
                  </a:lnTo>
                  <a:lnTo>
                    <a:pt x="166462" y="0"/>
                  </a:lnTo>
                  <a:lnTo>
                    <a:pt x="1664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35521" y="4659281"/>
              <a:ext cx="87713" cy="167167"/>
            </a:xfrm>
            <a:custGeom>
              <a:avLst/>
              <a:pathLst>
                <a:path w="87713" h="167167">
                  <a:moveTo>
                    <a:pt x="87713" y="0"/>
                  </a:moveTo>
                  <a:lnTo>
                    <a:pt x="81943" y="99"/>
                  </a:lnTo>
                  <a:lnTo>
                    <a:pt x="76180" y="398"/>
                  </a:lnTo>
                  <a:lnTo>
                    <a:pt x="70431" y="895"/>
                  </a:lnTo>
                  <a:lnTo>
                    <a:pt x="64702" y="1591"/>
                  </a:lnTo>
                  <a:lnTo>
                    <a:pt x="59000" y="2484"/>
                  </a:lnTo>
                  <a:lnTo>
                    <a:pt x="53333" y="3573"/>
                  </a:lnTo>
                  <a:lnTo>
                    <a:pt x="47707" y="4857"/>
                  </a:lnTo>
                  <a:lnTo>
                    <a:pt x="42129" y="6335"/>
                  </a:lnTo>
                  <a:lnTo>
                    <a:pt x="36605" y="8004"/>
                  </a:lnTo>
                  <a:lnTo>
                    <a:pt x="31141" y="9863"/>
                  </a:lnTo>
                  <a:lnTo>
                    <a:pt x="25746" y="11909"/>
                  </a:lnTo>
                  <a:lnTo>
                    <a:pt x="20424" y="14141"/>
                  </a:lnTo>
                  <a:lnTo>
                    <a:pt x="15182" y="16554"/>
                  </a:lnTo>
                  <a:lnTo>
                    <a:pt x="10026" y="19148"/>
                  </a:lnTo>
                  <a:lnTo>
                    <a:pt x="4964" y="21917"/>
                  </a:lnTo>
                  <a:lnTo>
                    <a:pt x="0" y="24860"/>
                  </a:lnTo>
                  <a:lnTo>
                    <a:pt x="877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35521" y="4684142"/>
              <a:ext cx="87713" cy="142307"/>
            </a:xfrm>
            <a:custGeom>
              <a:avLst/>
              <a:pathLst>
                <a:path w="87713" h="142307">
                  <a:moveTo>
                    <a:pt x="0" y="0"/>
                  </a:moveTo>
                  <a:lnTo>
                    <a:pt x="87713" y="1423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5521" y="4684142"/>
              <a:ext cx="87713" cy="142307"/>
            </a:xfrm>
            <a:custGeom>
              <a:avLst/>
              <a:pathLst>
                <a:path w="87713" h="142307">
                  <a:moveTo>
                    <a:pt x="0" y="0"/>
                  </a:moveTo>
                  <a:lnTo>
                    <a:pt x="87713" y="1423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256067" y="4684142"/>
              <a:ext cx="305509" cy="309463"/>
            </a:xfrm>
            <a:custGeom>
              <a:avLst/>
              <a:pathLst>
                <a:path w="305509" h="309463">
                  <a:moveTo>
                    <a:pt x="79453" y="0"/>
                  </a:moveTo>
                  <a:lnTo>
                    <a:pt x="74970" y="2862"/>
                  </a:lnTo>
                  <a:lnTo>
                    <a:pt x="70580" y="5866"/>
                  </a:lnTo>
                  <a:lnTo>
                    <a:pt x="66288" y="9008"/>
                  </a:lnTo>
                  <a:lnTo>
                    <a:pt x="62098" y="12285"/>
                  </a:lnTo>
                  <a:lnTo>
                    <a:pt x="58015" y="15694"/>
                  </a:lnTo>
                  <a:lnTo>
                    <a:pt x="54042" y="19231"/>
                  </a:lnTo>
                  <a:lnTo>
                    <a:pt x="50183" y="22892"/>
                  </a:lnTo>
                  <a:lnTo>
                    <a:pt x="46443" y="26675"/>
                  </a:lnTo>
                  <a:lnTo>
                    <a:pt x="42825" y="30574"/>
                  </a:lnTo>
                  <a:lnTo>
                    <a:pt x="39333" y="34587"/>
                  </a:lnTo>
                  <a:lnTo>
                    <a:pt x="35971" y="38708"/>
                  </a:lnTo>
                  <a:lnTo>
                    <a:pt x="32741" y="42935"/>
                  </a:lnTo>
                  <a:lnTo>
                    <a:pt x="29648" y="47262"/>
                  </a:lnTo>
                  <a:lnTo>
                    <a:pt x="26693" y="51686"/>
                  </a:lnTo>
                  <a:lnTo>
                    <a:pt x="23881" y="56201"/>
                  </a:lnTo>
                  <a:lnTo>
                    <a:pt x="21214" y="60803"/>
                  </a:lnTo>
                  <a:lnTo>
                    <a:pt x="18695" y="65488"/>
                  </a:lnTo>
                  <a:lnTo>
                    <a:pt x="16326" y="70251"/>
                  </a:lnTo>
                  <a:lnTo>
                    <a:pt x="14110" y="75086"/>
                  </a:lnTo>
                  <a:lnTo>
                    <a:pt x="12049" y="79990"/>
                  </a:lnTo>
                  <a:lnTo>
                    <a:pt x="10145" y="84957"/>
                  </a:lnTo>
                  <a:lnTo>
                    <a:pt x="8400" y="89982"/>
                  </a:lnTo>
                  <a:lnTo>
                    <a:pt x="6815" y="95059"/>
                  </a:lnTo>
                  <a:lnTo>
                    <a:pt x="5393" y="100185"/>
                  </a:lnTo>
                  <a:lnTo>
                    <a:pt x="4135" y="105353"/>
                  </a:lnTo>
                  <a:lnTo>
                    <a:pt x="3042" y="110559"/>
                  </a:lnTo>
                  <a:lnTo>
                    <a:pt x="2115" y="115797"/>
                  </a:lnTo>
                  <a:lnTo>
                    <a:pt x="1355" y="121062"/>
                  </a:lnTo>
                  <a:lnTo>
                    <a:pt x="763" y="126348"/>
                  </a:lnTo>
                  <a:lnTo>
                    <a:pt x="339" y="131650"/>
                  </a:lnTo>
                  <a:lnTo>
                    <a:pt x="85" y="136963"/>
                  </a:lnTo>
                  <a:lnTo>
                    <a:pt x="0" y="142282"/>
                  </a:lnTo>
                  <a:lnTo>
                    <a:pt x="83" y="147601"/>
                  </a:lnTo>
                  <a:lnTo>
                    <a:pt x="336" y="152914"/>
                  </a:lnTo>
                  <a:lnTo>
                    <a:pt x="758" y="158216"/>
                  </a:lnTo>
                  <a:lnTo>
                    <a:pt x="1349" y="163503"/>
                  </a:lnTo>
                  <a:lnTo>
                    <a:pt x="2107" y="168768"/>
                  </a:lnTo>
                  <a:lnTo>
                    <a:pt x="3033" y="174006"/>
                  </a:lnTo>
                  <a:lnTo>
                    <a:pt x="4124" y="179212"/>
                  </a:lnTo>
                  <a:lnTo>
                    <a:pt x="5381" y="184380"/>
                  </a:lnTo>
                  <a:lnTo>
                    <a:pt x="6801" y="189507"/>
                  </a:lnTo>
                  <a:lnTo>
                    <a:pt x="8384" y="194585"/>
                  </a:lnTo>
                  <a:lnTo>
                    <a:pt x="10128" y="199610"/>
                  </a:lnTo>
                  <a:lnTo>
                    <a:pt x="12031" y="204577"/>
                  </a:lnTo>
                  <a:lnTo>
                    <a:pt x="14090" y="209482"/>
                  </a:lnTo>
                  <a:lnTo>
                    <a:pt x="16305" y="214318"/>
                  </a:lnTo>
                  <a:lnTo>
                    <a:pt x="18673" y="219081"/>
                  </a:lnTo>
                  <a:lnTo>
                    <a:pt x="21190" y="223767"/>
                  </a:lnTo>
                  <a:lnTo>
                    <a:pt x="23856" y="228370"/>
                  </a:lnTo>
                  <a:lnTo>
                    <a:pt x="26667" y="232886"/>
                  </a:lnTo>
                  <a:lnTo>
                    <a:pt x="29620" y="237310"/>
                  </a:lnTo>
                  <a:lnTo>
                    <a:pt x="32712" y="241639"/>
                  </a:lnTo>
                  <a:lnTo>
                    <a:pt x="35940" y="245866"/>
                  </a:lnTo>
                  <a:lnTo>
                    <a:pt x="39302" y="249989"/>
                  </a:lnTo>
                  <a:lnTo>
                    <a:pt x="42792" y="254002"/>
                  </a:lnTo>
                  <a:lnTo>
                    <a:pt x="46409" y="257903"/>
                  </a:lnTo>
                  <a:lnTo>
                    <a:pt x="50148" y="261686"/>
                  </a:lnTo>
                  <a:lnTo>
                    <a:pt x="54006" y="265349"/>
                  </a:lnTo>
                  <a:lnTo>
                    <a:pt x="57978" y="268887"/>
                  </a:lnTo>
                  <a:lnTo>
                    <a:pt x="62060" y="272297"/>
                  </a:lnTo>
                  <a:lnTo>
                    <a:pt x="66249" y="275575"/>
                  </a:lnTo>
                  <a:lnTo>
                    <a:pt x="70540" y="278719"/>
                  </a:lnTo>
                  <a:lnTo>
                    <a:pt x="74929" y="281724"/>
                  </a:lnTo>
                  <a:lnTo>
                    <a:pt x="79412" y="284588"/>
                  </a:lnTo>
                  <a:lnTo>
                    <a:pt x="83983" y="287308"/>
                  </a:lnTo>
                  <a:lnTo>
                    <a:pt x="88638" y="289881"/>
                  </a:lnTo>
                  <a:lnTo>
                    <a:pt x="93373" y="292305"/>
                  </a:lnTo>
                  <a:lnTo>
                    <a:pt x="98183" y="294577"/>
                  </a:lnTo>
                  <a:lnTo>
                    <a:pt x="103062" y="296694"/>
                  </a:lnTo>
                  <a:lnTo>
                    <a:pt x="108007" y="298656"/>
                  </a:lnTo>
                  <a:lnTo>
                    <a:pt x="113011" y="300459"/>
                  </a:lnTo>
                  <a:lnTo>
                    <a:pt x="118070" y="302102"/>
                  </a:lnTo>
                  <a:lnTo>
                    <a:pt x="123179" y="303583"/>
                  </a:lnTo>
                  <a:lnTo>
                    <a:pt x="128333" y="304901"/>
                  </a:lnTo>
                  <a:lnTo>
                    <a:pt x="133525" y="306054"/>
                  </a:lnTo>
                  <a:lnTo>
                    <a:pt x="138752" y="307041"/>
                  </a:lnTo>
                  <a:lnTo>
                    <a:pt x="144008" y="307862"/>
                  </a:lnTo>
                  <a:lnTo>
                    <a:pt x="149287" y="308515"/>
                  </a:lnTo>
                  <a:lnTo>
                    <a:pt x="154584" y="309000"/>
                  </a:lnTo>
                  <a:lnTo>
                    <a:pt x="159894" y="309316"/>
                  </a:lnTo>
                  <a:lnTo>
                    <a:pt x="165211" y="309463"/>
                  </a:lnTo>
                  <a:lnTo>
                    <a:pt x="170530" y="309440"/>
                  </a:lnTo>
                  <a:lnTo>
                    <a:pt x="175846" y="309249"/>
                  </a:lnTo>
                  <a:lnTo>
                    <a:pt x="181153" y="308888"/>
                  </a:lnTo>
                  <a:lnTo>
                    <a:pt x="186446" y="308359"/>
                  </a:lnTo>
                  <a:lnTo>
                    <a:pt x="191719" y="307661"/>
                  </a:lnTo>
                  <a:lnTo>
                    <a:pt x="196968" y="306796"/>
                  </a:lnTo>
                  <a:lnTo>
                    <a:pt x="202186" y="305765"/>
                  </a:lnTo>
                  <a:lnTo>
                    <a:pt x="207369" y="304568"/>
                  </a:lnTo>
                  <a:lnTo>
                    <a:pt x="212511" y="303207"/>
                  </a:lnTo>
                  <a:lnTo>
                    <a:pt x="217607" y="301683"/>
                  </a:lnTo>
                  <a:lnTo>
                    <a:pt x="222652" y="299997"/>
                  </a:lnTo>
                  <a:lnTo>
                    <a:pt x="227641" y="298152"/>
                  </a:lnTo>
                  <a:lnTo>
                    <a:pt x="232569" y="296149"/>
                  </a:lnTo>
                  <a:lnTo>
                    <a:pt x="237431" y="293990"/>
                  </a:lnTo>
                  <a:lnTo>
                    <a:pt x="242221" y="291678"/>
                  </a:lnTo>
                  <a:lnTo>
                    <a:pt x="246936" y="289214"/>
                  </a:lnTo>
                  <a:lnTo>
                    <a:pt x="251569" y="286602"/>
                  </a:lnTo>
                  <a:lnTo>
                    <a:pt x="256117" y="283844"/>
                  </a:lnTo>
                  <a:lnTo>
                    <a:pt x="260575" y="280942"/>
                  </a:lnTo>
                  <a:lnTo>
                    <a:pt x="264939" y="277900"/>
                  </a:lnTo>
                  <a:lnTo>
                    <a:pt x="269203" y="274721"/>
                  </a:lnTo>
                  <a:lnTo>
                    <a:pt x="273365" y="271407"/>
                  </a:lnTo>
                  <a:lnTo>
                    <a:pt x="277418" y="267963"/>
                  </a:lnTo>
                  <a:lnTo>
                    <a:pt x="281360" y="264392"/>
                  </a:lnTo>
                  <a:lnTo>
                    <a:pt x="285187" y="260697"/>
                  </a:lnTo>
                  <a:lnTo>
                    <a:pt x="288894" y="256882"/>
                  </a:lnTo>
                  <a:lnTo>
                    <a:pt x="292478" y="252951"/>
                  </a:lnTo>
                  <a:lnTo>
                    <a:pt x="295934" y="248908"/>
                  </a:lnTo>
                  <a:lnTo>
                    <a:pt x="299261" y="244757"/>
                  </a:lnTo>
                  <a:lnTo>
                    <a:pt x="302453" y="240503"/>
                  </a:lnTo>
                  <a:lnTo>
                    <a:pt x="305509" y="236149"/>
                  </a:lnTo>
                  <a:lnTo>
                    <a:pt x="167167" y="142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167151" cy="261009"/>
            </a:xfrm>
            <a:custGeom>
              <a:avLst/>
              <a:pathLst>
                <a:path w="167151" h="261009">
                  <a:moveTo>
                    <a:pt x="138342" y="261009"/>
                  </a:moveTo>
                  <a:lnTo>
                    <a:pt x="141304" y="256487"/>
                  </a:lnTo>
                  <a:lnTo>
                    <a:pt x="144118" y="251871"/>
                  </a:lnTo>
                  <a:lnTo>
                    <a:pt x="146782" y="247167"/>
                  </a:lnTo>
                  <a:lnTo>
                    <a:pt x="149292" y="242379"/>
                  </a:lnTo>
                  <a:lnTo>
                    <a:pt x="151646" y="237512"/>
                  </a:lnTo>
                  <a:lnTo>
                    <a:pt x="153841" y="232572"/>
                  </a:lnTo>
                  <a:lnTo>
                    <a:pt x="155875" y="227563"/>
                  </a:lnTo>
                  <a:lnTo>
                    <a:pt x="157747" y="222491"/>
                  </a:lnTo>
                  <a:lnTo>
                    <a:pt x="159453" y="217361"/>
                  </a:lnTo>
                  <a:lnTo>
                    <a:pt x="160993" y="212179"/>
                  </a:lnTo>
                  <a:lnTo>
                    <a:pt x="162364" y="206950"/>
                  </a:lnTo>
                  <a:lnTo>
                    <a:pt x="163566" y="201679"/>
                  </a:lnTo>
                  <a:lnTo>
                    <a:pt x="164596" y="196372"/>
                  </a:lnTo>
                  <a:lnTo>
                    <a:pt x="165454" y="191034"/>
                  </a:lnTo>
                  <a:lnTo>
                    <a:pt x="166140" y="185672"/>
                  </a:lnTo>
                  <a:lnTo>
                    <a:pt x="166651" y="180290"/>
                  </a:lnTo>
                  <a:lnTo>
                    <a:pt x="166988" y="174895"/>
                  </a:lnTo>
                  <a:lnTo>
                    <a:pt x="167151" y="169491"/>
                  </a:lnTo>
                  <a:lnTo>
                    <a:pt x="167139" y="164085"/>
                  </a:lnTo>
                  <a:lnTo>
                    <a:pt x="166951" y="158682"/>
                  </a:lnTo>
                  <a:lnTo>
                    <a:pt x="166590" y="153288"/>
                  </a:lnTo>
                  <a:lnTo>
                    <a:pt x="166054" y="147909"/>
                  </a:lnTo>
                  <a:lnTo>
                    <a:pt x="165344" y="142549"/>
                  </a:lnTo>
                  <a:lnTo>
                    <a:pt x="164462" y="137216"/>
                  </a:lnTo>
                  <a:lnTo>
                    <a:pt x="163407" y="131913"/>
                  </a:lnTo>
                  <a:lnTo>
                    <a:pt x="162182" y="126648"/>
                  </a:lnTo>
                  <a:lnTo>
                    <a:pt x="160787" y="121425"/>
                  </a:lnTo>
                  <a:lnTo>
                    <a:pt x="159224" y="116250"/>
                  </a:lnTo>
                  <a:lnTo>
                    <a:pt x="157494" y="111128"/>
                  </a:lnTo>
                  <a:lnTo>
                    <a:pt x="155600" y="106065"/>
                  </a:lnTo>
                  <a:lnTo>
                    <a:pt x="153543" y="101065"/>
                  </a:lnTo>
                  <a:lnTo>
                    <a:pt x="151325" y="96135"/>
                  </a:lnTo>
                  <a:lnTo>
                    <a:pt x="148949" y="91279"/>
                  </a:lnTo>
                  <a:lnTo>
                    <a:pt x="146417" y="86502"/>
                  </a:lnTo>
                  <a:lnTo>
                    <a:pt x="143732" y="81810"/>
                  </a:lnTo>
                  <a:lnTo>
                    <a:pt x="140897" y="77207"/>
                  </a:lnTo>
                  <a:lnTo>
                    <a:pt x="137915" y="72698"/>
                  </a:lnTo>
                  <a:lnTo>
                    <a:pt x="134788" y="68288"/>
                  </a:lnTo>
                  <a:lnTo>
                    <a:pt x="131520" y="63981"/>
                  </a:lnTo>
                  <a:lnTo>
                    <a:pt x="128115" y="59783"/>
                  </a:lnTo>
                  <a:lnTo>
                    <a:pt x="124576" y="55696"/>
                  </a:lnTo>
                  <a:lnTo>
                    <a:pt x="120906" y="51726"/>
                  </a:lnTo>
                  <a:lnTo>
                    <a:pt x="117110" y="47877"/>
                  </a:lnTo>
                  <a:lnTo>
                    <a:pt x="113191" y="44153"/>
                  </a:lnTo>
                  <a:lnTo>
                    <a:pt x="109155" y="40557"/>
                  </a:lnTo>
                  <a:lnTo>
                    <a:pt x="105004" y="37093"/>
                  </a:lnTo>
                  <a:lnTo>
                    <a:pt x="100743" y="33766"/>
                  </a:lnTo>
                  <a:lnTo>
                    <a:pt x="96376" y="30578"/>
                  </a:lnTo>
                  <a:lnTo>
                    <a:pt x="91909" y="27533"/>
                  </a:lnTo>
                  <a:lnTo>
                    <a:pt x="87346" y="24635"/>
                  </a:lnTo>
                  <a:lnTo>
                    <a:pt x="82692" y="21885"/>
                  </a:lnTo>
                  <a:lnTo>
                    <a:pt x="77951" y="19287"/>
                  </a:lnTo>
                  <a:lnTo>
                    <a:pt x="73128" y="16844"/>
                  </a:lnTo>
                  <a:lnTo>
                    <a:pt x="68229" y="14558"/>
                  </a:lnTo>
                  <a:lnTo>
                    <a:pt x="63259" y="12431"/>
                  </a:lnTo>
                  <a:lnTo>
                    <a:pt x="58223" y="10467"/>
                  </a:lnTo>
                  <a:lnTo>
                    <a:pt x="53125" y="8666"/>
                  </a:lnTo>
                  <a:lnTo>
                    <a:pt x="47972" y="7031"/>
                  </a:lnTo>
                  <a:lnTo>
                    <a:pt x="42769" y="5563"/>
                  </a:lnTo>
                  <a:lnTo>
                    <a:pt x="37521" y="4265"/>
                  </a:lnTo>
                  <a:lnTo>
                    <a:pt x="32234" y="3137"/>
                  </a:lnTo>
                  <a:lnTo>
                    <a:pt x="26913" y="2180"/>
                  </a:lnTo>
                  <a:lnTo>
                    <a:pt x="21565" y="1396"/>
                  </a:lnTo>
                  <a:lnTo>
                    <a:pt x="16193" y="786"/>
                  </a:lnTo>
                  <a:lnTo>
                    <a:pt x="10805" y="349"/>
                  </a:lnTo>
                  <a:lnTo>
                    <a:pt x="540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622599" y="4213821"/>
              <a:ext cx="105873" cy="167167"/>
            </a:xfrm>
            <a:custGeom>
              <a:avLst/>
              <a:pathLst>
                <a:path w="105873" h="167167">
                  <a:moveTo>
                    <a:pt x="105873" y="0"/>
                  </a:moveTo>
                  <a:lnTo>
                    <a:pt x="100141" y="98"/>
                  </a:lnTo>
                  <a:lnTo>
                    <a:pt x="94416" y="393"/>
                  </a:lnTo>
                  <a:lnTo>
                    <a:pt x="88705" y="883"/>
                  </a:lnTo>
                  <a:lnTo>
                    <a:pt x="83014" y="1570"/>
                  </a:lnTo>
                  <a:lnTo>
                    <a:pt x="77350" y="2451"/>
                  </a:lnTo>
                  <a:lnTo>
                    <a:pt x="71719" y="3526"/>
                  </a:lnTo>
                  <a:lnTo>
                    <a:pt x="66128" y="4793"/>
                  </a:lnTo>
                  <a:lnTo>
                    <a:pt x="60585" y="6251"/>
                  </a:lnTo>
                  <a:lnTo>
                    <a:pt x="55094" y="7898"/>
                  </a:lnTo>
                  <a:lnTo>
                    <a:pt x="49663" y="9733"/>
                  </a:lnTo>
                  <a:lnTo>
                    <a:pt x="44299" y="11753"/>
                  </a:lnTo>
                  <a:lnTo>
                    <a:pt x="39006" y="13955"/>
                  </a:lnTo>
                  <a:lnTo>
                    <a:pt x="33792" y="16338"/>
                  </a:lnTo>
                  <a:lnTo>
                    <a:pt x="28663" y="18898"/>
                  </a:lnTo>
                  <a:lnTo>
                    <a:pt x="23625" y="21632"/>
                  </a:lnTo>
                  <a:lnTo>
                    <a:pt x="18684" y="24538"/>
                  </a:lnTo>
                  <a:lnTo>
                    <a:pt x="13845" y="27611"/>
                  </a:lnTo>
                  <a:lnTo>
                    <a:pt x="9114" y="30848"/>
                  </a:lnTo>
                  <a:lnTo>
                    <a:pt x="4497" y="34246"/>
                  </a:lnTo>
                  <a:lnTo>
                    <a:pt x="0" y="37800"/>
                  </a:lnTo>
                  <a:lnTo>
                    <a:pt x="10587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22599" y="4251621"/>
              <a:ext cx="105873" cy="129366"/>
            </a:xfrm>
            <a:custGeom>
              <a:avLst/>
              <a:pathLst>
                <a:path w="105873" h="129366">
                  <a:moveTo>
                    <a:pt x="0" y="0"/>
                  </a:moveTo>
                  <a:lnTo>
                    <a:pt x="105873" y="1293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561307" y="4251621"/>
              <a:ext cx="334322" cy="296529"/>
            </a:xfrm>
            <a:custGeom>
              <a:avLst/>
              <a:pathLst>
                <a:path w="334322" h="296529">
                  <a:moveTo>
                    <a:pt x="61291" y="0"/>
                  </a:moveTo>
                  <a:lnTo>
                    <a:pt x="57233" y="3430"/>
                  </a:lnTo>
                  <a:lnTo>
                    <a:pt x="53285" y="6988"/>
                  </a:lnTo>
                  <a:lnTo>
                    <a:pt x="49453" y="10670"/>
                  </a:lnTo>
                  <a:lnTo>
                    <a:pt x="45739" y="14472"/>
                  </a:lnTo>
                  <a:lnTo>
                    <a:pt x="42148" y="18390"/>
                  </a:lnTo>
                  <a:lnTo>
                    <a:pt x="38684" y="22420"/>
                  </a:lnTo>
                  <a:lnTo>
                    <a:pt x="35349" y="26558"/>
                  </a:lnTo>
                  <a:lnTo>
                    <a:pt x="32148" y="30800"/>
                  </a:lnTo>
                  <a:lnTo>
                    <a:pt x="29083" y="35141"/>
                  </a:lnTo>
                  <a:lnTo>
                    <a:pt x="26158" y="39578"/>
                  </a:lnTo>
                  <a:lnTo>
                    <a:pt x="23375" y="44106"/>
                  </a:lnTo>
                  <a:lnTo>
                    <a:pt x="20737" y="48719"/>
                  </a:lnTo>
                  <a:lnTo>
                    <a:pt x="18248" y="53415"/>
                  </a:lnTo>
                  <a:lnTo>
                    <a:pt x="15909" y="58187"/>
                  </a:lnTo>
                  <a:lnTo>
                    <a:pt x="13722" y="63031"/>
                  </a:lnTo>
                  <a:lnTo>
                    <a:pt x="11691" y="67942"/>
                  </a:lnTo>
                  <a:lnTo>
                    <a:pt x="9817" y="72915"/>
                  </a:lnTo>
                  <a:lnTo>
                    <a:pt x="8103" y="77945"/>
                  </a:lnTo>
                  <a:lnTo>
                    <a:pt x="6548" y="83027"/>
                  </a:lnTo>
                  <a:lnTo>
                    <a:pt x="5157" y="88156"/>
                  </a:lnTo>
                  <a:lnTo>
                    <a:pt x="3928" y="93326"/>
                  </a:lnTo>
                  <a:lnTo>
                    <a:pt x="2865" y="98533"/>
                  </a:lnTo>
                  <a:lnTo>
                    <a:pt x="1968" y="103772"/>
                  </a:lnTo>
                  <a:lnTo>
                    <a:pt x="1238" y="109036"/>
                  </a:lnTo>
                  <a:lnTo>
                    <a:pt x="676" y="114320"/>
                  </a:lnTo>
                  <a:lnTo>
                    <a:pt x="282" y="119620"/>
                  </a:lnTo>
                  <a:lnTo>
                    <a:pt x="56" y="124930"/>
                  </a:lnTo>
                  <a:lnTo>
                    <a:pt x="0" y="130244"/>
                  </a:lnTo>
                  <a:lnTo>
                    <a:pt x="112" y="135557"/>
                  </a:lnTo>
                  <a:lnTo>
                    <a:pt x="393" y="140864"/>
                  </a:lnTo>
                  <a:lnTo>
                    <a:pt x="843" y="146159"/>
                  </a:lnTo>
                  <a:lnTo>
                    <a:pt x="1461" y="151438"/>
                  </a:lnTo>
                  <a:lnTo>
                    <a:pt x="2246" y="156694"/>
                  </a:lnTo>
                  <a:lnTo>
                    <a:pt x="3198" y="161922"/>
                  </a:lnTo>
                  <a:lnTo>
                    <a:pt x="4316" y="167118"/>
                  </a:lnTo>
                  <a:lnTo>
                    <a:pt x="5598" y="172275"/>
                  </a:lnTo>
                  <a:lnTo>
                    <a:pt x="7044" y="177389"/>
                  </a:lnTo>
                  <a:lnTo>
                    <a:pt x="8651" y="182455"/>
                  </a:lnTo>
                  <a:lnTo>
                    <a:pt x="10419" y="187467"/>
                  </a:lnTo>
                  <a:lnTo>
                    <a:pt x="12345" y="192420"/>
                  </a:lnTo>
                  <a:lnTo>
                    <a:pt x="14427" y="197309"/>
                  </a:lnTo>
                  <a:lnTo>
                    <a:pt x="16664" y="202130"/>
                  </a:lnTo>
                  <a:lnTo>
                    <a:pt x="19053" y="206877"/>
                  </a:lnTo>
                  <a:lnTo>
                    <a:pt x="21592" y="211546"/>
                  </a:lnTo>
                  <a:lnTo>
                    <a:pt x="24278" y="216132"/>
                  </a:lnTo>
                  <a:lnTo>
                    <a:pt x="27108" y="220630"/>
                  </a:lnTo>
                  <a:lnTo>
                    <a:pt x="30080" y="225036"/>
                  </a:lnTo>
                  <a:lnTo>
                    <a:pt x="33190" y="229345"/>
                  </a:lnTo>
                  <a:lnTo>
                    <a:pt x="36436" y="233553"/>
                  </a:lnTo>
                  <a:lnTo>
                    <a:pt x="39813" y="237656"/>
                  </a:lnTo>
                  <a:lnTo>
                    <a:pt x="43320" y="241649"/>
                  </a:lnTo>
                  <a:lnTo>
                    <a:pt x="46952" y="245529"/>
                  </a:lnTo>
                  <a:lnTo>
                    <a:pt x="50705" y="249292"/>
                  </a:lnTo>
                  <a:lnTo>
                    <a:pt x="54576" y="252933"/>
                  </a:lnTo>
                  <a:lnTo>
                    <a:pt x="58561" y="256450"/>
                  </a:lnTo>
                  <a:lnTo>
                    <a:pt x="62655" y="259838"/>
                  </a:lnTo>
                  <a:lnTo>
                    <a:pt x="66855" y="263094"/>
                  </a:lnTo>
                  <a:lnTo>
                    <a:pt x="71157" y="266215"/>
                  </a:lnTo>
                  <a:lnTo>
                    <a:pt x="75555" y="269197"/>
                  </a:lnTo>
                  <a:lnTo>
                    <a:pt x="80046" y="272039"/>
                  </a:lnTo>
                  <a:lnTo>
                    <a:pt x="84625" y="274736"/>
                  </a:lnTo>
                  <a:lnTo>
                    <a:pt x="89288" y="277286"/>
                  </a:lnTo>
                  <a:lnTo>
                    <a:pt x="94029" y="279687"/>
                  </a:lnTo>
                  <a:lnTo>
                    <a:pt x="98844" y="281936"/>
                  </a:lnTo>
                  <a:lnTo>
                    <a:pt x="103729" y="284030"/>
                  </a:lnTo>
                  <a:lnTo>
                    <a:pt x="108677" y="285968"/>
                  </a:lnTo>
                  <a:lnTo>
                    <a:pt x="113685" y="287748"/>
                  </a:lnTo>
                  <a:lnTo>
                    <a:pt x="118746" y="289368"/>
                  </a:lnTo>
                  <a:lnTo>
                    <a:pt x="123857" y="290827"/>
                  </a:lnTo>
                  <a:lnTo>
                    <a:pt x="129011" y="292122"/>
                  </a:lnTo>
                  <a:lnTo>
                    <a:pt x="134204" y="293252"/>
                  </a:lnTo>
                  <a:lnTo>
                    <a:pt x="139430" y="294217"/>
                  </a:lnTo>
                  <a:lnTo>
                    <a:pt x="144684" y="295015"/>
                  </a:lnTo>
                  <a:lnTo>
                    <a:pt x="149961" y="295646"/>
                  </a:lnTo>
                  <a:lnTo>
                    <a:pt x="155255" y="296109"/>
                  </a:lnTo>
                  <a:lnTo>
                    <a:pt x="160561" y="296403"/>
                  </a:lnTo>
                  <a:lnTo>
                    <a:pt x="165874" y="296529"/>
                  </a:lnTo>
                  <a:lnTo>
                    <a:pt x="171188" y="296485"/>
                  </a:lnTo>
                  <a:lnTo>
                    <a:pt x="176499" y="296273"/>
                  </a:lnTo>
                  <a:lnTo>
                    <a:pt x="181799" y="295892"/>
                  </a:lnTo>
                  <a:lnTo>
                    <a:pt x="187085" y="295343"/>
                  </a:lnTo>
                  <a:lnTo>
                    <a:pt x="192351" y="294626"/>
                  </a:lnTo>
                  <a:lnTo>
                    <a:pt x="197591" y="293742"/>
                  </a:lnTo>
                  <a:lnTo>
                    <a:pt x="202801" y="292691"/>
                  </a:lnTo>
                  <a:lnTo>
                    <a:pt x="207975" y="291476"/>
                  </a:lnTo>
                  <a:lnTo>
                    <a:pt x="213107" y="290097"/>
                  </a:lnTo>
                  <a:lnTo>
                    <a:pt x="218193" y="288555"/>
                  </a:lnTo>
                  <a:lnTo>
                    <a:pt x="223227" y="286853"/>
                  </a:lnTo>
                  <a:lnTo>
                    <a:pt x="228205" y="284991"/>
                  </a:lnTo>
                  <a:lnTo>
                    <a:pt x="233121" y="282972"/>
                  </a:lnTo>
                  <a:lnTo>
                    <a:pt x="237970" y="280798"/>
                  </a:lnTo>
                  <a:lnTo>
                    <a:pt x="242748" y="278471"/>
                  </a:lnTo>
                  <a:lnTo>
                    <a:pt x="247450" y="275993"/>
                  </a:lnTo>
                  <a:lnTo>
                    <a:pt x="252070" y="273367"/>
                  </a:lnTo>
                  <a:lnTo>
                    <a:pt x="256604" y="270595"/>
                  </a:lnTo>
                  <a:lnTo>
                    <a:pt x="261048" y="267681"/>
                  </a:lnTo>
                  <a:lnTo>
                    <a:pt x="265397" y="264626"/>
                  </a:lnTo>
                  <a:lnTo>
                    <a:pt x="269647" y="261436"/>
                  </a:lnTo>
                  <a:lnTo>
                    <a:pt x="273794" y="258111"/>
                  </a:lnTo>
                  <a:lnTo>
                    <a:pt x="277832" y="254657"/>
                  </a:lnTo>
                  <a:lnTo>
                    <a:pt x="281759" y="251076"/>
                  </a:lnTo>
                  <a:lnTo>
                    <a:pt x="285570" y="247372"/>
                  </a:lnTo>
                  <a:lnTo>
                    <a:pt x="289261" y="243548"/>
                  </a:lnTo>
                  <a:lnTo>
                    <a:pt x="292829" y="239609"/>
                  </a:lnTo>
                  <a:lnTo>
                    <a:pt x="296269" y="235559"/>
                  </a:lnTo>
                  <a:lnTo>
                    <a:pt x="299580" y="231402"/>
                  </a:lnTo>
                  <a:lnTo>
                    <a:pt x="302756" y="227141"/>
                  </a:lnTo>
                  <a:lnTo>
                    <a:pt x="305796" y="222782"/>
                  </a:lnTo>
                  <a:lnTo>
                    <a:pt x="308695" y="218328"/>
                  </a:lnTo>
                  <a:lnTo>
                    <a:pt x="311451" y="213784"/>
                  </a:lnTo>
                  <a:lnTo>
                    <a:pt x="314062" y="209155"/>
                  </a:lnTo>
                  <a:lnTo>
                    <a:pt x="316524" y="204445"/>
                  </a:lnTo>
                  <a:lnTo>
                    <a:pt x="318835" y="199659"/>
                  </a:lnTo>
                  <a:lnTo>
                    <a:pt x="320993" y="194803"/>
                  </a:lnTo>
                  <a:lnTo>
                    <a:pt x="322995" y="189880"/>
                  </a:lnTo>
                  <a:lnTo>
                    <a:pt x="324840" y="184896"/>
                  </a:lnTo>
                  <a:lnTo>
                    <a:pt x="326525" y="179856"/>
                  </a:lnTo>
                  <a:lnTo>
                    <a:pt x="328050" y="174765"/>
                  </a:lnTo>
                  <a:lnTo>
                    <a:pt x="329411" y="169628"/>
                  </a:lnTo>
                  <a:lnTo>
                    <a:pt x="330609" y="164450"/>
                  </a:lnTo>
                  <a:lnTo>
                    <a:pt x="331642" y="159237"/>
                  </a:lnTo>
                  <a:lnTo>
                    <a:pt x="332508" y="153994"/>
                  </a:lnTo>
                  <a:lnTo>
                    <a:pt x="333207" y="148725"/>
                  </a:lnTo>
                  <a:lnTo>
                    <a:pt x="333739" y="143438"/>
                  </a:lnTo>
                  <a:lnTo>
                    <a:pt x="334102" y="138136"/>
                  </a:lnTo>
                  <a:lnTo>
                    <a:pt x="334296" y="132825"/>
                  </a:lnTo>
                  <a:lnTo>
                    <a:pt x="334322" y="127510"/>
                  </a:lnTo>
                  <a:lnTo>
                    <a:pt x="334178" y="122198"/>
                  </a:lnTo>
                  <a:lnTo>
                    <a:pt x="333866" y="116893"/>
                  </a:lnTo>
                  <a:lnTo>
                    <a:pt x="333385" y="111600"/>
                  </a:lnTo>
                  <a:lnTo>
                    <a:pt x="332737" y="106325"/>
                  </a:lnTo>
                  <a:lnTo>
                    <a:pt x="167165" y="1293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165571" cy="167167"/>
            </a:xfrm>
            <a:custGeom>
              <a:avLst/>
              <a:pathLst>
                <a:path w="165571" h="167167">
                  <a:moveTo>
                    <a:pt x="165571" y="144126"/>
                  </a:moveTo>
                  <a:lnTo>
                    <a:pt x="164734" y="138748"/>
                  </a:lnTo>
                  <a:lnTo>
                    <a:pt x="163721" y="133401"/>
                  </a:lnTo>
                  <a:lnTo>
                    <a:pt x="162535" y="128089"/>
                  </a:lnTo>
                  <a:lnTo>
                    <a:pt x="161177" y="122819"/>
                  </a:lnTo>
                  <a:lnTo>
                    <a:pt x="159648" y="117596"/>
                  </a:lnTo>
                  <a:lnTo>
                    <a:pt x="157950" y="112426"/>
                  </a:lnTo>
                  <a:lnTo>
                    <a:pt x="156084" y="107313"/>
                  </a:lnTo>
                  <a:lnTo>
                    <a:pt x="154053" y="102264"/>
                  </a:lnTo>
                  <a:lnTo>
                    <a:pt x="151859" y="97284"/>
                  </a:lnTo>
                  <a:lnTo>
                    <a:pt x="149504" y="92378"/>
                  </a:lnTo>
                  <a:lnTo>
                    <a:pt x="146990" y="87551"/>
                  </a:lnTo>
                  <a:lnTo>
                    <a:pt x="144320" y="82808"/>
                  </a:lnTo>
                  <a:lnTo>
                    <a:pt x="141498" y="78155"/>
                  </a:lnTo>
                  <a:lnTo>
                    <a:pt x="138525" y="73596"/>
                  </a:lnTo>
                  <a:lnTo>
                    <a:pt x="135406" y="69136"/>
                  </a:lnTo>
                  <a:lnTo>
                    <a:pt x="132143" y="64781"/>
                  </a:lnTo>
                  <a:lnTo>
                    <a:pt x="128740" y="60533"/>
                  </a:lnTo>
                  <a:lnTo>
                    <a:pt x="125201" y="56399"/>
                  </a:lnTo>
                  <a:lnTo>
                    <a:pt x="121529" y="52382"/>
                  </a:lnTo>
                  <a:lnTo>
                    <a:pt x="117728" y="48487"/>
                  </a:lnTo>
                  <a:lnTo>
                    <a:pt x="113803" y="44718"/>
                  </a:lnTo>
                  <a:lnTo>
                    <a:pt x="109757" y="41078"/>
                  </a:lnTo>
                  <a:lnTo>
                    <a:pt x="105594" y="37572"/>
                  </a:lnTo>
                  <a:lnTo>
                    <a:pt x="101319" y="34204"/>
                  </a:lnTo>
                  <a:lnTo>
                    <a:pt x="96938" y="30976"/>
                  </a:lnTo>
                  <a:lnTo>
                    <a:pt x="92453" y="27893"/>
                  </a:lnTo>
                  <a:lnTo>
                    <a:pt x="87870" y="24957"/>
                  </a:lnTo>
                  <a:lnTo>
                    <a:pt x="83195" y="22172"/>
                  </a:lnTo>
                  <a:lnTo>
                    <a:pt x="78431" y="19541"/>
                  </a:lnTo>
                  <a:lnTo>
                    <a:pt x="73584" y="17066"/>
                  </a:lnTo>
                  <a:lnTo>
                    <a:pt x="68659" y="14750"/>
                  </a:lnTo>
                  <a:lnTo>
                    <a:pt x="63661" y="12596"/>
                  </a:lnTo>
                  <a:lnTo>
                    <a:pt x="58596" y="10606"/>
                  </a:lnTo>
                  <a:lnTo>
                    <a:pt x="53468" y="8781"/>
                  </a:lnTo>
                  <a:lnTo>
                    <a:pt x="48284" y="7125"/>
                  </a:lnTo>
                  <a:lnTo>
                    <a:pt x="43049" y="5638"/>
                  </a:lnTo>
                  <a:lnTo>
                    <a:pt x="37768" y="4322"/>
                  </a:lnTo>
                  <a:lnTo>
                    <a:pt x="32447" y="3179"/>
                  </a:lnTo>
                  <a:lnTo>
                    <a:pt x="27092" y="2210"/>
                  </a:lnTo>
                  <a:lnTo>
                    <a:pt x="21708" y="1415"/>
                  </a:lnTo>
                  <a:lnTo>
                    <a:pt x="16301" y="796"/>
                  </a:lnTo>
                  <a:lnTo>
                    <a:pt x="10877" y="354"/>
                  </a:lnTo>
                  <a:lnTo>
                    <a:pt x="544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55932" y="3707720"/>
              <a:ext cx="163079" cy="167167"/>
            </a:xfrm>
            <a:custGeom>
              <a:avLst/>
              <a:pathLst>
                <a:path w="163079" h="167167">
                  <a:moveTo>
                    <a:pt x="163079" y="0"/>
                  </a:moveTo>
                  <a:lnTo>
                    <a:pt x="157579" y="90"/>
                  </a:lnTo>
                  <a:lnTo>
                    <a:pt x="152085" y="361"/>
                  </a:lnTo>
                  <a:lnTo>
                    <a:pt x="146603" y="813"/>
                  </a:lnTo>
                  <a:lnTo>
                    <a:pt x="141138" y="1446"/>
                  </a:lnTo>
                  <a:lnTo>
                    <a:pt x="135698" y="2257"/>
                  </a:lnTo>
                  <a:lnTo>
                    <a:pt x="130287" y="3247"/>
                  </a:lnTo>
                  <a:lnTo>
                    <a:pt x="124912" y="4415"/>
                  </a:lnTo>
                  <a:lnTo>
                    <a:pt x="119578" y="5759"/>
                  </a:lnTo>
                  <a:lnTo>
                    <a:pt x="114291" y="7277"/>
                  </a:lnTo>
                  <a:lnTo>
                    <a:pt x="109057" y="8969"/>
                  </a:lnTo>
                  <a:lnTo>
                    <a:pt x="103881" y="10832"/>
                  </a:lnTo>
                  <a:lnTo>
                    <a:pt x="98769" y="12864"/>
                  </a:lnTo>
                  <a:lnTo>
                    <a:pt x="93728" y="15064"/>
                  </a:lnTo>
                  <a:lnTo>
                    <a:pt x="88761" y="17428"/>
                  </a:lnTo>
                  <a:lnTo>
                    <a:pt x="83874" y="19954"/>
                  </a:lnTo>
                  <a:lnTo>
                    <a:pt x="79074" y="22640"/>
                  </a:lnTo>
                  <a:lnTo>
                    <a:pt x="74364" y="25482"/>
                  </a:lnTo>
                  <a:lnTo>
                    <a:pt x="69751" y="28477"/>
                  </a:lnTo>
                  <a:lnTo>
                    <a:pt x="65238" y="31623"/>
                  </a:lnTo>
                  <a:lnTo>
                    <a:pt x="60832" y="34915"/>
                  </a:lnTo>
                  <a:lnTo>
                    <a:pt x="56536" y="38351"/>
                  </a:lnTo>
                  <a:lnTo>
                    <a:pt x="52355" y="41926"/>
                  </a:lnTo>
                  <a:lnTo>
                    <a:pt x="48295" y="45637"/>
                  </a:lnTo>
                  <a:lnTo>
                    <a:pt x="44358" y="49479"/>
                  </a:lnTo>
                  <a:lnTo>
                    <a:pt x="40551" y="53449"/>
                  </a:lnTo>
                  <a:lnTo>
                    <a:pt x="36875" y="57542"/>
                  </a:lnTo>
                  <a:lnTo>
                    <a:pt x="33337" y="61753"/>
                  </a:lnTo>
                  <a:lnTo>
                    <a:pt x="29939" y="66079"/>
                  </a:lnTo>
                  <a:lnTo>
                    <a:pt x="26685" y="70514"/>
                  </a:lnTo>
                  <a:lnTo>
                    <a:pt x="23579" y="75054"/>
                  </a:lnTo>
                  <a:lnTo>
                    <a:pt x="20624" y="79693"/>
                  </a:lnTo>
                  <a:lnTo>
                    <a:pt x="17823" y="84428"/>
                  </a:lnTo>
                  <a:lnTo>
                    <a:pt x="15180" y="89252"/>
                  </a:lnTo>
                  <a:lnTo>
                    <a:pt x="12696" y="94160"/>
                  </a:lnTo>
                  <a:lnTo>
                    <a:pt x="10376" y="99147"/>
                  </a:lnTo>
                  <a:lnTo>
                    <a:pt x="8220" y="104208"/>
                  </a:lnTo>
                  <a:lnTo>
                    <a:pt x="6233" y="109337"/>
                  </a:lnTo>
                  <a:lnTo>
                    <a:pt x="4415" y="114529"/>
                  </a:lnTo>
                  <a:lnTo>
                    <a:pt x="2769" y="119777"/>
                  </a:lnTo>
                  <a:lnTo>
                    <a:pt x="1297" y="125077"/>
                  </a:lnTo>
                  <a:lnTo>
                    <a:pt x="0" y="130423"/>
                  </a:lnTo>
                  <a:lnTo>
                    <a:pt x="16307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1844" y="3710874"/>
              <a:ext cx="334328" cy="331171"/>
            </a:xfrm>
            <a:custGeom>
              <a:avLst/>
              <a:pathLst>
                <a:path w="334328" h="331171">
                  <a:moveTo>
                    <a:pt x="4088" y="127270"/>
                  </a:moveTo>
                  <a:lnTo>
                    <a:pt x="3002" y="132475"/>
                  </a:lnTo>
                  <a:lnTo>
                    <a:pt x="2082" y="137711"/>
                  </a:lnTo>
                  <a:lnTo>
                    <a:pt x="1329" y="142975"/>
                  </a:lnTo>
                  <a:lnTo>
                    <a:pt x="743" y="148260"/>
                  </a:lnTo>
                  <a:lnTo>
                    <a:pt x="327" y="153561"/>
                  </a:lnTo>
                  <a:lnTo>
                    <a:pt x="79" y="158872"/>
                  </a:lnTo>
                  <a:lnTo>
                    <a:pt x="0" y="164188"/>
                  </a:lnTo>
                  <a:lnTo>
                    <a:pt x="90" y="169505"/>
                  </a:lnTo>
                  <a:lnTo>
                    <a:pt x="349" y="174816"/>
                  </a:lnTo>
                  <a:lnTo>
                    <a:pt x="777" y="180115"/>
                  </a:lnTo>
                  <a:lnTo>
                    <a:pt x="1373" y="185399"/>
                  </a:lnTo>
                  <a:lnTo>
                    <a:pt x="2137" y="190661"/>
                  </a:lnTo>
                  <a:lnTo>
                    <a:pt x="3068" y="195896"/>
                  </a:lnTo>
                  <a:lnTo>
                    <a:pt x="4165" y="201099"/>
                  </a:lnTo>
                  <a:lnTo>
                    <a:pt x="5427" y="206264"/>
                  </a:lnTo>
                  <a:lnTo>
                    <a:pt x="6852" y="211386"/>
                  </a:lnTo>
                  <a:lnTo>
                    <a:pt x="8440" y="216461"/>
                  </a:lnTo>
                  <a:lnTo>
                    <a:pt x="10188" y="221482"/>
                  </a:lnTo>
                  <a:lnTo>
                    <a:pt x="12095" y="226446"/>
                  </a:lnTo>
                  <a:lnTo>
                    <a:pt x="14159" y="231346"/>
                  </a:lnTo>
                  <a:lnTo>
                    <a:pt x="16378" y="236178"/>
                  </a:lnTo>
                  <a:lnTo>
                    <a:pt x="18749" y="240937"/>
                  </a:lnTo>
                  <a:lnTo>
                    <a:pt x="21271" y="245618"/>
                  </a:lnTo>
                  <a:lnTo>
                    <a:pt x="23940" y="250217"/>
                  </a:lnTo>
                  <a:lnTo>
                    <a:pt x="26754" y="254728"/>
                  </a:lnTo>
                  <a:lnTo>
                    <a:pt x="29710" y="259148"/>
                  </a:lnTo>
                  <a:lnTo>
                    <a:pt x="32805" y="263471"/>
                  </a:lnTo>
                  <a:lnTo>
                    <a:pt x="36036" y="267694"/>
                  </a:lnTo>
                  <a:lnTo>
                    <a:pt x="39400" y="271812"/>
                  </a:lnTo>
                  <a:lnTo>
                    <a:pt x="42893" y="275821"/>
                  </a:lnTo>
                  <a:lnTo>
                    <a:pt x="46511" y="279717"/>
                  </a:lnTo>
                  <a:lnTo>
                    <a:pt x="50252" y="283495"/>
                  </a:lnTo>
                  <a:lnTo>
                    <a:pt x="54111" y="287153"/>
                  </a:lnTo>
                  <a:lnTo>
                    <a:pt x="58085" y="290687"/>
                  </a:lnTo>
                  <a:lnTo>
                    <a:pt x="62168" y="294092"/>
                  </a:lnTo>
                  <a:lnTo>
                    <a:pt x="66358" y="297365"/>
                  </a:lnTo>
                  <a:lnTo>
                    <a:pt x="70650" y="300504"/>
                  </a:lnTo>
                  <a:lnTo>
                    <a:pt x="75040" y="303504"/>
                  </a:lnTo>
                  <a:lnTo>
                    <a:pt x="79523" y="306363"/>
                  </a:lnTo>
                  <a:lnTo>
                    <a:pt x="84094" y="309079"/>
                  </a:lnTo>
                  <a:lnTo>
                    <a:pt x="88750" y="311647"/>
                  </a:lnTo>
                  <a:lnTo>
                    <a:pt x="93485" y="314067"/>
                  </a:lnTo>
                  <a:lnTo>
                    <a:pt x="98294" y="316334"/>
                  </a:lnTo>
                  <a:lnTo>
                    <a:pt x="103173" y="318447"/>
                  </a:lnTo>
                  <a:lnTo>
                    <a:pt x="108117" y="320404"/>
                  </a:lnTo>
                  <a:lnTo>
                    <a:pt x="113121" y="322203"/>
                  </a:lnTo>
                  <a:lnTo>
                    <a:pt x="118179" y="323842"/>
                  </a:lnTo>
                  <a:lnTo>
                    <a:pt x="123287" y="325319"/>
                  </a:lnTo>
                  <a:lnTo>
                    <a:pt x="128439" y="326633"/>
                  </a:lnTo>
                  <a:lnTo>
                    <a:pt x="133630" y="327783"/>
                  </a:lnTo>
                  <a:lnTo>
                    <a:pt x="138856" y="328766"/>
                  </a:lnTo>
                  <a:lnTo>
                    <a:pt x="144110" y="329583"/>
                  </a:lnTo>
                  <a:lnTo>
                    <a:pt x="149387" y="330233"/>
                  </a:lnTo>
                  <a:lnTo>
                    <a:pt x="154682" y="330714"/>
                  </a:lnTo>
                  <a:lnTo>
                    <a:pt x="159990" y="331027"/>
                  </a:lnTo>
                  <a:lnTo>
                    <a:pt x="165305" y="331171"/>
                  </a:lnTo>
                  <a:lnTo>
                    <a:pt x="170622" y="331145"/>
                  </a:lnTo>
                  <a:lnTo>
                    <a:pt x="175936" y="330951"/>
                  </a:lnTo>
                  <a:lnTo>
                    <a:pt x="181241" y="330588"/>
                  </a:lnTo>
                  <a:lnTo>
                    <a:pt x="186531" y="330056"/>
                  </a:lnTo>
                  <a:lnTo>
                    <a:pt x="191802" y="329356"/>
                  </a:lnTo>
                  <a:lnTo>
                    <a:pt x="197048" y="328489"/>
                  </a:lnTo>
                  <a:lnTo>
                    <a:pt x="202264" y="327455"/>
                  </a:lnTo>
                  <a:lnTo>
                    <a:pt x="207444" y="326256"/>
                  </a:lnTo>
                  <a:lnTo>
                    <a:pt x="212583" y="324893"/>
                  </a:lnTo>
                  <a:lnTo>
                    <a:pt x="217677" y="323368"/>
                  </a:lnTo>
                  <a:lnTo>
                    <a:pt x="222719" y="321681"/>
                  </a:lnTo>
                  <a:lnTo>
                    <a:pt x="227705" y="319834"/>
                  </a:lnTo>
                  <a:lnTo>
                    <a:pt x="232630" y="317830"/>
                  </a:lnTo>
                  <a:lnTo>
                    <a:pt x="237489" y="315670"/>
                  </a:lnTo>
                  <a:lnTo>
                    <a:pt x="242277" y="313357"/>
                  </a:lnTo>
                  <a:lnTo>
                    <a:pt x="246988" y="310893"/>
                  </a:lnTo>
                  <a:lnTo>
                    <a:pt x="251619" y="308280"/>
                  </a:lnTo>
                  <a:lnTo>
                    <a:pt x="256165" y="305521"/>
                  </a:lnTo>
                  <a:lnTo>
                    <a:pt x="260620" y="302619"/>
                  </a:lnTo>
                  <a:lnTo>
                    <a:pt x="264981" y="299577"/>
                  </a:lnTo>
                  <a:lnTo>
                    <a:pt x="269243" y="296398"/>
                  </a:lnTo>
                  <a:lnTo>
                    <a:pt x="273401" y="293084"/>
                  </a:lnTo>
                  <a:lnTo>
                    <a:pt x="277452" y="289640"/>
                  </a:lnTo>
                  <a:lnTo>
                    <a:pt x="281392" y="286069"/>
                  </a:lnTo>
                  <a:lnTo>
                    <a:pt x="285216" y="282375"/>
                  </a:lnTo>
                  <a:lnTo>
                    <a:pt x="288920" y="278561"/>
                  </a:lnTo>
                  <a:lnTo>
                    <a:pt x="292502" y="274631"/>
                  </a:lnTo>
                  <a:lnTo>
                    <a:pt x="295956" y="270589"/>
                  </a:lnTo>
                  <a:lnTo>
                    <a:pt x="299280" y="266439"/>
                  </a:lnTo>
                  <a:lnTo>
                    <a:pt x="302471" y="262185"/>
                  </a:lnTo>
                  <a:lnTo>
                    <a:pt x="305525" y="257833"/>
                  </a:lnTo>
                  <a:lnTo>
                    <a:pt x="308439" y="253385"/>
                  </a:lnTo>
                  <a:lnTo>
                    <a:pt x="311209" y="248847"/>
                  </a:lnTo>
                  <a:lnTo>
                    <a:pt x="313835" y="244223"/>
                  </a:lnTo>
                  <a:lnTo>
                    <a:pt x="316311" y="239518"/>
                  </a:lnTo>
                  <a:lnTo>
                    <a:pt x="318637" y="234737"/>
                  </a:lnTo>
                  <a:lnTo>
                    <a:pt x="320810" y="229884"/>
                  </a:lnTo>
                  <a:lnTo>
                    <a:pt x="322827" y="224964"/>
                  </a:lnTo>
                  <a:lnTo>
                    <a:pt x="324686" y="219983"/>
                  </a:lnTo>
                  <a:lnTo>
                    <a:pt x="326387" y="214945"/>
                  </a:lnTo>
                  <a:lnTo>
                    <a:pt x="327926" y="209855"/>
                  </a:lnTo>
                  <a:lnTo>
                    <a:pt x="329303" y="204719"/>
                  </a:lnTo>
                  <a:lnTo>
                    <a:pt x="330515" y="199542"/>
                  </a:lnTo>
                  <a:lnTo>
                    <a:pt x="331562" y="194329"/>
                  </a:lnTo>
                  <a:lnTo>
                    <a:pt x="332443" y="189086"/>
                  </a:lnTo>
                  <a:lnTo>
                    <a:pt x="333157" y="183817"/>
                  </a:lnTo>
                  <a:lnTo>
                    <a:pt x="333703" y="178528"/>
                  </a:lnTo>
                  <a:lnTo>
                    <a:pt x="334080" y="173224"/>
                  </a:lnTo>
                  <a:lnTo>
                    <a:pt x="334289" y="167911"/>
                  </a:lnTo>
                  <a:lnTo>
                    <a:pt x="334328" y="162594"/>
                  </a:lnTo>
                  <a:lnTo>
                    <a:pt x="334199" y="157279"/>
                  </a:lnTo>
                  <a:lnTo>
                    <a:pt x="333900" y="151970"/>
                  </a:lnTo>
                  <a:lnTo>
                    <a:pt x="333432" y="146673"/>
                  </a:lnTo>
                  <a:lnTo>
                    <a:pt x="332797" y="141394"/>
                  </a:lnTo>
                  <a:lnTo>
                    <a:pt x="331994" y="136138"/>
                  </a:lnTo>
                  <a:lnTo>
                    <a:pt x="331024" y="130910"/>
                  </a:lnTo>
                  <a:lnTo>
                    <a:pt x="329888" y="125716"/>
                  </a:lnTo>
                  <a:lnTo>
                    <a:pt x="328588" y="120560"/>
                  </a:lnTo>
                  <a:lnTo>
                    <a:pt x="327124" y="115448"/>
                  </a:lnTo>
                  <a:lnTo>
                    <a:pt x="325499" y="110386"/>
                  </a:lnTo>
                  <a:lnTo>
                    <a:pt x="323713" y="105378"/>
                  </a:lnTo>
                  <a:lnTo>
                    <a:pt x="321769" y="100429"/>
                  </a:lnTo>
                  <a:lnTo>
                    <a:pt x="319669" y="95544"/>
                  </a:lnTo>
                  <a:lnTo>
                    <a:pt x="317414" y="90728"/>
                  </a:lnTo>
                  <a:lnTo>
                    <a:pt x="315007" y="85987"/>
                  </a:lnTo>
                  <a:lnTo>
                    <a:pt x="312451" y="81325"/>
                  </a:lnTo>
                  <a:lnTo>
                    <a:pt x="309748" y="76746"/>
                  </a:lnTo>
                  <a:lnTo>
                    <a:pt x="306900" y="72256"/>
                  </a:lnTo>
                  <a:lnTo>
                    <a:pt x="303912" y="67858"/>
                  </a:lnTo>
                  <a:lnTo>
                    <a:pt x="300784" y="63558"/>
                  </a:lnTo>
                  <a:lnTo>
                    <a:pt x="297522" y="59359"/>
                  </a:lnTo>
                  <a:lnTo>
                    <a:pt x="294128" y="55267"/>
                  </a:lnTo>
                  <a:lnTo>
                    <a:pt x="290605" y="51284"/>
                  </a:lnTo>
                  <a:lnTo>
                    <a:pt x="286957" y="47415"/>
                  </a:lnTo>
                  <a:lnTo>
                    <a:pt x="283189" y="43664"/>
                  </a:lnTo>
                  <a:lnTo>
                    <a:pt x="279302" y="40036"/>
                  </a:lnTo>
                  <a:lnTo>
                    <a:pt x="275303" y="36532"/>
                  </a:lnTo>
                  <a:lnTo>
                    <a:pt x="271194" y="33157"/>
                  </a:lnTo>
                  <a:lnTo>
                    <a:pt x="266980" y="29915"/>
                  </a:lnTo>
                  <a:lnTo>
                    <a:pt x="262664" y="26809"/>
                  </a:lnTo>
                  <a:lnTo>
                    <a:pt x="258252" y="23841"/>
                  </a:lnTo>
                  <a:lnTo>
                    <a:pt x="253748" y="21015"/>
                  </a:lnTo>
                  <a:lnTo>
                    <a:pt x="249157" y="18334"/>
                  </a:lnTo>
                  <a:lnTo>
                    <a:pt x="244482" y="15800"/>
                  </a:lnTo>
                  <a:lnTo>
                    <a:pt x="239730" y="13416"/>
                  </a:lnTo>
                  <a:lnTo>
                    <a:pt x="234903" y="11185"/>
                  </a:lnTo>
                  <a:lnTo>
                    <a:pt x="230009" y="9108"/>
                  </a:lnTo>
                  <a:lnTo>
                    <a:pt x="225050" y="7187"/>
                  </a:lnTo>
                  <a:lnTo>
                    <a:pt x="220034" y="5426"/>
                  </a:lnTo>
                  <a:lnTo>
                    <a:pt x="214963" y="3825"/>
                  </a:lnTo>
                  <a:lnTo>
                    <a:pt x="209845" y="2386"/>
                  </a:lnTo>
                  <a:lnTo>
                    <a:pt x="204683" y="1110"/>
                  </a:lnTo>
                  <a:lnTo>
                    <a:pt x="199483" y="0"/>
                  </a:lnTo>
                  <a:lnTo>
                    <a:pt x="167167" y="1640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32316" cy="167167"/>
            </a:xfrm>
            <a:custGeom>
              <a:avLst/>
              <a:pathLst>
                <a:path w="32316" h="167167">
                  <a:moveTo>
                    <a:pt x="32316" y="3153"/>
                  </a:moveTo>
                  <a:lnTo>
                    <a:pt x="25911" y="2020"/>
                  </a:lnTo>
                  <a:lnTo>
                    <a:pt x="19468" y="1137"/>
                  </a:lnTo>
                  <a:lnTo>
                    <a:pt x="12995" y="505"/>
                  </a:lnTo>
                  <a:lnTo>
                    <a:pt x="6502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tx75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2025-06-06T01:02:43Z</dcterms:modified>
  <cp:category/>
</cp:coreProperties>
</file>