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249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4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5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2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026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1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457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2814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110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14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98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9452" y="1556381"/>
              <a:ext cx="2536502" cy="147484"/>
            </a:xfrm>
            <a:custGeom>
              <a:avLst/>
              <a:pathLst>
                <a:path w="2536502" h="147484">
                  <a:moveTo>
                    <a:pt x="2536502" y="0"/>
                  </a:moveTo>
                  <a:lnTo>
                    <a:pt x="0" y="147484"/>
                  </a:lnTo>
                </a:path>
              </a:pathLst>
            </a:custGeom>
            <a:ln w="1635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52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42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89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22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24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07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34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02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99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48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23" y="3170392"/>
              <a:ext cx="1655" cy="167167"/>
            </a:xfrm>
            <a:custGeom>
              <a:avLst/>
              <a:pathLst>
                <a:path w="1655" h="167167">
                  <a:moveTo>
                    <a:pt x="1655" y="0"/>
                  </a:moveTo>
                  <a:lnTo>
                    <a:pt x="0" y="8"/>
                  </a:lnTo>
                  <a:lnTo>
                    <a:pt x="16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23" y="3170400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16621" y="3170400"/>
              <a:ext cx="334315" cy="334326"/>
            </a:xfrm>
            <a:custGeom>
              <a:avLst/>
              <a:pathLst>
                <a:path w="334315" h="334326">
                  <a:moveTo>
                    <a:pt x="165501" y="0"/>
                  </a:moveTo>
                  <a:lnTo>
                    <a:pt x="160215" y="135"/>
                  </a:lnTo>
                  <a:lnTo>
                    <a:pt x="154937" y="439"/>
                  </a:lnTo>
                  <a:lnTo>
                    <a:pt x="149670" y="908"/>
                  </a:lnTo>
                  <a:lnTo>
                    <a:pt x="144421" y="1545"/>
                  </a:lnTo>
                  <a:lnTo>
                    <a:pt x="139195" y="2347"/>
                  </a:lnTo>
                  <a:lnTo>
                    <a:pt x="133996" y="3313"/>
                  </a:lnTo>
                  <a:lnTo>
                    <a:pt x="128831" y="4444"/>
                  </a:lnTo>
                  <a:lnTo>
                    <a:pt x="123704" y="5737"/>
                  </a:lnTo>
                  <a:lnTo>
                    <a:pt x="118621" y="7192"/>
                  </a:lnTo>
                  <a:lnTo>
                    <a:pt x="113586" y="8807"/>
                  </a:lnTo>
                  <a:lnTo>
                    <a:pt x="108605" y="10581"/>
                  </a:lnTo>
                  <a:lnTo>
                    <a:pt x="103682" y="12511"/>
                  </a:lnTo>
                  <a:lnTo>
                    <a:pt x="98823" y="14596"/>
                  </a:lnTo>
                  <a:lnTo>
                    <a:pt x="94033" y="16833"/>
                  </a:lnTo>
                  <a:lnTo>
                    <a:pt x="89315" y="19221"/>
                  </a:lnTo>
                  <a:lnTo>
                    <a:pt x="84675" y="21757"/>
                  </a:lnTo>
                  <a:lnTo>
                    <a:pt x="80118" y="24438"/>
                  </a:lnTo>
                  <a:lnTo>
                    <a:pt x="75648" y="27262"/>
                  </a:lnTo>
                  <a:lnTo>
                    <a:pt x="71269" y="30226"/>
                  </a:lnTo>
                  <a:lnTo>
                    <a:pt x="66987" y="33327"/>
                  </a:lnTo>
                  <a:lnTo>
                    <a:pt x="62804" y="36562"/>
                  </a:lnTo>
                  <a:lnTo>
                    <a:pt x="58726" y="39928"/>
                  </a:lnTo>
                  <a:lnTo>
                    <a:pt x="54757" y="43420"/>
                  </a:lnTo>
                  <a:lnTo>
                    <a:pt x="50900" y="47037"/>
                  </a:lnTo>
                  <a:lnTo>
                    <a:pt x="47159" y="50774"/>
                  </a:lnTo>
                  <a:lnTo>
                    <a:pt x="43538" y="54627"/>
                  </a:lnTo>
                  <a:lnTo>
                    <a:pt x="40041" y="58593"/>
                  </a:lnTo>
                  <a:lnTo>
                    <a:pt x="36671" y="62667"/>
                  </a:lnTo>
                  <a:lnTo>
                    <a:pt x="33432" y="66846"/>
                  </a:lnTo>
                  <a:lnTo>
                    <a:pt x="30326" y="71126"/>
                  </a:lnTo>
                  <a:lnTo>
                    <a:pt x="27358" y="75501"/>
                  </a:lnTo>
                  <a:lnTo>
                    <a:pt x="24529" y="79968"/>
                  </a:lnTo>
                  <a:lnTo>
                    <a:pt x="21843" y="84523"/>
                  </a:lnTo>
                  <a:lnTo>
                    <a:pt x="19302" y="89160"/>
                  </a:lnTo>
                  <a:lnTo>
                    <a:pt x="16909" y="93875"/>
                  </a:lnTo>
                  <a:lnTo>
                    <a:pt x="14667" y="98663"/>
                  </a:lnTo>
                  <a:lnTo>
                    <a:pt x="12577" y="103520"/>
                  </a:lnTo>
                  <a:lnTo>
                    <a:pt x="10641" y="108440"/>
                  </a:lnTo>
                  <a:lnTo>
                    <a:pt x="8863" y="113420"/>
                  </a:lnTo>
                  <a:lnTo>
                    <a:pt x="7242" y="118453"/>
                  </a:lnTo>
                  <a:lnTo>
                    <a:pt x="5782" y="123535"/>
                  </a:lnTo>
                  <a:lnTo>
                    <a:pt x="4483" y="128660"/>
                  </a:lnTo>
                  <a:lnTo>
                    <a:pt x="3347" y="133824"/>
                  </a:lnTo>
                  <a:lnTo>
                    <a:pt x="2374" y="139021"/>
                  </a:lnTo>
                  <a:lnTo>
                    <a:pt x="1567" y="144247"/>
                  </a:lnTo>
                  <a:lnTo>
                    <a:pt x="925" y="149495"/>
                  </a:lnTo>
                  <a:lnTo>
                    <a:pt x="450" y="154761"/>
                  </a:lnTo>
                  <a:lnTo>
                    <a:pt x="141" y="160040"/>
                  </a:lnTo>
                  <a:lnTo>
                    <a:pt x="0" y="165325"/>
                  </a:lnTo>
                  <a:lnTo>
                    <a:pt x="25" y="170613"/>
                  </a:lnTo>
                  <a:lnTo>
                    <a:pt x="218" y="175896"/>
                  </a:lnTo>
                  <a:lnTo>
                    <a:pt x="578" y="181172"/>
                  </a:lnTo>
                  <a:lnTo>
                    <a:pt x="1104" y="186433"/>
                  </a:lnTo>
                  <a:lnTo>
                    <a:pt x="1797" y="191675"/>
                  </a:lnTo>
                  <a:lnTo>
                    <a:pt x="2655" y="196892"/>
                  </a:lnTo>
                  <a:lnTo>
                    <a:pt x="3678" y="202080"/>
                  </a:lnTo>
                  <a:lnTo>
                    <a:pt x="4864" y="207232"/>
                  </a:lnTo>
                  <a:lnTo>
                    <a:pt x="6212" y="212345"/>
                  </a:lnTo>
                  <a:lnTo>
                    <a:pt x="7722" y="217412"/>
                  </a:lnTo>
                  <a:lnTo>
                    <a:pt x="9391" y="222430"/>
                  </a:lnTo>
                  <a:lnTo>
                    <a:pt x="11218" y="227391"/>
                  </a:lnTo>
                  <a:lnTo>
                    <a:pt x="13201" y="232293"/>
                  </a:lnTo>
                  <a:lnTo>
                    <a:pt x="15338" y="237129"/>
                  </a:lnTo>
                  <a:lnTo>
                    <a:pt x="17627" y="241896"/>
                  </a:lnTo>
                  <a:lnTo>
                    <a:pt x="20065" y="246587"/>
                  </a:lnTo>
                  <a:lnTo>
                    <a:pt x="22651" y="251200"/>
                  </a:lnTo>
                  <a:lnTo>
                    <a:pt x="25381" y="255728"/>
                  </a:lnTo>
                  <a:lnTo>
                    <a:pt x="28253" y="260167"/>
                  </a:lnTo>
                  <a:lnTo>
                    <a:pt x="31264" y="264514"/>
                  </a:lnTo>
                  <a:lnTo>
                    <a:pt x="34410" y="268763"/>
                  </a:lnTo>
                  <a:lnTo>
                    <a:pt x="37690" y="272910"/>
                  </a:lnTo>
                  <a:lnTo>
                    <a:pt x="41099" y="276952"/>
                  </a:lnTo>
                  <a:lnTo>
                    <a:pt x="44635" y="280883"/>
                  </a:lnTo>
                  <a:lnTo>
                    <a:pt x="48293" y="284701"/>
                  </a:lnTo>
                  <a:lnTo>
                    <a:pt x="52070" y="288402"/>
                  </a:lnTo>
                  <a:lnTo>
                    <a:pt x="55961" y="291981"/>
                  </a:lnTo>
                  <a:lnTo>
                    <a:pt x="59965" y="295435"/>
                  </a:lnTo>
                  <a:lnTo>
                    <a:pt x="64075" y="298761"/>
                  </a:lnTo>
                  <a:lnTo>
                    <a:pt x="68289" y="301955"/>
                  </a:lnTo>
                  <a:lnTo>
                    <a:pt x="72601" y="305014"/>
                  </a:lnTo>
                  <a:lnTo>
                    <a:pt x="77008" y="307936"/>
                  </a:lnTo>
                  <a:lnTo>
                    <a:pt x="81506" y="310716"/>
                  </a:lnTo>
                  <a:lnTo>
                    <a:pt x="86089" y="313353"/>
                  </a:lnTo>
                  <a:lnTo>
                    <a:pt x="90753" y="315844"/>
                  </a:lnTo>
                  <a:lnTo>
                    <a:pt x="95493" y="318186"/>
                  </a:lnTo>
                  <a:lnTo>
                    <a:pt x="100305" y="320377"/>
                  </a:lnTo>
                  <a:lnTo>
                    <a:pt x="105184" y="322415"/>
                  </a:lnTo>
                  <a:lnTo>
                    <a:pt x="110126" y="324297"/>
                  </a:lnTo>
                  <a:lnTo>
                    <a:pt x="115124" y="326022"/>
                  </a:lnTo>
                  <a:lnTo>
                    <a:pt x="120174" y="327588"/>
                  </a:lnTo>
                  <a:lnTo>
                    <a:pt x="125271" y="328994"/>
                  </a:lnTo>
                  <a:lnTo>
                    <a:pt x="130410" y="330237"/>
                  </a:lnTo>
                  <a:lnTo>
                    <a:pt x="135586" y="331318"/>
                  </a:lnTo>
                  <a:lnTo>
                    <a:pt x="140794" y="332234"/>
                  </a:lnTo>
                  <a:lnTo>
                    <a:pt x="146027" y="332985"/>
                  </a:lnTo>
                  <a:lnTo>
                    <a:pt x="151282" y="333571"/>
                  </a:lnTo>
                  <a:lnTo>
                    <a:pt x="156553" y="333990"/>
                  </a:lnTo>
                  <a:lnTo>
                    <a:pt x="161835" y="334241"/>
                  </a:lnTo>
                  <a:lnTo>
                    <a:pt x="167121" y="334326"/>
                  </a:lnTo>
                  <a:lnTo>
                    <a:pt x="172408" y="334244"/>
                  </a:lnTo>
                  <a:lnTo>
                    <a:pt x="177690" y="333994"/>
                  </a:lnTo>
                  <a:lnTo>
                    <a:pt x="182961" y="333577"/>
                  </a:lnTo>
                  <a:lnTo>
                    <a:pt x="188216" y="332994"/>
                  </a:lnTo>
                  <a:lnTo>
                    <a:pt x="193450" y="332245"/>
                  </a:lnTo>
                  <a:lnTo>
                    <a:pt x="198658" y="331331"/>
                  </a:lnTo>
                  <a:lnTo>
                    <a:pt x="203834" y="330253"/>
                  </a:lnTo>
                  <a:lnTo>
                    <a:pt x="208974" y="329011"/>
                  </a:lnTo>
                  <a:lnTo>
                    <a:pt x="214072" y="327608"/>
                  </a:lnTo>
                  <a:lnTo>
                    <a:pt x="219123" y="326044"/>
                  </a:lnTo>
                  <a:lnTo>
                    <a:pt x="224122" y="324321"/>
                  </a:lnTo>
                  <a:lnTo>
                    <a:pt x="229063" y="322441"/>
                  </a:lnTo>
                  <a:lnTo>
                    <a:pt x="233943" y="320405"/>
                  </a:lnTo>
                  <a:lnTo>
                    <a:pt x="238757" y="318217"/>
                  </a:lnTo>
                  <a:lnTo>
                    <a:pt x="243498" y="315877"/>
                  </a:lnTo>
                  <a:lnTo>
                    <a:pt x="248163" y="313388"/>
                  </a:lnTo>
                  <a:lnTo>
                    <a:pt x="252747" y="310753"/>
                  </a:lnTo>
                  <a:lnTo>
                    <a:pt x="257246" y="307974"/>
                  </a:lnTo>
                  <a:lnTo>
                    <a:pt x="261654" y="305055"/>
                  </a:lnTo>
                  <a:lnTo>
                    <a:pt x="265968" y="301997"/>
                  </a:lnTo>
                  <a:lnTo>
                    <a:pt x="270183" y="298805"/>
                  </a:lnTo>
                  <a:lnTo>
                    <a:pt x="274295" y="295480"/>
                  </a:lnTo>
                  <a:lnTo>
                    <a:pt x="278299" y="292028"/>
                  </a:lnTo>
                  <a:lnTo>
                    <a:pt x="282193" y="288451"/>
                  </a:lnTo>
                  <a:lnTo>
                    <a:pt x="285971" y="284752"/>
                  </a:lnTo>
                  <a:lnTo>
                    <a:pt x="289631" y="280935"/>
                  </a:lnTo>
                  <a:lnTo>
                    <a:pt x="293168" y="277005"/>
                  </a:lnTo>
                  <a:lnTo>
                    <a:pt x="296579" y="272965"/>
                  </a:lnTo>
                  <a:lnTo>
                    <a:pt x="299860" y="268819"/>
                  </a:lnTo>
                  <a:lnTo>
                    <a:pt x="303009" y="264571"/>
                  </a:lnTo>
                  <a:lnTo>
                    <a:pt x="306022" y="260226"/>
                  </a:lnTo>
                  <a:lnTo>
                    <a:pt x="308896" y="255788"/>
                  </a:lnTo>
                  <a:lnTo>
                    <a:pt x="311628" y="251261"/>
                  </a:lnTo>
                  <a:lnTo>
                    <a:pt x="314215" y="246650"/>
                  </a:lnTo>
                  <a:lnTo>
                    <a:pt x="316656" y="241959"/>
                  </a:lnTo>
                  <a:lnTo>
                    <a:pt x="318946" y="237194"/>
                  </a:lnTo>
                  <a:lnTo>
                    <a:pt x="321085" y="232358"/>
                  </a:lnTo>
                  <a:lnTo>
                    <a:pt x="323070" y="227458"/>
                  </a:lnTo>
                  <a:lnTo>
                    <a:pt x="324899" y="222497"/>
                  </a:lnTo>
                  <a:lnTo>
                    <a:pt x="326571" y="217480"/>
                  </a:lnTo>
                  <a:lnTo>
                    <a:pt x="328082" y="212413"/>
                  </a:lnTo>
                  <a:lnTo>
                    <a:pt x="329433" y="207301"/>
                  </a:lnTo>
                  <a:lnTo>
                    <a:pt x="330621" y="202149"/>
                  </a:lnTo>
                  <a:lnTo>
                    <a:pt x="331646" y="196962"/>
                  </a:lnTo>
                  <a:lnTo>
                    <a:pt x="332506" y="191745"/>
                  </a:lnTo>
                  <a:lnTo>
                    <a:pt x="333201" y="186503"/>
                  </a:lnTo>
                  <a:lnTo>
                    <a:pt x="333730" y="181242"/>
                  </a:lnTo>
                  <a:lnTo>
                    <a:pt x="334092" y="175967"/>
                  </a:lnTo>
                  <a:lnTo>
                    <a:pt x="334287" y="170683"/>
                  </a:lnTo>
                  <a:lnTo>
                    <a:pt x="334315" y="165396"/>
                  </a:lnTo>
                  <a:lnTo>
                    <a:pt x="334176" y="160110"/>
                  </a:lnTo>
                  <a:lnTo>
                    <a:pt x="333869" y="154832"/>
                  </a:lnTo>
                  <a:lnTo>
                    <a:pt x="333396" y="149566"/>
                  </a:lnTo>
                  <a:lnTo>
                    <a:pt x="332756" y="144317"/>
                  </a:lnTo>
                  <a:lnTo>
                    <a:pt x="331951" y="139091"/>
                  </a:lnTo>
                  <a:lnTo>
                    <a:pt x="330981" y="133894"/>
                  </a:lnTo>
                  <a:lnTo>
                    <a:pt x="329847" y="128729"/>
                  </a:lnTo>
                  <a:lnTo>
                    <a:pt x="328550" y="123603"/>
                  </a:lnTo>
                  <a:lnTo>
                    <a:pt x="327092" y="118521"/>
                  </a:lnTo>
                  <a:lnTo>
                    <a:pt x="325474" y="113487"/>
                  </a:lnTo>
                  <a:lnTo>
                    <a:pt x="323697" y="108507"/>
                  </a:lnTo>
                  <a:lnTo>
                    <a:pt x="321764" y="103586"/>
                  </a:lnTo>
                  <a:lnTo>
                    <a:pt x="319676" y="98728"/>
                  </a:lnTo>
                  <a:lnTo>
                    <a:pt x="317436" y="93938"/>
                  </a:lnTo>
                  <a:lnTo>
                    <a:pt x="315045" y="89222"/>
                  </a:lnTo>
                  <a:lnTo>
                    <a:pt x="312506" y="84584"/>
                  </a:lnTo>
                  <a:lnTo>
                    <a:pt x="309822" y="80029"/>
                  </a:lnTo>
                  <a:lnTo>
                    <a:pt x="306995" y="75560"/>
                  </a:lnTo>
                  <a:lnTo>
                    <a:pt x="304028" y="71184"/>
                  </a:lnTo>
                  <a:lnTo>
                    <a:pt x="300924" y="66903"/>
                  </a:lnTo>
                  <a:lnTo>
                    <a:pt x="297687" y="62723"/>
                  </a:lnTo>
                  <a:lnTo>
                    <a:pt x="294319" y="58647"/>
                  </a:lnTo>
                  <a:lnTo>
                    <a:pt x="290823" y="54680"/>
                  </a:lnTo>
                  <a:lnTo>
                    <a:pt x="287204" y="50825"/>
                  </a:lnTo>
                  <a:lnTo>
                    <a:pt x="283465" y="47086"/>
                  </a:lnTo>
                  <a:lnTo>
                    <a:pt x="279610" y="43468"/>
                  </a:lnTo>
                  <a:lnTo>
                    <a:pt x="275641" y="39974"/>
                  </a:lnTo>
                  <a:lnTo>
                    <a:pt x="271565" y="36606"/>
                  </a:lnTo>
                  <a:lnTo>
                    <a:pt x="267384" y="33370"/>
                  </a:lnTo>
                  <a:lnTo>
                    <a:pt x="263102" y="30267"/>
                  </a:lnTo>
                  <a:lnTo>
                    <a:pt x="258725" y="27301"/>
                  </a:lnTo>
                  <a:lnTo>
                    <a:pt x="254256" y="24475"/>
                  </a:lnTo>
                  <a:lnTo>
                    <a:pt x="249700" y="21792"/>
                  </a:lnTo>
                  <a:lnTo>
                    <a:pt x="245062" y="19254"/>
                  </a:lnTo>
                  <a:lnTo>
                    <a:pt x="240345" y="16864"/>
                  </a:lnTo>
                  <a:lnTo>
                    <a:pt x="235555" y="14625"/>
                  </a:lnTo>
                  <a:lnTo>
                    <a:pt x="230697" y="12538"/>
                  </a:lnTo>
                  <a:lnTo>
                    <a:pt x="225775" y="10606"/>
                  </a:lnTo>
                  <a:lnTo>
                    <a:pt x="220795" y="8830"/>
                  </a:lnTo>
                  <a:lnTo>
                    <a:pt x="215761" y="7213"/>
                  </a:lnTo>
                  <a:lnTo>
                    <a:pt x="210678" y="5756"/>
                  </a:lnTo>
                  <a:lnTo>
                    <a:pt x="205552" y="4460"/>
                  </a:lnTo>
                  <a:lnTo>
                    <a:pt x="200387" y="3327"/>
                  </a:lnTo>
                  <a:lnTo>
                    <a:pt x="195189" y="2358"/>
                  </a:lnTo>
                  <a:lnTo>
                    <a:pt x="189963" y="1554"/>
                  </a:lnTo>
                  <a:lnTo>
                    <a:pt x="184714" y="916"/>
                  </a:lnTo>
                  <a:lnTo>
                    <a:pt x="179448" y="444"/>
                  </a:lnTo>
                  <a:lnTo>
                    <a:pt x="16715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3779" y="3170392"/>
              <a:ext cx="12291" cy="167167"/>
            </a:xfrm>
            <a:custGeom>
              <a:avLst/>
              <a:pathLst>
                <a:path w="12291" h="167167">
                  <a:moveTo>
                    <a:pt x="12291" y="45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6359" y="2655501"/>
              <a:ext cx="27135" cy="167167"/>
            </a:xfrm>
            <a:custGeom>
              <a:avLst/>
              <a:pathLst>
                <a:path w="27135" h="167167">
                  <a:moveTo>
                    <a:pt x="27135" y="0"/>
                  </a:moveTo>
                  <a:lnTo>
                    <a:pt x="20323" y="138"/>
                  </a:lnTo>
                  <a:lnTo>
                    <a:pt x="13522" y="555"/>
                  </a:lnTo>
                  <a:lnTo>
                    <a:pt x="6744" y="1248"/>
                  </a:lnTo>
                  <a:lnTo>
                    <a:pt x="0" y="2217"/>
                  </a:lnTo>
                  <a:lnTo>
                    <a:pt x="2713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359" y="2657719"/>
              <a:ext cx="27135" cy="164950"/>
            </a:xfrm>
            <a:custGeom>
              <a:avLst/>
              <a:pathLst>
                <a:path w="27135" h="164950">
                  <a:moveTo>
                    <a:pt x="0" y="0"/>
                  </a:moveTo>
                  <a:lnTo>
                    <a:pt x="27135" y="1649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6335" y="2657719"/>
              <a:ext cx="334323" cy="332112"/>
            </a:xfrm>
            <a:custGeom>
              <a:avLst/>
              <a:pathLst>
                <a:path w="334323" h="332112">
                  <a:moveTo>
                    <a:pt x="140023" y="0"/>
                  </a:moveTo>
                  <a:lnTo>
                    <a:pt x="134797" y="945"/>
                  </a:lnTo>
                  <a:lnTo>
                    <a:pt x="129605" y="2055"/>
                  </a:lnTo>
                  <a:lnTo>
                    <a:pt x="124450" y="3330"/>
                  </a:lnTo>
                  <a:lnTo>
                    <a:pt x="119338" y="4768"/>
                  </a:lnTo>
                  <a:lnTo>
                    <a:pt x="114274" y="6368"/>
                  </a:lnTo>
                  <a:lnTo>
                    <a:pt x="109264" y="8128"/>
                  </a:lnTo>
                  <a:lnTo>
                    <a:pt x="104312" y="10046"/>
                  </a:lnTo>
                  <a:lnTo>
                    <a:pt x="99423" y="12120"/>
                  </a:lnTo>
                  <a:lnTo>
                    <a:pt x="94603" y="14349"/>
                  </a:lnTo>
                  <a:lnTo>
                    <a:pt x="89856" y="16729"/>
                  </a:lnTo>
                  <a:lnTo>
                    <a:pt x="85188" y="19259"/>
                  </a:lnTo>
                  <a:lnTo>
                    <a:pt x="80601" y="21937"/>
                  </a:lnTo>
                  <a:lnTo>
                    <a:pt x="76103" y="24758"/>
                  </a:lnTo>
                  <a:lnTo>
                    <a:pt x="71696" y="27721"/>
                  </a:lnTo>
                  <a:lnTo>
                    <a:pt x="67385" y="30822"/>
                  </a:lnTo>
                  <a:lnTo>
                    <a:pt x="63175" y="34059"/>
                  </a:lnTo>
                  <a:lnTo>
                    <a:pt x="59070" y="37428"/>
                  </a:lnTo>
                  <a:lnTo>
                    <a:pt x="55074" y="40925"/>
                  </a:lnTo>
                  <a:lnTo>
                    <a:pt x="51192" y="44548"/>
                  </a:lnTo>
                  <a:lnTo>
                    <a:pt x="47426" y="48292"/>
                  </a:lnTo>
                  <a:lnTo>
                    <a:pt x="43781" y="52154"/>
                  </a:lnTo>
                  <a:lnTo>
                    <a:pt x="40261" y="56130"/>
                  </a:lnTo>
                  <a:lnTo>
                    <a:pt x="36868" y="60215"/>
                  </a:lnTo>
                  <a:lnTo>
                    <a:pt x="33607" y="64406"/>
                  </a:lnTo>
                  <a:lnTo>
                    <a:pt x="30481" y="68699"/>
                  </a:lnTo>
                  <a:lnTo>
                    <a:pt x="27493" y="73089"/>
                  </a:lnTo>
                  <a:lnTo>
                    <a:pt x="24646" y="77571"/>
                  </a:lnTo>
                  <a:lnTo>
                    <a:pt x="21942" y="82142"/>
                  </a:lnTo>
                  <a:lnTo>
                    <a:pt x="19385" y="86796"/>
                  </a:lnTo>
                  <a:lnTo>
                    <a:pt x="16977" y="91529"/>
                  </a:lnTo>
                  <a:lnTo>
                    <a:pt x="14721" y="96336"/>
                  </a:lnTo>
                  <a:lnTo>
                    <a:pt x="12619" y="101213"/>
                  </a:lnTo>
                  <a:lnTo>
                    <a:pt x="10672" y="106154"/>
                  </a:lnTo>
                  <a:lnTo>
                    <a:pt x="8884" y="111154"/>
                  </a:lnTo>
                  <a:lnTo>
                    <a:pt x="7255" y="116208"/>
                  </a:lnTo>
                  <a:lnTo>
                    <a:pt x="5787" y="121312"/>
                  </a:lnTo>
                  <a:lnTo>
                    <a:pt x="4483" y="126459"/>
                  </a:lnTo>
                  <a:lnTo>
                    <a:pt x="3342" y="131646"/>
                  </a:lnTo>
                  <a:lnTo>
                    <a:pt x="2367" y="136866"/>
                  </a:lnTo>
                  <a:lnTo>
                    <a:pt x="1558" y="142114"/>
                  </a:lnTo>
                  <a:lnTo>
                    <a:pt x="917" y="147385"/>
                  </a:lnTo>
                  <a:lnTo>
                    <a:pt x="443" y="152675"/>
                  </a:lnTo>
                  <a:lnTo>
                    <a:pt x="137" y="157976"/>
                  </a:lnTo>
                  <a:lnTo>
                    <a:pt x="0" y="163285"/>
                  </a:lnTo>
                  <a:lnTo>
                    <a:pt x="31" y="168595"/>
                  </a:lnTo>
                  <a:lnTo>
                    <a:pt x="231" y="173901"/>
                  </a:lnTo>
                  <a:lnTo>
                    <a:pt x="600" y="179199"/>
                  </a:lnTo>
                  <a:lnTo>
                    <a:pt x="1136" y="184482"/>
                  </a:lnTo>
                  <a:lnTo>
                    <a:pt x="1840" y="189746"/>
                  </a:lnTo>
                  <a:lnTo>
                    <a:pt x="2711" y="194984"/>
                  </a:lnTo>
                  <a:lnTo>
                    <a:pt x="3748" y="200192"/>
                  </a:lnTo>
                  <a:lnTo>
                    <a:pt x="4950" y="205365"/>
                  </a:lnTo>
                  <a:lnTo>
                    <a:pt x="6316" y="210496"/>
                  </a:lnTo>
                  <a:lnTo>
                    <a:pt x="7844" y="215582"/>
                  </a:lnTo>
                  <a:lnTo>
                    <a:pt x="9532" y="220617"/>
                  </a:lnTo>
                  <a:lnTo>
                    <a:pt x="11380" y="225595"/>
                  </a:lnTo>
                  <a:lnTo>
                    <a:pt x="13385" y="230513"/>
                  </a:lnTo>
                  <a:lnTo>
                    <a:pt x="15545" y="235364"/>
                  </a:lnTo>
                  <a:lnTo>
                    <a:pt x="17858" y="240144"/>
                  </a:lnTo>
                  <a:lnTo>
                    <a:pt x="20321" y="244848"/>
                  </a:lnTo>
                  <a:lnTo>
                    <a:pt x="22933" y="249472"/>
                  </a:lnTo>
                  <a:lnTo>
                    <a:pt x="25691" y="254010"/>
                  </a:lnTo>
                  <a:lnTo>
                    <a:pt x="28591" y="258459"/>
                  </a:lnTo>
                  <a:lnTo>
                    <a:pt x="31631" y="262813"/>
                  </a:lnTo>
                  <a:lnTo>
                    <a:pt x="34808" y="267068"/>
                  </a:lnTo>
                  <a:lnTo>
                    <a:pt x="38118" y="271220"/>
                  </a:lnTo>
                  <a:lnTo>
                    <a:pt x="41558" y="275265"/>
                  </a:lnTo>
                  <a:lnTo>
                    <a:pt x="45126" y="279199"/>
                  </a:lnTo>
                  <a:lnTo>
                    <a:pt x="48816" y="283018"/>
                  </a:lnTo>
                  <a:lnTo>
                    <a:pt x="52626" y="286717"/>
                  </a:lnTo>
                  <a:lnTo>
                    <a:pt x="56551" y="290293"/>
                  </a:lnTo>
                  <a:lnTo>
                    <a:pt x="60588" y="293743"/>
                  </a:lnTo>
                  <a:lnTo>
                    <a:pt x="64733" y="297063"/>
                  </a:lnTo>
                  <a:lnTo>
                    <a:pt x="68981" y="300250"/>
                  </a:lnTo>
                  <a:lnTo>
                    <a:pt x="73328" y="303300"/>
                  </a:lnTo>
                  <a:lnTo>
                    <a:pt x="77770" y="306210"/>
                  </a:lnTo>
                  <a:lnTo>
                    <a:pt x="82302" y="308978"/>
                  </a:lnTo>
                  <a:lnTo>
                    <a:pt x="86919" y="311601"/>
                  </a:lnTo>
                  <a:lnTo>
                    <a:pt x="91618" y="314076"/>
                  </a:lnTo>
                  <a:lnTo>
                    <a:pt x="96392" y="316400"/>
                  </a:lnTo>
                  <a:lnTo>
                    <a:pt x="101238" y="318571"/>
                  </a:lnTo>
                  <a:lnTo>
                    <a:pt x="106151" y="320587"/>
                  </a:lnTo>
                  <a:lnTo>
                    <a:pt x="111125" y="322447"/>
                  </a:lnTo>
                  <a:lnTo>
                    <a:pt x="116156" y="324147"/>
                  </a:lnTo>
                  <a:lnTo>
                    <a:pt x="121238" y="325687"/>
                  </a:lnTo>
                  <a:lnTo>
                    <a:pt x="126367" y="327064"/>
                  </a:lnTo>
                  <a:lnTo>
                    <a:pt x="131537" y="328278"/>
                  </a:lnTo>
                  <a:lnTo>
                    <a:pt x="136742" y="329327"/>
                  </a:lnTo>
                  <a:lnTo>
                    <a:pt x="141979" y="330210"/>
                  </a:lnTo>
                  <a:lnTo>
                    <a:pt x="147241" y="330926"/>
                  </a:lnTo>
                  <a:lnTo>
                    <a:pt x="152522" y="331475"/>
                  </a:lnTo>
                  <a:lnTo>
                    <a:pt x="157819" y="331856"/>
                  </a:lnTo>
                  <a:lnTo>
                    <a:pt x="163125" y="332069"/>
                  </a:lnTo>
                  <a:lnTo>
                    <a:pt x="168435" y="332112"/>
                  </a:lnTo>
                  <a:lnTo>
                    <a:pt x="173744" y="331987"/>
                  </a:lnTo>
                  <a:lnTo>
                    <a:pt x="179046" y="331694"/>
                  </a:lnTo>
                  <a:lnTo>
                    <a:pt x="184337" y="331232"/>
                  </a:lnTo>
                  <a:lnTo>
                    <a:pt x="189610" y="330603"/>
                  </a:lnTo>
                  <a:lnTo>
                    <a:pt x="194860" y="329806"/>
                  </a:lnTo>
                  <a:lnTo>
                    <a:pt x="200082" y="328843"/>
                  </a:lnTo>
                  <a:lnTo>
                    <a:pt x="205271" y="327715"/>
                  </a:lnTo>
                  <a:lnTo>
                    <a:pt x="210422" y="326422"/>
                  </a:lnTo>
                  <a:lnTo>
                    <a:pt x="215529" y="324966"/>
                  </a:lnTo>
                  <a:lnTo>
                    <a:pt x="220587" y="323349"/>
                  </a:lnTo>
                  <a:lnTo>
                    <a:pt x="225591" y="321572"/>
                  </a:lnTo>
                  <a:lnTo>
                    <a:pt x="230536" y="319637"/>
                  </a:lnTo>
                  <a:lnTo>
                    <a:pt x="235418" y="317546"/>
                  </a:lnTo>
                  <a:lnTo>
                    <a:pt x="240230" y="315301"/>
                  </a:lnTo>
                  <a:lnTo>
                    <a:pt x="244969" y="312904"/>
                  </a:lnTo>
                  <a:lnTo>
                    <a:pt x="249629" y="310358"/>
                  </a:lnTo>
                  <a:lnTo>
                    <a:pt x="254206" y="307666"/>
                  </a:lnTo>
                  <a:lnTo>
                    <a:pt x="258695" y="304829"/>
                  </a:lnTo>
                  <a:lnTo>
                    <a:pt x="263092" y="301851"/>
                  </a:lnTo>
                  <a:lnTo>
                    <a:pt x="267391" y="298735"/>
                  </a:lnTo>
                  <a:lnTo>
                    <a:pt x="271590" y="295483"/>
                  </a:lnTo>
                  <a:lnTo>
                    <a:pt x="275684" y="292100"/>
                  </a:lnTo>
                  <a:lnTo>
                    <a:pt x="279667" y="288589"/>
                  </a:lnTo>
                  <a:lnTo>
                    <a:pt x="283538" y="284953"/>
                  </a:lnTo>
                  <a:lnTo>
                    <a:pt x="287291" y="281196"/>
                  </a:lnTo>
                  <a:lnTo>
                    <a:pt x="290922" y="277322"/>
                  </a:lnTo>
                  <a:lnTo>
                    <a:pt x="294429" y="273334"/>
                  </a:lnTo>
                  <a:lnTo>
                    <a:pt x="297808" y="269237"/>
                  </a:lnTo>
                  <a:lnTo>
                    <a:pt x="301054" y="265035"/>
                  </a:lnTo>
                  <a:lnTo>
                    <a:pt x="304165" y="260731"/>
                  </a:lnTo>
                  <a:lnTo>
                    <a:pt x="307139" y="256331"/>
                  </a:lnTo>
                  <a:lnTo>
                    <a:pt x="309970" y="251839"/>
                  </a:lnTo>
                  <a:lnTo>
                    <a:pt x="312658" y="247259"/>
                  </a:lnTo>
                  <a:lnTo>
                    <a:pt x="315199" y="242596"/>
                  </a:lnTo>
                  <a:lnTo>
                    <a:pt x="317591" y="237855"/>
                  </a:lnTo>
                  <a:lnTo>
                    <a:pt x="319830" y="233040"/>
                  </a:lnTo>
                  <a:lnTo>
                    <a:pt x="321916" y="228156"/>
                  </a:lnTo>
                  <a:lnTo>
                    <a:pt x="323846" y="223209"/>
                  </a:lnTo>
                  <a:lnTo>
                    <a:pt x="325617" y="218203"/>
                  </a:lnTo>
                  <a:lnTo>
                    <a:pt x="327229" y="213143"/>
                  </a:lnTo>
                  <a:lnTo>
                    <a:pt x="328679" y="208034"/>
                  </a:lnTo>
                  <a:lnTo>
                    <a:pt x="329966" y="202882"/>
                  </a:lnTo>
                  <a:lnTo>
                    <a:pt x="331088" y="197692"/>
                  </a:lnTo>
                  <a:lnTo>
                    <a:pt x="332045" y="192469"/>
                  </a:lnTo>
                  <a:lnTo>
                    <a:pt x="332836" y="187218"/>
                  </a:lnTo>
                  <a:lnTo>
                    <a:pt x="333460" y="181944"/>
                  </a:lnTo>
                  <a:lnTo>
                    <a:pt x="333916" y="176653"/>
                  </a:lnTo>
                  <a:lnTo>
                    <a:pt x="334203" y="171351"/>
                  </a:lnTo>
                  <a:lnTo>
                    <a:pt x="334323" y="166042"/>
                  </a:lnTo>
                  <a:lnTo>
                    <a:pt x="334273" y="160732"/>
                  </a:lnTo>
                  <a:lnTo>
                    <a:pt x="334055" y="155426"/>
                  </a:lnTo>
                  <a:lnTo>
                    <a:pt x="333668" y="150130"/>
                  </a:lnTo>
                  <a:lnTo>
                    <a:pt x="333113" y="144848"/>
                  </a:lnTo>
                  <a:lnTo>
                    <a:pt x="332391" y="139587"/>
                  </a:lnTo>
                  <a:lnTo>
                    <a:pt x="331502" y="134352"/>
                  </a:lnTo>
                  <a:lnTo>
                    <a:pt x="330447" y="129147"/>
                  </a:lnTo>
                  <a:lnTo>
                    <a:pt x="329228" y="123979"/>
                  </a:lnTo>
                  <a:lnTo>
                    <a:pt x="327844" y="118852"/>
                  </a:lnTo>
                  <a:lnTo>
                    <a:pt x="326299" y="113771"/>
                  </a:lnTo>
                  <a:lnTo>
                    <a:pt x="324593" y="108743"/>
                  </a:lnTo>
                  <a:lnTo>
                    <a:pt x="322729" y="103770"/>
                  </a:lnTo>
                  <a:lnTo>
                    <a:pt x="320707" y="98860"/>
                  </a:lnTo>
                  <a:lnTo>
                    <a:pt x="318530" y="94016"/>
                  </a:lnTo>
                  <a:lnTo>
                    <a:pt x="316201" y="89244"/>
                  </a:lnTo>
                  <a:lnTo>
                    <a:pt x="313721" y="84548"/>
                  </a:lnTo>
                  <a:lnTo>
                    <a:pt x="311093" y="79934"/>
                  </a:lnTo>
                  <a:lnTo>
                    <a:pt x="308320" y="75405"/>
                  </a:lnTo>
                  <a:lnTo>
                    <a:pt x="305405" y="70966"/>
                  </a:lnTo>
                  <a:lnTo>
                    <a:pt x="302350" y="66623"/>
                  </a:lnTo>
                  <a:lnTo>
                    <a:pt x="299159" y="62378"/>
                  </a:lnTo>
                  <a:lnTo>
                    <a:pt x="295834" y="58237"/>
                  </a:lnTo>
                  <a:lnTo>
                    <a:pt x="292380" y="54204"/>
                  </a:lnTo>
                  <a:lnTo>
                    <a:pt x="288799" y="50283"/>
                  </a:lnTo>
                  <a:lnTo>
                    <a:pt x="285096" y="46477"/>
                  </a:lnTo>
                  <a:lnTo>
                    <a:pt x="281273" y="42791"/>
                  </a:lnTo>
                  <a:lnTo>
                    <a:pt x="277335" y="39228"/>
                  </a:lnTo>
                  <a:lnTo>
                    <a:pt x="273287" y="35792"/>
                  </a:lnTo>
                  <a:lnTo>
                    <a:pt x="269131" y="32486"/>
                  </a:lnTo>
                  <a:lnTo>
                    <a:pt x="264872" y="29314"/>
                  </a:lnTo>
                  <a:lnTo>
                    <a:pt x="260514" y="26279"/>
                  </a:lnTo>
                  <a:lnTo>
                    <a:pt x="167159" y="1649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495" y="2655501"/>
              <a:ext cx="93355" cy="167167"/>
            </a:xfrm>
            <a:custGeom>
              <a:avLst/>
              <a:pathLst>
                <a:path w="93355" h="167167">
                  <a:moveTo>
                    <a:pt x="93355" y="28496"/>
                  </a:moveTo>
                  <a:lnTo>
                    <a:pt x="88466" y="25327"/>
                  </a:lnTo>
                  <a:lnTo>
                    <a:pt x="83470" y="22330"/>
                  </a:lnTo>
                  <a:lnTo>
                    <a:pt x="78372" y="19509"/>
                  </a:lnTo>
                  <a:lnTo>
                    <a:pt x="73179" y="16868"/>
                  </a:lnTo>
                  <a:lnTo>
                    <a:pt x="67897" y="14409"/>
                  </a:lnTo>
                  <a:lnTo>
                    <a:pt x="62532" y="12136"/>
                  </a:lnTo>
                  <a:lnTo>
                    <a:pt x="57092" y="10051"/>
                  </a:lnTo>
                  <a:lnTo>
                    <a:pt x="51582" y="8157"/>
                  </a:lnTo>
                  <a:lnTo>
                    <a:pt x="46010" y="6456"/>
                  </a:lnTo>
                  <a:lnTo>
                    <a:pt x="40382" y="4950"/>
                  </a:lnTo>
                  <a:lnTo>
                    <a:pt x="34704" y="3642"/>
                  </a:lnTo>
                  <a:lnTo>
                    <a:pt x="28985" y="2532"/>
                  </a:lnTo>
                  <a:lnTo>
                    <a:pt x="23230" y="1622"/>
                  </a:lnTo>
                  <a:lnTo>
                    <a:pt x="17447" y="913"/>
                  </a:lnTo>
                  <a:lnTo>
                    <a:pt x="11643" y="405"/>
                  </a:lnTo>
                  <a:lnTo>
                    <a:pt x="5825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0092" y="2168369"/>
              <a:ext cx="5800" cy="167167"/>
            </a:xfrm>
            <a:custGeom>
              <a:avLst/>
              <a:pathLst>
                <a:path w="5800" h="167167">
                  <a:moveTo>
                    <a:pt x="5800" y="0"/>
                  </a:moveTo>
                  <a:lnTo>
                    <a:pt x="0" y="100"/>
                  </a:lnTo>
                  <a:lnTo>
                    <a:pt x="580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092" y="2168469"/>
              <a:ext cx="5800" cy="167066"/>
            </a:xfrm>
            <a:custGeom>
              <a:avLst/>
              <a:pathLst>
                <a:path w="5800" h="167066">
                  <a:moveTo>
                    <a:pt x="0" y="0"/>
                  </a:moveTo>
                  <a:lnTo>
                    <a:pt x="5800" y="167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78734" y="2168469"/>
              <a:ext cx="321950" cy="334229"/>
            </a:xfrm>
            <a:custGeom>
              <a:avLst/>
              <a:pathLst>
                <a:path w="321950" h="334229">
                  <a:moveTo>
                    <a:pt x="161357" y="0"/>
                  </a:moveTo>
                  <a:lnTo>
                    <a:pt x="156051" y="268"/>
                  </a:lnTo>
                  <a:lnTo>
                    <a:pt x="150757" y="705"/>
                  </a:lnTo>
                  <a:lnTo>
                    <a:pt x="145479" y="1310"/>
                  </a:lnTo>
                  <a:lnTo>
                    <a:pt x="140223" y="2083"/>
                  </a:lnTo>
                  <a:lnTo>
                    <a:pt x="134994" y="3022"/>
                  </a:lnTo>
                  <a:lnTo>
                    <a:pt x="129797" y="4127"/>
                  </a:lnTo>
                  <a:lnTo>
                    <a:pt x="124639" y="5397"/>
                  </a:lnTo>
                  <a:lnTo>
                    <a:pt x="119523" y="6829"/>
                  </a:lnTo>
                  <a:lnTo>
                    <a:pt x="114455" y="8424"/>
                  </a:lnTo>
                  <a:lnTo>
                    <a:pt x="109441" y="10179"/>
                  </a:lnTo>
                  <a:lnTo>
                    <a:pt x="104485" y="12092"/>
                  </a:lnTo>
                  <a:lnTo>
                    <a:pt x="99592" y="14162"/>
                  </a:lnTo>
                  <a:lnTo>
                    <a:pt x="94767" y="16386"/>
                  </a:lnTo>
                  <a:lnTo>
                    <a:pt x="90016" y="18762"/>
                  </a:lnTo>
                  <a:lnTo>
                    <a:pt x="85342" y="21288"/>
                  </a:lnTo>
                  <a:lnTo>
                    <a:pt x="80751" y="23962"/>
                  </a:lnTo>
                  <a:lnTo>
                    <a:pt x="76248" y="26780"/>
                  </a:lnTo>
                  <a:lnTo>
                    <a:pt x="71836" y="29739"/>
                  </a:lnTo>
                  <a:lnTo>
                    <a:pt x="67520" y="32838"/>
                  </a:lnTo>
                  <a:lnTo>
                    <a:pt x="63305" y="36071"/>
                  </a:lnTo>
                  <a:lnTo>
                    <a:pt x="59195" y="39438"/>
                  </a:lnTo>
                  <a:lnTo>
                    <a:pt x="55194" y="42933"/>
                  </a:lnTo>
                  <a:lnTo>
                    <a:pt x="51306" y="46553"/>
                  </a:lnTo>
                  <a:lnTo>
                    <a:pt x="47535" y="50295"/>
                  </a:lnTo>
                  <a:lnTo>
                    <a:pt x="43885" y="54155"/>
                  </a:lnTo>
                  <a:lnTo>
                    <a:pt x="40360" y="58130"/>
                  </a:lnTo>
                  <a:lnTo>
                    <a:pt x="36962" y="62214"/>
                  </a:lnTo>
                  <a:lnTo>
                    <a:pt x="33696" y="66404"/>
                  </a:lnTo>
                  <a:lnTo>
                    <a:pt x="30565" y="70695"/>
                  </a:lnTo>
                  <a:lnTo>
                    <a:pt x="27571" y="75084"/>
                  </a:lnTo>
                  <a:lnTo>
                    <a:pt x="24719" y="79566"/>
                  </a:lnTo>
                  <a:lnTo>
                    <a:pt x="22011" y="84137"/>
                  </a:lnTo>
                  <a:lnTo>
                    <a:pt x="19449" y="88791"/>
                  </a:lnTo>
                  <a:lnTo>
                    <a:pt x="17036" y="93524"/>
                  </a:lnTo>
                  <a:lnTo>
                    <a:pt x="14775" y="98331"/>
                  </a:lnTo>
                  <a:lnTo>
                    <a:pt x="12668" y="103208"/>
                  </a:lnTo>
                  <a:lnTo>
                    <a:pt x="10717" y="108150"/>
                  </a:lnTo>
                  <a:lnTo>
                    <a:pt x="8923" y="113150"/>
                  </a:lnTo>
                  <a:lnTo>
                    <a:pt x="7290" y="118206"/>
                  </a:lnTo>
                  <a:lnTo>
                    <a:pt x="5818" y="123310"/>
                  </a:lnTo>
                  <a:lnTo>
                    <a:pt x="4509" y="128459"/>
                  </a:lnTo>
                  <a:lnTo>
                    <a:pt x="3365" y="133647"/>
                  </a:lnTo>
                  <a:lnTo>
                    <a:pt x="2386" y="138868"/>
                  </a:lnTo>
                  <a:lnTo>
                    <a:pt x="1573" y="144119"/>
                  </a:lnTo>
                  <a:lnTo>
                    <a:pt x="927" y="149392"/>
                  </a:lnTo>
                  <a:lnTo>
                    <a:pt x="449" y="154683"/>
                  </a:lnTo>
                  <a:lnTo>
                    <a:pt x="140" y="159986"/>
                  </a:lnTo>
                  <a:lnTo>
                    <a:pt x="0" y="165297"/>
                  </a:lnTo>
                  <a:lnTo>
                    <a:pt x="28" y="170610"/>
                  </a:lnTo>
                  <a:lnTo>
                    <a:pt x="225" y="175919"/>
                  </a:lnTo>
                  <a:lnTo>
                    <a:pt x="590" y="181219"/>
                  </a:lnTo>
                  <a:lnTo>
                    <a:pt x="1124" y="186504"/>
                  </a:lnTo>
                  <a:lnTo>
                    <a:pt x="1826" y="191770"/>
                  </a:lnTo>
                  <a:lnTo>
                    <a:pt x="2694" y="197011"/>
                  </a:lnTo>
                  <a:lnTo>
                    <a:pt x="3729" y="202222"/>
                  </a:lnTo>
                  <a:lnTo>
                    <a:pt x="4928" y="207398"/>
                  </a:lnTo>
                  <a:lnTo>
                    <a:pt x="6292" y="212532"/>
                  </a:lnTo>
                  <a:lnTo>
                    <a:pt x="7818" y="217621"/>
                  </a:lnTo>
                  <a:lnTo>
                    <a:pt x="9505" y="222659"/>
                  </a:lnTo>
                  <a:lnTo>
                    <a:pt x="11351" y="227640"/>
                  </a:lnTo>
                  <a:lnTo>
                    <a:pt x="13354" y="232561"/>
                  </a:lnTo>
                  <a:lnTo>
                    <a:pt x="15513" y="237415"/>
                  </a:lnTo>
                  <a:lnTo>
                    <a:pt x="17825" y="242198"/>
                  </a:lnTo>
                  <a:lnTo>
                    <a:pt x="20288" y="246905"/>
                  </a:lnTo>
                  <a:lnTo>
                    <a:pt x="22899" y="251532"/>
                  </a:lnTo>
                  <a:lnTo>
                    <a:pt x="25656" y="256073"/>
                  </a:lnTo>
                  <a:lnTo>
                    <a:pt x="28556" y="260525"/>
                  </a:lnTo>
                  <a:lnTo>
                    <a:pt x="31595" y="264882"/>
                  </a:lnTo>
                  <a:lnTo>
                    <a:pt x="34772" y="269140"/>
                  </a:lnTo>
                  <a:lnTo>
                    <a:pt x="38082" y="273295"/>
                  </a:lnTo>
                  <a:lnTo>
                    <a:pt x="41523" y="277343"/>
                  </a:lnTo>
                  <a:lnTo>
                    <a:pt x="45091" y="281279"/>
                  </a:lnTo>
                  <a:lnTo>
                    <a:pt x="48782" y="285100"/>
                  </a:lnTo>
                  <a:lnTo>
                    <a:pt x="52592" y="288802"/>
                  </a:lnTo>
                  <a:lnTo>
                    <a:pt x="56518" y="292381"/>
                  </a:lnTo>
                  <a:lnTo>
                    <a:pt x="60556" y="295834"/>
                  </a:lnTo>
                  <a:lnTo>
                    <a:pt x="64702" y="299156"/>
                  </a:lnTo>
                  <a:lnTo>
                    <a:pt x="68951" y="302345"/>
                  </a:lnTo>
                  <a:lnTo>
                    <a:pt x="73299" y="305397"/>
                  </a:lnTo>
                  <a:lnTo>
                    <a:pt x="77742" y="308310"/>
                  </a:lnTo>
                  <a:lnTo>
                    <a:pt x="82275" y="311080"/>
                  </a:lnTo>
                  <a:lnTo>
                    <a:pt x="86894" y="313704"/>
                  </a:lnTo>
                  <a:lnTo>
                    <a:pt x="91594" y="316181"/>
                  </a:lnTo>
                  <a:lnTo>
                    <a:pt x="96371" y="318507"/>
                  </a:lnTo>
                  <a:lnTo>
                    <a:pt x="101219" y="320679"/>
                  </a:lnTo>
                  <a:lnTo>
                    <a:pt x="106133" y="322697"/>
                  </a:lnTo>
                  <a:lnTo>
                    <a:pt x="111109" y="324558"/>
                  </a:lnTo>
                  <a:lnTo>
                    <a:pt x="116142" y="326259"/>
                  </a:lnTo>
                  <a:lnTo>
                    <a:pt x="121226" y="327800"/>
                  </a:lnTo>
                  <a:lnTo>
                    <a:pt x="126357" y="329178"/>
                  </a:lnTo>
                  <a:lnTo>
                    <a:pt x="131529" y="330393"/>
                  </a:lnTo>
                  <a:lnTo>
                    <a:pt x="136737" y="331442"/>
                  </a:lnTo>
                  <a:lnTo>
                    <a:pt x="141975" y="332326"/>
                  </a:lnTo>
                  <a:lnTo>
                    <a:pt x="147239" y="333043"/>
                  </a:lnTo>
                  <a:lnTo>
                    <a:pt x="152524" y="333592"/>
                  </a:lnTo>
                  <a:lnTo>
                    <a:pt x="157822" y="333973"/>
                  </a:lnTo>
                  <a:lnTo>
                    <a:pt x="163131" y="334185"/>
                  </a:lnTo>
                  <a:lnTo>
                    <a:pt x="168443" y="334229"/>
                  </a:lnTo>
                  <a:lnTo>
                    <a:pt x="173754" y="334104"/>
                  </a:lnTo>
                  <a:lnTo>
                    <a:pt x="179059" y="333810"/>
                  </a:lnTo>
                  <a:lnTo>
                    <a:pt x="184351" y="333347"/>
                  </a:lnTo>
                  <a:lnTo>
                    <a:pt x="189626" y="332717"/>
                  </a:lnTo>
                  <a:lnTo>
                    <a:pt x="194879" y="331919"/>
                  </a:lnTo>
                  <a:lnTo>
                    <a:pt x="200103" y="330955"/>
                  </a:lnTo>
                  <a:lnTo>
                    <a:pt x="205294" y="329825"/>
                  </a:lnTo>
                  <a:lnTo>
                    <a:pt x="210447" y="328531"/>
                  </a:lnTo>
                  <a:lnTo>
                    <a:pt x="215556" y="327074"/>
                  </a:lnTo>
                  <a:lnTo>
                    <a:pt x="220616" y="325456"/>
                  </a:lnTo>
                  <a:lnTo>
                    <a:pt x="225622" y="323677"/>
                  </a:lnTo>
                  <a:lnTo>
                    <a:pt x="230569" y="321740"/>
                  </a:lnTo>
                  <a:lnTo>
                    <a:pt x="235451" y="319647"/>
                  </a:lnTo>
                  <a:lnTo>
                    <a:pt x="240265" y="317400"/>
                  </a:lnTo>
                  <a:lnTo>
                    <a:pt x="245005" y="315001"/>
                  </a:lnTo>
                  <a:lnTo>
                    <a:pt x="249667" y="312453"/>
                  </a:lnTo>
                  <a:lnTo>
                    <a:pt x="254245" y="309757"/>
                  </a:lnTo>
                  <a:lnTo>
                    <a:pt x="258735" y="306918"/>
                  </a:lnTo>
                  <a:lnTo>
                    <a:pt x="263133" y="303937"/>
                  </a:lnTo>
                  <a:lnTo>
                    <a:pt x="267434" y="300818"/>
                  </a:lnTo>
                  <a:lnTo>
                    <a:pt x="271633" y="297565"/>
                  </a:lnTo>
                  <a:lnTo>
                    <a:pt x="275727" y="294179"/>
                  </a:lnTo>
                  <a:lnTo>
                    <a:pt x="279711" y="290665"/>
                  </a:lnTo>
                  <a:lnTo>
                    <a:pt x="283582" y="287026"/>
                  </a:lnTo>
                  <a:lnTo>
                    <a:pt x="287335" y="283266"/>
                  </a:lnTo>
                  <a:lnTo>
                    <a:pt x="290967" y="279388"/>
                  </a:lnTo>
                  <a:lnTo>
                    <a:pt x="294473" y="275397"/>
                  </a:lnTo>
                  <a:lnTo>
                    <a:pt x="297851" y="271297"/>
                  </a:lnTo>
                  <a:lnTo>
                    <a:pt x="301098" y="267092"/>
                  </a:lnTo>
                  <a:lnTo>
                    <a:pt x="304208" y="262785"/>
                  </a:lnTo>
                  <a:lnTo>
                    <a:pt x="307181" y="258382"/>
                  </a:lnTo>
                  <a:lnTo>
                    <a:pt x="310012" y="253886"/>
                  </a:lnTo>
                  <a:lnTo>
                    <a:pt x="312698" y="249303"/>
                  </a:lnTo>
                  <a:lnTo>
                    <a:pt x="315238" y="244637"/>
                  </a:lnTo>
                  <a:lnTo>
                    <a:pt x="317628" y="239892"/>
                  </a:lnTo>
                  <a:lnTo>
                    <a:pt x="319866" y="235074"/>
                  </a:lnTo>
                  <a:lnTo>
                    <a:pt x="321950" y="230187"/>
                  </a:lnTo>
                  <a:lnTo>
                    <a:pt x="167158" y="1670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5892" y="2168369"/>
              <a:ext cx="167167" cy="230288"/>
            </a:xfrm>
            <a:custGeom>
              <a:avLst/>
              <a:pathLst>
                <a:path w="167167" h="230288">
                  <a:moveTo>
                    <a:pt x="154792" y="230288"/>
                  </a:moveTo>
                  <a:lnTo>
                    <a:pt x="156738" y="225288"/>
                  </a:lnTo>
                  <a:lnTo>
                    <a:pt x="158522" y="220228"/>
                  </a:lnTo>
                  <a:lnTo>
                    <a:pt x="160144" y="215113"/>
                  </a:lnTo>
                  <a:lnTo>
                    <a:pt x="161600" y="209949"/>
                  </a:lnTo>
                  <a:lnTo>
                    <a:pt x="162890" y="204740"/>
                  </a:lnTo>
                  <a:lnTo>
                    <a:pt x="164012" y="199493"/>
                  </a:lnTo>
                  <a:lnTo>
                    <a:pt x="164964" y="194213"/>
                  </a:lnTo>
                  <a:lnTo>
                    <a:pt x="165748" y="188905"/>
                  </a:lnTo>
                  <a:lnTo>
                    <a:pt x="166360" y="183575"/>
                  </a:lnTo>
                  <a:lnTo>
                    <a:pt x="166801" y="178227"/>
                  </a:lnTo>
                  <a:lnTo>
                    <a:pt x="167070" y="172868"/>
                  </a:lnTo>
                  <a:lnTo>
                    <a:pt x="167167" y="167504"/>
                  </a:lnTo>
                  <a:lnTo>
                    <a:pt x="167091" y="162139"/>
                  </a:lnTo>
                  <a:lnTo>
                    <a:pt x="166844" y="156779"/>
                  </a:lnTo>
                  <a:lnTo>
                    <a:pt x="166425" y="151430"/>
                  </a:lnTo>
                  <a:lnTo>
                    <a:pt x="165834" y="146097"/>
                  </a:lnTo>
                  <a:lnTo>
                    <a:pt x="165072" y="140786"/>
                  </a:lnTo>
                  <a:lnTo>
                    <a:pt x="164140" y="135502"/>
                  </a:lnTo>
                  <a:lnTo>
                    <a:pt x="163040" y="130250"/>
                  </a:lnTo>
                  <a:lnTo>
                    <a:pt x="161771" y="125037"/>
                  </a:lnTo>
                  <a:lnTo>
                    <a:pt x="160336" y="119867"/>
                  </a:lnTo>
                  <a:lnTo>
                    <a:pt x="158735" y="114746"/>
                  </a:lnTo>
                  <a:lnTo>
                    <a:pt x="156971" y="109678"/>
                  </a:lnTo>
                  <a:lnTo>
                    <a:pt x="155045" y="104670"/>
                  </a:lnTo>
                  <a:lnTo>
                    <a:pt x="152960" y="99727"/>
                  </a:lnTo>
                  <a:lnTo>
                    <a:pt x="150716" y="94853"/>
                  </a:lnTo>
                  <a:lnTo>
                    <a:pt x="148318" y="90053"/>
                  </a:lnTo>
                  <a:lnTo>
                    <a:pt x="145767" y="85333"/>
                  </a:lnTo>
                  <a:lnTo>
                    <a:pt x="143065" y="80697"/>
                  </a:lnTo>
                  <a:lnTo>
                    <a:pt x="140217" y="76150"/>
                  </a:lnTo>
                  <a:lnTo>
                    <a:pt x="137223" y="71697"/>
                  </a:lnTo>
                  <a:lnTo>
                    <a:pt x="134089" y="67342"/>
                  </a:lnTo>
                  <a:lnTo>
                    <a:pt x="130816" y="63090"/>
                  </a:lnTo>
                  <a:lnTo>
                    <a:pt x="127409" y="58946"/>
                  </a:lnTo>
                  <a:lnTo>
                    <a:pt x="123870" y="54913"/>
                  </a:lnTo>
                  <a:lnTo>
                    <a:pt x="120204" y="50995"/>
                  </a:lnTo>
                  <a:lnTo>
                    <a:pt x="116413" y="47197"/>
                  </a:lnTo>
                  <a:lnTo>
                    <a:pt x="112503" y="43523"/>
                  </a:lnTo>
                  <a:lnTo>
                    <a:pt x="108477" y="39976"/>
                  </a:lnTo>
                  <a:lnTo>
                    <a:pt x="104340" y="36560"/>
                  </a:lnTo>
                  <a:lnTo>
                    <a:pt x="100094" y="33279"/>
                  </a:lnTo>
                  <a:lnTo>
                    <a:pt x="95746" y="30136"/>
                  </a:lnTo>
                  <a:lnTo>
                    <a:pt x="91299" y="27133"/>
                  </a:lnTo>
                  <a:lnTo>
                    <a:pt x="86758" y="24276"/>
                  </a:lnTo>
                  <a:lnTo>
                    <a:pt x="82127" y="21565"/>
                  </a:lnTo>
                  <a:lnTo>
                    <a:pt x="77412" y="19004"/>
                  </a:lnTo>
                  <a:lnTo>
                    <a:pt x="72617" y="16596"/>
                  </a:lnTo>
                  <a:lnTo>
                    <a:pt x="67748" y="14343"/>
                  </a:lnTo>
                  <a:lnTo>
                    <a:pt x="62808" y="12248"/>
                  </a:lnTo>
                  <a:lnTo>
                    <a:pt x="57804" y="10312"/>
                  </a:lnTo>
                  <a:lnTo>
                    <a:pt x="52741" y="8537"/>
                  </a:lnTo>
                  <a:lnTo>
                    <a:pt x="47623" y="6927"/>
                  </a:lnTo>
                  <a:lnTo>
                    <a:pt x="42455" y="5481"/>
                  </a:lnTo>
                  <a:lnTo>
                    <a:pt x="37245" y="4201"/>
                  </a:lnTo>
                  <a:lnTo>
                    <a:pt x="31995" y="3090"/>
                  </a:lnTo>
                  <a:lnTo>
                    <a:pt x="26713" y="2148"/>
                  </a:lnTo>
                  <a:lnTo>
                    <a:pt x="21404" y="1375"/>
                  </a:lnTo>
                  <a:lnTo>
                    <a:pt x="16072" y="774"/>
                  </a:lnTo>
                  <a:lnTo>
                    <a:pt x="10724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45606" y="1735255"/>
              <a:ext cx="14940" cy="167167"/>
            </a:xfrm>
            <a:custGeom>
              <a:avLst/>
              <a:pathLst>
                <a:path w="14940" h="167167">
                  <a:moveTo>
                    <a:pt x="14940" y="0"/>
                  </a:moveTo>
                  <a:lnTo>
                    <a:pt x="0" y="668"/>
                  </a:lnTo>
                  <a:lnTo>
                    <a:pt x="1494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5606" y="1735924"/>
              <a:ext cx="14940" cy="166498"/>
            </a:xfrm>
            <a:custGeom>
              <a:avLst/>
              <a:pathLst>
                <a:path w="14940" h="166498">
                  <a:moveTo>
                    <a:pt x="0" y="0"/>
                  </a:moveTo>
                  <a:lnTo>
                    <a:pt x="14940" y="1664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93385" y="1735420"/>
              <a:ext cx="334326" cy="334162"/>
            </a:xfrm>
            <a:custGeom>
              <a:avLst/>
              <a:pathLst>
                <a:path w="334326" h="334162">
                  <a:moveTo>
                    <a:pt x="152221" y="503"/>
                  </a:moveTo>
                  <a:lnTo>
                    <a:pt x="146952" y="1060"/>
                  </a:lnTo>
                  <a:lnTo>
                    <a:pt x="141703" y="1784"/>
                  </a:lnTo>
                  <a:lnTo>
                    <a:pt x="136480" y="2674"/>
                  </a:lnTo>
                  <a:lnTo>
                    <a:pt x="131287" y="3729"/>
                  </a:lnTo>
                  <a:lnTo>
                    <a:pt x="126131" y="4948"/>
                  </a:lnTo>
                  <a:lnTo>
                    <a:pt x="121016" y="6330"/>
                  </a:lnTo>
                  <a:lnTo>
                    <a:pt x="115947" y="7873"/>
                  </a:lnTo>
                  <a:lnTo>
                    <a:pt x="110929" y="9576"/>
                  </a:lnTo>
                  <a:lnTo>
                    <a:pt x="105969" y="11437"/>
                  </a:lnTo>
                  <a:lnTo>
                    <a:pt x="101069" y="13454"/>
                  </a:lnTo>
                  <a:lnTo>
                    <a:pt x="96236" y="15626"/>
                  </a:lnTo>
                  <a:lnTo>
                    <a:pt x="91474" y="17950"/>
                  </a:lnTo>
                  <a:lnTo>
                    <a:pt x="86789" y="20423"/>
                  </a:lnTo>
                  <a:lnTo>
                    <a:pt x="82184" y="23044"/>
                  </a:lnTo>
                  <a:lnTo>
                    <a:pt x="77664" y="25809"/>
                  </a:lnTo>
                  <a:lnTo>
                    <a:pt x="73234" y="28717"/>
                  </a:lnTo>
                  <a:lnTo>
                    <a:pt x="68899" y="31763"/>
                  </a:lnTo>
                  <a:lnTo>
                    <a:pt x="64663" y="34945"/>
                  </a:lnTo>
                  <a:lnTo>
                    <a:pt x="60529" y="38260"/>
                  </a:lnTo>
                  <a:lnTo>
                    <a:pt x="56502" y="41704"/>
                  </a:lnTo>
                  <a:lnTo>
                    <a:pt x="52587" y="45274"/>
                  </a:lnTo>
                  <a:lnTo>
                    <a:pt x="48787" y="48966"/>
                  </a:lnTo>
                  <a:lnTo>
                    <a:pt x="45105" y="52777"/>
                  </a:lnTo>
                  <a:lnTo>
                    <a:pt x="41547" y="56702"/>
                  </a:lnTo>
                  <a:lnTo>
                    <a:pt x="38114" y="60738"/>
                  </a:lnTo>
                  <a:lnTo>
                    <a:pt x="34811" y="64882"/>
                  </a:lnTo>
                  <a:lnTo>
                    <a:pt x="31642" y="69127"/>
                  </a:lnTo>
                  <a:lnTo>
                    <a:pt x="28608" y="73471"/>
                  </a:lnTo>
                  <a:lnTo>
                    <a:pt x="25713" y="77909"/>
                  </a:lnTo>
                  <a:lnTo>
                    <a:pt x="22961" y="82437"/>
                  </a:lnTo>
                  <a:lnTo>
                    <a:pt x="20353" y="87049"/>
                  </a:lnTo>
                  <a:lnTo>
                    <a:pt x="17893" y="91742"/>
                  </a:lnTo>
                  <a:lnTo>
                    <a:pt x="15583" y="96510"/>
                  </a:lnTo>
                  <a:lnTo>
                    <a:pt x="13425" y="101350"/>
                  </a:lnTo>
                  <a:lnTo>
                    <a:pt x="11422" y="106255"/>
                  </a:lnTo>
                  <a:lnTo>
                    <a:pt x="9575" y="111221"/>
                  </a:lnTo>
                  <a:lnTo>
                    <a:pt x="7886" y="116243"/>
                  </a:lnTo>
                  <a:lnTo>
                    <a:pt x="6357" y="121316"/>
                  </a:lnTo>
                  <a:lnTo>
                    <a:pt x="4990" y="126435"/>
                  </a:lnTo>
                  <a:lnTo>
                    <a:pt x="3786" y="131595"/>
                  </a:lnTo>
                  <a:lnTo>
                    <a:pt x="2746" y="136791"/>
                  </a:lnTo>
                  <a:lnTo>
                    <a:pt x="1871" y="142016"/>
                  </a:lnTo>
                  <a:lnTo>
                    <a:pt x="1162" y="147267"/>
                  </a:lnTo>
                  <a:lnTo>
                    <a:pt x="620" y="152538"/>
                  </a:lnTo>
                  <a:lnTo>
                    <a:pt x="246" y="157823"/>
                  </a:lnTo>
                  <a:lnTo>
                    <a:pt x="39" y="163118"/>
                  </a:lnTo>
                  <a:lnTo>
                    <a:pt x="0" y="168416"/>
                  </a:lnTo>
                  <a:lnTo>
                    <a:pt x="128" y="173713"/>
                  </a:lnTo>
                  <a:lnTo>
                    <a:pt x="425" y="179003"/>
                  </a:lnTo>
                  <a:lnTo>
                    <a:pt x="889" y="184281"/>
                  </a:lnTo>
                  <a:lnTo>
                    <a:pt x="1520" y="189542"/>
                  </a:lnTo>
                  <a:lnTo>
                    <a:pt x="2318" y="194780"/>
                  </a:lnTo>
                  <a:lnTo>
                    <a:pt x="3281" y="199991"/>
                  </a:lnTo>
                  <a:lnTo>
                    <a:pt x="4409" y="205168"/>
                  </a:lnTo>
                  <a:lnTo>
                    <a:pt x="5700" y="210306"/>
                  </a:lnTo>
                  <a:lnTo>
                    <a:pt x="7153" y="215402"/>
                  </a:lnTo>
                  <a:lnTo>
                    <a:pt x="8768" y="220448"/>
                  </a:lnTo>
                  <a:lnTo>
                    <a:pt x="10541" y="225441"/>
                  </a:lnTo>
                  <a:lnTo>
                    <a:pt x="12472" y="230375"/>
                  </a:lnTo>
                  <a:lnTo>
                    <a:pt x="14558" y="235246"/>
                  </a:lnTo>
                  <a:lnTo>
                    <a:pt x="16797" y="240048"/>
                  </a:lnTo>
                  <a:lnTo>
                    <a:pt x="19188" y="244777"/>
                  </a:lnTo>
                  <a:lnTo>
                    <a:pt x="21727" y="249427"/>
                  </a:lnTo>
                  <a:lnTo>
                    <a:pt x="24412" y="253995"/>
                  </a:lnTo>
                  <a:lnTo>
                    <a:pt x="27241" y="258475"/>
                  </a:lnTo>
                  <a:lnTo>
                    <a:pt x="30210" y="262863"/>
                  </a:lnTo>
                  <a:lnTo>
                    <a:pt x="33317" y="267155"/>
                  </a:lnTo>
                  <a:lnTo>
                    <a:pt x="36558" y="271347"/>
                  </a:lnTo>
                  <a:lnTo>
                    <a:pt x="39931" y="275433"/>
                  </a:lnTo>
                  <a:lnTo>
                    <a:pt x="43431" y="279411"/>
                  </a:lnTo>
                  <a:lnTo>
                    <a:pt x="47056" y="283276"/>
                  </a:lnTo>
                  <a:lnTo>
                    <a:pt x="50801" y="287024"/>
                  </a:lnTo>
                  <a:lnTo>
                    <a:pt x="54663" y="290651"/>
                  </a:lnTo>
                  <a:lnTo>
                    <a:pt x="58638" y="294154"/>
                  </a:lnTo>
                  <a:lnTo>
                    <a:pt x="62722" y="297530"/>
                  </a:lnTo>
                  <a:lnTo>
                    <a:pt x="66912" y="300774"/>
                  </a:lnTo>
                  <a:lnTo>
                    <a:pt x="71201" y="303884"/>
                  </a:lnTo>
                  <a:lnTo>
                    <a:pt x="75588" y="306856"/>
                  </a:lnTo>
                  <a:lnTo>
                    <a:pt x="80066" y="309688"/>
                  </a:lnTo>
                  <a:lnTo>
                    <a:pt x="84632" y="312377"/>
                  </a:lnTo>
                  <a:lnTo>
                    <a:pt x="89280" y="314919"/>
                  </a:lnTo>
                  <a:lnTo>
                    <a:pt x="94007" y="317313"/>
                  </a:lnTo>
                  <a:lnTo>
                    <a:pt x="98808" y="319556"/>
                  </a:lnTo>
                  <a:lnTo>
                    <a:pt x="103677" y="321646"/>
                  </a:lnTo>
                  <a:lnTo>
                    <a:pt x="108610" y="323580"/>
                  </a:lnTo>
                  <a:lnTo>
                    <a:pt x="113601" y="325357"/>
                  </a:lnTo>
                  <a:lnTo>
                    <a:pt x="118647" y="326975"/>
                  </a:lnTo>
                  <a:lnTo>
                    <a:pt x="123741" y="328432"/>
                  </a:lnTo>
                  <a:lnTo>
                    <a:pt x="128879" y="329727"/>
                  </a:lnTo>
                  <a:lnTo>
                    <a:pt x="134055" y="330858"/>
                  </a:lnTo>
                  <a:lnTo>
                    <a:pt x="139264" y="331825"/>
                  </a:lnTo>
                  <a:lnTo>
                    <a:pt x="144502" y="332626"/>
                  </a:lnTo>
                  <a:lnTo>
                    <a:pt x="149762" y="333261"/>
                  </a:lnTo>
                  <a:lnTo>
                    <a:pt x="155040" y="333729"/>
                  </a:lnTo>
                  <a:lnTo>
                    <a:pt x="160330" y="334030"/>
                  </a:lnTo>
                  <a:lnTo>
                    <a:pt x="165627" y="334162"/>
                  </a:lnTo>
                  <a:lnTo>
                    <a:pt x="170925" y="334127"/>
                  </a:lnTo>
                  <a:lnTo>
                    <a:pt x="176220" y="333924"/>
                  </a:lnTo>
                  <a:lnTo>
                    <a:pt x="181506" y="333553"/>
                  </a:lnTo>
                  <a:lnTo>
                    <a:pt x="186777" y="333014"/>
                  </a:lnTo>
                  <a:lnTo>
                    <a:pt x="192028" y="332309"/>
                  </a:lnTo>
                  <a:lnTo>
                    <a:pt x="197254" y="331438"/>
                  </a:lnTo>
                  <a:lnTo>
                    <a:pt x="202451" y="330402"/>
                  </a:lnTo>
                  <a:lnTo>
                    <a:pt x="207611" y="329201"/>
                  </a:lnTo>
                  <a:lnTo>
                    <a:pt x="212731" y="327838"/>
                  </a:lnTo>
                  <a:lnTo>
                    <a:pt x="217806" y="326313"/>
                  </a:lnTo>
                  <a:lnTo>
                    <a:pt x="222829" y="324628"/>
                  </a:lnTo>
                  <a:lnTo>
                    <a:pt x="227797" y="322785"/>
                  </a:lnTo>
                  <a:lnTo>
                    <a:pt x="232703" y="320785"/>
                  </a:lnTo>
                  <a:lnTo>
                    <a:pt x="237544" y="318630"/>
                  </a:lnTo>
                  <a:lnTo>
                    <a:pt x="242314" y="316324"/>
                  </a:lnTo>
                  <a:lnTo>
                    <a:pt x="247008" y="313867"/>
                  </a:lnTo>
                  <a:lnTo>
                    <a:pt x="251623" y="311263"/>
                  </a:lnTo>
                  <a:lnTo>
                    <a:pt x="256152" y="308513"/>
                  </a:lnTo>
                  <a:lnTo>
                    <a:pt x="260592" y="305622"/>
                  </a:lnTo>
                  <a:lnTo>
                    <a:pt x="264939" y="302591"/>
                  </a:lnTo>
                  <a:lnTo>
                    <a:pt x="269186" y="299424"/>
                  </a:lnTo>
                  <a:lnTo>
                    <a:pt x="273332" y="296125"/>
                  </a:lnTo>
                  <a:lnTo>
                    <a:pt x="277371" y="292695"/>
                  </a:lnTo>
                  <a:lnTo>
                    <a:pt x="281299" y="289139"/>
                  </a:lnTo>
                  <a:lnTo>
                    <a:pt x="285112" y="285460"/>
                  </a:lnTo>
                  <a:lnTo>
                    <a:pt x="288807" y="281663"/>
                  </a:lnTo>
                  <a:lnTo>
                    <a:pt x="292380" y="277750"/>
                  </a:lnTo>
                  <a:lnTo>
                    <a:pt x="295827" y="273726"/>
                  </a:lnTo>
                  <a:lnTo>
                    <a:pt x="299144" y="269595"/>
                  </a:lnTo>
                  <a:lnTo>
                    <a:pt x="302330" y="265360"/>
                  </a:lnTo>
                  <a:lnTo>
                    <a:pt x="305379" y="261027"/>
                  </a:lnTo>
                  <a:lnTo>
                    <a:pt x="308289" y="256600"/>
                  </a:lnTo>
                  <a:lnTo>
                    <a:pt x="311058" y="252082"/>
                  </a:lnTo>
                  <a:lnTo>
                    <a:pt x="313682" y="247479"/>
                  </a:lnTo>
                  <a:lnTo>
                    <a:pt x="316159" y="242795"/>
                  </a:lnTo>
                  <a:lnTo>
                    <a:pt x="318486" y="238035"/>
                  </a:lnTo>
                  <a:lnTo>
                    <a:pt x="320661" y="233203"/>
                  </a:lnTo>
                  <a:lnTo>
                    <a:pt x="322682" y="228306"/>
                  </a:lnTo>
                  <a:lnTo>
                    <a:pt x="324547" y="223346"/>
                  </a:lnTo>
                  <a:lnTo>
                    <a:pt x="326253" y="218330"/>
                  </a:lnTo>
                  <a:lnTo>
                    <a:pt x="327800" y="213262"/>
                  </a:lnTo>
                  <a:lnTo>
                    <a:pt x="329185" y="208148"/>
                  </a:lnTo>
                  <a:lnTo>
                    <a:pt x="330408" y="202992"/>
                  </a:lnTo>
                  <a:lnTo>
                    <a:pt x="331467" y="197801"/>
                  </a:lnTo>
                  <a:lnTo>
                    <a:pt x="332360" y="192578"/>
                  </a:lnTo>
                  <a:lnTo>
                    <a:pt x="333088" y="187330"/>
                  </a:lnTo>
                  <a:lnTo>
                    <a:pt x="333649" y="182061"/>
                  </a:lnTo>
                  <a:lnTo>
                    <a:pt x="334042" y="176777"/>
                  </a:lnTo>
                  <a:lnTo>
                    <a:pt x="334268" y="171484"/>
                  </a:lnTo>
                  <a:lnTo>
                    <a:pt x="334326" y="166185"/>
                  </a:lnTo>
                  <a:lnTo>
                    <a:pt x="334217" y="160888"/>
                  </a:lnTo>
                  <a:lnTo>
                    <a:pt x="333939" y="155597"/>
                  </a:lnTo>
                  <a:lnTo>
                    <a:pt x="333494" y="150317"/>
                  </a:lnTo>
                  <a:lnTo>
                    <a:pt x="332881" y="145054"/>
                  </a:lnTo>
                  <a:lnTo>
                    <a:pt x="332103" y="139813"/>
                  </a:lnTo>
                  <a:lnTo>
                    <a:pt x="331158" y="134599"/>
                  </a:lnTo>
                  <a:lnTo>
                    <a:pt x="330049" y="129418"/>
                  </a:lnTo>
                  <a:lnTo>
                    <a:pt x="328776" y="124275"/>
                  </a:lnTo>
                  <a:lnTo>
                    <a:pt x="327341" y="119175"/>
                  </a:lnTo>
                  <a:lnTo>
                    <a:pt x="325744" y="114122"/>
                  </a:lnTo>
                  <a:lnTo>
                    <a:pt x="323989" y="109123"/>
                  </a:lnTo>
                  <a:lnTo>
                    <a:pt x="322076" y="104182"/>
                  </a:lnTo>
                  <a:lnTo>
                    <a:pt x="320007" y="99304"/>
                  </a:lnTo>
                  <a:lnTo>
                    <a:pt x="317785" y="94494"/>
                  </a:lnTo>
                  <a:lnTo>
                    <a:pt x="315411" y="89757"/>
                  </a:lnTo>
                  <a:lnTo>
                    <a:pt x="312889" y="85097"/>
                  </a:lnTo>
                  <a:lnTo>
                    <a:pt x="310220" y="80520"/>
                  </a:lnTo>
                  <a:lnTo>
                    <a:pt x="307407" y="76030"/>
                  </a:lnTo>
                  <a:lnTo>
                    <a:pt x="304454" y="71631"/>
                  </a:lnTo>
                  <a:lnTo>
                    <a:pt x="301362" y="67328"/>
                  </a:lnTo>
                  <a:lnTo>
                    <a:pt x="298136" y="63125"/>
                  </a:lnTo>
                  <a:lnTo>
                    <a:pt x="294778" y="59026"/>
                  </a:lnTo>
                  <a:lnTo>
                    <a:pt x="291292" y="55036"/>
                  </a:lnTo>
                  <a:lnTo>
                    <a:pt x="287681" y="51158"/>
                  </a:lnTo>
                  <a:lnTo>
                    <a:pt x="283949" y="47397"/>
                  </a:lnTo>
                  <a:lnTo>
                    <a:pt x="280100" y="43756"/>
                  </a:lnTo>
                  <a:lnTo>
                    <a:pt x="276138" y="40238"/>
                  </a:lnTo>
                  <a:lnTo>
                    <a:pt x="272066" y="36848"/>
                  </a:lnTo>
                  <a:lnTo>
                    <a:pt x="267888" y="33589"/>
                  </a:lnTo>
                  <a:lnTo>
                    <a:pt x="263609" y="30464"/>
                  </a:lnTo>
                  <a:lnTo>
                    <a:pt x="259234" y="27476"/>
                  </a:lnTo>
                  <a:lnTo>
                    <a:pt x="254766" y="24628"/>
                  </a:lnTo>
                  <a:lnTo>
                    <a:pt x="250210" y="21923"/>
                  </a:lnTo>
                  <a:lnTo>
                    <a:pt x="245570" y="19364"/>
                  </a:lnTo>
                  <a:lnTo>
                    <a:pt x="240852" y="16953"/>
                  </a:lnTo>
                  <a:lnTo>
                    <a:pt x="236059" y="14693"/>
                  </a:lnTo>
                  <a:lnTo>
                    <a:pt x="231198" y="12586"/>
                  </a:lnTo>
                  <a:lnTo>
                    <a:pt x="226272" y="10634"/>
                  </a:lnTo>
                  <a:lnTo>
                    <a:pt x="221287" y="8839"/>
                  </a:lnTo>
                  <a:lnTo>
                    <a:pt x="216247" y="7203"/>
                  </a:lnTo>
                  <a:lnTo>
                    <a:pt x="211158" y="5728"/>
                  </a:lnTo>
                  <a:lnTo>
                    <a:pt x="206025" y="4415"/>
                  </a:lnTo>
                  <a:lnTo>
                    <a:pt x="200853" y="3265"/>
                  </a:lnTo>
                  <a:lnTo>
                    <a:pt x="195647" y="2279"/>
                  </a:lnTo>
                  <a:lnTo>
                    <a:pt x="190412" y="1459"/>
                  </a:lnTo>
                  <a:lnTo>
                    <a:pt x="185154" y="806"/>
                  </a:lnTo>
                  <a:lnTo>
                    <a:pt x="179878" y="319"/>
                  </a:lnTo>
                  <a:lnTo>
                    <a:pt x="174589" y="0"/>
                  </a:lnTo>
                  <a:lnTo>
                    <a:pt x="167161" y="1670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60546" y="1735255"/>
              <a:ext cx="7428" cy="167167"/>
            </a:xfrm>
            <a:custGeom>
              <a:avLst/>
              <a:pathLst>
                <a:path w="7428" h="167167">
                  <a:moveTo>
                    <a:pt x="7428" y="1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15682" y="1379510"/>
              <a:ext cx="167157" cy="190474"/>
            </a:xfrm>
            <a:custGeom>
              <a:avLst/>
              <a:pathLst>
                <a:path w="167157" h="190474">
                  <a:moveTo>
                    <a:pt x="167157" y="0"/>
                  </a:moveTo>
                  <a:lnTo>
                    <a:pt x="161763" y="87"/>
                  </a:lnTo>
                  <a:lnTo>
                    <a:pt x="156373" y="348"/>
                  </a:lnTo>
                  <a:lnTo>
                    <a:pt x="150996" y="783"/>
                  </a:lnTo>
                  <a:lnTo>
                    <a:pt x="145635" y="1391"/>
                  </a:lnTo>
                  <a:lnTo>
                    <a:pt x="140296" y="2172"/>
                  </a:lnTo>
                  <a:lnTo>
                    <a:pt x="134985" y="3124"/>
                  </a:lnTo>
                  <a:lnTo>
                    <a:pt x="129708" y="4248"/>
                  </a:lnTo>
                  <a:lnTo>
                    <a:pt x="124470" y="5542"/>
                  </a:lnTo>
                  <a:lnTo>
                    <a:pt x="119277" y="7003"/>
                  </a:lnTo>
                  <a:lnTo>
                    <a:pt x="114133" y="8632"/>
                  </a:lnTo>
                  <a:lnTo>
                    <a:pt x="109044" y="10426"/>
                  </a:lnTo>
                  <a:lnTo>
                    <a:pt x="104016" y="12383"/>
                  </a:lnTo>
                  <a:lnTo>
                    <a:pt x="99054" y="14501"/>
                  </a:lnTo>
                  <a:lnTo>
                    <a:pt x="94163" y="16778"/>
                  </a:lnTo>
                  <a:lnTo>
                    <a:pt x="89348" y="19212"/>
                  </a:lnTo>
                  <a:lnTo>
                    <a:pt x="84614" y="21800"/>
                  </a:lnTo>
                  <a:lnTo>
                    <a:pt x="79965" y="24540"/>
                  </a:lnTo>
                  <a:lnTo>
                    <a:pt x="75408" y="27428"/>
                  </a:lnTo>
                  <a:lnTo>
                    <a:pt x="70946" y="30461"/>
                  </a:lnTo>
                  <a:lnTo>
                    <a:pt x="66585" y="33637"/>
                  </a:lnTo>
                  <a:lnTo>
                    <a:pt x="62328" y="36953"/>
                  </a:lnTo>
                  <a:lnTo>
                    <a:pt x="58180" y="40403"/>
                  </a:lnTo>
                  <a:lnTo>
                    <a:pt x="54146" y="43986"/>
                  </a:lnTo>
                  <a:lnTo>
                    <a:pt x="50230" y="47697"/>
                  </a:lnTo>
                  <a:lnTo>
                    <a:pt x="46435" y="51533"/>
                  </a:lnTo>
                  <a:lnTo>
                    <a:pt x="42767" y="55489"/>
                  </a:lnTo>
                  <a:lnTo>
                    <a:pt x="39228" y="59561"/>
                  </a:lnTo>
                  <a:lnTo>
                    <a:pt x="35822" y="63746"/>
                  </a:lnTo>
                  <a:lnTo>
                    <a:pt x="32552" y="68038"/>
                  </a:lnTo>
                  <a:lnTo>
                    <a:pt x="29424" y="72434"/>
                  </a:lnTo>
                  <a:lnTo>
                    <a:pt x="26438" y="76928"/>
                  </a:lnTo>
                  <a:lnTo>
                    <a:pt x="23599" y="81516"/>
                  </a:lnTo>
                  <a:lnTo>
                    <a:pt x="20910" y="86193"/>
                  </a:lnTo>
                  <a:lnTo>
                    <a:pt x="18373" y="90955"/>
                  </a:lnTo>
                  <a:lnTo>
                    <a:pt x="15991" y="95796"/>
                  </a:lnTo>
                  <a:lnTo>
                    <a:pt x="13767" y="100712"/>
                  </a:lnTo>
                  <a:lnTo>
                    <a:pt x="11702" y="105697"/>
                  </a:lnTo>
                  <a:lnTo>
                    <a:pt x="9799" y="110745"/>
                  </a:lnTo>
                  <a:lnTo>
                    <a:pt x="8060" y="115853"/>
                  </a:lnTo>
                  <a:lnTo>
                    <a:pt x="6487" y="121014"/>
                  </a:lnTo>
                  <a:lnTo>
                    <a:pt x="5082" y="126223"/>
                  </a:lnTo>
                  <a:lnTo>
                    <a:pt x="3845" y="131475"/>
                  </a:lnTo>
                  <a:lnTo>
                    <a:pt x="2778" y="136763"/>
                  </a:lnTo>
                  <a:lnTo>
                    <a:pt x="1882" y="142084"/>
                  </a:lnTo>
                  <a:lnTo>
                    <a:pt x="1159" y="147431"/>
                  </a:lnTo>
                  <a:lnTo>
                    <a:pt x="608" y="152798"/>
                  </a:lnTo>
                  <a:lnTo>
                    <a:pt x="232" y="158180"/>
                  </a:lnTo>
                  <a:lnTo>
                    <a:pt x="28" y="163572"/>
                  </a:lnTo>
                  <a:lnTo>
                    <a:pt x="0" y="168967"/>
                  </a:lnTo>
                  <a:lnTo>
                    <a:pt x="145" y="174361"/>
                  </a:lnTo>
                  <a:lnTo>
                    <a:pt x="464" y="179747"/>
                  </a:lnTo>
                  <a:lnTo>
                    <a:pt x="957" y="185119"/>
                  </a:lnTo>
                  <a:lnTo>
                    <a:pt x="1622" y="19047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7305" y="1546678"/>
              <a:ext cx="165534" cy="23306"/>
            </a:xfrm>
            <a:custGeom>
              <a:avLst/>
              <a:pathLst>
                <a:path w="165534" h="23306">
                  <a:moveTo>
                    <a:pt x="0" y="23306"/>
                  </a:moveTo>
                  <a:lnTo>
                    <a:pt x="1655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7305" y="1546678"/>
              <a:ext cx="313855" cy="167164"/>
            </a:xfrm>
            <a:custGeom>
              <a:avLst/>
              <a:pathLst>
                <a:path w="313855" h="167164">
                  <a:moveTo>
                    <a:pt x="0" y="23306"/>
                  </a:moveTo>
                  <a:lnTo>
                    <a:pt x="828" y="28578"/>
                  </a:lnTo>
                  <a:lnTo>
                    <a:pt x="1824" y="33822"/>
                  </a:lnTo>
                  <a:lnTo>
                    <a:pt x="2987" y="39030"/>
                  </a:lnTo>
                  <a:lnTo>
                    <a:pt x="4316" y="44199"/>
                  </a:lnTo>
                  <a:lnTo>
                    <a:pt x="5809" y="49323"/>
                  </a:lnTo>
                  <a:lnTo>
                    <a:pt x="7465" y="54397"/>
                  </a:lnTo>
                  <a:lnTo>
                    <a:pt x="9282" y="59415"/>
                  </a:lnTo>
                  <a:lnTo>
                    <a:pt x="11258" y="64373"/>
                  </a:lnTo>
                  <a:lnTo>
                    <a:pt x="13392" y="69265"/>
                  </a:lnTo>
                  <a:lnTo>
                    <a:pt x="15681" y="74086"/>
                  </a:lnTo>
                  <a:lnTo>
                    <a:pt x="18122" y="78832"/>
                  </a:lnTo>
                  <a:lnTo>
                    <a:pt x="20714" y="83498"/>
                  </a:lnTo>
                  <a:lnTo>
                    <a:pt x="23453" y="88078"/>
                  </a:lnTo>
                  <a:lnTo>
                    <a:pt x="26337" y="92569"/>
                  </a:lnTo>
                  <a:lnTo>
                    <a:pt x="29363" y="96965"/>
                  </a:lnTo>
                  <a:lnTo>
                    <a:pt x="32528" y="101263"/>
                  </a:lnTo>
                  <a:lnTo>
                    <a:pt x="35828" y="105457"/>
                  </a:lnTo>
                  <a:lnTo>
                    <a:pt x="39261" y="109544"/>
                  </a:lnTo>
                  <a:lnTo>
                    <a:pt x="42822" y="113519"/>
                  </a:lnTo>
                  <a:lnTo>
                    <a:pt x="46508" y="117378"/>
                  </a:lnTo>
                  <a:lnTo>
                    <a:pt x="50316" y="121118"/>
                  </a:lnTo>
                  <a:lnTo>
                    <a:pt x="54241" y="124734"/>
                  </a:lnTo>
                  <a:lnTo>
                    <a:pt x="58279" y="128223"/>
                  </a:lnTo>
                  <a:lnTo>
                    <a:pt x="62427" y="131582"/>
                  </a:lnTo>
                  <a:lnTo>
                    <a:pt x="66680" y="134806"/>
                  </a:lnTo>
                  <a:lnTo>
                    <a:pt x="71034" y="137893"/>
                  </a:lnTo>
                  <a:lnTo>
                    <a:pt x="75484" y="140840"/>
                  </a:lnTo>
                  <a:lnTo>
                    <a:pt x="80026" y="143642"/>
                  </a:lnTo>
                  <a:lnTo>
                    <a:pt x="84655" y="146299"/>
                  </a:lnTo>
                  <a:lnTo>
                    <a:pt x="89366" y="148806"/>
                  </a:lnTo>
                  <a:lnTo>
                    <a:pt x="94155" y="151162"/>
                  </a:lnTo>
                  <a:lnTo>
                    <a:pt x="99017" y="153363"/>
                  </a:lnTo>
                  <a:lnTo>
                    <a:pt x="103947" y="155408"/>
                  </a:lnTo>
                  <a:lnTo>
                    <a:pt x="108939" y="157295"/>
                  </a:lnTo>
                  <a:lnTo>
                    <a:pt x="113989" y="159022"/>
                  </a:lnTo>
                  <a:lnTo>
                    <a:pt x="119092" y="160586"/>
                  </a:lnTo>
                  <a:lnTo>
                    <a:pt x="124242" y="161987"/>
                  </a:lnTo>
                  <a:lnTo>
                    <a:pt x="129434" y="163222"/>
                  </a:lnTo>
                  <a:lnTo>
                    <a:pt x="134663" y="164292"/>
                  </a:lnTo>
                  <a:lnTo>
                    <a:pt x="139923" y="165193"/>
                  </a:lnTo>
                  <a:lnTo>
                    <a:pt x="145209" y="165927"/>
                  </a:lnTo>
                  <a:lnTo>
                    <a:pt x="150517" y="166491"/>
                  </a:lnTo>
                  <a:lnTo>
                    <a:pt x="155839" y="166886"/>
                  </a:lnTo>
                  <a:lnTo>
                    <a:pt x="161171" y="167110"/>
                  </a:lnTo>
                  <a:lnTo>
                    <a:pt x="166508" y="167164"/>
                  </a:lnTo>
                  <a:lnTo>
                    <a:pt x="171844" y="167048"/>
                  </a:lnTo>
                  <a:lnTo>
                    <a:pt x="177173" y="166761"/>
                  </a:lnTo>
                  <a:lnTo>
                    <a:pt x="182491" y="166305"/>
                  </a:lnTo>
                  <a:lnTo>
                    <a:pt x="187791" y="165679"/>
                  </a:lnTo>
                  <a:lnTo>
                    <a:pt x="193068" y="164884"/>
                  </a:lnTo>
                  <a:lnTo>
                    <a:pt x="198318" y="163921"/>
                  </a:lnTo>
                  <a:lnTo>
                    <a:pt x="203534" y="162791"/>
                  </a:lnTo>
                  <a:lnTo>
                    <a:pt x="208711" y="161495"/>
                  </a:lnTo>
                  <a:lnTo>
                    <a:pt x="213844" y="160034"/>
                  </a:lnTo>
                  <a:lnTo>
                    <a:pt x="218928" y="158410"/>
                  </a:lnTo>
                  <a:lnTo>
                    <a:pt x="223958" y="156625"/>
                  </a:lnTo>
                  <a:lnTo>
                    <a:pt x="228928" y="154680"/>
                  </a:lnTo>
                  <a:lnTo>
                    <a:pt x="233834" y="152578"/>
                  </a:lnTo>
                  <a:lnTo>
                    <a:pt x="238669" y="150320"/>
                  </a:lnTo>
                  <a:lnTo>
                    <a:pt x="243431" y="147909"/>
                  </a:lnTo>
                  <a:lnTo>
                    <a:pt x="248113" y="145347"/>
                  </a:lnTo>
                  <a:lnTo>
                    <a:pt x="252710" y="142636"/>
                  </a:lnTo>
                  <a:lnTo>
                    <a:pt x="257219" y="139781"/>
                  </a:lnTo>
                  <a:lnTo>
                    <a:pt x="261635" y="136783"/>
                  </a:lnTo>
                  <a:lnTo>
                    <a:pt x="265952" y="133645"/>
                  </a:lnTo>
                  <a:lnTo>
                    <a:pt x="270167" y="130372"/>
                  </a:lnTo>
                  <a:lnTo>
                    <a:pt x="274276" y="126965"/>
                  </a:lnTo>
                  <a:lnTo>
                    <a:pt x="278273" y="123429"/>
                  </a:lnTo>
                  <a:lnTo>
                    <a:pt x="282156" y="119767"/>
                  </a:lnTo>
                  <a:lnTo>
                    <a:pt x="285920" y="115984"/>
                  </a:lnTo>
                  <a:lnTo>
                    <a:pt x="289561" y="112081"/>
                  </a:lnTo>
                  <a:lnTo>
                    <a:pt x="293076" y="108065"/>
                  </a:lnTo>
                  <a:lnTo>
                    <a:pt x="296460" y="103939"/>
                  </a:lnTo>
                  <a:lnTo>
                    <a:pt x="299711" y="99706"/>
                  </a:lnTo>
                  <a:lnTo>
                    <a:pt x="302826" y="95372"/>
                  </a:lnTo>
                  <a:lnTo>
                    <a:pt x="305800" y="90941"/>
                  </a:lnTo>
                  <a:lnTo>
                    <a:pt x="308632" y="86417"/>
                  </a:lnTo>
                  <a:lnTo>
                    <a:pt x="311318" y="81805"/>
                  </a:lnTo>
                  <a:lnTo>
                    <a:pt x="313855" y="77109"/>
                  </a:lnTo>
                  <a:lnTo>
                    <a:pt x="16553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82840" y="1379510"/>
              <a:ext cx="167167" cy="244277"/>
            </a:xfrm>
            <a:custGeom>
              <a:avLst/>
              <a:pathLst>
                <a:path w="167167" h="244277">
                  <a:moveTo>
                    <a:pt x="148320" y="244277"/>
                  </a:moveTo>
                  <a:lnTo>
                    <a:pt x="150714" y="239487"/>
                  </a:lnTo>
                  <a:lnTo>
                    <a:pt x="152953" y="234622"/>
                  </a:lnTo>
                  <a:lnTo>
                    <a:pt x="155035" y="229689"/>
                  </a:lnTo>
                  <a:lnTo>
                    <a:pt x="156958" y="224691"/>
                  </a:lnTo>
                  <a:lnTo>
                    <a:pt x="158720" y="219634"/>
                  </a:lnTo>
                  <a:lnTo>
                    <a:pt x="160319" y="214524"/>
                  </a:lnTo>
                  <a:lnTo>
                    <a:pt x="161753" y="209364"/>
                  </a:lnTo>
                  <a:lnTo>
                    <a:pt x="163022" y="204162"/>
                  </a:lnTo>
                  <a:lnTo>
                    <a:pt x="164123" y="198921"/>
                  </a:lnTo>
                  <a:lnTo>
                    <a:pt x="165056" y="193648"/>
                  </a:lnTo>
                  <a:lnTo>
                    <a:pt x="165820" y="188348"/>
                  </a:lnTo>
                  <a:lnTo>
                    <a:pt x="166413" y="183026"/>
                  </a:lnTo>
                  <a:lnTo>
                    <a:pt x="166836" y="177688"/>
                  </a:lnTo>
                  <a:lnTo>
                    <a:pt x="167087" y="172339"/>
                  </a:lnTo>
                  <a:lnTo>
                    <a:pt x="167167" y="166984"/>
                  </a:lnTo>
                  <a:lnTo>
                    <a:pt x="167075" y="161630"/>
                  </a:lnTo>
                  <a:lnTo>
                    <a:pt x="166812" y="156282"/>
                  </a:lnTo>
                  <a:lnTo>
                    <a:pt x="166378" y="150945"/>
                  </a:lnTo>
                  <a:lnTo>
                    <a:pt x="165773" y="145624"/>
                  </a:lnTo>
                  <a:lnTo>
                    <a:pt x="164998" y="140325"/>
                  </a:lnTo>
                  <a:lnTo>
                    <a:pt x="164054" y="135054"/>
                  </a:lnTo>
                  <a:lnTo>
                    <a:pt x="162941" y="129816"/>
                  </a:lnTo>
                  <a:lnTo>
                    <a:pt x="161661" y="124616"/>
                  </a:lnTo>
                  <a:lnTo>
                    <a:pt x="160215" y="119460"/>
                  </a:lnTo>
                  <a:lnTo>
                    <a:pt x="158605" y="114353"/>
                  </a:lnTo>
                  <a:lnTo>
                    <a:pt x="156832" y="109300"/>
                  </a:lnTo>
                  <a:lnTo>
                    <a:pt x="154898" y="104307"/>
                  </a:lnTo>
                  <a:lnTo>
                    <a:pt x="152805" y="99378"/>
                  </a:lnTo>
                  <a:lnTo>
                    <a:pt x="150556" y="94518"/>
                  </a:lnTo>
                  <a:lnTo>
                    <a:pt x="148151" y="89733"/>
                  </a:lnTo>
                  <a:lnTo>
                    <a:pt x="145595" y="85028"/>
                  </a:lnTo>
                  <a:lnTo>
                    <a:pt x="142890" y="80407"/>
                  </a:lnTo>
                  <a:lnTo>
                    <a:pt x="140038" y="75875"/>
                  </a:lnTo>
                  <a:lnTo>
                    <a:pt x="137042" y="71436"/>
                  </a:lnTo>
                  <a:lnTo>
                    <a:pt x="133905" y="67096"/>
                  </a:lnTo>
                  <a:lnTo>
                    <a:pt x="130631" y="62858"/>
                  </a:lnTo>
                  <a:lnTo>
                    <a:pt x="127223" y="58728"/>
                  </a:lnTo>
                  <a:lnTo>
                    <a:pt x="123685" y="54708"/>
                  </a:lnTo>
                  <a:lnTo>
                    <a:pt x="120019" y="50805"/>
                  </a:lnTo>
                  <a:lnTo>
                    <a:pt x="116231" y="47020"/>
                  </a:lnTo>
                  <a:lnTo>
                    <a:pt x="112323" y="43359"/>
                  </a:lnTo>
                  <a:lnTo>
                    <a:pt x="108300" y="39825"/>
                  </a:lnTo>
                  <a:lnTo>
                    <a:pt x="104166" y="36421"/>
                  </a:lnTo>
                  <a:lnTo>
                    <a:pt x="99924" y="33152"/>
                  </a:lnTo>
                  <a:lnTo>
                    <a:pt x="95581" y="30020"/>
                  </a:lnTo>
                  <a:lnTo>
                    <a:pt x="91139" y="27029"/>
                  </a:lnTo>
                  <a:lnTo>
                    <a:pt x="86604" y="24182"/>
                  </a:lnTo>
                  <a:lnTo>
                    <a:pt x="81980" y="21482"/>
                  </a:lnTo>
                  <a:lnTo>
                    <a:pt x="77271" y="18931"/>
                  </a:lnTo>
                  <a:lnTo>
                    <a:pt x="72484" y="16532"/>
                  </a:lnTo>
                  <a:lnTo>
                    <a:pt x="67622" y="14287"/>
                  </a:lnTo>
                  <a:lnTo>
                    <a:pt x="62691" y="12200"/>
                  </a:lnTo>
                  <a:lnTo>
                    <a:pt x="57695" y="10271"/>
                  </a:lnTo>
                  <a:lnTo>
                    <a:pt x="52640" y="8504"/>
                  </a:lnTo>
                  <a:lnTo>
                    <a:pt x="47531" y="6899"/>
                  </a:lnTo>
                  <a:lnTo>
                    <a:pt x="42373" y="5459"/>
                  </a:lnTo>
                  <a:lnTo>
                    <a:pt x="37172" y="4185"/>
                  </a:lnTo>
                  <a:lnTo>
                    <a:pt x="31933" y="3078"/>
                  </a:lnTo>
                  <a:lnTo>
                    <a:pt x="26661" y="2139"/>
                  </a:lnTo>
                  <a:lnTo>
                    <a:pt x="21362" y="1370"/>
                  </a:lnTo>
                  <a:lnTo>
                    <a:pt x="16040" y="771"/>
                  </a:lnTo>
                  <a:lnTo>
                    <a:pt x="10703" y="342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65972" y="1120312"/>
              <a:ext cx="167162" cy="303128"/>
            </a:xfrm>
            <a:custGeom>
              <a:avLst/>
              <a:pathLst>
                <a:path w="167162" h="303128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5" y="1359"/>
                  </a:lnTo>
                  <a:lnTo>
                    <a:pt x="140607" y="2122"/>
                  </a:lnTo>
                  <a:lnTo>
                    <a:pt x="135355" y="3053"/>
                  </a:lnTo>
                  <a:lnTo>
                    <a:pt x="130136" y="4152"/>
                  </a:lnTo>
                  <a:lnTo>
                    <a:pt x="124954" y="5416"/>
                  </a:lnTo>
                  <a:lnTo>
                    <a:pt x="119815" y="6845"/>
                  </a:lnTo>
                  <a:lnTo>
                    <a:pt x="114725" y="8437"/>
                  </a:lnTo>
                  <a:lnTo>
                    <a:pt x="109688" y="10190"/>
                  </a:lnTo>
                  <a:lnTo>
                    <a:pt x="104710" y="12104"/>
                  </a:lnTo>
                  <a:lnTo>
                    <a:pt x="99795" y="14175"/>
                  </a:lnTo>
                  <a:lnTo>
                    <a:pt x="94948" y="16402"/>
                  </a:lnTo>
                  <a:lnTo>
                    <a:pt x="90175" y="18782"/>
                  </a:lnTo>
                  <a:lnTo>
                    <a:pt x="85481" y="21314"/>
                  </a:lnTo>
                  <a:lnTo>
                    <a:pt x="80870" y="23994"/>
                  </a:lnTo>
                  <a:lnTo>
                    <a:pt x="76346" y="26820"/>
                  </a:lnTo>
                  <a:lnTo>
                    <a:pt x="71915" y="29788"/>
                  </a:lnTo>
                  <a:lnTo>
                    <a:pt x="67581" y="32897"/>
                  </a:lnTo>
                  <a:lnTo>
                    <a:pt x="63348" y="36142"/>
                  </a:lnTo>
                  <a:lnTo>
                    <a:pt x="59221" y="39520"/>
                  </a:lnTo>
                  <a:lnTo>
                    <a:pt x="55204" y="43029"/>
                  </a:lnTo>
                  <a:lnTo>
                    <a:pt x="51301" y="46664"/>
                  </a:lnTo>
                  <a:lnTo>
                    <a:pt x="47516" y="50421"/>
                  </a:lnTo>
                  <a:lnTo>
                    <a:pt x="43852" y="54297"/>
                  </a:lnTo>
                  <a:lnTo>
                    <a:pt x="40314" y="58289"/>
                  </a:lnTo>
                  <a:lnTo>
                    <a:pt x="36905" y="62391"/>
                  </a:lnTo>
                  <a:lnTo>
                    <a:pt x="33629" y="66599"/>
                  </a:lnTo>
                  <a:lnTo>
                    <a:pt x="30489" y="70910"/>
                  </a:lnTo>
                  <a:lnTo>
                    <a:pt x="27488" y="75320"/>
                  </a:lnTo>
                  <a:lnTo>
                    <a:pt x="24629" y="79822"/>
                  </a:lnTo>
                  <a:lnTo>
                    <a:pt x="21915" y="84414"/>
                  </a:lnTo>
                  <a:lnTo>
                    <a:pt x="19349" y="89089"/>
                  </a:lnTo>
                  <a:lnTo>
                    <a:pt x="16933" y="93844"/>
                  </a:lnTo>
                  <a:lnTo>
                    <a:pt x="14671" y="98674"/>
                  </a:lnTo>
                  <a:lnTo>
                    <a:pt x="12563" y="103574"/>
                  </a:lnTo>
                  <a:lnTo>
                    <a:pt x="10613" y="108538"/>
                  </a:lnTo>
                  <a:lnTo>
                    <a:pt x="8823" y="113562"/>
                  </a:lnTo>
                  <a:lnTo>
                    <a:pt x="7193" y="118641"/>
                  </a:lnTo>
                  <a:lnTo>
                    <a:pt x="5727" y="123769"/>
                  </a:lnTo>
                  <a:lnTo>
                    <a:pt x="4424" y="128941"/>
                  </a:lnTo>
                  <a:lnTo>
                    <a:pt x="3288" y="134152"/>
                  </a:lnTo>
                  <a:lnTo>
                    <a:pt x="2318" y="139396"/>
                  </a:lnTo>
                  <a:lnTo>
                    <a:pt x="1516" y="144669"/>
                  </a:lnTo>
                  <a:lnTo>
                    <a:pt x="882" y="149965"/>
                  </a:lnTo>
                  <a:lnTo>
                    <a:pt x="418" y="155278"/>
                  </a:lnTo>
                  <a:lnTo>
                    <a:pt x="124" y="160604"/>
                  </a:lnTo>
                  <a:lnTo>
                    <a:pt x="0" y="165936"/>
                  </a:lnTo>
                  <a:lnTo>
                    <a:pt x="45" y="171269"/>
                  </a:lnTo>
                  <a:lnTo>
                    <a:pt x="261" y="176598"/>
                  </a:lnTo>
                  <a:lnTo>
                    <a:pt x="647" y="181918"/>
                  </a:lnTo>
                  <a:lnTo>
                    <a:pt x="1202" y="187223"/>
                  </a:lnTo>
                  <a:lnTo>
                    <a:pt x="1927" y="192507"/>
                  </a:lnTo>
                  <a:lnTo>
                    <a:pt x="2819" y="197765"/>
                  </a:lnTo>
                  <a:lnTo>
                    <a:pt x="3879" y="202992"/>
                  </a:lnTo>
                  <a:lnTo>
                    <a:pt x="5105" y="208183"/>
                  </a:lnTo>
                  <a:lnTo>
                    <a:pt x="6496" y="213332"/>
                  </a:lnTo>
                  <a:lnTo>
                    <a:pt x="8050" y="218434"/>
                  </a:lnTo>
                  <a:lnTo>
                    <a:pt x="9767" y="223484"/>
                  </a:lnTo>
                  <a:lnTo>
                    <a:pt x="11643" y="228476"/>
                  </a:lnTo>
                  <a:lnTo>
                    <a:pt x="13679" y="233406"/>
                  </a:lnTo>
                  <a:lnTo>
                    <a:pt x="15870" y="238269"/>
                  </a:lnTo>
                  <a:lnTo>
                    <a:pt x="18215" y="243059"/>
                  </a:lnTo>
                  <a:lnTo>
                    <a:pt x="20712" y="247772"/>
                  </a:lnTo>
                  <a:lnTo>
                    <a:pt x="23358" y="252403"/>
                  </a:lnTo>
                  <a:lnTo>
                    <a:pt x="26150" y="256947"/>
                  </a:lnTo>
                  <a:lnTo>
                    <a:pt x="29086" y="261400"/>
                  </a:lnTo>
                  <a:lnTo>
                    <a:pt x="32162" y="265757"/>
                  </a:lnTo>
                  <a:lnTo>
                    <a:pt x="35376" y="270013"/>
                  </a:lnTo>
                  <a:lnTo>
                    <a:pt x="38724" y="274165"/>
                  </a:lnTo>
                  <a:lnTo>
                    <a:pt x="42203" y="278208"/>
                  </a:lnTo>
                  <a:lnTo>
                    <a:pt x="45809" y="282138"/>
                  </a:lnTo>
                  <a:lnTo>
                    <a:pt x="49539" y="285951"/>
                  </a:lnTo>
                  <a:lnTo>
                    <a:pt x="53388" y="289643"/>
                  </a:lnTo>
                  <a:lnTo>
                    <a:pt x="57353" y="293210"/>
                  </a:lnTo>
                  <a:lnTo>
                    <a:pt x="61430" y="296649"/>
                  </a:lnTo>
                  <a:lnTo>
                    <a:pt x="65614" y="299956"/>
                  </a:lnTo>
                  <a:lnTo>
                    <a:pt x="69902" y="30312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35875" y="1287480"/>
              <a:ext cx="97260" cy="135960"/>
            </a:xfrm>
            <a:custGeom>
              <a:avLst/>
              <a:pathLst>
                <a:path w="97260" h="135960">
                  <a:moveTo>
                    <a:pt x="0" y="135960"/>
                  </a:moveTo>
                  <a:lnTo>
                    <a:pt x="972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35875" y="1122157"/>
              <a:ext cx="264426" cy="332475"/>
            </a:xfrm>
            <a:custGeom>
              <a:avLst/>
              <a:pathLst>
                <a:path w="264426" h="332475">
                  <a:moveTo>
                    <a:pt x="0" y="301283"/>
                  </a:moveTo>
                  <a:lnTo>
                    <a:pt x="4358" y="304297"/>
                  </a:lnTo>
                  <a:lnTo>
                    <a:pt x="8809" y="307172"/>
                  </a:lnTo>
                  <a:lnTo>
                    <a:pt x="13350" y="309904"/>
                  </a:lnTo>
                  <a:lnTo>
                    <a:pt x="17974" y="312491"/>
                  </a:lnTo>
                  <a:lnTo>
                    <a:pt x="22679" y="314930"/>
                  </a:lnTo>
                  <a:lnTo>
                    <a:pt x="27458" y="317219"/>
                  </a:lnTo>
                  <a:lnTo>
                    <a:pt x="32307" y="319355"/>
                  </a:lnTo>
                  <a:lnTo>
                    <a:pt x="37222" y="321336"/>
                  </a:lnTo>
                  <a:lnTo>
                    <a:pt x="42197" y="323161"/>
                  </a:lnTo>
                  <a:lnTo>
                    <a:pt x="47227" y="324827"/>
                  </a:lnTo>
                  <a:lnTo>
                    <a:pt x="52308" y="326332"/>
                  </a:lnTo>
                  <a:lnTo>
                    <a:pt x="57434" y="327676"/>
                  </a:lnTo>
                  <a:lnTo>
                    <a:pt x="62600" y="328857"/>
                  </a:lnTo>
                  <a:lnTo>
                    <a:pt x="67800" y="329873"/>
                  </a:lnTo>
                  <a:lnTo>
                    <a:pt x="73031" y="330724"/>
                  </a:lnTo>
                  <a:lnTo>
                    <a:pt x="78285" y="331409"/>
                  </a:lnTo>
                  <a:lnTo>
                    <a:pt x="83559" y="331927"/>
                  </a:lnTo>
                  <a:lnTo>
                    <a:pt x="88846" y="332278"/>
                  </a:lnTo>
                  <a:lnTo>
                    <a:pt x="94142" y="332460"/>
                  </a:lnTo>
                  <a:lnTo>
                    <a:pt x="99441" y="332475"/>
                  </a:lnTo>
                  <a:lnTo>
                    <a:pt x="104738" y="332322"/>
                  </a:lnTo>
                  <a:lnTo>
                    <a:pt x="110027" y="332001"/>
                  </a:lnTo>
                  <a:lnTo>
                    <a:pt x="115304" y="331513"/>
                  </a:lnTo>
                  <a:lnTo>
                    <a:pt x="120562" y="330857"/>
                  </a:lnTo>
                  <a:lnTo>
                    <a:pt x="125797" y="330036"/>
                  </a:lnTo>
                  <a:lnTo>
                    <a:pt x="131004" y="329048"/>
                  </a:lnTo>
                  <a:lnTo>
                    <a:pt x="136176" y="327897"/>
                  </a:lnTo>
                  <a:lnTo>
                    <a:pt x="141309" y="326581"/>
                  </a:lnTo>
                  <a:lnTo>
                    <a:pt x="146398" y="325104"/>
                  </a:lnTo>
                  <a:lnTo>
                    <a:pt x="151438" y="323467"/>
                  </a:lnTo>
                  <a:lnTo>
                    <a:pt x="156423" y="321670"/>
                  </a:lnTo>
                  <a:lnTo>
                    <a:pt x="161349" y="319716"/>
                  </a:lnTo>
                  <a:lnTo>
                    <a:pt x="166210" y="317607"/>
                  </a:lnTo>
                  <a:lnTo>
                    <a:pt x="171002" y="315345"/>
                  </a:lnTo>
                  <a:lnTo>
                    <a:pt x="175720" y="312933"/>
                  </a:lnTo>
                  <a:lnTo>
                    <a:pt x="180359" y="310372"/>
                  </a:lnTo>
                  <a:lnTo>
                    <a:pt x="184915" y="307665"/>
                  </a:lnTo>
                  <a:lnTo>
                    <a:pt x="189382" y="304815"/>
                  </a:lnTo>
                  <a:lnTo>
                    <a:pt x="193757" y="301825"/>
                  </a:lnTo>
                  <a:lnTo>
                    <a:pt x="198035" y="298698"/>
                  </a:lnTo>
                  <a:lnTo>
                    <a:pt x="202212" y="295437"/>
                  </a:lnTo>
                  <a:lnTo>
                    <a:pt x="206283" y="292045"/>
                  </a:lnTo>
                  <a:lnTo>
                    <a:pt x="210245" y="288526"/>
                  </a:lnTo>
                  <a:lnTo>
                    <a:pt x="214093" y="284883"/>
                  </a:lnTo>
                  <a:lnTo>
                    <a:pt x="217824" y="281120"/>
                  </a:lnTo>
                  <a:lnTo>
                    <a:pt x="221434" y="277241"/>
                  </a:lnTo>
                  <a:lnTo>
                    <a:pt x="224919" y="273249"/>
                  </a:lnTo>
                  <a:lnTo>
                    <a:pt x="228275" y="269148"/>
                  </a:lnTo>
                  <a:lnTo>
                    <a:pt x="231500" y="264944"/>
                  </a:lnTo>
                  <a:lnTo>
                    <a:pt x="234590" y="260639"/>
                  </a:lnTo>
                  <a:lnTo>
                    <a:pt x="237542" y="256238"/>
                  </a:lnTo>
                  <a:lnTo>
                    <a:pt x="240353" y="251746"/>
                  </a:lnTo>
                  <a:lnTo>
                    <a:pt x="243021" y="247168"/>
                  </a:lnTo>
                  <a:lnTo>
                    <a:pt x="245542" y="242507"/>
                  </a:lnTo>
                  <a:lnTo>
                    <a:pt x="247913" y="237768"/>
                  </a:lnTo>
                  <a:lnTo>
                    <a:pt x="250134" y="232957"/>
                  </a:lnTo>
                  <a:lnTo>
                    <a:pt x="252201" y="228077"/>
                  </a:lnTo>
                  <a:lnTo>
                    <a:pt x="254112" y="223135"/>
                  </a:lnTo>
                  <a:lnTo>
                    <a:pt x="255866" y="218135"/>
                  </a:lnTo>
                  <a:lnTo>
                    <a:pt x="257460" y="213081"/>
                  </a:lnTo>
                  <a:lnTo>
                    <a:pt x="258893" y="207979"/>
                  </a:lnTo>
                  <a:lnTo>
                    <a:pt x="260164" y="202835"/>
                  </a:lnTo>
                  <a:lnTo>
                    <a:pt x="261271" y="197653"/>
                  </a:lnTo>
                  <a:lnTo>
                    <a:pt x="262213" y="192438"/>
                  </a:lnTo>
                  <a:lnTo>
                    <a:pt x="262990" y="187197"/>
                  </a:lnTo>
                  <a:lnTo>
                    <a:pt x="263600" y="181933"/>
                  </a:lnTo>
                  <a:lnTo>
                    <a:pt x="264043" y="176652"/>
                  </a:lnTo>
                  <a:lnTo>
                    <a:pt x="264318" y="171360"/>
                  </a:lnTo>
                  <a:lnTo>
                    <a:pt x="264426" y="166062"/>
                  </a:lnTo>
                  <a:lnTo>
                    <a:pt x="264365" y="160764"/>
                  </a:lnTo>
                  <a:lnTo>
                    <a:pt x="264137" y="155470"/>
                  </a:lnTo>
                  <a:lnTo>
                    <a:pt x="263741" y="150185"/>
                  </a:lnTo>
                  <a:lnTo>
                    <a:pt x="263177" y="144916"/>
                  </a:lnTo>
                  <a:lnTo>
                    <a:pt x="262447" y="139668"/>
                  </a:lnTo>
                  <a:lnTo>
                    <a:pt x="261551" y="134445"/>
                  </a:lnTo>
                  <a:lnTo>
                    <a:pt x="260490" y="129253"/>
                  </a:lnTo>
                  <a:lnTo>
                    <a:pt x="259265" y="124098"/>
                  </a:lnTo>
                  <a:lnTo>
                    <a:pt x="257877" y="118984"/>
                  </a:lnTo>
                  <a:lnTo>
                    <a:pt x="256327" y="113916"/>
                  </a:lnTo>
                  <a:lnTo>
                    <a:pt x="254618" y="108901"/>
                  </a:lnTo>
                  <a:lnTo>
                    <a:pt x="252751" y="103941"/>
                  </a:lnTo>
                  <a:lnTo>
                    <a:pt x="250727" y="99044"/>
                  </a:lnTo>
                  <a:lnTo>
                    <a:pt x="248549" y="94213"/>
                  </a:lnTo>
                  <a:lnTo>
                    <a:pt x="246220" y="89454"/>
                  </a:lnTo>
                  <a:lnTo>
                    <a:pt x="243740" y="84771"/>
                  </a:lnTo>
                  <a:lnTo>
                    <a:pt x="241113" y="80168"/>
                  </a:lnTo>
                  <a:lnTo>
                    <a:pt x="238342" y="75652"/>
                  </a:lnTo>
                  <a:lnTo>
                    <a:pt x="235429" y="71225"/>
                  </a:lnTo>
                  <a:lnTo>
                    <a:pt x="232377" y="66893"/>
                  </a:lnTo>
                  <a:lnTo>
                    <a:pt x="229190" y="62660"/>
                  </a:lnTo>
                  <a:lnTo>
                    <a:pt x="225870" y="58530"/>
                  </a:lnTo>
                  <a:lnTo>
                    <a:pt x="222420" y="54507"/>
                  </a:lnTo>
                  <a:lnTo>
                    <a:pt x="218845" y="50596"/>
                  </a:lnTo>
                  <a:lnTo>
                    <a:pt x="215148" y="46800"/>
                  </a:lnTo>
                  <a:lnTo>
                    <a:pt x="211332" y="43123"/>
                  </a:lnTo>
                  <a:lnTo>
                    <a:pt x="207402" y="39569"/>
                  </a:lnTo>
                  <a:lnTo>
                    <a:pt x="203360" y="36141"/>
                  </a:lnTo>
                  <a:lnTo>
                    <a:pt x="199213" y="32843"/>
                  </a:lnTo>
                  <a:lnTo>
                    <a:pt x="194963" y="29679"/>
                  </a:lnTo>
                  <a:lnTo>
                    <a:pt x="190614" y="26650"/>
                  </a:lnTo>
                  <a:lnTo>
                    <a:pt x="186172" y="23761"/>
                  </a:lnTo>
                  <a:lnTo>
                    <a:pt x="181641" y="21014"/>
                  </a:lnTo>
                  <a:lnTo>
                    <a:pt x="177025" y="18412"/>
                  </a:lnTo>
                  <a:lnTo>
                    <a:pt x="172328" y="15958"/>
                  </a:lnTo>
                  <a:lnTo>
                    <a:pt x="167556" y="13653"/>
                  </a:lnTo>
                  <a:lnTo>
                    <a:pt x="162714" y="11501"/>
                  </a:lnTo>
                  <a:lnTo>
                    <a:pt x="157806" y="9504"/>
                  </a:lnTo>
                  <a:lnTo>
                    <a:pt x="152837" y="7663"/>
                  </a:lnTo>
                  <a:lnTo>
                    <a:pt x="147812" y="5981"/>
                  </a:lnTo>
                  <a:lnTo>
                    <a:pt x="142736" y="4459"/>
                  </a:lnTo>
                  <a:lnTo>
                    <a:pt x="137615" y="3098"/>
                  </a:lnTo>
                  <a:lnTo>
                    <a:pt x="132453" y="1901"/>
                  </a:lnTo>
                  <a:lnTo>
                    <a:pt x="127255" y="868"/>
                  </a:lnTo>
                  <a:lnTo>
                    <a:pt x="122028" y="0"/>
                  </a:lnTo>
                  <a:lnTo>
                    <a:pt x="97260" y="165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633135" y="1120312"/>
              <a:ext cx="24767" cy="167167"/>
            </a:xfrm>
            <a:custGeom>
              <a:avLst/>
              <a:pathLst>
                <a:path w="24767" h="167167">
                  <a:moveTo>
                    <a:pt x="24767" y="1845"/>
                  </a:moveTo>
                  <a:lnTo>
                    <a:pt x="16545" y="820"/>
                  </a:lnTo>
                  <a:lnTo>
                    <a:pt x="8283" y="2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68524" y="971635"/>
              <a:ext cx="167151" cy="256470"/>
            </a:xfrm>
            <a:custGeom>
              <a:avLst/>
              <a:pathLst>
                <a:path w="167151" h="256470">
                  <a:moveTo>
                    <a:pt x="167151" y="0"/>
                  </a:moveTo>
                  <a:lnTo>
                    <a:pt x="161746" y="87"/>
                  </a:lnTo>
                  <a:lnTo>
                    <a:pt x="156346" y="349"/>
                  </a:lnTo>
                  <a:lnTo>
                    <a:pt x="150958" y="786"/>
                  </a:lnTo>
                  <a:lnTo>
                    <a:pt x="145587" y="1396"/>
                  </a:lnTo>
                  <a:lnTo>
                    <a:pt x="140239" y="2180"/>
                  </a:lnTo>
                  <a:lnTo>
                    <a:pt x="134918" y="3136"/>
                  </a:lnTo>
                  <a:lnTo>
                    <a:pt x="129631" y="4264"/>
                  </a:lnTo>
                  <a:lnTo>
                    <a:pt x="124384" y="5563"/>
                  </a:lnTo>
                  <a:lnTo>
                    <a:pt x="119181" y="7030"/>
                  </a:lnTo>
                  <a:lnTo>
                    <a:pt x="114028" y="8665"/>
                  </a:lnTo>
                  <a:lnTo>
                    <a:pt x="108931" y="10465"/>
                  </a:lnTo>
                  <a:lnTo>
                    <a:pt x="103895" y="12430"/>
                  </a:lnTo>
                  <a:lnTo>
                    <a:pt x="98925" y="14556"/>
                  </a:lnTo>
                  <a:lnTo>
                    <a:pt x="94026" y="16842"/>
                  </a:lnTo>
                  <a:lnTo>
                    <a:pt x="89204" y="19285"/>
                  </a:lnTo>
                  <a:lnTo>
                    <a:pt x="84463" y="21882"/>
                  </a:lnTo>
                  <a:lnTo>
                    <a:pt x="79809" y="24632"/>
                  </a:lnTo>
                  <a:lnTo>
                    <a:pt x="75246" y="27530"/>
                  </a:lnTo>
                  <a:lnTo>
                    <a:pt x="70779" y="30575"/>
                  </a:lnTo>
                  <a:lnTo>
                    <a:pt x="66413" y="33762"/>
                  </a:lnTo>
                  <a:lnTo>
                    <a:pt x="62152" y="37089"/>
                  </a:lnTo>
                  <a:lnTo>
                    <a:pt x="58001" y="40552"/>
                  </a:lnTo>
                  <a:lnTo>
                    <a:pt x="53964" y="44148"/>
                  </a:lnTo>
                  <a:lnTo>
                    <a:pt x="50046" y="47872"/>
                  </a:lnTo>
                  <a:lnTo>
                    <a:pt x="46250" y="51721"/>
                  </a:lnTo>
                  <a:lnTo>
                    <a:pt x="42580" y="55690"/>
                  </a:lnTo>
                  <a:lnTo>
                    <a:pt x="39041" y="59776"/>
                  </a:lnTo>
                  <a:lnTo>
                    <a:pt x="35636" y="63975"/>
                  </a:lnTo>
                  <a:lnTo>
                    <a:pt x="32368" y="68281"/>
                  </a:lnTo>
                  <a:lnTo>
                    <a:pt x="29241" y="72690"/>
                  </a:lnTo>
                  <a:lnTo>
                    <a:pt x="26258" y="77199"/>
                  </a:lnTo>
                  <a:lnTo>
                    <a:pt x="23423" y="81802"/>
                  </a:lnTo>
                  <a:lnTo>
                    <a:pt x="20738" y="86493"/>
                  </a:lnTo>
                  <a:lnTo>
                    <a:pt x="18206" y="91270"/>
                  </a:lnTo>
                  <a:lnTo>
                    <a:pt x="15830" y="96125"/>
                  </a:lnTo>
                  <a:lnTo>
                    <a:pt x="13612" y="101055"/>
                  </a:lnTo>
                  <a:lnTo>
                    <a:pt x="11555" y="106054"/>
                  </a:lnTo>
                  <a:lnTo>
                    <a:pt x="9660" y="111117"/>
                  </a:lnTo>
                  <a:lnTo>
                    <a:pt x="7930" y="116238"/>
                  </a:lnTo>
                  <a:lnTo>
                    <a:pt x="6367" y="121413"/>
                  </a:lnTo>
                  <a:lnTo>
                    <a:pt x="4972" y="126636"/>
                  </a:lnTo>
                  <a:lnTo>
                    <a:pt x="3746" y="131901"/>
                  </a:lnTo>
                  <a:lnTo>
                    <a:pt x="2691" y="137203"/>
                  </a:lnTo>
                  <a:lnTo>
                    <a:pt x="1808" y="142536"/>
                  </a:lnTo>
                  <a:lnTo>
                    <a:pt x="1098" y="147895"/>
                  </a:lnTo>
                  <a:lnTo>
                    <a:pt x="562" y="153274"/>
                  </a:lnTo>
                  <a:lnTo>
                    <a:pt x="200" y="158667"/>
                  </a:lnTo>
                  <a:lnTo>
                    <a:pt x="12" y="164070"/>
                  </a:lnTo>
                  <a:lnTo>
                    <a:pt x="0" y="169476"/>
                  </a:lnTo>
                  <a:lnTo>
                    <a:pt x="162" y="174879"/>
                  </a:lnTo>
                  <a:lnTo>
                    <a:pt x="498" y="180274"/>
                  </a:lnTo>
                  <a:lnTo>
                    <a:pt x="1009" y="185656"/>
                  </a:lnTo>
                  <a:lnTo>
                    <a:pt x="1694" y="191018"/>
                  </a:lnTo>
                  <a:lnTo>
                    <a:pt x="2552" y="196356"/>
                  </a:lnTo>
                  <a:lnTo>
                    <a:pt x="3581" y="201662"/>
                  </a:lnTo>
                  <a:lnTo>
                    <a:pt x="4782" y="206933"/>
                  </a:lnTo>
                  <a:lnTo>
                    <a:pt x="6153" y="212162"/>
                  </a:lnTo>
                  <a:lnTo>
                    <a:pt x="7692" y="217344"/>
                  </a:lnTo>
                  <a:lnTo>
                    <a:pt x="9398" y="222474"/>
                  </a:lnTo>
                  <a:lnTo>
                    <a:pt x="11268" y="227546"/>
                  </a:lnTo>
                  <a:lnTo>
                    <a:pt x="13302" y="232554"/>
                  </a:lnTo>
                  <a:lnTo>
                    <a:pt x="15497" y="237495"/>
                  </a:lnTo>
                  <a:lnTo>
                    <a:pt x="17850" y="242361"/>
                  </a:lnTo>
                  <a:lnTo>
                    <a:pt x="20359" y="247149"/>
                  </a:lnTo>
                  <a:lnTo>
                    <a:pt x="23022" y="251854"/>
                  </a:lnTo>
                  <a:lnTo>
                    <a:pt x="25836" y="25647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4360" y="1138802"/>
              <a:ext cx="141315" cy="89302"/>
            </a:xfrm>
            <a:custGeom>
              <a:avLst/>
              <a:pathLst>
                <a:path w="141315" h="89302">
                  <a:moveTo>
                    <a:pt x="0" y="89302"/>
                  </a:moveTo>
                  <a:lnTo>
                    <a:pt x="1413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4360" y="1017824"/>
              <a:ext cx="308473" cy="288126"/>
            </a:xfrm>
            <a:custGeom>
              <a:avLst/>
              <a:pathLst>
                <a:path w="308473" h="288126">
                  <a:moveTo>
                    <a:pt x="0" y="210280"/>
                  </a:moveTo>
                  <a:lnTo>
                    <a:pt x="2925" y="214750"/>
                  </a:lnTo>
                  <a:lnTo>
                    <a:pt x="5991" y="219123"/>
                  </a:lnTo>
                  <a:lnTo>
                    <a:pt x="9196" y="223397"/>
                  </a:lnTo>
                  <a:lnTo>
                    <a:pt x="12536" y="227565"/>
                  </a:lnTo>
                  <a:lnTo>
                    <a:pt x="16007" y="231625"/>
                  </a:lnTo>
                  <a:lnTo>
                    <a:pt x="19606" y="235572"/>
                  </a:lnTo>
                  <a:lnTo>
                    <a:pt x="23329" y="239402"/>
                  </a:lnTo>
                  <a:lnTo>
                    <a:pt x="27173" y="243111"/>
                  </a:lnTo>
                  <a:lnTo>
                    <a:pt x="31133" y="246696"/>
                  </a:lnTo>
                  <a:lnTo>
                    <a:pt x="35206" y="250152"/>
                  </a:lnTo>
                  <a:lnTo>
                    <a:pt x="39387" y="253476"/>
                  </a:lnTo>
                  <a:lnTo>
                    <a:pt x="43672" y="256665"/>
                  </a:lnTo>
                  <a:lnTo>
                    <a:pt x="48057" y="259715"/>
                  </a:lnTo>
                  <a:lnTo>
                    <a:pt x="52537" y="262624"/>
                  </a:lnTo>
                  <a:lnTo>
                    <a:pt x="57108" y="265388"/>
                  </a:lnTo>
                  <a:lnTo>
                    <a:pt x="61765" y="268004"/>
                  </a:lnTo>
                  <a:lnTo>
                    <a:pt x="66503" y="270471"/>
                  </a:lnTo>
                  <a:lnTo>
                    <a:pt x="71317" y="272784"/>
                  </a:lnTo>
                  <a:lnTo>
                    <a:pt x="76203" y="274943"/>
                  </a:lnTo>
                  <a:lnTo>
                    <a:pt x="81155" y="276945"/>
                  </a:lnTo>
                  <a:lnTo>
                    <a:pt x="86169" y="278787"/>
                  </a:lnTo>
                  <a:lnTo>
                    <a:pt x="91239" y="280469"/>
                  </a:lnTo>
                  <a:lnTo>
                    <a:pt x="96360" y="281987"/>
                  </a:lnTo>
                  <a:lnTo>
                    <a:pt x="101527" y="283341"/>
                  </a:lnTo>
                  <a:lnTo>
                    <a:pt x="106735" y="284529"/>
                  </a:lnTo>
                  <a:lnTo>
                    <a:pt x="111978" y="285551"/>
                  </a:lnTo>
                  <a:lnTo>
                    <a:pt x="117250" y="286404"/>
                  </a:lnTo>
                  <a:lnTo>
                    <a:pt x="122548" y="287088"/>
                  </a:lnTo>
                  <a:lnTo>
                    <a:pt x="127865" y="287603"/>
                  </a:lnTo>
                  <a:lnTo>
                    <a:pt x="133195" y="287948"/>
                  </a:lnTo>
                  <a:lnTo>
                    <a:pt x="138534" y="288122"/>
                  </a:lnTo>
                  <a:lnTo>
                    <a:pt x="143875" y="288126"/>
                  </a:lnTo>
                  <a:lnTo>
                    <a:pt x="149214" y="287958"/>
                  </a:lnTo>
                  <a:lnTo>
                    <a:pt x="154545" y="287621"/>
                  </a:lnTo>
                  <a:lnTo>
                    <a:pt x="159862" y="287113"/>
                  </a:lnTo>
                  <a:lnTo>
                    <a:pt x="165160" y="286436"/>
                  </a:lnTo>
                  <a:lnTo>
                    <a:pt x="170434" y="285589"/>
                  </a:lnTo>
                  <a:lnTo>
                    <a:pt x="175679" y="284575"/>
                  </a:lnTo>
                  <a:lnTo>
                    <a:pt x="180888" y="283394"/>
                  </a:lnTo>
                  <a:lnTo>
                    <a:pt x="186057" y="282046"/>
                  </a:lnTo>
                  <a:lnTo>
                    <a:pt x="191180" y="280535"/>
                  </a:lnTo>
                  <a:lnTo>
                    <a:pt x="196252" y="278860"/>
                  </a:lnTo>
                  <a:lnTo>
                    <a:pt x="201268" y="277024"/>
                  </a:lnTo>
                  <a:lnTo>
                    <a:pt x="206223" y="275029"/>
                  </a:lnTo>
                  <a:lnTo>
                    <a:pt x="211112" y="272877"/>
                  </a:lnTo>
                  <a:lnTo>
                    <a:pt x="215929" y="270569"/>
                  </a:lnTo>
                  <a:lnTo>
                    <a:pt x="220670" y="268109"/>
                  </a:lnTo>
                  <a:lnTo>
                    <a:pt x="225331" y="265499"/>
                  </a:lnTo>
                  <a:lnTo>
                    <a:pt x="229905" y="262741"/>
                  </a:lnTo>
                  <a:lnTo>
                    <a:pt x="234389" y="259838"/>
                  </a:lnTo>
                  <a:lnTo>
                    <a:pt x="238778" y="256793"/>
                  </a:lnTo>
                  <a:lnTo>
                    <a:pt x="243067" y="253610"/>
                  </a:lnTo>
                  <a:lnTo>
                    <a:pt x="247253" y="250292"/>
                  </a:lnTo>
                  <a:lnTo>
                    <a:pt x="251330" y="246841"/>
                  </a:lnTo>
                  <a:lnTo>
                    <a:pt x="255295" y="243262"/>
                  </a:lnTo>
                  <a:lnTo>
                    <a:pt x="259144" y="239558"/>
                  </a:lnTo>
                  <a:lnTo>
                    <a:pt x="262872" y="235733"/>
                  </a:lnTo>
                  <a:lnTo>
                    <a:pt x="266476" y="231791"/>
                  </a:lnTo>
                  <a:lnTo>
                    <a:pt x="269953" y="227735"/>
                  </a:lnTo>
                  <a:lnTo>
                    <a:pt x="273298" y="223571"/>
                  </a:lnTo>
                  <a:lnTo>
                    <a:pt x="276508" y="219302"/>
                  </a:lnTo>
                  <a:lnTo>
                    <a:pt x="279581" y="214932"/>
                  </a:lnTo>
                  <a:lnTo>
                    <a:pt x="282512" y="210467"/>
                  </a:lnTo>
                  <a:lnTo>
                    <a:pt x="285299" y="205910"/>
                  </a:lnTo>
                  <a:lnTo>
                    <a:pt x="287939" y="201267"/>
                  </a:lnTo>
                  <a:lnTo>
                    <a:pt x="290429" y="196541"/>
                  </a:lnTo>
                  <a:lnTo>
                    <a:pt x="292767" y="191739"/>
                  </a:lnTo>
                  <a:lnTo>
                    <a:pt x="294951" y="186864"/>
                  </a:lnTo>
                  <a:lnTo>
                    <a:pt x="296977" y="181922"/>
                  </a:lnTo>
                  <a:lnTo>
                    <a:pt x="298845" y="176917"/>
                  </a:lnTo>
                  <a:lnTo>
                    <a:pt x="300552" y="171856"/>
                  </a:lnTo>
                  <a:lnTo>
                    <a:pt x="302096" y="166742"/>
                  </a:lnTo>
                  <a:lnTo>
                    <a:pt x="303476" y="161582"/>
                  </a:lnTo>
                  <a:lnTo>
                    <a:pt x="304690" y="156381"/>
                  </a:lnTo>
                  <a:lnTo>
                    <a:pt x="305738" y="151143"/>
                  </a:lnTo>
                  <a:lnTo>
                    <a:pt x="306618" y="145874"/>
                  </a:lnTo>
                  <a:lnTo>
                    <a:pt x="307329" y="140580"/>
                  </a:lnTo>
                  <a:lnTo>
                    <a:pt x="307870" y="135266"/>
                  </a:lnTo>
                  <a:lnTo>
                    <a:pt x="308242" y="129938"/>
                  </a:lnTo>
                  <a:lnTo>
                    <a:pt x="308443" y="124600"/>
                  </a:lnTo>
                  <a:lnTo>
                    <a:pt x="308473" y="119259"/>
                  </a:lnTo>
                  <a:lnTo>
                    <a:pt x="308333" y="113919"/>
                  </a:lnTo>
                  <a:lnTo>
                    <a:pt x="308022" y="108587"/>
                  </a:lnTo>
                  <a:lnTo>
                    <a:pt x="307541" y="103267"/>
                  </a:lnTo>
                  <a:lnTo>
                    <a:pt x="306891" y="97965"/>
                  </a:lnTo>
                  <a:lnTo>
                    <a:pt x="306071" y="92687"/>
                  </a:lnTo>
                  <a:lnTo>
                    <a:pt x="305083" y="87438"/>
                  </a:lnTo>
                  <a:lnTo>
                    <a:pt x="303928" y="82223"/>
                  </a:lnTo>
                  <a:lnTo>
                    <a:pt x="302606" y="77047"/>
                  </a:lnTo>
                  <a:lnTo>
                    <a:pt x="301121" y="71916"/>
                  </a:lnTo>
                  <a:lnTo>
                    <a:pt x="299472" y="66836"/>
                  </a:lnTo>
                  <a:lnTo>
                    <a:pt x="297661" y="61810"/>
                  </a:lnTo>
                  <a:lnTo>
                    <a:pt x="295691" y="56846"/>
                  </a:lnTo>
                  <a:lnTo>
                    <a:pt x="293563" y="51946"/>
                  </a:lnTo>
                  <a:lnTo>
                    <a:pt x="291280" y="47117"/>
                  </a:lnTo>
                  <a:lnTo>
                    <a:pt x="288844" y="42364"/>
                  </a:lnTo>
                  <a:lnTo>
                    <a:pt x="286257" y="37690"/>
                  </a:lnTo>
                  <a:lnTo>
                    <a:pt x="283522" y="33102"/>
                  </a:lnTo>
                  <a:lnTo>
                    <a:pt x="280642" y="28604"/>
                  </a:lnTo>
                  <a:lnTo>
                    <a:pt x="277619" y="24200"/>
                  </a:lnTo>
                  <a:lnTo>
                    <a:pt x="274458" y="19894"/>
                  </a:lnTo>
                  <a:lnTo>
                    <a:pt x="271160" y="15692"/>
                  </a:lnTo>
                  <a:lnTo>
                    <a:pt x="267730" y="11597"/>
                  </a:lnTo>
                  <a:lnTo>
                    <a:pt x="264171" y="7614"/>
                  </a:lnTo>
                  <a:lnTo>
                    <a:pt x="260487" y="3747"/>
                  </a:lnTo>
                  <a:lnTo>
                    <a:pt x="256680" y="0"/>
                  </a:lnTo>
                  <a:lnTo>
                    <a:pt x="141315" y="120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135676" y="971635"/>
              <a:ext cx="115365" cy="167167"/>
            </a:xfrm>
            <a:custGeom>
              <a:avLst/>
              <a:pathLst>
                <a:path w="115365" h="167167">
                  <a:moveTo>
                    <a:pt x="115365" y="46189"/>
                  </a:moveTo>
                  <a:lnTo>
                    <a:pt x="111296" y="42435"/>
                  </a:lnTo>
                  <a:lnTo>
                    <a:pt x="107106" y="38819"/>
                  </a:lnTo>
                  <a:lnTo>
                    <a:pt x="102797" y="35343"/>
                  </a:lnTo>
                  <a:lnTo>
                    <a:pt x="98376" y="32012"/>
                  </a:lnTo>
                  <a:lnTo>
                    <a:pt x="93847" y="28829"/>
                  </a:lnTo>
                  <a:lnTo>
                    <a:pt x="89216" y="25797"/>
                  </a:lnTo>
                  <a:lnTo>
                    <a:pt x="84486" y="22921"/>
                  </a:lnTo>
                  <a:lnTo>
                    <a:pt x="79664" y="20203"/>
                  </a:lnTo>
                  <a:lnTo>
                    <a:pt x="74754" y="17645"/>
                  </a:lnTo>
                  <a:lnTo>
                    <a:pt x="69763" y="15252"/>
                  </a:lnTo>
                  <a:lnTo>
                    <a:pt x="64695" y="13026"/>
                  </a:lnTo>
                  <a:lnTo>
                    <a:pt x="59556" y="10968"/>
                  </a:lnTo>
                  <a:lnTo>
                    <a:pt x="54351" y="9082"/>
                  </a:lnTo>
                  <a:lnTo>
                    <a:pt x="49088" y="7369"/>
                  </a:lnTo>
                  <a:lnTo>
                    <a:pt x="43770" y="5832"/>
                  </a:lnTo>
                  <a:lnTo>
                    <a:pt x="38404" y="4471"/>
                  </a:lnTo>
                  <a:lnTo>
                    <a:pt x="32996" y="3288"/>
                  </a:lnTo>
                  <a:lnTo>
                    <a:pt x="27552" y="2286"/>
                  </a:lnTo>
                  <a:lnTo>
                    <a:pt x="22078" y="1464"/>
                  </a:lnTo>
                  <a:lnTo>
                    <a:pt x="16580" y="824"/>
                  </a:lnTo>
                  <a:lnTo>
                    <a:pt x="11063" y="366"/>
                  </a:lnTo>
                  <a:lnTo>
                    <a:pt x="553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39528" y="941493"/>
              <a:ext cx="77751" cy="167167"/>
            </a:xfrm>
            <a:custGeom>
              <a:avLst/>
              <a:pathLst>
                <a:path w="77751" h="167167">
                  <a:moveTo>
                    <a:pt x="77751" y="0"/>
                  </a:moveTo>
                  <a:lnTo>
                    <a:pt x="71976" y="99"/>
                  </a:lnTo>
                  <a:lnTo>
                    <a:pt x="66207" y="399"/>
                  </a:lnTo>
                  <a:lnTo>
                    <a:pt x="60453" y="897"/>
                  </a:lnTo>
                  <a:lnTo>
                    <a:pt x="54719" y="1594"/>
                  </a:lnTo>
                  <a:lnTo>
                    <a:pt x="49013" y="2488"/>
                  </a:lnTo>
                  <a:lnTo>
                    <a:pt x="43341" y="3579"/>
                  </a:lnTo>
                  <a:lnTo>
                    <a:pt x="37710" y="4866"/>
                  </a:lnTo>
                  <a:lnTo>
                    <a:pt x="32126" y="6346"/>
                  </a:lnTo>
                  <a:lnTo>
                    <a:pt x="26598" y="8018"/>
                  </a:lnTo>
                  <a:lnTo>
                    <a:pt x="21130" y="9880"/>
                  </a:lnTo>
                  <a:lnTo>
                    <a:pt x="15730" y="11930"/>
                  </a:lnTo>
                  <a:lnTo>
                    <a:pt x="10404" y="14166"/>
                  </a:lnTo>
                  <a:lnTo>
                    <a:pt x="5158" y="16584"/>
                  </a:lnTo>
                  <a:lnTo>
                    <a:pt x="0" y="19182"/>
                  </a:lnTo>
                  <a:lnTo>
                    <a:pt x="777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9528" y="960675"/>
              <a:ext cx="77751" cy="147985"/>
            </a:xfrm>
            <a:custGeom>
              <a:avLst/>
              <a:pathLst>
                <a:path w="77751" h="147985">
                  <a:moveTo>
                    <a:pt x="0" y="0"/>
                  </a:moveTo>
                  <a:lnTo>
                    <a:pt x="77751" y="1479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50116" y="945077"/>
              <a:ext cx="334330" cy="330740"/>
            </a:xfrm>
            <a:custGeom>
              <a:avLst/>
              <a:pathLst>
                <a:path w="334330" h="330740">
                  <a:moveTo>
                    <a:pt x="89412" y="15598"/>
                  </a:moveTo>
                  <a:lnTo>
                    <a:pt x="84750" y="18142"/>
                  </a:lnTo>
                  <a:lnTo>
                    <a:pt x="80171" y="20834"/>
                  </a:lnTo>
                  <a:lnTo>
                    <a:pt x="75680" y="23669"/>
                  </a:lnTo>
                  <a:lnTo>
                    <a:pt x="71282" y="26646"/>
                  </a:lnTo>
                  <a:lnTo>
                    <a:pt x="66980" y="29761"/>
                  </a:lnTo>
                  <a:lnTo>
                    <a:pt x="62780" y="33011"/>
                  </a:lnTo>
                  <a:lnTo>
                    <a:pt x="58684" y="36393"/>
                  </a:lnTo>
                  <a:lnTo>
                    <a:pt x="54699" y="39903"/>
                  </a:lnTo>
                  <a:lnTo>
                    <a:pt x="50826" y="43538"/>
                  </a:lnTo>
                  <a:lnTo>
                    <a:pt x="47072" y="47295"/>
                  </a:lnTo>
                  <a:lnTo>
                    <a:pt x="43438" y="51168"/>
                  </a:lnTo>
                  <a:lnTo>
                    <a:pt x="39929" y="55155"/>
                  </a:lnTo>
                  <a:lnTo>
                    <a:pt x="36549" y="59252"/>
                  </a:lnTo>
                  <a:lnTo>
                    <a:pt x="33301" y="63454"/>
                  </a:lnTo>
                  <a:lnTo>
                    <a:pt x="30188" y="67757"/>
                  </a:lnTo>
                  <a:lnTo>
                    <a:pt x="27213" y="72157"/>
                  </a:lnTo>
                  <a:lnTo>
                    <a:pt x="24379" y="76649"/>
                  </a:lnTo>
                  <a:lnTo>
                    <a:pt x="21689" y="81228"/>
                  </a:lnTo>
                  <a:lnTo>
                    <a:pt x="19146" y="85891"/>
                  </a:lnTo>
                  <a:lnTo>
                    <a:pt x="16753" y="90633"/>
                  </a:lnTo>
                  <a:lnTo>
                    <a:pt x="14512" y="95447"/>
                  </a:lnTo>
                  <a:lnTo>
                    <a:pt x="12424" y="100331"/>
                  </a:lnTo>
                  <a:lnTo>
                    <a:pt x="10493" y="105279"/>
                  </a:lnTo>
                  <a:lnTo>
                    <a:pt x="8720" y="110285"/>
                  </a:lnTo>
                  <a:lnTo>
                    <a:pt x="7107" y="115345"/>
                  </a:lnTo>
                  <a:lnTo>
                    <a:pt x="5655" y="120454"/>
                  </a:lnTo>
                  <a:lnTo>
                    <a:pt x="4366" y="125607"/>
                  </a:lnTo>
                  <a:lnTo>
                    <a:pt x="3242" y="130797"/>
                  </a:lnTo>
                  <a:lnTo>
                    <a:pt x="2283" y="136021"/>
                  </a:lnTo>
                  <a:lnTo>
                    <a:pt x="1491" y="141273"/>
                  </a:lnTo>
                  <a:lnTo>
                    <a:pt x="866" y="146547"/>
                  </a:lnTo>
                  <a:lnTo>
                    <a:pt x="409" y="151839"/>
                  </a:lnTo>
                  <a:lnTo>
                    <a:pt x="120" y="157142"/>
                  </a:lnTo>
                  <a:lnTo>
                    <a:pt x="0" y="162452"/>
                  </a:lnTo>
                  <a:lnTo>
                    <a:pt x="48" y="167763"/>
                  </a:lnTo>
                  <a:lnTo>
                    <a:pt x="265" y="173069"/>
                  </a:lnTo>
                  <a:lnTo>
                    <a:pt x="651" y="178366"/>
                  </a:lnTo>
                  <a:lnTo>
                    <a:pt x="1204" y="183649"/>
                  </a:lnTo>
                  <a:lnTo>
                    <a:pt x="1925" y="188911"/>
                  </a:lnTo>
                  <a:lnTo>
                    <a:pt x="2813" y="194147"/>
                  </a:lnTo>
                  <a:lnTo>
                    <a:pt x="3867" y="199352"/>
                  </a:lnTo>
                  <a:lnTo>
                    <a:pt x="5086" y="204522"/>
                  </a:lnTo>
                  <a:lnTo>
                    <a:pt x="6468" y="209650"/>
                  </a:lnTo>
                  <a:lnTo>
                    <a:pt x="8013" y="214731"/>
                  </a:lnTo>
                  <a:lnTo>
                    <a:pt x="9718" y="219761"/>
                  </a:lnTo>
                  <a:lnTo>
                    <a:pt x="11582" y="224735"/>
                  </a:lnTo>
                  <a:lnTo>
                    <a:pt x="13603" y="229646"/>
                  </a:lnTo>
                  <a:lnTo>
                    <a:pt x="15779" y="234491"/>
                  </a:lnTo>
                  <a:lnTo>
                    <a:pt x="18108" y="239264"/>
                  </a:lnTo>
                  <a:lnTo>
                    <a:pt x="20588" y="243961"/>
                  </a:lnTo>
                  <a:lnTo>
                    <a:pt x="23215" y="248577"/>
                  </a:lnTo>
                  <a:lnTo>
                    <a:pt x="25988" y="253107"/>
                  </a:lnTo>
                  <a:lnTo>
                    <a:pt x="28903" y="257546"/>
                  </a:lnTo>
                  <a:lnTo>
                    <a:pt x="31958" y="261891"/>
                  </a:lnTo>
                  <a:lnTo>
                    <a:pt x="35149" y="266137"/>
                  </a:lnTo>
                  <a:lnTo>
                    <a:pt x="38474" y="270279"/>
                  </a:lnTo>
                  <a:lnTo>
                    <a:pt x="41928" y="274313"/>
                  </a:lnTo>
                  <a:lnTo>
                    <a:pt x="45509" y="278235"/>
                  </a:lnTo>
                  <a:lnTo>
                    <a:pt x="49212" y="282042"/>
                  </a:lnTo>
                  <a:lnTo>
                    <a:pt x="53035" y="285729"/>
                  </a:lnTo>
                  <a:lnTo>
                    <a:pt x="56973" y="289293"/>
                  </a:lnTo>
                  <a:lnTo>
                    <a:pt x="61022" y="292730"/>
                  </a:lnTo>
                  <a:lnTo>
                    <a:pt x="65178" y="296037"/>
                  </a:lnTo>
                  <a:lnTo>
                    <a:pt x="69437" y="299210"/>
                  </a:lnTo>
                  <a:lnTo>
                    <a:pt x="73795" y="302246"/>
                  </a:lnTo>
                  <a:lnTo>
                    <a:pt x="78247" y="305142"/>
                  </a:lnTo>
                  <a:lnTo>
                    <a:pt x="82789" y="307895"/>
                  </a:lnTo>
                  <a:lnTo>
                    <a:pt x="87416" y="310503"/>
                  </a:lnTo>
                  <a:lnTo>
                    <a:pt x="92123" y="312962"/>
                  </a:lnTo>
                  <a:lnTo>
                    <a:pt x="96907" y="315270"/>
                  </a:lnTo>
                  <a:lnTo>
                    <a:pt x="101761" y="317425"/>
                  </a:lnTo>
                  <a:lnTo>
                    <a:pt x="106681" y="319425"/>
                  </a:lnTo>
                  <a:lnTo>
                    <a:pt x="111662" y="321268"/>
                  </a:lnTo>
                  <a:lnTo>
                    <a:pt x="116699" y="322952"/>
                  </a:lnTo>
                  <a:lnTo>
                    <a:pt x="121788" y="324474"/>
                  </a:lnTo>
                  <a:lnTo>
                    <a:pt x="126922" y="325835"/>
                  </a:lnTo>
                  <a:lnTo>
                    <a:pt x="132096" y="327031"/>
                  </a:lnTo>
                  <a:lnTo>
                    <a:pt x="137306" y="328063"/>
                  </a:lnTo>
                  <a:lnTo>
                    <a:pt x="142546" y="328928"/>
                  </a:lnTo>
                  <a:lnTo>
                    <a:pt x="147811" y="329627"/>
                  </a:lnTo>
                  <a:lnTo>
                    <a:pt x="153096" y="330157"/>
                  </a:lnTo>
                  <a:lnTo>
                    <a:pt x="158395" y="330520"/>
                  </a:lnTo>
                  <a:lnTo>
                    <a:pt x="163702" y="330715"/>
                  </a:lnTo>
                  <a:lnTo>
                    <a:pt x="169013" y="330740"/>
                  </a:lnTo>
                  <a:lnTo>
                    <a:pt x="174322" y="330597"/>
                  </a:lnTo>
                  <a:lnTo>
                    <a:pt x="179624" y="330285"/>
                  </a:lnTo>
                  <a:lnTo>
                    <a:pt x="184914" y="329805"/>
                  </a:lnTo>
                  <a:lnTo>
                    <a:pt x="190185" y="329158"/>
                  </a:lnTo>
                  <a:lnTo>
                    <a:pt x="195433" y="328343"/>
                  </a:lnTo>
                  <a:lnTo>
                    <a:pt x="200653" y="327361"/>
                  </a:lnTo>
                  <a:lnTo>
                    <a:pt x="205839" y="326215"/>
                  </a:lnTo>
                  <a:lnTo>
                    <a:pt x="210986" y="324904"/>
                  </a:lnTo>
                  <a:lnTo>
                    <a:pt x="216089" y="323431"/>
                  </a:lnTo>
                  <a:lnTo>
                    <a:pt x="221142" y="321796"/>
                  </a:lnTo>
                  <a:lnTo>
                    <a:pt x="226141" y="320001"/>
                  </a:lnTo>
                  <a:lnTo>
                    <a:pt x="231080" y="318049"/>
                  </a:lnTo>
                  <a:lnTo>
                    <a:pt x="235954" y="315940"/>
                  </a:lnTo>
                  <a:lnTo>
                    <a:pt x="240760" y="313678"/>
                  </a:lnTo>
                  <a:lnTo>
                    <a:pt x="245491" y="311264"/>
                  </a:lnTo>
                  <a:lnTo>
                    <a:pt x="250143" y="308701"/>
                  </a:lnTo>
                  <a:lnTo>
                    <a:pt x="254711" y="305992"/>
                  </a:lnTo>
                  <a:lnTo>
                    <a:pt x="259190" y="303139"/>
                  </a:lnTo>
                  <a:lnTo>
                    <a:pt x="263577" y="300145"/>
                  </a:lnTo>
                  <a:lnTo>
                    <a:pt x="267867" y="297014"/>
                  </a:lnTo>
                  <a:lnTo>
                    <a:pt x="272055" y="293747"/>
                  </a:lnTo>
                  <a:lnTo>
                    <a:pt x="276137" y="290349"/>
                  </a:lnTo>
                  <a:lnTo>
                    <a:pt x="280109" y="286824"/>
                  </a:lnTo>
                  <a:lnTo>
                    <a:pt x="283967" y="283173"/>
                  </a:lnTo>
                  <a:lnTo>
                    <a:pt x="287707" y="279402"/>
                  </a:lnTo>
                  <a:lnTo>
                    <a:pt x="291325" y="275515"/>
                  </a:lnTo>
                  <a:lnTo>
                    <a:pt x="294818" y="271514"/>
                  </a:lnTo>
                  <a:lnTo>
                    <a:pt x="298183" y="267404"/>
                  </a:lnTo>
                  <a:lnTo>
                    <a:pt x="301415" y="263190"/>
                  </a:lnTo>
                  <a:lnTo>
                    <a:pt x="304511" y="258874"/>
                  </a:lnTo>
                  <a:lnTo>
                    <a:pt x="307469" y="254463"/>
                  </a:lnTo>
                  <a:lnTo>
                    <a:pt x="310285" y="249960"/>
                  </a:lnTo>
                  <a:lnTo>
                    <a:pt x="312957" y="245370"/>
                  </a:lnTo>
                  <a:lnTo>
                    <a:pt x="315481" y="240697"/>
                  </a:lnTo>
                  <a:lnTo>
                    <a:pt x="317856" y="235947"/>
                  </a:lnTo>
                  <a:lnTo>
                    <a:pt x="320079" y="231123"/>
                  </a:lnTo>
                  <a:lnTo>
                    <a:pt x="322147" y="226231"/>
                  </a:lnTo>
                  <a:lnTo>
                    <a:pt x="324059" y="221276"/>
                  </a:lnTo>
                  <a:lnTo>
                    <a:pt x="325813" y="216263"/>
                  </a:lnTo>
                  <a:lnTo>
                    <a:pt x="327406" y="211196"/>
                  </a:lnTo>
                  <a:lnTo>
                    <a:pt x="328838" y="206082"/>
                  </a:lnTo>
                  <a:lnTo>
                    <a:pt x="330107" y="200924"/>
                  </a:lnTo>
                  <a:lnTo>
                    <a:pt x="331211" y="195729"/>
                  </a:lnTo>
                  <a:lnTo>
                    <a:pt x="332149" y="190502"/>
                  </a:lnTo>
                  <a:lnTo>
                    <a:pt x="332921" y="185247"/>
                  </a:lnTo>
                  <a:lnTo>
                    <a:pt x="333525" y="179970"/>
                  </a:lnTo>
                  <a:lnTo>
                    <a:pt x="333962" y="174677"/>
                  </a:lnTo>
                  <a:lnTo>
                    <a:pt x="334230" y="169373"/>
                  </a:lnTo>
                  <a:lnTo>
                    <a:pt x="334330" y="164063"/>
                  </a:lnTo>
                  <a:lnTo>
                    <a:pt x="334261" y="158752"/>
                  </a:lnTo>
                  <a:lnTo>
                    <a:pt x="334023" y="153446"/>
                  </a:lnTo>
                  <a:lnTo>
                    <a:pt x="333617" y="148151"/>
                  </a:lnTo>
                  <a:lnTo>
                    <a:pt x="333042" y="142871"/>
                  </a:lnTo>
                  <a:lnTo>
                    <a:pt x="332301" y="137612"/>
                  </a:lnTo>
                  <a:lnTo>
                    <a:pt x="331392" y="132379"/>
                  </a:lnTo>
                  <a:lnTo>
                    <a:pt x="330318" y="127177"/>
                  </a:lnTo>
                  <a:lnTo>
                    <a:pt x="329079" y="122013"/>
                  </a:lnTo>
                  <a:lnTo>
                    <a:pt x="327677" y="116890"/>
                  </a:lnTo>
                  <a:lnTo>
                    <a:pt x="326113" y="111815"/>
                  </a:lnTo>
                  <a:lnTo>
                    <a:pt x="324388" y="106791"/>
                  </a:lnTo>
                  <a:lnTo>
                    <a:pt x="322505" y="101825"/>
                  </a:lnTo>
                  <a:lnTo>
                    <a:pt x="320464" y="96922"/>
                  </a:lnTo>
                  <a:lnTo>
                    <a:pt x="318269" y="92085"/>
                  </a:lnTo>
                  <a:lnTo>
                    <a:pt x="315922" y="87321"/>
                  </a:lnTo>
                  <a:lnTo>
                    <a:pt x="313424" y="82634"/>
                  </a:lnTo>
                  <a:lnTo>
                    <a:pt x="310779" y="78029"/>
                  </a:lnTo>
                  <a:lnTo>
                    <a:pt x="307988" y="73510"/>
                  </a:lnTo>
                  <a:lnTo>
                    <a:pt x="305056" y="69081"/>
                  </a:lnTo>
                  <a:lnTo>
                    <a:pt x="301984" y="64749"/>
                  </a:lnTo>
                  <a:lnTo>
                    <a:pt x="298776" y="60516"/>
                  </a:lnTo>
                  <a:lnTo>
                    <a:pt x="295436" y="56387"/>
                  </a:lnTo>
                  <a:lnTo>
                    <a:pt x="291966" y="52366"/>
                  </a:lnTo>
                  <a:lnTo>
                    <a:pt x="288370" y="48457"/>
                  </a:lnTo>
                  <a:lnTo>
                    <a:pt x="284651" y="44665"/>
                  </a:lnTo>
                  <a:lnTo>
                    <a:pt x="280814" y="40993"/>
                  </a:lnTo>
                  <a:lnTo>
                    <a:pt x="276863" y="37444"/>
                  </a:lnTo>
                  <a:lnTo>
                    <a:pt x="272800" y="34023"/>
                  </a:lnTo>
                  <a:lnTo>
                    <a:pt x="268631" y="30733"/>
                  </a:lnTo>
                  <a:lnTo>
                    <a:pt x="264360" y="27576"/>
                  </a:lnTo>
                  <a:lnTo>
                    <a:pt x="259990" y="24557"/>
                  </a:lnTo>
                  <a:lnTo>
                    <a:pt x="255527" y="21679"/>
                  </a:lnTo>
                  <a:lnTo>
                    <a:pt x="250974" y="18943"/>
                  </a:lnTo>
                  <a:lnTo>
                    <a:pt x="246337" y="16354"/>
                  </a:lnTo>
                  <a:lnTo>
                    <a:pt x="241620" y="13913"/>
                  </a:lnTo>
                  <a:lnTo>
                    <a:pt x="236828" y="11623"/>
                  </a:lnTo>
                  <a:lnTo>
                    <a:pt x="231965" y="9487"/>
                  </a:lnTo>
                  <a:lnTo>
                    <a:pt x="227037" y="7506"/>
                  </a:lnTo>
                  <a:lnTo>
                    <a:pt x="222049" y="5683"/>
                  </a:lnTo>
                  <a:lnTo>
                    <a:pt x="217005" y="4019"/>
                  </a:lnTo>
                  <a:lnTo>
                    <a:pt x="211911" y="2516"/>
                  </a:lnTo>
                  <a:lnTo>
                    <a:pt x="206772" y="1176"/>
                  </a:lnTo>
                  <a:lnTo>
                    <a:pt x="201593" y="0"/>
                  </a:lnTo>
                  <a:lnTo>
                    <a:pt x="167163" y="1635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617280" y="941493"/>
              <a:ext cx="34429" cy="167167"/>
            </a:xfrm>
            <a:custGeom>
              <a:avLst/>
              <a:pathLst>
                <a:path w="34429" h="167167">
                  <a:moveTo>
                    <a:pt x="34429" y="3583"/>
                  </a:moveTo>
                  <a:lnTo>
                    <a:pt x="27615" y="2296"/>
                  </a:lnTo>
                  <a:lnTo>
                    <a:pt x="20752" y="1293"/>
                  </a:lnTo>
                  <a:lnTo>
                    <a:pt x="13855" y="575"/>
                  </a:lnTo>
                  <a:lnTo>
                    <a:pt x="6933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9986" y="1031511"/>
              <a:ext cx="45908" cy="167167"/>
            </a:xfrm>
            <a:custGeom>
              <a:avLst/>
              <a:pathLst>
                <a:path w="45908" h="167167">
                  <a:moveTo>
                    <a:pt x="45908" y="0"/>
                  </a:moveTo>
                  <a:lnTo>
                    <a:pt x="39266" y="132"/>
                  </a:lnTo>
                  <a:lnTo>
                    <a:pt x="32635" y="527"/>
                  </a:lnTo>
                  <a:lnTo>
                    <a:pt x="26024" y="1186"/>
                  </a:lnTo>
                  <a:lnTo>
                    <a:pt x="19445" y="2107"/>
                  </a:lnTo>
                  <a:lnTo>
                    <a:pt x="12908" y="3289"/>
                  </a:lnTo>
                  <a:lnTo>
                    <a:pt x="6422" y="4730"/>
                  </a:lnTo>
                  <a:lnTo>
                    <a:pt x="0" y="6427"/>
                  </a:lnTo>
                  <a:lnTo>
                    <a:pt x="4590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59986" y="1037939"/>
              <a:ext cx="45908" cy="160740"/>
            </a:xfrm>
            <a:custGeom>
              <a:avLst/>
              <a:pathLst>
                <a:path w="45908" h="160740">
                  <a:moveTo>
                    <a:pt x="0" y="0"/>
                  </a:moveTo>
                  <a:lnTo>
                    <a:pt x="45908" y="1607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8745" y="1037939"/>
              <a:ext cx="184127" cy="327904"/>
            </a:xfrm>
            <a:custGeom>
              <a:avLst/>
              <a:pathLst>
                <a:path w="184127" h="327904">
                  <a:moveTo>
                    <a:pt x="121241" y="0"/>
                  </a:moveTo>
                  <a:lnTo>
                    <a:pt x="116140" y="1545"/>
                  </a:lnTo>
                  <a:lnTo>
                    <a:pt x="111091" y="3252"/>
                  </a:lnTo>
                  <a:lnTo>
                    <a:pt x="106099" y="5119"/>
                  </a:lnTo>
                  <a:lnTo>
                    <a:pt x="101169" y="7144"/>
                  </a:lnTo>
                  <a:lnTo>
                    <a:pt x="96307" y="9325"/>
                  </a:lnTo>
                  <a:lnTo>
                    <a:pt x="91516" y="11660"/>
                  </a:lnTo>
                  <a:lnTo>
                    <a:pt x="86802" y="14147"/>
                  </a:lnTo>
                  <a:lnTo>
                    <a:pt x="82170" y="16783"/>
                  </a:lnTo>
                  <a:lnTo>
                    <a:pt x="77624" y="19565"/>
                  </a:lnTo>
                  <a:lnTo>
                    <a:pt x="73169" y="22491"/>
                  </a:lnTo>
                  <a:lnTo>
                    <a:pt x="68810" y="25557"/>
                  </a:lnTo>
                  <a:lnTo>
                    <a:pt x="64551" y="28760"/>
                  </a:lnTo>
                  <a:lnTo>
                    <a:pt x="60396" y="32098"/>
                  </a:lnTo>
                  <a:lnTo>
                    <a:pt x="56349" y="35567"/>
                  </a:lnTo>
                  <a:lnTo>
                    <a:pt x="52415" y="39162"/>
                  </a:lnTo>
                  <a:lnTo>
                    <a:pt x="48598" y="42881"/>
                  </a:lnTo>
                  <a:lnTo>
                    <a:pt x="44901" y="46720"/>
                  </a:lnTo>
                  <a:lnTo>
                    <a:pt x="41328" y="50675"/>
                  </a:lnTo>
                  <a:lnTo>
                    <a:pt x="37884" y="54742"/>
                  </a:lnTo>
                  <a:lnTo>
                    <a:pt x="34571" y="58917"/>
                  </a:lnTo>
                  <a:lnTo>
                    <a:pt x="31392" y="63195"/>
                  </a:lnTo>
                  <a:lnTo>
                    <a:pt x="28352" y="67572"/>
                  </a:lnTo>
                  <a:lnTo>
                    <a:pt x="25452" y="72044"/>
                  </a:lnTo>
                  <a:lnTo>
                    <a:pt x="22697" y="76606"/>
                  </a:lnTo>
                  <a:lnTo>
                    <a:pt x="20088" y="81254"/>
                  </a:lnTo>
                  <a:lnTo>
                    <a:pt x="17629" y="85982"/>
                  </a:lnTo>
                  <a:lnTo>
                    <a:pt x="15322" y="90786"/>
                  </a:lnTo>
                  <a:lnTo>
                    <a:pt x="13169" y="95662"/>
                  </a:lnTo>
                  <a:lnTo>
                    <a:pt x="11173" y="100603"/>
                  </a:lnTo>
                  <a:lnTo>
                    <a:pt x="9335" y="105606"/>
                  </a:lnTo>
                  <a:lnTo>
                    <a:pt x="7658" y="110665"/>
                  </a:lnTo>
                  <a:lnTo>
                    <a:pt x="6143" y="115775"/>
                  </a:lnTo>
                  <a:lnTo>
                    <a:pt x="4791" y="120930"/>
                  </a:lnTo>
                  <a:lnTo>
                    <a:pt x="3604" y="126126"/>
                  </a:lnTo>
                  <a:lnTo>
                    <a:pt x="2584" y="131357"/>
                  </a:lnTo>
                  <a:lnTo>
                    <a:pt x="1731" y="136618"/>
                  </a:lnTo>
                  <a:lnTo>
                    <a:pt x="1046" y="141903"/>
                  </a:lnTo>
                  <a:lnTo>
                    <a:pt x="530" y="147208"/>
                  </a:lnTo>
                  <a:lnTo>
                    <a:pt x="184" y="152526"/>
                  </a:lnTo>
                  <a:lnTo>
                    <a:pt x="7" y="157853"/>
                  </a:lnTo>
                  <a:lnTo>
                    <a:pt x="0" y="163182"/>
                  </a:lnTo>
                  <a:lnTo>
                    <a:pt x="162" y="168509"/>
                  </a:lnTo>
                  <a:lnTo>
                    <a:pt x="495" y="173828"/>
                  </a:lnTo>
                  <a:lnTo>
                    <a:pt x="997" y="179134"/>
                  </a:lnTo>
                  <a:lnTo>
                    <a:pt x="1668" y="184422"/>
                  </a:lnTo>
                  <a:lnTo>
                    <a:pt x="2507" y="189685"/>
                  </a:lnTo>
                  <a:lnTo>
                    <a:pt x="3513" y="194918"/>
                  </a:lnTo>
                  <a:lnTo>
                    <a:pt x="4686" y="200117"/>
                  </a:lnTo>
                  <a:lnTo>
                    <a:pt x="6024" y="205276"/>
                  </a:lnTo>
                  <a:lnTo>
                    <a:pt x="7525" y="210390"/>
                  </a:lnTo>
                  <a:lnTo>
                    <a:pt x="9189" y="215453"/>
                  </a:lnTo>
                  <a:lnTo>
                    <a:pt x="11014" y="220461"/>
                  </a:lnTo>
                  <a:lnTo>
                    <a:pt x="12997" y="225408"/>
                  </a:lnTo>
                  <a:lnTo>
                    <a:pt x="15136" y="230289"/>
                  </a:lnTo>
                  <a:lnTo>
                    <a:pt x="17431" y="235099"/>
                  </a:lnTo>
                  <a:lnTo>
                    <a:pt x="19877" y="239834"/>
                  </a:lnTo>
                  <a:lnTo>
                    <a:pt x="22474" y="244489"/>
                  </a:lnTo>
                  <a:lnTo>
                    <a:pt x="25217" y="249058"/>
                  </a:lnTo>
                  <a:lnTo>
                    <a:pt x="28104" y="253538"/>
                  </a:lnTo>
                  <a:lnTo>
                    <a:pt x="31133" y="257923"/>
                  </a:lnTo>
                  <a:lnTo>
                    <a:pt x="34300" y="262210"/>
                  </a:lnTo>
                  <a:lnTo>
                    <a:pt x="37602" y="266393"/>
                  </a:lnTo>
                  <a:lnTo>
                    <a:pt x="41036" y="270469"/>
                  </a:lnTo>
                  <a:lnTo>
                    <a:pt x="44598" y="274433"/>
                  </a:lnTo>
                  <a:lnTo>
                    <a:pt x="48285" y="278282"/>
                  </a:lnTo>
                  <a:lnTo>
                    <a:pt x="52092" y="282011"/>
                  </a:lnTo>
                  <a:lnTo>
                    <a:pt x="56017" y="285618"/>
                  </a:lnTo>
                  <a:lnTo>
                    <a:pt x="60054" y="289097"/>
                  </a:lnTo>
                  <a:lnTo>
                    <a:pt x="64200" y="292446"/>
                  </a:lnTo>
                  <a:lnTo>
                    <a:pt x="68451" y="295660"/>
                  </a:lnTo>
                  <a:lnTo>
                    <a:pt x="72802" y="298738"/>
                  </a:lnTo>
                  <a:lnTo>
                    <a:pt x="77249" y="301675"/>
                  </a:lnTo>
                  <a:lnTo>
                    <a:pt x="81787" y="304470"/>
                  </a:lnTo>
                  <a:lnTo>
                    <a:pt x="86413" y="307118"/>
                  </a:lnTo>
                  <a:lnTo>
                    <a:pt x="91120" y="309617"/>
                  </a:lnTo>
                  <a:lnTo>
                    <a:pt x="95904" y="311965"/>
                  </a:lnTo>
                  <a:lnTo>
                    <a:pt x="100761" y="314159"/>
                  </a:lnTo>
                  <a:lnTo>
                    <a:pt x="105686" y="316198"/>
                  </a:lnTo>
                  <a:lnTo>
                    <a:pt x="110673" y="318078"/>
                  </a:lnTo>
                  <a:lnTo>
                    <a:pt x="115717" y="319798"/>
                  </a:lnTo>
                  <a:lnTo>
                    <a:pt x="120813" y="321357"/>
                  </a:lnTo>
                  <a:lnTo>
                    <a:pt x="125957" y="322752"/>
                  </a:lnTo>
                  <a:lnTo>
                    <a:pt x="131143" y="323983"/>
                  </a:lnTo>
                  <a:lnTo>
                    <a:pt x="136365" y="325048"/>
                  </a:lnTo>
                  <a:lnTo>
                    <a:pt x="141618" y="325946"/>
                  </a:lnTo>
                  <a:lnTo>
                    <a:pt x="146898" y="326676"/>
                  </a:lnTo>
                  <a:lnTo>
                    <a:pt x="152198" y="327237"/>
                  </a:lnTo>
                  <a:lnTo>
                    <a:pt x="157513" y="327629"/>
                  </a:lnTo>
                  <a:lnTo>
                    <a:pt x="162838" y="327851"/>
                  </a:lnTo>
                  <a:lnTo>
                    <a:pt x="168167" y="327904"/>
                  </a:lnTo>
                  <a:lnTo>
                    <a:pt x="173495" y="327786"/>
                  </a:lnTo>
                  <a:lnTo>
                    <a:pt x="178817" y="327499"/>
                  </a:lnTo>
                  <a:lnTo>
                    <a:pt x="184127" y="327043"/>
                  </a:lnTo>
                  <a:lnTo>
                    <a:pt x="167149" y="1607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105894" y="1031511"/>
              <a:ext cx="167166" cy="333470"/>
            </a:xfrm>
            <a:custGeom>
              <a:avLst/>
              <a:pathLst>
                <a:path w="167166" h="333470">
                  <a:moveTo>
                    <a:pt x="16978" y="333470"/>
                  </a:moveTo>
                  <a:lnTo>
                    <a:pt x="22289" y="332842"/>
                  </a:lnTo>
                  <a:lnTo>
                    <a:pt x="27578" y="332044"/>
                  </a:lnTo>
                  <a:lnTo>
                    <a:pt x="32839" y="331077"/>
                  </a:lnTo>
                  <a:lnTo>
                    <a:pt x="38066" y="329942"/>
                  </a:lnTo>
                  <a:lnTo>
                    <a:pt x="43255" y="328641"/>
                  </a:lnTo>
                  <a:lnTo>
                    <a:pt x="48398" y="327175"/>
                  </a:lnTo>
                  <a:lnTo>
                    <a:pt x="53493" y="325544"/>
                  </a:lnTo>
                  <a:lnTo>
                    <a:pt x="58532" y="323752"/>
                  </a:lnTo>
                  <a:lnTo>
                    <a:pt x="63512" y="321799"/>
                  </a:lnTo>
                  <a:lnTo>
                    <a:pt x="68427" y="319688"/>
                  </a:lnTo>
                  <a:lnTo>
                    <a:pt x="73271" y="317421"/>
                  </a:lnTo>
                  <a:lnTo>
                    <a:pt x="78041" y="315000"/>
                  </a:lnTo>
                  <a:lnTo>
                    <a:pt x="82731" y="312427"/>
                  </a:lnTo>
                  <a:lnTo>
                    <a:pt x="87335" y="309706"/>
                  </a:lnTo>
                  <a:lnTo>
                    <a:pt x="91851" y="306839"/>
                  </a:lnTo>
                  <a:lnTo>
                    <a:pt x="96273" y="303829"/>
                  </a:lnTo>
                  <a:lnTo>
                    <a:pt x="100595" y="300679"/>
                  </a:lnTo>
                  <a:lnTo>
                    <a:pt x="104815" y="297392"/>
                  </a:lnTo>
                  <a:lnTo>
                    <a:pt x="108928" y="293972"/>
                  </a:lnTo>
                  <a:lnTo>
                    <a:pt x="112929" y="290422"/>
                  </a:lnTo>
                  <a:lnTo>
                    <a:pt x="116815" y="286746"/>
                  </a:lnTo>
                  <a:lnTo>
                    <a:pt x="120581" y="282948"/>
                  </a:lnTo>
                  <a:lnTo>
                    <a:pt x="124223" y="279031"/>
                  </a:lnTo>
                  <a:lnTo>
                    <a:pt x="127738" y="274999"/>
                  </a:lnTo>
                  <a:lnTo>
                    <a:pt x="131123" y="270857"/>
                  </a:lnTo>
                  <a:lnTo>
                    <a:pt x="134373" y="266609"/>
                  </a:lnTo>
                  <a:lnTo>
                    <a:pt x="137486" y="262259"/>
                  </a:lnTo>
                  <a:lnTo>
                    <a:pt x="140458" y="257812"/>
                  </a:lnTo>
                  <a:lnTo>
                    <a:pt x="143286" y="253272"/>
                  </a:lnTo>
                  <a:lnTo>
                    <a:pt x="145967" y="248643"/>
                  </a:lnTo>
                  <a:lnTo>
                    <a:pt x="148499" y="243932"/>
                  </a:lnTo>
                  <a:lnTo>
                    <a:pt x="150879" y="239142"/>
                  </a:lnTo>
                  <a:lnTo>
                    <a:pt x="153104" y="234278"/>
                  </a:lnTo>
                  <a:lnTo>
                    <a:pt x="155173" y="229345"/>
                  </a:lnTo>
                  <a:lnTo>
                    <a:pt x="157083" y="224349"/>
                  </a:lnTo>
                  <a:lnTo>
                    <a:pt x="158832" y="219294"/>
                  </a:lnTo>
                  <a:lnTo>
                    <a:pt x="160418" y="214186"/>
                  </a:lnTo>
                  <a:lnTo>
                    <a:pt x="161840" y="209029"/>
                  </a:lnTo>
                  <a:lnTo>
                    <a:pt x="163097" y="203830"/>
                  </a:lnTo>
                  <a:lnTo>
                    <a:pt x="164186" y="198593"/>
                  </a:lnTo>
                  <a:lnTo>
                    <a:pt x="165108" y="193324"/>
                  </a:lnTo>
                  <a:lnTo>
                    <a:pt x="165860" y="188029"/>
                  </a:lnTo>
                  <a:lnTo>
                    <a:pt x="166443" y="182712"/>
                  </a:lnTo>
                  <a:lnTo>
                    <a:pt x="166855" y="177379"/>
                  </a:lnTo>
                  <a:lnTo>
                    <a:pt x="167096" y="172035"/>
                  </a:lnTo>
                  <a:lnTo>
                    <a:pt x="167166" y="166687"/>
                  </a:lnTo>
                  <a:lnTo>
                    <a:pt x="167065" y="161339"/>
                  </a:lnTo>
                  <a:lnTo>
                    <a:pt x="166793" y="155997"/>
                  </a:lnTo>
                  <a:lnTo>
                    <a:pt x="166351" y="150666"/>
                  </a:lnTo>
                  <a:lnTo>
                    <a:pt x="165738" y="145353"/>
                  </a:lnTo>
                  <a:lnTo>
                    <a:pt x="164955" y="140062"/>
                  </a:lnTo>
                  <a:lnTo>
                    <a:pt x="164003" y="134798"/>
                  </a:lnTo>
                  <a:lnTo>
                    <a:pt x="162884" y="129568"/>
                  </a:lnTo>
                  <a:lnTo>
                    <a:pt x="161597" y="124376"/>
                  </a:lnTo>
                  <a:lnTo>
                    <a:pt x="160146" y="119228"/>
                  </a:lnTo>
                  <a:lnTo>
                    <a:pt x="158530" y="114129"/>
                  </a:lnTo>
                  <a:lnTo>
                    <a:pt x="156752" y="109084"/>
                  </a:lnTo>
                  <a:lnTo>
                    <a:pt x="154813" y="104099"/>
                  </a:lnTo>
                  <a:lnTo>
                    <a:pt x="152716" y="99178"/>
                  </a:lnTo>
                  <a:lnTo>
                    <a:pt x="150463" y="94327"/>
                  </a:lnTo>
                  <a:lnTo>
                    <a:pt x="148056" y="89550"/>
                  </a:lnTo>
                  <a:lnTo>
                    <a:pt x="145497" y="84853"/>
                  </a:lnTo>
                  <a:lnTo>
                    <a:pt x="142789" y="80241"/>
                  </a:lnTo>
                  <a:lnTo>
                    <a:pt x="139935" y="75717"/>
                  </a:lnTo>
                  <a:lnTo>
                    <a:pt x="136937" y="71287"/>
                  </a:lnTo>
                  <a:lnTo>
                    <a:pt x="133800" y="66955"/>
                  </a:lnTo>
                  <a:lnTo>
                    <a:pt x="130525" y="62725"/>
                  </a:lnTo>
                  <a:lnTo>
                    <a:pt x="127117" y="58603"/>
                  </a:lnTo>
                  <a:lnTo>
                    <a:pt x="123578" y="54592"/>
                  </a:lnTo>
                  <a:lnTo>
                    <a:pt x="119914" y="50696"/>
                  </a:lnTo>
                  <a:lnTo>
                    <a:pt x="116126" y="46919"/>
                  </a:lnTo>
                  <a:lnTo>
                    <a:pt x="112219" y="43265"/>
                  </a:lnTo>
                  <a:lnTo>
                    <a:pt x="108198" y="39738"/>
                  </a:lnTo>
                  <a:lnTo>
                    <a:pt x="104066" y="36342"/>
                  </a:lnTo>
                  <a:lnTo>
                    <a:pt x="99827" y="33080"/>
                  </a:lnTo>
                  <a:lnTo>
                    <a:pt x="95486" y="29954"/>
                  </a:lnTo>
                  <a:lnTo>
                    <a:pt x="91047" y="26970"/>
                  </a:lnTo>
                  <a:lnTo>
                    <a:pt x="86515" y="24129"/>
                  </a:lnTo>
                  <a:lnTo>
                    <a:pt x="81895" y="21434"/>
                  </a:lnTo>
                  <a:lnTo>
                    <a:pt x="77191" y="18888"/>
                  </a:lnTo>
                  <a:lnTo>
                    <a:pt x="72407" y="16495"/>
                  </a:lnTo>
                  <a:lnTo>
                    <a:pt x="67550" y="14255"/>
                  </a:lnTo>
                  <a:lnTo>
                    <a:pt x="62623" y="12173"/>
                  </a:lnTo>
                  <a:lnTo>
                    <a:pt x="57632" y="10248"/>
                  </a:lnTo>
                  <a:lnTo>
                    <a:pt x="52582" y="8485"/>
                  </a:lnTo>
                  <a:lnTo>
                    <a:pt x="47479" y="6884"/>
                  </a:lnTo>
                  <a:lnTo>
                    <a:pt x="42326" y="5447"/>
                  </a:lnTo>
                  <a:lnTo>
                    <a:pt x="37131" y="4175"/>
                  </a:lnTo>
                  <a:lnTo>
                    <a:pt x="31897" y="3071"/>
                  </a:lnTo>
                  <a:lnTo>
                    <a:pt x="26631" y="2134"/>
                  </a:lnTo>
                  <a:lnTo>
                    <a:pt x="21338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73963" y="1236837"/>
              <a:ext cx="155124" cy="167167"/>
            </a:xfrm>
            <a:custGeom>
              <a:avLst/>
              <a:pathLst>
                <a:path w="155124" h="167167">
                  <a:moveTo>
                    <a:pt x="155124" y="0"/>
                  </a:moveTo>
                  <a:lnTo>
                    <a:pt x="149605" y="91"/>
                  </a:lnTo>
                  <a:lnTo>
                    <a:pt x="144091" y="364"/>
                  </a:lnTo>
                  <a:lnTo>
                    <a:pt x="138589" y="819"/>
                  </a:lnTo>
                  <a:lnTo>
                    <a:pt x="133106" y="1456"/>
                  </a:lnTo>
                  <a:lnTo>
                    <a:pt x="127646" y="2273"/>
                  </a:lnTo>
                  <a:lnTo>
                    <a:pt x="122216" y="3271"/>
                  </a:lnTo>
                  <a:lnTo>
                    <a:pt x="116823" y="4447"/>
                  </a:lnTo>
                  <a:lnTo>
                    <a:pt x="111471" y="5800"/>
                  </a:lnTo>
                  <a:lnTo>
                    <a:pt x="106166" y="7329"/>
                  </a:lnTo>
                  <a:lnTo>
                    <a:pt x="100915" y="9033"/>
                  </a:lnTo>
                  <a:lnTo>
                    <a:pt x="95723" y="10909"/>
                  </a:lnTo>
                  <a:lnTo>
                    <a:pt x="90596" y="12956"/>
                  </a:lnTo>
                  <a:lnTo>
                    <a:pt x="85540" y="15171"/>
                  </a:lnTo>
                  <a:lnTo>
                    <a:pt x="80559" y="17551"/>
                  </a:lnTo>
                  <a:lnTo>
                    <a:pt x="75659" y="20095"/>
                  </a:lnTo>
                  <a:lnTo>
                    <a:pt x="70846" y="22799"/>
                  </a:lnTo>
                  <a:lnTo>
                    <a:pt x="66125" y="25660"/>
                  </a:lnTo>
                  <a:lnTo>
                    <a:pt x="61501" y="28676"/>
                  </a:lnTo>
                  <a:lnTo>
                    <a:pt x="56980" y="31843"/>
                  </a:lnTo>
                  <a:lnTo>
                    <a:pt x="52565" y="35158"/>
                  </a:lnTo>
                  <a:lnTo>
                    <a:pt x="48262" y="38616"/>
                  </a:lnTo>
                  <a:lnTo>
                    <a:pt x="44076" y="42215"/>
                  </a:lnTo>
                  <a:lnTo>
                    <a:pt x="40010" y="45949"/>
                  </a:lnTo>
                  <a:lnTo>
                    <a:pt x="36071" y="49817"/>
                  </a:lnTo>
                  <a:lnTo>
                    <a:pt x="32261" y="53812"/>
                  </a:lnTo>
                  <a:lnTo>
                    <a:pt x="28585" y="57930"/>
                  </a:lnTo>
                  <a:lnTo>
                    <a:pt x="25047" y="62168"/>
                  </a:lnTo>
                  <a:lnTo>
                    <a:pt x="21651" y="66520"/>
                  </a:lnTo>
                  <a:lnTo>
                    <a:pt x="18400" y="70982"/>
                  </a:lnTo>
                  <a:lnTo>
                    <a:pt x="15299" y="75549"/>
                  </a:lnTo>
                  <a:lnTo>
                    <a:pt x="12350" y="80216"/>
                  </a:lnTo>
                  <a:lnTo>
                    <a:pt x="9557" y="84978"/>
                  </a:lnTo>
                  <a:lnTo>
                    <a:pt x="6922" y="89829"/>
                  </a:lnTo>
                  <a:lnTo>
                    <a:pt x="4450" y="94765"/>
                  </a:lnTo>
                  <a:lnTo>
                    <a:pt x="2141" y="99780"/>
                  </a:lnTo>
                  <a:lnTo>
                    <a:pt x="0" y="104868"/>
                  </a:lnTo>
                  <a:lnTo>
                    <a:pt x="1551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73963" y="1341706"/>
              <a:ext cx="155124" cy="62299"/>
            </a:xfrm>
            <a:custGeom>
              <a:avLst/>
              <a:pathLst>
                <a:path w="155124" h="62299">
                  <a:moveTo>
                    <a:pt x="0" y="0"/>
                  </a:moveTo>
                  <a:lnTo>
                    <a:pt x="155124" y="622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1921" y="1239644"/>
              <a:ext cx="334330" cy="331516"/>
            </a:xfrm>
            <a:custGeom>
              <a:avLst/>
              <a:pathLst>
                <a:path w="334330" h="331516">
                  <a:moveTo>
                    <a:pt x="12042" y="102061"/>
                  </a:moveTo>
                  <a:lnTo>
                    <a:pt x="10146" y="107006"/>
                  </a:lnTo>
                  <a:lnTo>
                    <a:pt x="8408" y="112009"/>
                  </a:lnTo>
                  <a:lnTo>
                    <a:pt x="6829" y="117064"/>
                  </a:lnTo>
                  <a:lnTo>
                    <a:pt x="5412" y="122167"/>
                  </a:lnTo>
                  <a:lnTo>
                    <a:pt x="4156" y="127312"/>
                  </a:lnTo>
                  <a:lnTo>
                    <a:pt x="3065" y="132494"/>
                  </a:lnTo>
                  <a:lnTo>
                    <a:pt x="2137" y="137709"/>
                  </a:lnTo>
                  <a:lnTo>
                    <a:pt x="1376" y="142950"/>
                  </a:lnTo>
                  <a:lnTo>
                    <a:pt x="781" y="148212"/>
                  </a:lnTo>
                  <a:lnTo>
                    <a:pt x="353" y="153491"/>
                  </a:lnTo>
                  <a:lnTo>
                    <a:pt x="92" y="158781"/>
                  </a:lnTo>
                  <a:lnTo>
                    <a:pt x="0" y="164076"/>
                  </a:lnTo>
                  <a:lnTo>
                    <a:pt x="74" y="169371"/>
                  </a:lnTo>
                  <a:lnTo>
                    <a:pt x="317" y="174662"/>
                  </a:lnTo>
                  <a:lnTo>
                    <a:pt x="727" y="179942"/>
                  </a:lnTo>
                  <a:lnTo>
                    <a:pt x="1304" y="185206"/>
                  </a:lnTo>
                  <a:lnTo>
                    <a:pt x="2048" y="190450"/>
                  </a:lnTo>
                  <a:lnTo>
                    <a:pt x="2957" y="195667"/>
                  </a:lnTo>
                  <a:lnTo>
                    <a:pt x="4031" y="200853"/>
                  </a:lnTo>
                  <a:lnTo>
                    <a:pt x="5269" y="206003"/>
                  </a:lnTo>
                  <a:lnTo>
                    <a:pt x="6669" y="211110"/>
                  </a:lnTo>
                  <a:lnTo>
                    <a:pt x="8231" y="216171"/>
                  </a:lnTo>
                  <a:lnTo>
                    <a:pt x="9952" y="221180"/>
                  </a:lnTo>
                  <a:lnTo>
                    <a:pt x="11831" y="226131"/>
                  </a:lnTo>
                  <a:lnTo>
                    <a:pt x="13865" y="231021"/>
                  </a:lnTo>
                  <a:lnTo>
                    <a:pt x="16054" y="235843"/>
                  </a:lnTo>
                  <a:lnTo>
                    <a:pt x="18394" y="240594"/>
                  </a:lnTo>
                  <a:lnTo>
                    <a:pt x="20884" y="245269"/>
                  </a:lnTo>
                  <a:lnTo>
                    <a:pt x="23520" y="249862"/>
                  </a:lnTo>
                  <a:lnTo>
                    <a:pt x="26300" y="254369"/>
                  </a:lnTo>
                  <a:lnTo>
                    <a:pt x="29222" y="258787"/>
                  </a:lnTo>
                  <a:lnTo>
                    <a:pt x="32283" y="263109"/>
                  </a:lnTo>
                  <a:lnTo>
                    <a:pt x="35479" y="267332"/>
                  </a:lnTo>
                  <a:lnTo>
                    <a:pt x="38806" y="271452"/>
                  </a:lnTo>
                  <a:lnTo>
                    <a:pt x="42263" y="275464"/>
                  </a:lnTo>
                  <a:lnTo>
                    <a:pt x="45845" y="279365"/>
                  </a:lnTo>
                  <a:lnTo>
                    <a:pt x="49549" y="283150"/>
                  </a:lnTo>
                  <a:lnTo>
                    <a:pt x="53371" y="286817"/>
                  </a:lnTo>
                  <a:lnTo>
                    <a:pt x="57307" y="290360"/>
                  </a:lnTo>
                  <a:lnTo>
                    <a:pt x="61354" y="293777"/>
                  </a:lnTo>
                  <a:lnTo>
                    <a:pt x="65506" y="297063"/>
                  </a:lnTo>
                  <a:lnTo>
                    <a:pt x="69761" y="300217"/>
                  </a:lnTo>
                  <a:lnTo>
                    <a:pt x="74114" y="303235"/>
                  </a:lnTo>
                  <a:lnTo>
                    <a:pt x="78559" y="306113"/>
                  </a:lnTo>
                  <a:lnTo>
                    <a:pt x="83094" y="308848"/>
                  </a:lnTo>
                  <a:lnTo>
                    <a:pt x="87713" y="311439"/>
                  </a:lnTo>
                  <a:lnTo>
                    <a:pt x="92412" y="313882"/>
                  </a:lnTo>
                  <a:lnTo>
                    <a:pt x="97186" y="316175"/>
                  </a:lnTo>
                  <a:lnTo>
                    <a:pt x="102030" y="318315"/>
                  </a:lnTo>
                  <a:lnTo>
                    <a:pt x="106940" y="320302"/>
                  </a:lnTo>
                  <a:lnTo>
                    <a:pt x="111910" y="322131"/>
                  </a:lnTo>
                  <a:lnTo>
                    <a:pt x="116935" y="323802"/>
                  </a:lnTo>
                  <a:lnTo>
                    <a:pt x="122011" y="325313"/>
                  </a:lnTo>
                  <a:lnTo>
                    <a:pt x="127132" y="326663"/>
                  </a:lnTo>
                  <a:lnTo>
                    <a:pt x="132294" y="327850"/>
                  </a:lnTo>
                  <a:lnTo>
                    <a:pt x="137490" y="328872"/>
                  </a:lnTo>
                  <a:lnTo>
                    <a:pt x="142716" y="329730"/>
                  </a:lnTo>
                  <a:lnTo>
                    <a:pt x="147967" y="330421"/>
                  </a:lnTo>
                  <a:lnTo>
                    <a:pt x="153237" y="330946"/>
                  </a:lnTo>
                  <a:lnTo>
                    <a:pt x="158521" y="331304"/>
                  </a:lnTo>
                  <a:lnTo>
                    <a:pt x="163814" y="331494"/>
                  </a:lnTo>
                  <a:lnTo>
                    <a:pt x="169110" y="331516"/>
                  </a:lnTo>
                  <a:lnTo>
                    <a:pt x="174404" y="331371"/>
                  </a:lnTo>
                  <a:lnTo>
                    <a:pt x="179690" y="331058"/>
                  </a:lnTo>
                  <a:lnTo>
                    <a:pt x="184965" y="330578"/>
                  </a:lnTo>
                  <a:lnTo>
                    <a:pt x="190221" y="329930"/>
                  </a:lnTo>
                  <a:lnTo>
                    <a:pt x="195454" y="329117"/>
                  </a:lnTo>
                  <a:lnTo>
                    <a:pt x="200659" y="328138"/>
                  </a:lnTo>
                  <a:lnTo>
                    <a:pt x="205830" y="326995"/>
                  </a:lnTo>
                  <a:lnTo>
                    <a:pt x="210963" y="325689"/>
                  </a:lnTo>
                  <a:lnTo>
                    <a:pt x="216051" y="324220"/>
                  </a:lnTo>
                  <a:lnTo>
                    <a:pt x="221090" y="322592"/>
                  </a:lnTo>
                  <a:lnTo>
                    <a:pt x="226076" y="320804"/>
                  </a:lnTo>
                  <a:lnTo>
                    <a:pt x="231002" y="318859"/>
                  </a:lnTo>
                  <a:lnTo>
                    <a:pt x="235864" y="316760"/>
                  </a:lnTo>
                  <a:lnTo>
                    <a:pt x="240657" y="314507"/>
                  </a:lnTo>
                  <a:lnTo>
                    <a:pt x="245376" y="312104"/>
                  </a:lnTo>
                  <a:lnTo>
                    <a:pt x="250017" y="309552"/>
                  </a:lnTo>
                  <a:lnTo>
                    <a:pt x="254575" y="306855"/>
                  </a:lnTo>
                  <a:lnTo>
                    <a:pt x="259045" y="304015"/>
                  </a:lnTo>
                  <a:lnTo>
                    <a:pt x="263423" y="301034"/>
                  </a:lnTo>
                  <a:lnTo>
                    <a:pt x="267704" y="297916"/>
                  </a:lnTo>
                  <a:lnTo>
                    <a:pt x="271884" y="294665"/>
                  </a:lnTo>
                  <a:lnTo>
                    <a:pt x="275959" y="291282"/>
                  </a:lnTo>
                  <a:lnTo>
                    <a:pt x="279925" y="287772"/>
                  </a:lnTo>
                  <a:lnTo>
                    <a:pt x="283778" y="284138"/>
                  </a:lnTo>
                  <a:lnTo>
                    <a:pt x="287513" y="280384"/>
                  </a:lnTo>
                  <a:lnTo>
                    <a:pt x="291128" y="276514"/>
                  </a:lnTo>
                  <a:lnTo>
                    <a:pt x="294619" y="272531"/>
                  </a:lnTo>
                  <a:lnTo>
                    <a:pt x="297981" y="268439"/>
                  </a:lnTo>
                  <a:lnTo>
                    <a:pt x="301213" y="264243"/>
                  </a:lnTo>
                  <a:lnTo>
                    <a:pt x="304309" y="259947"/>
                  </a:lnTo>
                  <a:lnTo>
                    <a:pt x="307269" y="255555"/>
                  </a:lnTo>
                  <a:lnTo>
                    <a:pt x="310087" y="251071"/>
                  </a:lnTo>
                  <a:lnTo>
                    <a:pt x="312762" y="246500"/>
                  </a:lnTo>
                  <a:lnTo>
                    <a:pt x="315291" y="241847"/>
                  </a:lnTo>
                  <a:lnTo>
                    <a:pt x="317671" y="237116"/>
                  </a:lnTo>
                  <a:lnTo>
                    <a:pt x="319900" y="232312"/>
                  </a:lnTo>
                  <a:lnTo>
                    <a:pt x="321976" y="227439"/>
                  </a:lnTo>
                  <a:lnTo>
                    <a:pt x="323897" y="222504"/>
                  </a:lnTo>
                  <a:lnTo>
                    <a:pt x="325660" y="217510"/>
                  </a:lnTo>
                  <a:lnTo>
                    <a:pt x="327264" y="212463"/>
                  </a:lnTo>
                  <a:lnTo>
                    <a:pt x="328707" y="207367"/>
                  </a:lnTo>
                  <a:lnTo>
                    <a:pt x="329989" y="202228"/>
                  </a:lnTo>
                  <a:lnTo>
                    <a:pt x="331106" y="197052"/>
                  </a:lnTo>
                  <a:lnTo>
                    <a:pt x="332060" y="191842"/>
                  </a:lnTo>
                  <a:lnTo>
                    <a:pt x="332847" y="186605"/>
                  </a:lnTo>
                  <a:lnTo>
                    <a:pt x="333469" y="181346"/>
                  </a:lnTo>
                  <a:lnTo>
                    <a:pt x="333924" y="176069"/>
                  </a:lnTo>
                  <a:lnTo>
                    <a:pt x="334211" y="170781"/>
                  </a:lnTo>
                  <a:lnTo>
                    <a:pt x="334330" y="165486"/>
                  </a:lnTo>
                  <a:lnTo>
                    <a:pt x="334282" y="160190"/>
                  </a:lnTo>
                  <a:lnTo>
                    <a:pt x="334066" y="154899"/>
                  </a:lnTo>
                  <a:lnTo>
                    <a:pt x="333683" y="149616"/>
                  </a:lnTo>
                  <a:lnTo>
                    <a:pt x="333132" y="144349"/>
                  </a:lnTo>
                  <a:lnTo>
                    <a:pt x="332415" y="139102"/>
                  </a:lnTo>
                  <a:lnTo>
                    <a:pt x="331532" y="133880"/>
                  </a:lnTo>
                  <a:lnTo>
                    <a:pt x="330484" y="128689"/>
                  </a:lnTo>
                  <a:lnTo>
                    <a:pt x="329272" y="123533"/>
                  </a:lnTo>
                  <a:lnTo>
                    <a:pt x="327897" y="118419"/>
                  </a:lnTo>
                  <a:lnTo>
                    <a:pt x="326361" y="113350"/>
                  </a:lnTo>
                  <a:lnTo>
                    <a:pt x="324666" y="108333"/>
                  </a:lnTo>
                  <a:lnTo>
                    <a:pt x="322812" y="103372"/>
                  </a:lnTo>
                  <a:lnTo>
                    <a:pt x="320802" y="98472"/>
                  </a:lnTo>
                  <a:lnTo>
                    <a:pt x="318637" y="93639"/>
                  </a:lnTo>
                  <a:lnTo>
                    <a:pt x="316321" y="88876"/>
                  </a:lnTo>
                  <a:lnTo>
                    <a:pt x="313855" y="84189"/>
                  </a:lnTo>
                  <a:lnTo>
                    <a:pt x="311242" y="79582"/>
                  </a:lnTo>
                  <a:lnTo>
                    <a:pt x="308484" y="75061"/>
                  </a:lnTo>
                  <a:lnTo>
                    <a:pt x="305585" y="70629"/>
                  </a:lnTo>
                  <a:lnTo>
                    <a:pt x="302546" y="66292"/>
                  </a:lnTo>
                  <a:lnTo>
                    <a:pt x="299371" y="62053"/>
                  </a:lnTo>
                  <a:lnTo>
                    <a:pt x="296064" y="57916"/>
                  </a:lnTo>
                  <a:lnTo>
                    <a:pt x="292628" y="53886"/>
                  </a:lnTo>
                  <a:lnTo>
                    <a:pt x="289065" y="49968"/>
                  </a:lnTo>
                  <a:lnTo>
                    <a:pt x="285381" y="46164"/>
                  </a:lnTo>
                  <a:lnTo>
                    <a:pt x="281577" y="42478"/>
                  </a:lnTo>
                  <a:lnTo>
                    <a:pt x="277659" y="38915"/>
                  </a:lnTo>
                  <a:lnTo>
                    <a:pt x="273630" y="35478"/>
                  </a:lnTo>
                  <a:lnTo>
                    <a:pt x="269494" y="32170"/>
                  </a:lnTo>
                  <a:lnTo>
                    <a:pt x="265255" y="28995"/>
                  </a:lnTo>
                  <a:lnTo>
                    <a:pt x="260918" y="25956"/>
                  </a:lnTo>
                  <a:lnTo>
                    <a:pt x="256486" y="23056"/>
                  </a:lnTo>
                  <a:lnTo>
                    <a:pt x="251965" y="20297"/>
                  </a:lnTo>
                  <a:lnTo>
                    <a:pt x="247359" y="17683"/>
                  </a:lnTo>
                  <a:lnTo>
                    <a:pt x="242673" y="15217"/>
                  </a:lnTo>
                  <a:lnTo>
                    <a:pt x="237910" y="12900"/>
                  </a:lnTo>
                  <a:lnTo>
                    <a:pt x="233077" y="10735"/>
                  </a:lnTo>
                  <a:lnTo>
                    <a:pt x="228178" y="8724"/>
                  </a:lnTo>
                  <a:lnTo>
                    <a:pt x="223217" y="6870"/>
                  </a:lnTo>
                  <a:lnTo>
                    <a:pt x="218200" y="5173"/>
                  </a:lnTo>
                  <a:lnTo>
                    <a:pt x="213132" y="3636"/>
                  </a:lnTo>
                  <a:lnTo>
                    <a:pt x="208017" y="2261"/>
                  </a:lnTo>
                  <a:lnTo>
                    <a:pt x="202862" y="1048"/>
                  </a:lnTo>
                  <a:lnTo>
                    <a:pt x="197671" y="0"/>
                  </a:lnTo>
                  <a:lnTo>
                    <a:pt x="167167" y="164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629088" y="1236837"/>
              <a:ext cx="30504" cy="167167"/>
            </a:xfrm>
            <a:custGeom>
              <a:avLst/>
              <a:pathLst>
                <a:path w="30504" h="167167">
                  <a:moveTo>
                    <a:pt x="30504" y="2806"/>
                  </a:moveTo>
                  <a:lnTo>
                    <a:pt x="22934" y="1580"/>
                  </a:lnTo>
                  <a:lnTo>
                    <a:pt x="15316" y="703"/>
                  </a:lnTo>
                  <a:lnTo>
                    <a:pt x="7666" y="17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66222" y="1546402"/>
              <a:ext cx="46343" cy="167167"/>
            </a:xfrm>
            <a:custGeom>
              <a:avLst/>
              <a:pathLst>
                <a:path w="46343" h="167167">
                  <a:moveTo>
                    <a:pt x="46343" y="0"/>
                  </a:moveTo>
                  <a:lnTo>
                    <a:pt x="39637" y="134"/>
                  </a:lnTo>
                  <a:lnTo>
                    <a:pt x="32941" y="538"/>
                  </a:lnTo>
                  <a:lnTo>
                    <a:pt x="26267" y="1209"/>
                  </a:lnTo>
                  <a:lnTo>
                    <a:pt x="19625" y="2149"/>
                  </a:lnTo>
                  <a:lnTo>
                    <a:pt x="13026" y="3353"/>
                  </a:lnTo>
                  <a:lnTo>
                    <a:pt x="6481" y="4822"/>
                  </a:lnTo>
                  <a:lnTo>
                    <a:pt x="0" y="6552"/>
                  </a:lnTo>
                  <a:lnTo>
                    <a:pt x="4634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6222" y="1552954"/>
              <a:ext cx="46343" cy="160615"/>
            </a:xfrm>
            <a:custGeom>
              <a:avLst/>
              <a:pathLst>
                <a:path w="46343" h="160615">
                  <a:moveTo>
                    <a:pt x="0" y="0"/>
                  </a:moveTo>
                  <a:lnTo>
                    <a:pt x="46343" y="1606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45404" y="1552954"/>
              <a:ext cx="334329" cy="327769"/>
            </a:xfrm>
            <a:custGeom>
              <a:avLst/>
              <a:pathLst>
                <a:path w="334329" h="327769">
                  <a:moveTo>
                    <a:pt x="120818" y="0"/>
                  </a:moveTo>
                  <a:lnTo>
                    <a:pt x="115760" y="1546"/>
                  </a:lnTo>
                  <a:lnTo>
                    <a:pt x="110753" y="3252"/>
                  </a:lnTo>
                  <a:lnTo>
                    <a:pt x="105802" y="5116"/>
                  </a:lnTo>
                  <a:lnTo>
                    <a:pt x="100913" y="7135"/>
                  </a:lnTo>
                  <a:lnTo>
                    <a:pt x="96090" y="9308"/>
                  </a:lnTo>
                  <a:lnTo>
                    <a:pt x="91338" y="11632"/>
                  </a:lnTo>
                  <a:lnTo>
                    <a:pt x="86662" y="14106"/>
                  </a:lnTo>
                  <a:lnTo>
                    <a:pt x="82067" y="16726"/>
                  </a:lnTo>
                  <a:lnTo>
                    <a:pt x="77557" y="19491"/>
                  </a:lnTo>
                  <a:lnTo>
                    <a:pt x="73137" y="22397"/>
                  </a:lnTo>
                  <a:lnTo>
                    <a:pt x="68811" y="25441"/>
                  </a:lnTo>
                  <a:lnTo>
                    <a:pt x="64583" y="28620"/>
                  </a:lnTo>
                  <a:lnTo>
                    <a:pt x="60458" y="31932"/>
                  </a:lnTo>
                  <a:lnTo>
                    <a:pt x="56440" y="35372"/>
                  </a:lnTo>
                  <a:lnTo>
                    <a:pt x="52533" y="38938"/>
                  </a:lnTo>
                  <a:lnTo>
                    <a:pt x="48741" y="42626"/>
                  </a:lnTo>
                  <a:lnTo>
                    <a:pt x="45067" y="46432"/>
                  </a:lnTo>
                  <a:lnTo>
                    <a:pt x="41515" y="50352"/>
                  </a:lnTo>
                  <a:lnTo>
                    <a:pt x="38089" y="54383"/>
                  </a:lnTo>
                  <a:lnTo>
                    <a:pt x="34793" y="58520"/>
                  </a:lnTo>
                  <a:lnTo>
                    <a:pt x="31629" y="62759"/>
                  </a:lnTo>
                  <a:lnTo>
                    <a:pt x="28601" y="67096"/>
                  </a:lnTo>
                  <a:lnTo>
                    <a:pt x="25711" y="71527"/>
                  </a:lnTo>
                  <a:lnTo>
                    <a:pt x="22963" y="76047"/>
                  </a:lnTo>
                  <a:lnTo>
                    <a:pt x="20360" y="80652"/>
                  </a:lnTo>
                  <a:lnTo>
                    <a:pt x="17903" y="85337"/>
                  </a:lnTo>
                  <a:lnTo>
                    <a:pt x="15596" y="90097"/>
                  </a:lnTo>
                  <a:lnTo>
                    <a:pt x="13441" y="94928"/>
                  </a:lnTo>
                  <a:lnTo>
                    <a:pt x="11440" y="99825"/>
                  </a:lnTo>
                  <a:lnTo>
                    <a:pt x="9594" y="104782"/>
                  </a:lnTo>
                  <a:lnTo>
                    <a:pt x="7906" y="109795"/>
                  </a:lnTo>
                  <a:lnTo>
                    <a:pt x="6378" y="114860"/>
                  </a:lnTo>
                  <a:lnTo>
                    <a:pt x="5011" y="119970"/>
                  </a:lnTo>
                  <a:lnTo>
                    <a:pt x="3806" y="125121"/>
                  </a:lnTo>
                  <a:lnTo>
                    <a:pt x="2765" y="130307"/>
                  </a:lnTo>
                  <a:lnTo>
                    <a:pt x="1888" y="135523"/>
                  </a:lnTo>
                  <a:lnTo>
                    <a:pt x="1177" y="140765"/>
                  </a:lnTo>
                  <a:lnTo>
                    <a:pt x="632" y="146027"/>
                  </a:lnTo>
                  <a:lnTo>
                    <a:pt x="254" y="151303"/>
                  </a:lnTo>
                  <a:lnTo>
                    <a:pt x="43" y="156589"/>
                  </a:lnTo>
                  <a:lnTo>
                    <a:pt x="0" y="161878"/>
                  </a:lnTo>
                  <a:lnTo>
                    <a:pt x="123" y="167167"/>
                  </a:lnTo>
                  <a:lnTo>
                    <a:pt x="414" y="172449"/>
                  </a:lnTo>
                  <a:lnTo>
                    <a:pt x="872" y="177718"/>
                  </a:lnTo>
                  <a:lnTo>
                    <a:pt x="1496" y="182971"/>
                  </a:lnTo>
                  <a:lnTo>
                    <a:pt x="2287" y="188202"/>
                  </a:lnTo>
                  <a:lnTo>
                    <a:pt x="3242" y="193405"/>
                  </a:lnTo>
                  <a:lnTo>
                    <a:pt x="4362" y="198575"/>
                  </a:lnTo>
                  <a:lnTo>
                    <a:pt x="5644" y="203706"/>
                  </a:lnTo>
                  <a:lnTo>
                    <a:pt x="7089" y="208795"/>
                  </a:lnTo>
                  <a:lnTo>
                    <a:pt x="8693" y="213836"/>
                  </a:lnTo>
                  <a:lnTo>
                    <a:pt x="10456" y="218823"/>
                  </a:lnTo>
                  <a:lnTo>
                    <a:pt x="12376" y="223752"/>
                  </a:lnTo>
                  <a:lnTo>
                    <a:pt x="14452" y="228618"/>
                  </a:lnTo>
                  <a:lnTo>
                    <a:pt x="16680" y="233416"/>
                  </a:lnTo>
                  <a:lnTo>
                    <a:pt x="19058" y="238140"/>
                  </a:lnTo>
                  <a:lnTo>
                    <a:pt x="21586" y="242787"/>
                  </a:lnTo>
                  <a:lnTo>
                    <a:pt x="24258" y="247352"/>
                  </a:lnTo>
                  <a:lnTo>
                    <a:pt x="27074" y="251830"/>
                  </a:lnTo>
                  <a:lnTo>
                    <a:pt x="30030" y="256217"/>
                  </a:lnTo>
                  <a:lnTo>
                    <a:pt x="33124" y="260508"/>
                  </a:lnTo>
                  <a:lnTo>
                    <a:pt x="36352" y="264699"/>
                  </a:lnTo>
                  <a:lnTo>
                    <a:pt x="39710" y="268786"/>
                  </a:lnTo>
                  <a:lnTo>
                    <a:pt x="43197" y="272764"/>
                  </a:lnTo>
                  <a:lnTo>
                    <a:pt x="46807" y="276630"/>
                  </a:lnTo>
                  <a:lnTo>
                    <a:pt x="50538" y="280380"/>
                  </a:lnTo>
                  <a:lnTo>
                    <a:pt x="54386" y="284010"/>
                  </a:lnTo>
                  <a:lnTo>
                    <a:pt x="58346" y="287516"/>
                  </a:lnTo>
                  <a:lnTo>
                    <a:pt x="62416" y="290896"/>
                  </a:lnTo>
                  <a:lnTo>
                    <a:pt x="66591" y="294145"/>
                  </a:lnTo>
                  <a:lnTo>
                    <a:pt x="70866" y="297260"/>
                  </a:lnTo>
                  <a:lnTo>
                    <a:pt x="75237" y="300238"/>
                  </a:lnTo>
                  <a:lnTo>
                    <a:pt x="79701" y="303077"/>
                  </a:lnTo>
                  <a:lnTo>
                    <a:pt x="84252" y="305773"/>
                  </a:lnTo>
                  <a:lnTo>
                    <a:pt x="88887" y="308323"/>
                  </a:lnTo>
                  <a:lnTo>
                    <a:pt x="93599" y="310726"/>
                  </a:lnTo>
                  <a:lnTo>
                    <a:pt x="98386" y="312978"/>
                  </a:lnTo>
                  <a:lnTo>
                    <a:pt x="103241" y="315078"/>
                  </a:lnTo>
                  <a:lnTo>
                    <a:pt x="108160" y="317023"/>
                  </a:lnTo>
                  <a:lnTo>
                    <a:pt x="113138" y="318812"/>
                  </a:lnTo>
                  <a:lnTo>
                    <a:pt x="118171" y="320442"/>
                  </a:lnTo>
                  <a:lnTo>
                    <a:pt x="123252" y="321912"/>
                  </a:lnTo>
                  <a:lnTo>
                    <a:pt x="128378" y="323221"/>
                  </a:lnTo>
                  <a:lnTo>
                    <a:pt x="133542" y="324366"/>
                  </a:lnTo>
                  <a:lnTo>
                    <a:pt x="138740" y="325348"/>
                  </a:lnTo>
                  <a:lnTo>
                    <a:pt x="143966" y="326165"/>
                  </a:lnTo>
                  <a:lnTo>
                    <a:pt x="149216" y="326816"/>
                  </a:lnTo>
                  <a:lnTo>
                    <a:pt x="154483" y="327300"/>
                  </a:lnTo>
                  <a:lnTo>
                    <a:pt x="159763" y="327618"/>
                  </a:lnTo>
                  <a:lnTo>
                    <a:pt x="165051" y="327769"/>
                  </a:lnTo>
                  <a:lnTo>
                    <a:pt x="170341" y="327752"/>
                  </a:lnTo>
                  <a:lnTo>
                    <a:pt x="175627" y="327568"/>
                  </a:lnTo>
                  <a:lnTo>
                    <a:pt x="180906" y="327216"/>
                  </a:lnTo>
                  <a:lnTo>
                    <a:pt x="186170" y="326698"/>
                  </a:lnTo>
                  <a:lnTo>
                    <a:pt x="191415" y="326013"/>
                  </a:lnTo>
                  <a:lnTo>
                    <a:pt x="196636" y="325163"/>
                  </a:lnTo>
                  <a:lnTo>
                    <a:pt x="201828" y="324148"/>
                  </a:lnTo>
                  <a:lnTo>
                    <a:pt x="206985" y="322970"/>
                  </a:lnTo>
                  <a:lnTo>
                    <a:pt x="212101" y="321628"/>
                  </a:lnTo>
                  <a:lnTo>
                    <a:pt x="217173" y="320126"/>
                  </a:lnTo>
                  <a:lnTo>
                    <a:pt x="222195" y="318464"/>
                  </a:lnTo>
                  <a:lnTo>
                    <a:pt x="227162" y="316643"/>
                  </a:lnTo>
                  <a:lnTo>
                    <a:pt x="232069" y="314667"/>
                  </a:lnTo>
                  <a:lnTo>
                    <a:pt x="236910" y="312536"/>
                  </a:lnTo>
                  <a:lnTo>
                    <a:pt x="241682" y="310253"/>
                  </a:lnTo>
                  <a:lnTo>
                    <a:pt x="246379" y="307820"/>
                  </a:lnTo>
                  <a:lnTo>
                    <a:pt x="250997" y="305240"/>
                  </a:lnTo>
                  <a:lnTo>
                    <a:pt x="255531" y="302515"/>
                  </a:lnTo>
                  <a:lnTo>
                    <a:pt x="259977" y="299648"/>
                  </a:lnTo>
                  <a:lnTo>
                    <a:pt x="264329" y="296642"/>
                  </a:lnTo>
                  <a:lnTo>
                    <a:pt x="268585" y="293500"/>
                  </a:lnTo>
                  <a:lnTo>
                    <a:pt x="272738" y="290224"/>
                  </a:lnTo>
                  <a:lnTo>
                    <a:pt x="276786" y="286819"/>
                  </a:lnTo>
                  <a:lnTo>
                    <a:pt x="280724" y="283287"/>
                  </a:lnTo>
                  <a:lnTo>
                    <a:pt x="284549" y="279633"/>
                  </a:lnTo>
                  <a:lnTo>
                    <a:pt x="288256" y="275859"/>
                  </a:lnTo>
                  <a:lnTo>
                    <a:pt x="291841" y="271970"/>
                  </a:lnTo>
                  <a:lnTo>
                    <a:pt x="295302" y="267969"/>
                  </a:lnTo>
                  <a:lnTo>
                    <a:pt x="298635" y="263861"/>
                  </a:lnTo>
                  <a:lnTo>
                    <a:pt x="301836" y="259650"/>
                  </a:lnTo>
                  <a:lnTo>
                    <a:pt x="304902" y="255339"/>
                  </a:lnTo>
                  <a:lnTo>
                    <a:pt x="307830" y="250934"/>
                  </a:lnTo>
                  <a:lnTo>
                    <a:pt x="310617" y="246438"/>
                  </a:lnTo>
                  <a:lnTo>
                    <a:pt x="313261" y="241856"/>
                  </a:lnTo>
                  <a:lnTo>
                    <a:pt x="315758" y="237193"/>
                  </a:lnTo>
                  <a:lnTo>
                    <a:pt x="318107" y="232453"/>
                  </a:lnTo>
                  <a:lnTo>
                    <a:pt x="320304" y="227641"/>
                  </a:lnTo>
                  <a:lnTo>
                    <a:pt x="322348" y="222762"/>
                  </a:lnTo>
                  <a:lnTo>
                    <a:pt x="324237" y="217821"/>
                  </a:lnTo>
                  <a:lnTo>
                    <a:pt x="325968" y="212823"/>
                  </a:lnTo>
                  <a:lnTo>
                    <a:pt x="327540" y="207772"/>
                  </a:lnTo>
                  <a:lnTo>
                    <a:pt x="328952" y="202674"/>
                  </a:lnTo>
                  <a:lnTo>
                    <a:pt x="330202" y="197534"/>
                  </a:lnTo>
                  <a:lnTo>
                    <a:pt x="331288" y="192357"/>
                  </a:lnTo>
                  <a:lnTo>
                    <a:pt x="332210" y="187148"/>
                  </a:lnTo>
                  <a:lnTo>
                    <a:pt x="332967" y="181913"/>
                  </a:lnTo>
                  <a:lnTo>
                    <a:pt x="333558" y="176656"/>
                  </a:lnTo>
                  <a:lnTo>
                    <a:pt x="333982" y="171383"/>
                  </a:lnTo>
                  <a:lnTo>
                    <a:pt x="334240" y="166100"/>
                  </a:lnTo>
                  <a:lnTo>
                    <a:pt x="334329" y="160811"/>
                  </a:lnTo>
                  <a:lnTo>
                    <a:pt x="334252" y="155522"/>
                  </a:lnTo>
                  <a:lnTo>
                    <a:pt x="334007" y="150237"/>
                  </a:lnTo>
                  <a:lnTo>
                    <a:pt x="333595" y="144964"/>
                  </a:lnTo>
                  <a:lnTo>
                    <a:pt x="333017" y="139706"/>
                  </a:lnTo>
                  <a:lnTo>
                    <a:pt x="332272" y="134468"/>
                  </a:lnTo>
                  <a:lnTo>
                    <a:pt x="331362" y="129257"/>
                  </a:lnTo>
                  <a:lnTo>
                    <a:pt x="330288" y="124078"/>
                  </a:lnTo>
                  <a:lnTo>
                    <a:pt x="329050" y="118935"/>
                  </a:lnTo>
                  <a:lnTo>
                    <a:pt x="327651" y="113834"/>
                  </a:lnTo>
                  <a:lnTo>
                    <a:pt x="326090" y="108779"/>
                  </a:lnTo>
                  <a:lnTo>
                    <a:pt x="324370" y="103777"/>
                  </a:lnTo>
                  <a:lnTo>
                    <a:pt x="322493" y="98831"/>
                  </a:lnTo>
                  <a:lnTo>
                    <a:pt x="320461" y="93948"/>
                  </a:lnTo>
                  <a:lnTo>
                    <a:pt x="318275" y="89131"/>
                  </a:lnTo>
                  <a:lnTo>
                    <a:pt x="315937" y="84385"/>
                  </a:lnTo>
                  <a:lnTo>
                    <a:pt x="313451" y="79716"/>
                  </a:lnTo>
                  <a:lnTo>
                    <a:pt x="310818" y="75128"/>
                  </a:lnTo>
                  <a:lnTo>
                    <a:pt x="308041" y="70626"/>
                  </a:lnTo>
                  <a:lnTo>
                    <a:pt x="305124" y="66213"/>
                  </a:lnTo>
                  <a:lnTo>
                    <a:pt x="302068" y="61896"/>
                  </a:lnTo>
                  <a:lnTo>
                    <a:pt x="298877" y="57677"/>
                  </a:lnTo>
                  <a:lnTo>
                    <a:pt x="295554" y="53561"/>
                  </a:lnTo>
                  <a:lnTo>
                    <a:pt x="292102" y="49552"/>
                  </a:lnTo>
                  <a:lnTo>
                    <a:pt x="288526" y="45655"/>
                  </a:lnTo>
                  <a:lnTo>
                    <a:pt x="284828" y="41872"/>
                  </a:lnTo>
                  <a:lnTo>
                    <a:pt x="281012" y="38209"/>
                  </a:lnTo>
                  <a:lnTo>
                    <a:pt x="277082" y="34668"/>
                  </a:lnTo>
                  <a:lnTo>
                    <a:pt x="273042" y="31253"/>
                  </a:lnTo>
                  <a:lnTo>
                    <a:pt x="268896" y="27968"/>
                  </a:lnTo>
                  <a:lnTo>
                    <a:pt x="264648" y="24815"/>
                  </a:lnTo>
                  <a:lnTo>
                    <a:pt x="260303" y="21799"/>
                  </a:lnTo>
                  <a:lnTo>
                    <a:pt x="255864" y="18922"/>
                  </a:lnTo>
                  <a:lnTo>
                    <a:pt x="251337" y="16186"/>
                  </a:lnTo>
                  <a:lnTo>
                    <a:pt x="246725" y="13595"/>
                  </a:lnTo>
                  <a:lnTo>
                    <a:pt x="242033" y="11151"/>
                  </a:lnTo>
                  <a:lnTo>
                    <a:pt x="237267" y="8857"/>
                  </a:lnTo>
                  <a:lnTo>
                    <a:pt x="232430" y="6715"/>
                  </a:lnTo>
                  <a:lnTo>
                    <a:pt x="227528" y="4727"/>
                  </a:lnTo>
                  <a:lnTo>
                    <a:pt x="222566" y="2895"/>
                  </a:lnTo>
                  <a:lnTo>
                    <a:pt x="167162" y="1606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212566" y="1546402"/>
              <a:ext cx="55403" cy="167167"/>
            </a:xfrm>
            <a:custGeom>
              <a:avLst/>
              <a:pathLst>
                <a:path w="55403" h="167167">
                  <a:moveTo>
                    <a:pt x="55403" y="9448"/>
                  </a:moveTo>
                  <a:lnTo>
                    <a:pt x="49445" y="7480"/>
                  </a:lnTo>
                  <a:lnTo>
                    <a:pt x="43418" y="5737"/>
                  </a:lnTo>
                  <a:lnTo>
                    <a:pt x="37330" y="4221"/>
                  </a:lnTo>
                  <a:lnTo>
                    <a:pt x="31189" y="2935"/>
                  </a:lnTo>
                  <a:lnTo>
                    <a:pt x="25004" y="1880"/>
                  </a:lnTo>
                  <a:lnTo>
                    <a:pt x="18784" y="1058"/>
                  </a:lnTo>
                  <a:lnTo>
                    <a:pt x="12537" y="470"/>
                  </a:lnTo>
                  <a:lnTo>
                    <a:pt x="6273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1541" y="1943516"/>
              <a:ext cx="7242" cy="167167"/>
            </a:xfrm>
            <a:custGeom>
              <a:avLst/>
              <a:pathLst>
                <a:path w="7242" h="167167">
                  <a:moveTo>
                    <a:pt x="7242" y="0"/>
                  </a:moveTo>
                  <a:lnTo>
                    <a:pt x="0" y="156"/>
                  </a:lnTo>
                  <a:lnTo>
                    <a:pt x="724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1541" y="1943673"/>
              <a:ext cx="7242" cy="167010"/>
            </a:xfrm>
            <a:custGeom>
              <a:avLst/>
              <a:pathLst>
                <a:path w="7242" h="167010">
                  <a:moveTo>
                    <a:pt x="0" y="0"/>
                  </a:moveTo>
                  <a:lnTo>
                    <a:pt x="7242" y="1670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36787" y="1943673"/>
              <a:ext cx="141996" cy="167010"/>
            </a:xfrm>
            <a:custGeom>
              <a:avLst/>
              <a:pathLst>
                <a:path w="141996" h="167010">
                  <a:moveTo>
                    <a:pt x="134753" y="0"/>
                  </a:moveTo>
                  <a:lnTo>
                    <a:pt x="129163" y="336"/>
                  </a:lnTo>
                  <a:lnTo>
                    <a:pt x="123588" y="859"/>
                  </a:lnTo>
                  <a:lnTo>
                    <a:pt x="118033" y="1569"/>
                  </a:lnTo>
                  <a:lnTo>
                    <a:pt x="112504" y="2464"/>
                  </a:lnTo>
                  <a:lnTo>
                    <a:pt x="107009" y="3545"/>
                  </a:lnTo>
                  <a:lnTo>
                    <a:pt x="101554" y="4808"/>
                  </a:lnTo>
                  <a:lnTo>
                    <a:pt x="96143" y="6254"/>
                  </a:lnTo>
                  <a:lnTo>
                    <a:pt x="90784" y="7880"/>
                  </a:lnTo>
                  <a:lnTo>
                    <a:pt x="85483" y="9685"/>
                  </a:lnTo>
                  <a:lnTo>
                    <a:pt x="80245" y="11666"/>
                  </a:lnTo>
                  <a:lnTo>
                    <a:pt x="75076" y="13821"/>
                  </a:lnTo>
                  <a:lnTo>
                    <a:pt x="69983" y="16149"/>
                  </a:lnTo>
                  <a:lnTo>
                    <a:pt x="64970" y="18646"/>
                  </a:lnTo>
                  <a:lnTo>
                    <a:pt x="60044" y="21309"/>
                  </a:lnTo>
                  <a:lnTo>
                    <a:pt x="55209" y="24136"/>
                  </a:lnTo>
                  <a:lnTo>
                    <a:pt x="50472" y="27123"/>
                  </a:lnTo>
                  <a:lnTo>
                    <a:pt x="45838" y="30267"/>
                  </a:lnTo>
                  <a:lnTo>
                    <a:pt x="41312" y="33565"/>
                  </a:lnTo>
                  <a:lnTo>
                    <a:pt x="36898" y="37012"/>
                  </a:lnTo>
                  <a:lnTo>
                    <a:pt x="32603" y="40605"/>
                  </a:lnTo>
                  <a:lnTo>
                    <a:pt x="28430" y="44340"/>
                  </a:lnTo>
                  <a:lnTo>
                    <a:pt x="24385" y="48213"/>
                  </a:lnTo>
                  <a:lnTo>
                    <a:pt x="20472" y="52219"/>
                  </a:lnTo>
                  <a:lnTo>
                    <a:pt x="16695" y="56354"/>
                  </a:lnTo>
                  <a:lnTo>
                    <a:pt x="13059" y="60613"/>
                  </a:lnTo>
                  <a:lnTo>
                    <a:pt x="9567" y="64992"/>
                  </a:lnTo>
                  <a:lnTo>
                    <a:pt x="6225" y="69485"/>
                  </a:lnTo>
                  <a:lnTo>
                    <a:pt x="3034" y="74087"/>
                  </a:lnTo>
                  <a:lnTo>
                    <a:pt x="0" y="78794"/>
                  </a:lnTo>
                  <a:lnTo>
                    <a:pt x="141996" y="1670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11635" y="1943516"/>
              <a:ext cx="334294" cy="334334"/>
            </a:xfrm>
            <a:custGeom>
              <a:avLst/>
              <a:pathLst>
                <a:path w="334294" h="334334">
                  <a:moveTo>
                    <a:pt x="25151" y="78951"/>
                  </a:moveTo>
                  <a:lnTo>
                    <a:pt x="22423" y="83501"/>
                  </a:lnTo>
                  <a:lnTo>
                    <a:pt x="19841" y="88136"/>
                  </a:lnTo>
                  <a:lnTo>
                    <a:pt x="17408" y="92850"/>
                  </a:lnTo>
                  <a:lnTo>
                    <a:pt x="15125" y="97638"/>
                  </a:lnTo>
                  <a:lnTo>
                    <a:pt x="12995" y="102497"/>
                  </a:lnTo>
                  <a:lnTo>
                    <a:pt x="11021" y="107421"/>
                  </a:lnTo>
                  <a:lnTo>
                    <a:pt x="9204" y="112405"/>
                  </a:lnTo>
                  <a:lnTo>
                    <a:pt x="7546" y="117445"/>
                  </a:lnTo>
                  <a:lnTo>
                    <a:pt x="6048" y="122534"/>
                  </a:lnTo>
                  <a:lnTo>
                    <a:pt x="4713" y="127669"/>
                  </a:lnTo>
                  <a:lnTo>
                    <a:pt x="3542" y="132843"/>
                  </a:lnTo>
                  <a:lnTo>
                    <a:pt x="2535" y="138051"/>
                  </a:lnTo>
                  <a:lnTo>
                    <a:pt x="1694" y="143290"/>
                  </a:lnTo>
                  <a:lnTo>
                    <a:pt x="1019" y="148552"/>
                  </a:lnTo>
                  <a:lnTo>
                    <a:pt x="512" y="153832"/>
                  </a:lnTo>
                  <a:lnTo>
                    <a:pt x="173" y="159127"/>
                  </a:lnTo>
                  <a:lnTo>
                    <a:pt x="2" y="164429"/>
                  </a:lnTo>
                  <a:lnTo>
                    <a:pt x="0" y="169734"/>
                  </a:lnTo>
                  <a:lnTo>
                    <a:pt x="165" y="175037"/>
                  </a:lnTo>
                  <a:lnTo>
                    <a:pt x="499" y="180331"/>
                  </a:lnTo>
                  <a:lnTo>
                    <a:pt x="1001" y="185613"/>
                  </a:lnTo>
                  <a:lnTo>
                    <a:pt x="1670" y="190875"/>
                  </a:lnTo>
                  <a:lnTo>
                    <a:pt x="2505" y="196114"/>
                  </a:lnTo>
                  <a:lnTo>
                    <a:pt x="3507" y="201324"/>
                  </a:lnTo>
                  <a:lnTo>
                    <a:pt x="4673" y="206499"/>
                  </a:lnTo>
                  <a:lnTo>
                    <a:pt x="6003" y="211635"/>
                  </a:lnTo>
                  <a:lnTo>
                    <a:pt x="7495" y="216726"/>
                  </a:lnTo>
                  <a:lnTo>
                    <a:pt x="9148" y="221767"/>
                  </a:lnTo>
                  <a:lnTo>
                    <a:pt x="10960" y="226753"/>
                  </a:lnTo>
                  <a:lnTo>
                    <a:pt x="12929" y="231679"/>
                  </a:lnTo>
                  <a:lnTo>
                    <a:pt x="15054" y="236540"/>
                  </a:lnTo>
                  <a:lnTo>
                    <a:pt x="17332" y="241331"/>
                  </a:lnTo>
                  <a:lnTo>
                    <a:pt x="19761" y="246048"/>
                  </a:lnTo>
                  <a:lnTo>
                    <a:pt x="22338" y="250685"/>
                  </a:lnTo>
                  <a:lnTo>
                    <a:pt x="25061" y="255238"/>
                  </a:lnTo>
                  <a:lnTo>
                    <a:pt x="27927" y="259702"/>
                  </a:lnTo>
                  <a:lnTo>
                    <a:pt x="30934" y="264073"/>
                  </a:lnTo>
                  <a:lnTo>
                    <a:pt x="34077" y="268347"/>
                  </a:lnTo>
                  <a:lnTo>
                    <a:pt x="37355" y="272518"/>
                  </a:lnTo>
                  <a:lnTo>
                    <a:pt x="40763" y="276584"/>
                  </a:lnTo>
                  <a:lnTo>
                    <a:pt x="44299" y="280539"/>
                  </a:lnTo>
                  <a:lnTo>
                    <a:pt x="47958" y="284380"/>
                  </a:lnTo>
                  <a:lnTo>
                    <a:pt x="51737" y="288103"/>
                  </a:lnTo>
                  <a:lnTo>
                    <a:pt x="55633" y="291704"/>
                  </a:lnTo>
                  <a:lnTo>
                    <a:pt x="59641" y="295180"/>
                  </a:lnTo>
                  <a:lnTo>
                    <a:pt x="63757" y="298527"/>
                  </a:lnTo>
                  <a:lnTo>
                    <a:pt x="67977" y="301741"/>
                  </a:lnTo>
                  <a:lnTo>
                    <a:pt x="72297" y="304820"/>
                  </a:lnTo>
                  <a:lnTo>
                    <a:pt x="76713" y="307761"/>
                  </a:lnTo>
                  <a:lnTo>
                    <a:pt x="81220" y="310560"/>
                  </a:lnTo>
                  <a:lnTo>
                    <a:pt x="85813" y="313214"/>
                  </a:lnTo>
                  <a:lnTo>
                    <a:pt x="90488" y="315721"/>
                  </a:lnTo>
                  <a:lnTo>
                    <a:pt x="95241" y="318079"/>
                  </a:lnTo>
                  <a:lnTo>
                    <a:pt x="100066" y="320285"/>
                  </a:lnTo>
                  <a:lnTo>
                    <a:pt x="104958" y="322336"/>
                  </a:lnTo>
                  <a:lnTo>
                    <a:pt x="109913" y="324231"/>
                  </a:lnTo>
                  <a:lnTo>
                    <a:pt x="114926" y="325968"/>
                  </a:lnTo>
                  <a:lnTo>
                    <a:pt x="119991" y="327545"/>
                  </a:lnTo>
                  <a:lnTo>
                    <a:pt x="125104" y="328961"/>
                  </a:lnTo>
                  <a:lnTo>
                    <a:pt x="130259" y="330214"/>
                  </a:lnTo>
                  <a:lnTo>
                    <a:pt x="135451" y="331302"/>
                  </a:lnTo>
                  <a:lnTo>
                    <a:pt x="140676" y="332225"/>
                  </a:lnTo>
                  <a:lnTo>
                    <a:pt x="145926" y="332982"/>
                  </a:lnTo>
                  <a:lnTo>
                    <a:pt x="151199" y="333572"/>
                  </a:lnTo>
                  <a:lnTo>
                    <a:pt x="156487" y="333994"/>
                  </a:lnTo>
                  <a:lnTo>
                    <a:pt x="161786" y="334248"/>
                  </a:lnTo>
                  <a:lnTo>
                    <a:pt x="167090" y="334334"/>
                  </a:lnTo>
                  <a:lnTo>
                    <a:pt x="172395" y="334252"/>
                  </a:lnTo>
                  <a:lnTo>
                    <a:pt x="177694" y="334001"/>
                  </a:lnTo>
                  <a:lnTo>
                    <a:pt x="182983" y="333583"/>
                  </a:lnTo>
                  <a:lnTo>
                    <a:pt x="188255" y="332996"/>
                  </a:lnTo>
                  <a:lnTo>
                    <a:pt x="193507" y="332243"/>
                  </a:lnTo>
                  <a:lnTo>
                    <a:pt x="198731" y="331324"/>
                  </a:lnTo>
                  <a:lnTo>
                    <a:pt x="203924" y="330239"/>
                  </a:lnTo>
                  <a:lnTo>
                    <a:pt x="209080" y="328990"/>
                  </a:lnTo>
                  <a:lnTo>
                    <a:pt x="214194" y="327577"/>
                  </a:lnTo>
                  <a:lnTo>
                    <a:pt x="219260" y="326004"/>
                  </a:lnTo>
                  <a:lnTo>
                    <a:pt x="224274" y="324270"/>
                  </a:lnTo>
                  <a:lnTo>
                    <a:pt x="229231" y="322378"/>
                  </a:lnTo>
                  <a:lnTo>
                    <a:pt x="234124" y="320330"/>
                  </a:lnTo>
                  <a:lnTo>
                    <a:pt x="238951" y="318128"/>
                  </a:lnTo>
                  <a:lnTo>
                    <a:pt x="243705" y="315773"/>
                  </a:lnTo>
                  <a:lnTo>
                    <a:pt x="248382" y="313269"/>
                  </a:lnTo>
                  <a:lnTo>
                    <a:pt x="252977" y="310618"/>
                  </a:lnTo>
                  <a:lnTo>
                    <a:pt x="257486" y="307822"/>
                  </a:lnTo>
                  <a:lnTo>
                    <a:pt x="261903" y="304885"/>
                  </a:lnTo>
                  <a:lnTo>
                    <a:pt x="266226" y="301809"/>
                  </a:lnTo>
                  <a:lnTo>
                    <a:pt x="270448" y="298597"/>
                  </a:lnTo>
                  <a:lnTo>
                    <a:pt x="274566" y="295253"/>
                  </a:lnTo>
                  <a:lnTo>
                    <a:pt x="278577" y="291780"/>
                  </a:lnTo>
                  <a:lnTo>
                    <a:pt x="282475" y="288181"/>
                  </a:lnTo>
                  <a:lnTo>
                    <a:pt x="286257" y="284461"/>
                  </a:lnTo>
                  <a:lnTo>
                    <a:pt x="289919" y="280622"/>
                  </a:lnTo>
                  <a:lnTo>
                    <a:pt x="293457" y="276670"/>
                  </a:lnTo>
                  <a:lnTo>
                    <a:pt x="296868" y="272606"/>
                  </a:lnTo>
                  <a:lnTo>
                    <a:pt x="300148" y="268437"/>
                  </a:lnTo>
                  <a:lnTo>
                    <a:pt x="303295" y="264166"/>
                  </a:lnTo>
                  <a:lnTo>
                    <a:pt x="306304" y="259797"/>
                  </a:lnTo>
                  <a:lnTo>
                    <a:pt x="309173" y="255335"/>
                  </a:lnTo>
                  <a:lnTo>
                    <a:pt x="311900" y="250784"/>
                  </a:lnTo>
                  <a:lnTo>
                    <a:pt x="314480" y="246148"/>
                  </a:lnTo>
                  <a:lnTo>
                    <a:pt x="316912" y="241433"/>
                  </a:lnTo>
                  <a:lnTo>
                    <a:pt x="319193" y="236644"/>
                  </a:lnTo>
                  <a:lnTo>
                    <a:pt x="321321" y="231784"/>
                  </a:lnTo>
                  <a:lnTo>
                    <a:pt x="323294" y="226859"/>
                  </a:lnTo>
                  <a:lnTo>
                    <a:pt x="325109" y="221875"/>
                  </a:lnTo>
                  <a:lnTo>
                    <a:pt x="326766" y="216835"/>
                  </a:lnTo>
                  <a:lnTo>
                    <a:pt x="328261" y="211745"/>
                  </a:lnTo>
                  <a:lnTo>
                    <a:pt x="329595" y="206610"/>
                  </a:lnTo>
                  <a:lnTo>
                    <a:pt x="330765" y="201435"/>
                  </a:lnTo>
                  <a:lnTo>
                    <a:pt x="331770" y="196226"/>
                  </a:lnTo>
                  <a:lnTo>
                    <a:pt x="332609" y="190988"/>
                  </a:lnTo>
                  <a:lnTo>
                    <a:pt x="333281" y="185726"/>
                  </a:lnTo>
                  <a:lnTo>
                    <a:pt x="333787" y="180445"/>
                  </a:lnTo>
                  <a:lnTo>
                    <a:pt x="334124" y="175150"/>
                  </a:lnTo>
                  <a:lnTo>
                    <a:pt x="334293" y="169848"/>
                  </a:lnTo>
                  <a:lnTo>
                    <a:pt x="334294" y="164543"/>
                  </a:lnTo>
                  <a:lnTo>
                    <a:pt x="334127" y="159240"/>
                  </a:lnTo>
                  <a:lnTo>
                    <a:pt x="333791" y="153946"/>
                  </a:lnTo>
                  <a:lnTo>
                    <a:pt x="333288" y="148665"/>
                  </a:lnTo>
                  <a:lnTo>
                    <a:pt x="332617" y="143402"/>
                  </a:lnTo>
                  <a:lnTo>
                    <a:pt x="331779" y="138164"/>
                  </a:lnTo>
                  <a:lnTo>
                    <a:pt x="330776" y="132954"/>
                  </a:lnTo>
                  <a:lnTo>
                    <a:pt x="329608" y="127779"/>
                  </a:lnTo>
                  <a:lnTo>
                    <a:pt x="328277" y="122644"/>
                  </a:lnTo>
                  <a:lnTo>
                    <a:pt x="326783" y="117553"/>
                  </a:lnTo>
                  <a:lnTo>
                    <a:pt x="325128" y="112513"/>
                  </a:lnTo>
                  <a:lnTo>
                    <a:pt x="323314" y="107528"/>
                  </a:lnTo>
                  <a:lnTo>
                    <a:pt x="321343" y="102602"/>
                  </a:lnTo>
                  <a:lnTo>
                    <a:pt x="319217" y="97742"/>
                  </a:lnTo>
                  <a:lnTo>
                    <a:pt x="316937" y="92951"/>
                  </a:lnTo>
                  <a:lnTo>
                    <a:pt x="314507" y="88236"/>
                  </a:lnTo>
                  <a:lnTo>
                    <a:pt x="311928" y="83600"/>
                  </a:lnTo>
                  <a:lnTo>
                    <a:pt x="309203" y="79048"/>
                  </a:lnTo>
                  <a:lnTo>
                    <a:pt x="306336" y="74584"/>
                  </a:lnTo>
                  <a:lnTo>
                    <a:pt x="303328" y="70214"/>
                  </a:lnTo>
                  <a:lnTo>
                    <a:pt x="300183" y="65942"/>
                  </a:lnTo>
                  <a:lnTo>
                    <a:pt x="296904" y="61772"/>
                  </a:lnTo>
                  <a:lnTo>
                    <a:pt x="293494" y="57707"/>
                  </a:lnTo>
                  <a:lnTo>
                    <a:pt x="289957" y="53753"/>
                  </a:lnTo>
                  <a:lnTo>
                    <a:pt x="286297" y="49913"/>
                  </a:lnTo>
                  <a:lnTo>
                    <a:pt x="282516" y="46192"/>
                  </a:lnTo>
                  <a:lnTo>
                    <a:pt x="278619" y="42592"/>
                  </a:lnTo>
                  <a:lnTo>
                    <a:pt x="274610" y="39117"/>
                  </a:lnTo>
                  <a:lnTo>
                    <a:pt x="270493" y="35772"/>
                  </a:lnTo>
                  <a:lnTo>
                    <a:pt x="266271" y="32559"/>
                  </a:lnTo>
                  <a:lnTo>
                    <a:pt x="261950" y="29481"/>
                  </a:lnTo>
                  <a:lnTo>
                    <a:pt x="257533" y="26542"/>
                  </a:lnTo>
                  <a:lnTo>
                    <a:pt x="253026" y="23745"/>
                  </a:lnTo>
                  <a:lnTo>
                    <a:pt x="248432" y="21092"/>
                  </a:lnTo>
                  <a:lnTo>
                    <a:pt x="243755" y="18587"/>
                  </a:lnTo>
                  <a:lnTo>
                    <a:pt x="239002" y="16230"/>
                  </a:lnTo>
                  <a:lnTo>
                    <a:pt x="234177" y="14026"/>
                  </a:lnTo>
                  <a:lnTo>
                    <a:pt x="229283" y="11977"/>
                  </a:lnTo>
                  <a:lnTo>
                    <a:pt x="224328" y="10083"/>
                  </a:lnTo>
                  <a:lnTo>
                    <a:pt x="219315" y="8348"/>
                  </a:lnTo>
                  <a:lnTo>
                    <a:pt x="214249" y="6772"/>
                  </a:lnTo>
                  <a:lnTo>
                    <a:pt x="209135" y="5359"/>
                  </a:lnTo>
                  <a:lnTo>
                    <a:pt x="203980" y="4108"/>
                  </a:lnTo>
                  <a:lnTo>
                    <a:pt x="198787" y="3021"/>
                  </a:lnTo>
                  <a:lnTo>
                    <a:pt x="193563" y="2100"/>
                  </a:lnTo>
                  <a:lnTo>
                    <a:pt x="188312" y="1345"/>
                  </a:lnTo>
                  <a:lnTo>
                    <a:pt x="183039" y="757"/>
                  </a:lnTo>
                  <a:lnTo>
                    <a:pt x="177751" y="336"/>
                  </a:lnTo>
                  <a:lnTo>
                    <a:pt x="172452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5990" y="2406772"/>
              <a:ext cx="19743" cy="167167"/>
            </a:xfrm>
            <a:custGeom>
              <a:avLst/>
              <a:pathLst>
                <a:path w="19743" h="167167">
                  <a:moveTo>
                    <a:pt x="19743" y="0"/>
                  </a:moveTo>
                  <a:lnTo>
                    <a:pt x="9854" y="292"/>
                  </a:lnTo>
                  <a:lnTo>
                    <a:pt x="0" y="1170"/>
                  </a:lnTo>
                  <a:lnTo>
                    <a:pt x="197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990" y="2407942"/>
              <a:ext cx="19743" cy="165997"/>
            </a:xfrm>
            <a:custGeom>
              <a:avLst/>
              <a:pathLst>
                <a:path w="19743" h="165997">
                  <a:moveTo>
                    <a:pt x="0" y="0"/>
                  </a:moveTo>
                  <a:lnTo>
                    <a:pt x="19743" y="1659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478568" y="2407321"/>
              <a:ext cx="334332" cy="333771"/>
            </a:xfrm>
            <a:custGeom>
              <a:avLst/>
              <a:pathLst>
                <a:path w="334332" h="333771">
                  <a:moveTo>
                    <a:pt x="147421" y="620"/>
                  </a:moveTo>
                  <a:lnTo>
                    <a:pt x="142172" y="1329"/>
                  </a:lnTo>
                  <a:lnTo>
                    <a:pt x="136948" y="2204"/>
                  </a:lnTo>
                  <a:lnTo>
                    <a:pt x="131755" y="3244"/>
                  </a:lnTo>
                  <a:lnTo>
                    <a:pt x="126597" y="4448"/>
                  </a:lnTo>
                  <a:lnTo>
                    <a:pt x="121479" y="5814"/>
                  </a:lnTo>
                  <a:lnTo>
                    <a:pt x="116408" y="7342"/>
                  </a:lnTo>
                  <a:lnTo>
                    <a:pt x="111387" y="9030"/>
                  </a:lnTo>
                  <a:lnTo>
                    <a:pt x="106423" y="10876"/>
                  </a:lnTo>
                  <a:lnTo>
                    <a:pt x="101519" y="12879"/>
                  </a:lnTo>
                  <a:lnTo>
                    <a:pt x="96682" y="15036"/>
                  </a:lnTo>
                  <a:lnTo>
                    <a:pt x="91915" y="17345"/>
                  </a:lnTo>
                  <a:lnTo>
                    <a:pt x="87224" y="19804"/>
                  </a:lnTo>
                  <a:lnTo>
                    <a:pt x="82612" y="22410"/>
                  </a:lnTo>
                  <a:lnTo>
                    <a:pt x="78086" y="25161"/>
                  </a:lnTo>
                  <a:lnTo>
                    <a:pt x="73650" y="28054"/>
                  </a:lnTo>
                  <a:lnTo>
                    <a:pt x="69307" y="31086"/>
                  </a:lnTo>
                  <a:lnTo>
                    <a:pt x="65062" y="34255"/>
                  </a:lnTo>
                  <a:lnTo>
                    <a:pt x="60920" y="37556"/>
                  </a:lnTo>
                  <a:lnTo>
                    <a:pt x="56885" y="40987"/>
                  </a:lnTo>
                  <a:lnTo>
                    <a:pt x="52960" y="44543"/>
                  </a:lnTo>
                  <a:lnTo>
                    <a:pt x="49150" y="48223"/>
                  </a:lnTo>
                  <a:lnTo>
                    <a:pt x="45458" y="52021"/>
                  </a:lnTo>
                  <a:lnTo>
                    <a:pt x="41889" y="55934"/>
                  </a:lnTo>
                  <a:lnTo>
                    <a:pt x="38445" y="59959"/>
                  </a:lnTo>
                  <a:lnTo>
                    <a:pt x="35131" y="64090"/>
                  </a:lnTo>
                  <a:lnTo>
                    <a:pt x="31949" y="68325"/>
                  </a:lnTo>
                  <a:lnTo>
                    <a:pt x="28903" y="72658"/>
                  </a:lnTo>
                  <a:lnTo>
                    <a:pt x="25995" y="77085"/>
                  </a:lnTo>
                  <a:lnTo>
                    <a:pt x="23230" y="81602"/>
                  </a:lnTo>
                  <a:lnTo>
                    <a:pt x="20609" y="86205"/>
                  </a:lnTo>
                  <a:lnTo>
                    <a:pt x="18135" y="90888"/>
                  </a:lnTo>
                  <a:lnTo>
                    <a:pt x="15810" y="95648"/>
                  </a:lnTo>
                  <a:lnTo>
                    <a:pt x="13638" y="100478"/>
                  </a:lnTo>
                  <a:lnTo>
                    <a:pt x="11619" y="105375"/>
                  </a:lnTo>
                  <a:lnTo>
                    <a:pt x="9757" y="110334"/>
                  </a:lnTo>
                  <a:lnTo>
                    <a:pt x="8053" y="115349"/>
                  </a:lnTo>
                  <a:lnTo>
                    <a:pt x="6509" y="120416"/>
                  </a:lnTo>
                  <a:lnTo>
                    <a:pt x="5126" y="125528"/>
                  </a:lnTo>
                  <a:lnTo>
                    <a:pt x="3905" y="130683"/>
                  </a:lnTo>
                  <a:lnTo>
                    <a:pt x="2849" y="135873"/>
                  </a:lnTo>
                  <a:lnTo>
                    <a:pt x="1957" y="141094"/>
                  </a:lnTo>
                  <a:lnTo>
                    <a:pt x="1232" y="146341"/>
                  </a:lnTo>
                  <a:lnTo>
                    <a:pt x="673" y="151608"/>
                  </a:lnTo>
                  <a:lnTo>
                    <a:pt x="281" y="156890"/>
                  </a:lnTo>
                  <a:lnTo>
                    <a:pt x="56" y="162182"/>
                  </a:lnTo>
                  <a:lnTo>
                    <a:pt x="0" y="167478"/>
                  </a:lnTo>
                  <a:lnTo>
                    <a:pt x="111" y="172774"/>
                  </a:lnTo>
                  <a:lnTo>
                    <a:pt x="390" y="178063"/>
                  </a:lnTo>
                  <a:lnTo>
                    <a:pt x="836" y="183341"/>
                  </a:lnTo>
                  <a:lnTo>
                    <a:pt x="1449" y="188602"/>
                  </a:lnTo>
                  <a:lnTo>
                    <a:pt x="2229" y="193841"/>
                  </a:lnTo>
                  <a:lnTo>
                    <a:pt x="3174" y="199052"/>
                  </a:lnTo>
                  <a:lnTo>
                    <a:pt x="4284" y="204231"/>
                  </a:lnTo>
                  <a:lnTo>
                    <a:pt x="5557" y="209373"/>
                  </a:lnTo>
                  <a:lnTo>
                    <a:pt x="6993" y="214471"/>
                  </a:lnTo>
                  <a:lnTo>
                    <a:pt x="8589" y="219521"/>
                  </a:lnTo>
                  <a:lnTo>
                    <a:pt x="10345" y="224519"/>
                  </a:lnTo>
                  <a:lnTo>
                    <a:pt x="12258" y="229458"/>
                  </a:lnTo>
                  <a:lnTo>
                    <a:pt x="14327" y="234334"/>
                  </a:lnTo>
                  <a:lnTo>
                    <a:pt x="16549" y="239142"/>
                  </a:lnTo>
                  <a:lnTo>
                    <a:pt x="18922" y="243877"/>
                  </a:lnTo>
                  <a:lnTo>
                    <a:pt x="21444" y="248535"/>
                  </a:lnTo>
                  <a:lnTo>
                    <a:pt x="24112" y="253110"/>
                  </a:lnTo>
                  <a:lnTo>
                    <a:pt x="26924" y="257599"/>
                  </a:lnTo>
                  <a:lnTo>
                    <a:pt x="29877" y="261996"/>
                  </a:lnTo>
                  <a:lnTo>
                    <a:pt x="32967" y="266298"/>
                  </a:lnTo>
                  <a:lnTo>
                    <a:pt x="36193" y="270499"/>
                  </a:lnTo>
                  <a:lnTo>
                    <a:pt x="39550" y="274596"/>
                  </a:lnTo>
                  <a:lnTo>
                    <a:pt x="43034" y="278585"/>
                  </a:lnTo>
                  <a:lnTo>
                    <a:pt x="46644" y="282461"/>
                  </a:lnTo>
                  <a:lnTo>
                    <a:pt x="50374" y="286221"/>
                  </a:lnTo>
                  <a:lnTo>
                    <a:pt x="54222" y="289861"/>
                  </a:lnTo>
                  <a:lnTo>
                    <a:pt x="58183" y="293378"/>
                  </a:lnTo>
                  <a:lnTo>
                    <a:pt x="62254" y="296766"/>
                  </a:lnTo>
                  <a:lnTo>
                    <a:pt x="66430" y="300025"/>
                  </a:lnTo>
                  <a:lnTo>
                    <a:pt x="70707" y="303149"/>
                  </a:lnTo>
                  <a:lnTo>
                    <a:pt x="75081" y="306137"/>
                  </a:lnTo>
                  <a:lnTo>
                    <a:pt x="79547" y="308984"/>
                  </a:lnTo>
                  <a:lnTo>
                    <a:pt x="84101" y="311688"/>
                  </a:lnTo>
                  <a:lnTo>
                    <a:pt x="88739" y="314247"/>
                  </a:lnTo>
                  <a:lnTo>
                    <a:pt x="93455" y="316657"/>
                  </a:lnTo>
                  <a:lnTo>
                    <a:pt x="98246" y="318917"/>
                  </a:lnTo>
                  <a:lnTo>
                    <a:pt x="103105" y="321024"/>
                  </a:lnTo>
                  <a:lnTo>
                    <a:pt x="108029" y="322976"/>
                  </a:lnTo>
                  <a:lnTo>
                    <a:pt x="113012" y="324771"/>
                  </a:lnTo>
                  <a:lnTo>
                    <a:pt x="118050" y="326407"/>
                  </a:lnTo>
                  <a:lnTo>
                    <a:pt x="123137" y="327883"/>
                  </a:lnTo>
                  <a:lnTo>
                    <a:pt x="128268" y="329197"/>
                  </a:lnTo>
                  <a:lnTo>
                    <a:pt x="133438" y="330348"/>
                  </a:lnTo>
                  <a:lnTo>
                    <a:pt x="138642" y="331334"/>
                  </a:lnTo>
                  <a:lnTo>
                    <a:pt x="143875" y="332155"/>
                  </a:lnTo>
                  <a:lnTo>
                    <a:pt x="149131" y="332810"/>
                  </a:lnTo>
                  <a:lnTo>
                    <a:pt x="154405" y="333298"/>
                  </a:lnTo>
                  <a:lnTo>
                    <a:pt x="159692" y="333618"/>
                  </a:lnTo>
                  <a:lnTo>
                    <a:pt x="164986" y="333771"/>
                  </a:lnTo>
                  <a:lnTo>
                    <a:pt x="170283" y="333756"/>
                  </a:lnTo>
                  <a:lnTo>
                    <a:pt x="175576" y="333574"/>
                  </a:lnTo>
                  <a:lnTo>
                    <a:pt x="180861" y="333223"/>
                  </a:lnTo>
                  <a:lnTo>
                    <a:pt x="186133" y="332706"/>
                  </a:lnTo>
                  <a:lnTo>
                    <a:pt x="191385" y="332021"/>
                  </a:lnTo>
                  <a:lnTo>
                    <a:pt x="196613" y="331171"/>
                  </a:lnTo>
                  <a:lnTo>
                    <a:pt x="201811" y="330155"/>
                  </a:lnTo>
                  <a:lnTo>
                    <a:pt x="206975" y="328976"/>
                  </a:lnTo>
                  <a:lnTo>
                    <a:pt x="212099" y="327633"/>
                  </a:lnTo>
                  <a:lnTo>
                    <a:pt x="217177" y="326129"/>
                  </a:lnTo>
                  <a:lnTo>
                    <a:pt x="222205" y="324464"/>
                  </a:lnTo>
                  <a:lnTo>
                    <a:pt x="227179" y="322641"/>
                  </a:lnTo>
                  <a:lnTo>
                    <a:pt x="232091" y="320662"/>
                  </a:lnTo>
                  <a:lnTo>
                    <a:pt x="236939" y="318527"/>
                  </a:lnTo>
                  <a:lnTo>
                    <a:pt x="241717" y="316241"/>
                  </a:lnTo>
                  <a:lnTo>
                    <a:pt x="246419" y="313804"/>
                  </a:lnTo>
                  <a:lnTo>
                    <a:pt x="251042" y="311219"/>
                  </a:lnTo>
                  <a:lnTo>
                    <a:pt x="255581" y="308489"/>
                  </a:lnTo>
                  <a:lnTo>
                    <a:pt x="260032" y="305617"/>
                  </a:lnTo>
                  <a:lnTo>
                    <a:pt x="264389" y="302605"/>
                  </a:lnTo>
                  <a:lnTo>
                    <a:pt x="268648" y="299456"/>
                  </a:lnTo>
                  <a:lnTo>
                    <a:pt x="272806" y="296175"/>
                  </a:lnTo>
                  <a:lnTo>
                    <a:pt x="276857" y="292763"/>
                  </a:lnTo>
                  <a:lnTo>
                    <a:pt x="280798" y="289224"/>
                  </a:lnTo>
                  <a:lnTo>
                    <a:pt x="284625" y="285563"/>
                  </a:lnTo>
                  <a:lnTo>
                    <a:pt x="288335" y="281782"/>
                  </a:lnTo>
                  <a:lnTo>
                    <a:pt x="291922" y="277885"/>
                  </a:lnTo>
                  <a:lnTo>
                    <a:pt x="295385" y="273877"/>
                  </a:lnTo>
                  <a:lnTo>
                    <a:pt x="298719" y="269761"/>
                  </a:lnTo>
                  <a:lnTo>
                    <a:pt x="301920" y="265542"/>
                  </a:lnTo>
                  <a:lnTo>
                    <a:pt x="304987" y="261223"/>
                  </a:lnTo>
                  <a:lnTo>
                    <a:pt x="307915" y="256809"/>
                  </a:lnTo>
                  <a:lnTo>
                    <a:pt x="310701" y="252305"/>
                  </a:lnTo>
                  <a:lnTo>
                    <a:pt x="313344" y="247714"/>
                  </a:lnTo>
                  <a:lnTo>
                    <a:pt x="315840" y="243043"/>
                  </a:lnTo>
                  <a:lnTo>
                    <a:pt x="318186" y="238294"/>
                  </a:lnTo>
                  <a:lnTo>
                    <a:pt x="320381" y="233474"/>
                  </a:lnTo>
                  <a:lnTo>
                    <a:pt x="322422" y="228586"/>
                  </a:lnTo>
                  <a:lnTo>
                    <a:pt x="324308" y="223636"/>
                  </a:lnTo>
                  <a:lnTo>
                    <a:pt x="326035" y="218629"/>
                  </a:lnTo>
                  <a:lnTo>
                    <a:pt x="327603" y="213570"/>
                  </a:lnTo>
                  <a:lnTo>
                    <a:pt x="329010" y="208464"/>
                  </a:lnTo>
                  <a:lnTo>
                    <a:pt x="330254" y="203315"/>
                  </a:lnTo>
                  <a:lnTo>
                    <a:pt x="331335" y="198130"/>
                  </a:lnTo>
                  <a:lnTo>
                    <a:pt x="332251" y="192913"/>
                  </a:lnTo>
                  <a:lnTo>
                    <a:pt x="333001" y="187670"/>
                  </a:lnTo>
                  <a:lnTo>
                    <a:pt x="333585" y="182405"/>
                  </a:lnTo>
                  <a:lnTo>
                    <a:pt x="334002" y="177125"/>
                  </a:lnTo>
                  <a:lnTo>
                    <a:pt x="334251" y="171834"/>
                  </a:lnTo>
                  <a:lnTo>
                    <a:pt x="334332" y="166538"/>
                  </a:lnTo>
                  <a:lnTo>
                    <a:pt x="334246" y="161242"/>
                  </a:lnTo>
                  <a:lnTo>
                    <a:pt x="333992" y="155952"/>
                  </a:lnTo>
                  <a:lnTo>
                    <a:pt x="333570" y="150672"/>
                  </a:lnTo>
                  <a:lnTo>
                    <a:pt x="332981" y="145408"/>
                  </a:lnTo>
                  <a:lnTo>
                    <a:pt x="332226" y="140166"/>
                  </a:lnTo>
                  <a:lnTo>
                    <a:pt x="331305" y="134950"/>
                  </a:lnTo>
                  <a:lnTo>
                    <a:pt x="330219" y="129765"/>
                  </a:lnTo>
                  <a:lnTo>
                    <a:pt x="328970" y="124618"/>
                  </a:lnTo>
                  <a:lnTo>
                    <a:pt x="327558" y="119513"/>
                  </a:lnTo>
                  <a:lnTo>
                    <a:pt x="325986" y="114455"/>
                  </a:lnTo>
                  <a:lnTo>
                    <a:pt x="324253" y="109450"/>
                  </a:lnTo>
                  <a:lnTo>
                    <a:pt x="322363" y="104502"/>
                  </a:lnTo>
                  <a:lnTo>
                    <a:pt x="320317" y="99616"/>
                  </a:lnTo>
                  <a:lnTo>
                    <a:pt x="318118" y="94798"/>
                  </a:lnTo>
                  <a:lnTo>
                    <a:pt x="315767" y="90052"/>
                  </a:lnTo>
                  <a:lnTo>
                    <a:pt x="313267" y="85382"/>
                  </a:lnTo>
                  <a:lnTo>
                    <a:pt x="310620" y="80795"/>
                  </a:lnTo>
                  <a:lnTo>
                    <a:pt x="307829" y="76293"/>
                  </a:lnTo>
                  <a:lnTo>
                    <a:pt x="304897" y="71882"/>
                  </a:lnTo>
                  <a:lnTo>
                    <a:pt x="301826" y="67566"/>
                  </a:lnTo>
                  <a:lnTo>
                    <a:pt x="298620" y="63350"/>
                  </a:lnTo>
                  <a:lnTo>
                    <a:pt x="295283" y="59237"/>
                  </a:lnTo>
                  <a:lnTo>
                    <a:pt x="291817" y="55232"/>
                  </a:lnTo>
                  <a:lnTo>
                    <a:pt x="288225" y="51339"/>
                  </a:lnTo>
                  <a:lnTo>
                    <a:pt x="284512" y="47561"/>
                  </a:lnTo>
                  <a:lnTo>
                    <a:pt x="280682" y="43903"/>
                  </a:lnTo>
                  <a:lnTo>
                    <a:pt x="276737" y="40369"/>
                  </a:lnTo>
                  <a:lnTo>
                    <a:pt x="272682" y="36961"/>
                  </a:lnTo>
                  <a:lnTo>
                    <a:pt x="268522" y="33683"/>
                  </a:lnTo>
                  <a:lnTo>
                    <a:pt x="264259" y="30538"/>
                  </a:lnTo>
                  <a:lnTo>
                    <a:pt x="259899" y="27531"/>
                  </a:lnTo>
                  <a:lnTo>
                    <a:pt x="255447" y="24663"/>
                  </a:lnTo>
                  <a:lnTo>
                    <a:pt x="250905" y="21937"/>
                  </a:lnTo>
                  <a:lnTo>
                    <a:pt x="246279" y="19357"/>
                  </a:lnTo>
                  <a:lnTo>
                    <a:pt x="241574" y="16924"/>
                  </a:lnTo>
                  <a:lnTo>
                    <a:pt x="236795" y="14642"/>
                  </a:lnTo>
                  <a:lnTo>
                    <a:pt x="231945" y="12512"/>
                  </a:lnTo>
                  <a:lnTo>
                    <a:pt x="227030" y="10537"/>
                  </a:lnTo>
                  <a:lnTo>
                    <a:pt x="222055" y="8719"/>
                  </a:lnTo>
                  <a:lnTo>
                    <a:pt x="217025" y="7060"/>
                  </a:lnTo>
                  <a:lnTo>
                    <a:pt x="211946" y="5560"/>
                  </a:lnTo>
                  <a:lnTo>
                    <a:pt x="206821" y="4222"/>
                  </a:lnTo>
                  <a:lnTo>
                    <a:pt x="201656" y="3047"/>
                  </a:lnTo>
                  <a:lnTo>
                    <a:pt x="196457" y="2037"/>
                  </a:lnTo>
                  <a:lnTo>
                    <a:pt x="191228" y="1191"/>
                  </a:lnTo>
                  <a:lnTo>
                    <a:pt x="185975" y="512"/>
                  </a:lnTo>
                  <a:lnTo>
                    <a:pt x="180703" y="0"/>
                  </a:lnTo>
                  <a:lnTo>
                    <a:pt x="167165" y="166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45733" y="2406772"/>
              <a:ext cx="13538" cy="167167"/>
            </a:xfrm>
            <a:custGeom>
              <a:avLst/>
              <a:pathLst>
                <a:path w="13538" h="167167">
                  <a:moveTo>
                    <a:pt x="13538" y="5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549" y="2911194"/>
              <a:ext cx="3431" cy="167167"/>
            </a:xfrm>
            <a:custGeom>
              <a:avLst/>
              <a:pathLst>
                <a:path w="3431" h="167167">
                  <a:moveTo>
                    <a:pt x="3431" y="0"/>
                  </a:moveTo>
                  <a:lnTo>
                    <a:pt x="0" y="35"/>
                  </a:lnTo>
                  <a:lnTo>
                    <a:pt x="343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549" y="2911229"/>
              <a:ext cx="3431" cy="167132"/>
            </a:xfrm>
            <a:custGeom>
              <a:avLst/>
              <a:pathLst>
                <a:path w="3431" h="167132">
                  <a:moveTo>
                    <a:pt x="0" y="0"/>
                  </a:moveTo>
                  <a:lnTo>
                    <a:pt x="3431" y="1671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358813" y="2911229"/>
              <a:ext cx="334333" cy="334279"/>
            </a:xfrm>
            <a:custGeom>
              <a:avLst/>
              <a:pathLst>
                <a:path w="334333" h="334279">
                  <a:moveTo>
                    <a:pt x="163735" y="0"/>
                  </a:moveTo>
                  <a:lnTo>
                    <a:pt x="158443" y="192"/>
                  </a:lnTo>
                  <a:lnTo>
                    <a:pt x="153159" y="552"/>
                  </a:lnTo>
                  <a:lnTo>
                    <a:pt x="147889" y="1079"/>
                  </a:lnTo>
                  <a:lnTo>
                    <a:pt x="142639" y="1773"/>
                  </a:lnTo>
                  <a:lnTo>
                    <a:pt x="137414" y="2633"/>
                  </a:lnTo>
                  <a:lnTo>
                    <a:pt x="132218" y="3658"/>
                  </a:lnTo>
                  <a:lnTo>
                    <a:pt x="127057" y="4847"/>
                  </a:lnTo>
                  <a:lnTo>
                    <a:pt x="121937" y="6199"/>
                  </a:lnTo>
                  <a:lnTo>
                    <a:pt x="116862" y="7713"/>
                  </a:lnTo>
                  <a:lnTo>
                    <a:pt x="111837" y="9386"/>
                  </a:lnTo>
                  <a:lnTo>
                    <a:pt x="106868" y="11218"/>
                  </a:lnTo>
                  <a:lnTo>
                    <a:pt x="101960" y="13206"/>
                  </a:lnTo>
                  <a:lnTo>
                    <a:pt x="97117" y="15349"/>
                  </a:lnTo>
                  <a:lnTo>
                    <a:pt x="92344" y="17644"/>
                  </a:lnTo>
                  <a:lnTo>
                    <a:pt x="87646" y="20089"/>
                  </a:lnTo>
                  <a:lnTo>
                    <a:pt x="83028" y="22682"/>
                  </a:lnTo>
                  <a:lnTo>
                    <a:pt x="78495" y="25420"/>
                  </a:lnTo>
                  <a:lnTo>
                    <a:pt x="74051" y="28300"/>
                  </a:lnTo>
                  <a:lnTo>
                    <a:pt x="69700" y="31319"/>
                  </a:lnTo>
                  <a:lnTo>
                    <a:pt x="65447" y="34474"/>
                  </a:lnTo>
                  <a:lnTo>
                    <a:pt x="61295" y="37763"/>
                  </a:lnTo>
                  <a:lnTo>
                    <a:pt x="57251" y="41181"/>
                  </a:lnTo>
                  <a:lnTo>
                    <a:pt x="53316" y="44726"/>
                  </a:lnTo>
                  <a:lnTo>
                    <a:pt x="49496" y="48394"/>
                  </a:lnTo>
                  <a:lnTo>
                    <a:pt x="45794" y="52181"/>
                  </a:lnTo>
                  <a:lnTo>
                    <a:pt x="42214" y="56083"/>
                  </a:lnTo>
                  <a:lnTo>
                    <a:pt x="38759" y="60097"/>
                  </a:lnTo>
                  <a:lnTo>
                    <a:pt x="35433" y="64218"/>
                  </a:lnTo>
                  <a:lnTo>
                    <a:pt x="32239" y="68443"/>
                  </a:lnTo>
                  <a:lnTo>
                    <a:pt x="29181" y="72766"/>
                  </a:lnTo>
                  <a:lnTo>
                    <a:pt x="26261" y="77185"/>
                  </a:lnTo>
                  <a:lnTo>
                    <a:pt x="23482" y="81693"/>
                  </a:lnTo>
                  <a:lnTo>
                    <a:pt x="20848" y="86287"/>
                  </a:lnTo>
                  <a:lnTo>
                    <a:pt x="18361" y="90963"/>
                  </a:lnTo>
                  <a:lnTo>
                    <a:pt x="16022" y="95715"/>
                  </a:lnTo>
                  <a:lnTo>
                    <a:pt x="13836" y="100538"/>
                  </a:lnTo>
                  <a:lnTo>
                    <a:pt x="11804" y="105428"/>
                  </a:lnTo>
                  <a:lnTo>
                    <a:pt x="9927" y="110381"/>
                  </a:lnTo>
                  <a:lnTo>
                    <a:pt x="8208" y="115390"/>
                  </a:lnTo>
                  <a:lnTo>
                    <a:pt x="6649" y="120451"/>
                  </a:lnTo>
                  <a:lnTo>
                    <a:pt x="5251" y="125559"/>
                  </a:lnTo>
                  <a:lnTo>
                    <a:pt x="4015" y="130709"/>
                  </a:lnTo>
                  <a:lnTo>
                    <a:pt x="2943" y="135895"/>
                  </a:lnTo>
                  <a:lnTo>
                    <a:pt x="2036" y="141113"/>
                  </a:lnTo>
                  <a:lnTo>
                    <a:pt x="1295" y="146356"/>
                  </a:lnTo>
                  <a:lnTo>
                    <a:pt x="720" y="151621"/>
                  </a:lnTo>
                  <a:lnTo>
                    <a:pt x="312" y="156901"/>
                  </a:lnTo>
                  <a:lnTo>
                    <a:pt x="72" y="162192"/>
                  </a:lnTo>
                  <a:lnTo>
                    <a:pt x="0" y="167487"/>
                  </a:lnTo>
                  <a:lnTo>
                    <a:pt x="95" y="172782"/>
                  </a:lnTo>
                  <a:lnTo>
                    <a:pt x="357" y="178071"/>
                  </a:lnTo>
                  <a:lnTo>
                    <a:pt x="788" y="183350"/>
                  </a:lnTo>
                  <a:lnTo>
                    <a:pt x="1385" y="188612"/>
                  </a:lnTo>
                  <a:lnTo>
                    <a:pt x="2149" y="193853"/>
                  </a:lnTo>
                  <a:lnTo>
                    <a:pt x="3078" y="199066"/>
                  </a:lnTo>
                  <a:lnTo>
                    <a:pt x="4172" y="204248"/>
                  </a:lnTo>
                  <a:lnTo>
                    <a:pt x="5429" y="209392"/>
                  </a:lnTo>
                  <a:lnTo>
                    <a:pt x="6849" y="214494"/>
                  </a:lnTo>
                  <a:lnTo>
                    <a:pt x="8430" y="219549"/>
                  </a:lnTo>
                  <a:lnTo>
                    <a:pt x="10170" y="224551"/>
                  </a:lnTo>
                  <a:lnTo>
                    <a:pt x="12067" y="229495"/>
                  </a:lnTo>
                  <a:lnTo>
                    <a:pt x="14121" y="234377"/>
                  </a:lnTo>
                  <a:lnTo>
                    <a:pt x="16327" y="239191"/>
                  </a:lnTo>
                  <a:lnTo>
                    <a:pt x="18686" y="243933"/>
                  </a:lnTo>
                  <a:lnTo>
                    <a:pt x="21193" y="248597"/>
                  </a:lnTo>
                  <a:lnTo>
                    <a:pt x="23847" y="253180"/>
                  </a:lnTo>
                  <a:lnTo>
                    <a:pt x="26644" y="257677"/>
                  </a:lnTo>
                  <a:lnTo>
                    <a:pt x="29583" y="262083"/>
                  </a:lnTo>
                  <a:lnTo>
                    <a:pt x="32660" y="266393"/>
                  </a:lnTo>
                  <a:lnTo>
                    <a:pt x="35871" y="270604"/>
                  </a:lnTo>
                  <a:lnTo>
                    <a:pt x="39215" y="274711"/>
                  </a:lnTo>
                  <a:lnTo>
                    <a:pt x="42687" y="278710"/>
                  </a:lnTo>
                  <a:lnTo>
                    <a:pt x="46284" y="282597"/>
                  </a:lnTo>
                  <a:lnTo>
                    <a:pt x="50002" y="286368"/>
                  </a:lnTo>
                  <a:lnTo>
                    <a:pt x="53838" y="290020"/>
                  </a:lnTo>
                  <a:lnTo>
                    <a:pt x="57787" y="293548"/>
                  </a:lnTo>
                  <a:lnTo>
                    <a:pt x="61846" y="296949"/>
                  </a:lnTo>
                  <a:lnTo>
                    <a:pt x="66011" y="300220"/>
                  </a:lnTo>
                  <a:lnTo>
                    <a:pt x="70278" y="303358"/>
                  </a:lnTo>
                  <a:lnTo>
                    <a:pt x="74642" y="306359"/>
                  </a:lnTo>
                  <a:lnTo>
                    <a:pt x="79098" y="309219"/>
                  </a:lnTo>
                  <a:lnTo>
                    <a:pt x="83643" y="311938"/>
                  </a:lnTo>
                  <a:lnTo>
                    <a:pt x="88272" y="314511"/>
                  </a:lnTo>
                  <a:lnTo>
                    <a:pt x="92980" y="316936"/>
                  </a:lnTo>
                  <a:lnTo>
                    <a:pt x="97763" y="319211"/>
                  </a:lnTo>
                  <a:lnTo>
                    <a:pt x="102615" y="321333"/>
                  </a:lnTo>
                  <a:lnTo>
                    <a:pt x="107532" y="323300"/>
                  </a:lnTo>
                  <a:lnTo>
                    <a:pt x="112508" y="325111"/>
                  </a:lnTo>
                  <a:lnTo>
                    <a:pt x="117540" y="326763"/>
                  </a:lnTo>
                  <a:lnTo>
                    <a:pt x="122621" y="328255"/>
                  </a:lnTo>
                  <a:lnTo>
                    <a:pt x="127747" y="329585"/>
                  </a:lnTo>
                  <a:lnTo>
                    <a:pt x="132913" y="330752"/>
                  </a:lnTo>
                  <a:lnTo>
                    <a:pt x="138113" y="331755"/>
                  </a:lnTo>
                  <a:lnTo>
                    <a:pt x="143342" y="332593"/>
                  </a:lnTo>
                  <a:lnTo>
                    <a:pt x="148596" y="333264"/>
                  </a:lnTo>
                  <a:lnTo>
                    <a:pt x="153867" y="333769"/>
                  </a:lnTo>
                  <a:lnTo>
                    <a:pt x="159152" y="334107"/>
                  </a:lnTo>
                  <a:lnTo>
                    <a:pt x="164446" y="334277"/>
                  </a:lnTo>
                  <a:lnTo>
                    <a:pt x="169742" y="334279"/>
                  </a:lnTo>
                  <a:lnTo>
                    <a:pt x="175035" y="334114"/>
                  </a:lnTo>
                  <a:lnTo>
                    <a:pt x="180320" y="333781"/>
                  </a:lnTo>
                  <a:lnTo>
                    <a:pt x="185592" y="333281"/>
                  </a:lnTo>
                  <a:lnTo>
                    <a:pt x="190846" y="332614"/>
                  </a:lnTo>
                  <a:lnTo>
                    <a:pt x="196076" y="331780"/>
                  </a:lnTo>
                  <a:lnTo>
                    <a:pt x="201277" y="330782"/>
                  </a:lnTo>
                  <a:lnTo>
                    <a:pt x="206444" y="329619"/>
                  </a:lnTo>
                  <a:lnTo>
                    <a:pt x="211571" y="328294"/>
                  </a:lnTo>
                  <a:lnTo>
                    <a:pt x="216654" y="326806"/>
                  </a:lnTo>
                  <a:lnTo>
                    <a:pt x="221687" y="325159"/>
                  </a:lnTo>
                  <a:lnTo>
                    <a:pt x="226665" y="323352"/>
                  </a:lnTo>
                  <a:lnTo>
                    <a:pt x="231584" y="321389"/>
                  </a:lnTo>
                  <a:lnTo>
                    <a:pt x="236438" y="319271"/>
                  </a:lnTo>
                  <a:lnTo>
                    <a:pt x="241222" y="317001"/>
                  </a:lnTo>
                  <a:lnTo>
                    <a:pt x="245932" y="314580"/>
                  </a:lnTo>
                  <a:lnTo>
                    <a:pt x="250563" y="312011"/>
                  </a:lnTo>
                  <a:lnTo>
                    <a:pt x="255111" y="309296"/>
                  </a:lnTo>
                  <a:lnTo>
                    <a:pt x="259570" y="306439"/>
                  </a:lnTo>
                  <a:lnTo>
                    <a:pt x="263936" y="303442"/>
                  </a:lnTo>
                  <a:lnTo>
                    <a:pt x="268205" y="300309"/>
                  </a:lnTo>
                  <a:lnTo>
                    <a:pt x="272373" y="297041"/>
                  </a:lnTo>
                  <a:lnTo>
                    <a:pt x="276435" y="293644"/>
                  </a:lnTo>
                  <a:lnTo>
                    <a:pt x="280388" y="290119"/>
                  </a:lnTo>
                  <a:lnTo>
                    <a:pt x="284227" y="286471"/>
                  </a:lnTo>
                  <a:lnTo>
                    <a:pt x="287948" y="282703"/>
                  </a:lnTo>
                  <a:lnTo>
                    <a:pt x="291549" y="278819"/>
                  </a:lnTo>
                  <a:lnTo>
                    <a:pt x="295024" y="274823"/>
                  </a:lnTo>
                  <a:lnTo>
                    <a:pt x="298371" y="270719"/>
                  </a:lnTo>
                  <a:lnTo>
                    <a:pt x="301587" y="266511"/>
                  </a:lnTo>
                  <a:lnTo>
                    <a:pt x="304667" y="262203"/>
                  </a:lnTo>
                  <a:lnTo>
                    <a:pt x="307610" y="257800"/>
                  </a:lnTo>
                  <a:lnTo>
                    <a:pt x="310411" y="253306"/>
                  </a:lnTo>
                  <a:lnTo>
                    <a:pt x="313069" y="248725"/>
                  </a:lnTo>
                  <a:lnTo>
                    <a:pt x="315580" y="244062"/>
                  </a:lnTo>
                  <a:lnTo>
                    <a:pt x="317943" y="239323"/>
                  </a:lnTo>
                  <a:lnTo>
                    <a:pt x="320154" y="234510"/>
                  </a:lnTo>
                  <a:lnTo>
                    <a:pt x="322211" y="229630"/>
                  </a:lnTo>
                  <a:lnTo>
                    <a:pt x="324113" y="224688"/>
                  </a:lnTo>
                  <a:lnTo>
                    <a:pt x="325858" y="219688"/>
                  </a:lnTo>
                  <a:lnTo>
                    <a:pt x="327443" y="214634"/>
                  </a:lnTo>
                  <a:lnTo>
                    <a:pt x="328867" y="209534"/>
                  </a:lnTo>
                  <a:lnTo>
                    <a:pt x="330129" y="204390"/>
                  </a:lnTo>
                  <a:lnTo>
                    <a:pt x="331227" y="199210"/>
                  </a:lnTo>
                  <a:lnTo>
                    <a:pt x="332161" y="193997"/>
                  </a:lnTo>
                  <a:lnTo>
                    <a:pt x="332929" y="188757"/>
                  </a:lnTo>
                  <a:lnTo>
                    <a:pt x="333531" y="183495"/>
                  </a:lnTo>
                  <a:lnTo>
                    <a:pt x="333966" y="178217"/>
                  </a:lnTo>
                  <a:lnTo>
                    <a:pt x="334233" y="172928"/>
                  </a:lnTo>
                  <a:lnTo>
                    <a:pt x="334333" y="167633"/>
                  </a:lnTo>
                  <a:lnTo>
                    <a:pt x="334265" y="162338"/>
                  </a:lnTo>
                  <a:lnTo>
                    <a:pt x="334030" y="157047"/>
                  </a:lnTo>
                  <a:lnTo>
                    <a:pt x="333626" y="151766"/>
                  </a:lnTo>
                  <a:lnTo>
                    <a:pt x="333056" y="146501"/>
                  </a:lnTo>
                  <a:lnTo>
                    <a:pt x="332319" y="141257"/>
                  </a:lnTo>
                  <a:lnTo>
                    <a:pt x="331417" y="136039"/>
                  </a:lnTo>
                  <a:lnTo>
                    <a:pt x="330350" y="130851"/>
                  </a:lnTo>
                  <a:lnTo>
                    <a:pt x="329118" y="125701"/>
                  </a:lnTo>
                  <a:lnTo>
                    <a:pt x="327725" y="120591"/>
                  </a:lnTo>
                  <a:lnTo>
                    <a:pt x="326170" y="115529"/>
                  </a:lnTo>
                  <a:lnTo>
                    <a:pt x="324456" y="110518"/>
                  </a:lnTo>
                  <a:lnTo>
                    <a:pt x="322583" y="105564"/>
                  </a:lnTo>
                  <a:lnTo>
                    <a:pt x="320555" y="100672"/>
                  </a:lnTo>
                  <a:lnTo>
                    <a:pt x="318373" y="95847"/>
                  </a:lnTo>
                  <a:lnTo>
                    <a:pt x="316039" y="91093"/>
                  </a:lnTo>
                  <a:lnTo>
                    <a:pt x="313556" y="86415"/>
                  </a:lnTo>
                  <a:lnTo>
                    <a:pt x="310925" y="81819"/>
                  </a:lnTo>
                  <a:lnTo>
                    <a:pt x="308151" y="77308"/>
                  </a:lnTo>
                  <a:lnTo>
                    <a:pt x="305235" y="72887"/>
                  </a:lnTo>
                  <a:lnTo>
                    <a:pt x="302180" y="68561"/>
                  </a:lnTo>
                  <a:lnTo>
                    <a:pt x="298990" y="64333"/>
                  </a:lnTo>
                  <a:lnTo>
                    <a:pt x="295668" y="60209"/>
                  </a:lnTo>
                  <a:lnTo>
                    <a:pt x="292216" y="56193"/>
                  </a:lnTo>
                  <a:lnTo>
                    <a:pt x="288640" y="52287"/>
                  </a:lnTo>
                  <a:lnTo>
                    <a:pt x="284941" y="48497"/>
                  </a:lnTo>
                  <a:lnTo>
                    <a:pt x="281124" y="44826"/>
                  </a:lnTo>
                  <a:lnTo>
                    <a:pt x="277192" y="41278"/>
                  </a:lnTo>
                  <a:lnTo>
                    <a:pt x="273151" y="37856"/>
                  </a:lnTo>
                  <a:lnTo>
                    <a:pt x="269002" y="34563"/>
                  </a:lnTo>
                  <a:lnTo>
                    <a:pt x="264752" y="31404"/>
                  </a:lnTo>
                  <a:lnTo>
                    <a:pt x="260404" y="28381"/>
                  </a:lnTo>
                  <a:lnTo>
                    <a:pt x="255962" y="25497"/>
                  </a:lnTo>
                  <a:lnTo>
                    <a:pt x="251431" y="22756"/>
                  </a:lnTo>
                  <a:lnTo>
                    <a:pt x="246815" y="20159"/>
                  </a:lnTo>
                  <a:lnTo>
                    <a:pt x="242120" y="17710"/>
                  </a:lnTo>
                  <a:lnTo>
                    <a:pt x="237349" y="15410"/>
                  </a:lnTo>
                  <a:lnTo>
                    <a:pt x="232508" y="13263"/>
                  </a:lnTo>
                  <a:lnTo>
                    <a:pt x="227601" y="11271"/>
                  </a:lnTo>
                  <a:lnTo>
                    <a:pt x="167167" y="167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2911194"/>
              <a:ext cx="60434" cy="167167"/>
            </a:xfrm>
            <a:custGeom>
              <a:avLst/>
              <a:pathLst>
                <a:path w="60434" h="167167">
                  <a:moveTo>
                    <a:pt x="60434" y="11306"/>
                  </a:moveTo>
                  <a:lnTo>
                    <a:pt x="54629" y="9178"/>
                  </a:lnTo>
                  <a:lnTo>
                    <a:pt x="48749" y="7266"/>
                  </a:lnTo>
                  <a:lnTo>
                    <a:pt x="42802" y="5572"/>
                  </a:lnTo>
                  <a:lnTo>
                    <a:pt x="36797" y="4100"/>
                  </a:lnTo>
                  <a:lnTo>
                    <a:pt x="30741" y="2850"/>
                  </a:lnTo>
                  <a:lnTo>
                    <a:pt x="24643" y="1826"/>
                  </a:lnTo>
                  <a:lnTo>
                    <a:pt x="18512" y="1028"/>
                  </a:lnTo>
                  <a:lnTo>
                    <a:pt x="12355" y="457"/>
                  </a:lnTo>
                  <a:lnTo>
                    <a:pt x="6182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09884" y="3429590"/>
              <a:ext cx="16095" cy="167167"/>
            </a:xfrm>
            <a:custGeom>
              <a:avLst/>
              <a:pathLst>
                <a:path w="16095" h="167167">
                  <a:moveTo>
                    <a:pt x="16095" y="0"/>
                  </a:moveTo>
                  <a:lnTo>
                    <a:pt x="8038" y="194"/>
                  </a:lnTo>
                  <a:lnTo>
                    <a:pt x="0" y="776"/>
                  </a:lnTo>
                  <a:lnTo>
                    <a:pt x="1609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9884" y="3430367"/>
              <a:ext cx="16095" cy="166390"/>
            </a:xfrm>
            <a:custGeom>
              <a:avLst/>
              <a:pathLst>
                <a:path w="16095" h="166390">
                  <a:moveTo>
                    <a:pt x="0" y="0"/>
                  </a:moveTo>
                  <a:lnTo>
                    <a:pt x="16095" y="1663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30" y="3430367"/>
              <a:ext cx="334301" cy="333557"/>
            </a:xfrm>
            <a:custGeom>
              <a:avLst/>
              <a:pathLst>
                <a:path w="334301" h="333557">
                  <a:moveTo>
                    <a:pt x="151054" y="0"/>
                  </a:moveTo>
                  <a:lnTo>
                    <a:pt x="145782" y="594"/>
                  </a:lnTo>
                  <a:lnTo>
                    <a:pt x="140531" y="1356"/>
                  </a:lnTo>
                  <a:lnTo>
                    <a:pt x="135307" y="2284"/>
                  </a:lnTo>
                  <a:lnTo>
                    <a:pt x="130116" y="3377"/>
                  </a:lnTo>
                  <a:lnTo>
                    <a:pt x="124961" y="4634"/>
                  </a:lnTo>
                  <a:lnTo>
                    <a:pt x="119849" y="6054"/>
                  </a:lnTo>
                  <a:lnTo>
                    <a:pt x="114785" y="7636"/>
                  </a:lnTo>
                  <a:lnTo>
                    <a:pt x="109773" y="9378"/>
                  </a:lnTo>
                  <a:lnTo>
                    <a:pt x="104820" y="11278"/>
                  </a:lnTo>
                  <a:lnTo>
                    <a:pt x="99929" y="13334"/>
                  </a:lnTo>
                  <a:lnTo>
                    <a:pt x="95106" y="15544"/>
                  </a:lnTo>
                  <a:lnTo>
                    <a:pt x="90355" y="17906"/>
                  </a:lnTo>
                  <a:lnTo>
                    <a:pt x="85682" y="20418"/>
                  </a:lnTo>
                  <a:lnTo>
                    <a:pt x="81090" y="23077"/>
                  </a:lnTo>
                  <a:lnTo>
                    <a:pt x="76586" y="25880"/>
                  </a:lnTo>
                  <a:lnTo>
                    <a:pt x="72172" y="28825"/>
                  </a:lnTo>
                  <a:lnTo>
                    <a:pt x="67855" y="31908"/>
                  </a:lnTo>
                  <a:lnTo>
                    <a:pt x="63637" y="35127"/>
                  </a:lnTo>
                  <a:lnTo>
                    <a:pt x="59524" y="38478"/>
                  </a:lnTo>
                  <a:lnTo>
                    <a:pt x="55519" y="41958"/>
                  </a:lnTo>
                  <a:lnTo>
                    <a:pt x="51626" y="45563"/>
                  </a:lnTo>
                  <a:lnTo>
                    <a:pt x="47850" y="49290"/>
                  </a:lnTo>
                  <a:lnTo>
                    <a:pt x="44194" y="53134"/>
                  </a:lnTo>
                  <a:lnTo>
                    <a:pt x="40662" y="57093"/>
                  </a:lnTo>
                  <a:lnTo>
                    <a:pt x="37257" y="61162"/>
                  </a:lnTo>
                  <a:lnTo>
                    <a:pt x="33983" y="65337"/>
                  </a:lnTo>
                  <a:lnTo>
                    <a:pt x="30844" y="69614"/>
                  </a:lnTo>
                  <a:lnTo>
                    <a:pt x="27841" y="73988"/>
                  </a:lnTo>
                  <a:lnTo>
                    <a:pt x="24979" y="78456"/>
                  </a:lnTo>
                  <a:lnTo>
                    <a:pt x="22260" y="83012"/>
                  </a:lnTo>
                  <a:lnTo>
                    <a:pt x="19687" y="87651"/>
                  </a:lnTo>
                  <a:lnTo>
                    <a:pt x="17263" y="92371"/>
                  </a:lnTo>
                  <a:lnTo>
                    <a:pt x="14989" y="97164"/>
                  </a:lnTo>
                  <a:lnTo>
                    <a:pt x="12869" y="102028"/>
                  </a:lnTo>
                  <a:lnTo>
                    <a:pt x="10905" y="106956"/>
                  </a:lnTo>
                  <a:lnTo>
                    <a:pt x="9097" y="111945"/>
                  </a:lnTo>
                  <a:lnTo>
                    <a:pt x="7449" y="116988"/>
                  </a:lnTo>
                  <a:lnTo>
                    <a:pt x="5962" y="122080"/>
                  </a:lnTo>
                  <a:lnTo>
                    <a:pt x="4637" y="127218"/>
                  </a:lnTo>
                  <a:lnTo>
                    <a:pt x="3475" y="132395"/>
                  </a:lnTo>
                  <a:lnTo>
                    <a:pt x="2479" y="137606"/>
                  </a:lnTo>
                  <a:lnTo>
                    <a:pt x="1649" y="142846"/>
                  </a:lnTo>
                  <a:lnTo>
                    <a:pt x="985" y="148110"/>
                  </a:lnTo>
                  <a:lnTo>
                    <a:pt x="488" y="153392"/>
                  </a:lnTo>
                  <a:lnTo>
                    <a:pt x="160" y="158687"/>
                  </a:lnTo>
                  <a:lnTo>
                    <a:pt x="0" y="163991"/>
                  </a:lnTo>
                  <a:lnTo>
                    <a:pt x="8" y="169296"/>
                  </a:lnTo>
                  <a:lnTo>
                    <a:pt x="184" y="174599"/>
                  </a:lnTo>
                  <a:lnTo>
                    <a:pt x="529" y="179893"/>
                  </a:lnTo>
                  <a:lnTo>
                    <a:pt x="1041" y="185174"/>
                  </a:lnTo>
                  <a:lnTo>
                    <a:pt x="1721" y="190436"/>
                  </a:lnTo>
                  <a:lnTo>
                    <a:pt x="2567" y="195673"/>
                  </a:lnTo>
                  <a:lnTo>
                    <a:pt x="3579" y="200881"/>
                  </a:lnTo>
                  <a:lnTo>
                    <a:pt x="4756" y="206055"/>
                  </a:lnTo>
                  <a:lnTo>
                    <a:pt x="6097" y="211188"/>
                  </a:lnTo>
                  <a:lnTo>
                    <a:pt x="7599" y="216276"/>
                  </a:lnTo>
                  <a:lnTo>
                    <a:pt x="9263" y="221314"/>
                  </a:lnTo>
                  <a:lnTo>
                    <a:pt x="11085" y="226297"/>
                  </a:lnTo>
                  <a:lnTo>
                    <a:pt x="13065" y="231220"/>
                  </a:lnTo>
                  <a:lnTo>
                    <a:pt x="15200" y="236077"/>
                  </a:lnTo>
                  <a:lnTo>
                    <a:pt x="17488" y="240863"/>
                  </a:lnTo>
                  <a:lnTo>
                    <a:pt x="19927" y="245575"/>
                  </a:lnTo>
                  <a:lnTo>
                    <a:pt x="22514" y="250207"/>
                  </a:lnTo>
                  <a:lnTo>
                    <a:pt x="25246" y="254755"/>
                  </a:lnTo>
                  <a:lnTo>
                    <a:pt x="28122" y="259214"/>
                  </a:lnTo>
                  <a:lnTo>
                    <a:pt x="31138" y="263579"/>
                  </a:lnTo>
                  <a:lnTo>
                    <a:pt x="34290" y="267846"/>
                  </a:lnTo>
                  <a:lnTo>
                    <a:pt x="37577" y="272011"/>
                  </a:lnTo>
                  <a:lnTo>
                    <a:pt x="40994" y="276070"/>
                  </a:lnTo>
                  <a:lnTo>
                    <a:pt x="44538" y="280018"/>
                  </a:lnTo>
                  <a:lnTo>
                    <a:pt x="48205" y="283852"/>
                  </a:lnTo>
                  <a:lnTo>
                    <a:pt x="51993" y="287567"/>
                  </a:lnTo>
                  <a:lnTo>
                    <a:pt x="55896" y="291161"/>
                  </a:lnTo>
                  <a:lnTo>
                    <a:pt x="59912" y="294628"/>
                  </a:lnTo>
                  <a:lnTo>
                    <a:pt x="64035" y="297967"/>
                  </a:lnTo>
                  <a:lnTo>
                    <a:pt x="68263" y="301173"/>
                  </a:lnTo>
                  <a:lnTo>
                    <a:pt x="72590" y="304243"/>
                  </a:lnTo>
                  <a:lnTo>
                    <a:pt x="77012" y="307174"/>
                  </a:lnTo>
                  <a:lnTo>
                    <a:pt x="81525" y="309964"/>
                  </a:lnTo>
                  <a:lnTo>
                    <a:pt x="86124" y="312609"/>
                  </a:lnTo>
                  <a:lnTo>
                    <a:pt x="90805" y="315106"/>
                  </a:lnTo>
                  <a:lnTo>
                    <a:pt x="95563" y="317454"/>
                  </a:lnTo>
                  <a:lnTo>
                    <a:pt x="100393" y="319650"/>
                  </a:lnTo>
                  <a:lnTo>
                    <a:pt x="105290" y="321691"/>
                  </a:lnTo>
                  <a:lnTo>
                    <a:pt x="110249" y="323576"/>
                  </a:lnTo>
                  <a:lnTo>
                    <a:pt x="115266" y="325302"/>
                  </a:lnTo>
                  <a:lnTo>
                    <a:pt x="120335" y="326869"/>
                  </a:lnTo>
                  <a:lnTo>
                    <a:pt x="125451" y="328273"/>
                  </a:lnTo>
                  <a:lnTo>
                    <a:pt x="130609" y="329515"/>
                  </a:lnTo>
                  <a:lnTo>
                    <a:pt x="135804" y="330593"/>
                  </a:lnTo>
                  <a:lnTo>
                    <a:pt x="141031" y="331505"/>
                  </a:lnTo>
                  <a:lnTo>
                    <a:pt x="146284" y="332250"/>
                  </a:lnTo>
                  <a:lnTo>
                    <a:pt x="151558" y="332829"/>
                  </a:lnTo>
                  <a:lnTo>
                    <a:pt x="156847" y="333240"/>
                  </a:lnTo>
                  <a:lnTo>
                    <a:pt x="162147" y="333483"/>
                  </a:lnTo>
                  <a:lnTo>
                    <a:pt x="167452" y="333557"/>
                  </a:lnTo>
                  <a:lnTo>
                    <a:pt x="172757" y="333464"/>
                  </a:lnTo>
                  <a:lnTo>
                    <a:pt x="178056" y="333201"/>
                  </a:lnTo>
                  <a:lnTo>
                    <a:pt x="183344" y="332771"/>
                  </a:lnTo>
                  <a:lnTo>
                    <a:pt x="188616" y="332174"/>
                  </a:lnTo>
                  <a:lnTo>
                    <a:pt x="193866" y="331409"/>
                  </a:lnTo>
                  <a:lnTo>
                    <a:pt x="199089" y="330478"/>
                  </a:lnTo>
                  <a:lnTo>
                    <a:pt x="204281" y="329382"/>
                  </a:lnTo>
                  <a:lnTo>
                    <a:pt x="209434" y="328121"/>
                  </a:lnTo>
                  <a:lnTo>
                    <a:pt x="214545" y="326698"/>
                  </a:lnTo>
                  <a:lnTo>
                    <a:pt x="219609" y="325113"/>
                  </a:lnTo>
                  <a:lnTo>
                    <a:pt x="224619" y="323369"/>
                  </a:lnTo>
                  <a:lnTo>
                    <a:pt x="229572" y="321466"/>
                  </a:lnTo>
                  <a:lnTo>
                    <a:pt x="234461" y="319407"/>
                  </a:lnTo>
                  <a:lnTo>
                    <a:pt x="239283" y="317194"/>
                  </a:lnTo>
                  <a:lnTo>
                    <a:pt x="244033" y="314829"/>
                  </a:lnTo>
                  <a:lnTo>
                    <a:pt x="248704" y="312314"/>
                  </a:lnTo>
                  <a:lnTo>
                    <a:pt x="253294" y="309653"/>
                  </a:lnTo>
                  <a:lnTo>
                    <a:pt x="257797" y="306847"/>
                  </a:lnTo>
                  <a:lnTo>
                    <a:pt x="262208" y="303899"/>
                  </a:lnTo>
                  <a:lnTo>
                    <a:pt x="266524" y="300814"/>
                  </a:lnTo>
                  <a:lnTo>
                    <a:pt x="270740" y="297592"/>
                  </a:lnTo>
                  <a:lnTo>
                    <a:pt x="274851" y="294239"/>
                  </a:lnTo>
                  <a:lnTo>
                    <a:pt x="278854" y="290757"/>
                  </a:lnTo>
                  <a:lnTo>
                    <a:pt x="282745" y="287149"/>
                  </a:lnTo>
                  <a:lnTo>
                    <a:pt x="286519" y="283420"/>
                  </a:lnTo>
                  <a:lnTo>
                    <a:pt x="290172" y="279573"/>
                  </a:lnTo>
                  <a:lnTo>
                    <a:pt x="293702" y="275612"/>
                  </a:lnTo>
                  <a:lnTo>
                    <a:pt x="297104" y="271541"/>
                  </a:lnTo>
                  <a:lnTo>
                    <a:pt x="300376" y="267364"/>
                  </a:lnTo>
                  <a:lnTo>
                    <a:pt x="303513" y="263086"/>
                  </a:lnTo>
                  <a:lnTo>
                    <a:pt x="306513" y="258710"/>
                  </a:lnTo>
                  <a:lnTo>
                    <a:pt x="309372" y="254241"/>
                  </a:lnTo>
                  <a:lnTo>
                    <a:pt x="312089" y="249683"/>
                  </a:lnTo>
                  <a:lnTo>
                    <a:pt x="314659" y="245042"/>
                  </a:lnTo>
                  <a:lnTo>
                    <a:pt x="317080" y="240321"/>
                  </a:lnTo>
                  <a:lnTo>
                    <a:pt x="319351" y="235526"/>
                  </a:lnTo>
                  <a:lnTo>
                    <a:pt x="321468" y="230661"/>
                  </a:lnTo>
                  <a:lnTo>
                    <a:pt x="323430" y="225732"/>
                  </a:lnTo>
                  <a:lnTo>
                    <a:pt x="325235" y="220742"/>
                  </a:lnTo>
                  <a:lnTo>
                    <a:pt x="326880" y="215698"/>
                  </a:lnTo>
                  <a:lnTo>
                    <a:pt x="328364" y="210605"/>
                  </a:lnTo>
                  <a:lnTo>
                    <a:pt x="329686" y="205466"/>
                  </a:lnTo>
                  <a:lnTo>
                    <a:pt x="330844" y="200289"/>
                  </a:lnTo>
                  <a:lnTo>
                    <a:pt x="331837" y="195077"/>
                  </a:lnTo>
                  <a:lnTo>
                    <a:pt x="332665" y="189836"/>
                  </a:lnTo>
                  <a:lnTo>
                    <a:pt x="333325" y="184572"/>
                  </a:lnTo>
                  <a:lnTo>
                    <a:pt x="333819" y="179290"/>
                  </a:lnTo>
                  <a:lnTo>
                    <a:pt x="334144" y="173994"/>
                  </a:lnTo>
                  <a:lnTo>
                    <a:pt x="334301" y="168691"/>
                  </a:lnTo>
                  <a:lnTo>
                    <a:pt x="334290" y="163385"/>
                  </a:lnTo>
                  <a:lnTo>
                    <a:pt x="334111" y="158083"/>
                  </a:lnTo>
                  <a:lnTo>
                    <a:pt x="333763" y="152789"/>
                  </a:lnTo>
                  <a:lnTo>
                    <a:pt x="333247" y="147508"/>
                  </a:lnTo>
                  <a:lnTo>
                    <a:pt x="332564" y="142247"/>
                  </a:lnTo>
                  <a:lnTo>
                    <a:pt x="331715" y="137010"/>
                  </a:lnTo>
                  <a:lnTo>
                    <a:pt x="330700" y="131802"/>
                  </a:lnTo>
                  <a:lnTo>
                    <a:pt x="329520" y="126629"/>
                  </a:lnTo>
                  <a:lnTo>
                    <a:pt x="328176" y="121497"/>
                  </a:lnTo>
                  <a:lnTo>
                    <a:pt x="326670" y="116409"/>
                  </a:lnTo>
                  <a:lnTo>
                    <a:pt x="325004" y="111372"/>
                  </a:lnTo>
                  <a:lnTo>
                    <a:pt x="323179" y="106391"/>
                  </a:lnTo>
                  <a:lnTo>
                    <a:pt x="321196" y="101470"/>
                  </a:lnTo>
                  <a:lnTo>
                    <a:pt x="319058" y="96614"/>
                  </a:lnTo>
                  <a:lnTo>
                    <a:pt x="316767" y="91828"/>
                  </a:lnTo>
                  <a:lnTo>
                    <a:pt x="314326" y="87118"/>
                  </a:lnTo>
                  <a:lnTo>
                    <a:pt x="311736" y="82487"/>
                  </a:lnTo>
                  <a:lnTo>
                    <a:pt x="309001" y="77941"/>
                  </a:lnTo>
                  <a:lnTo>
                    <a:pt x="306123" y="73484"/>
                  </a:lnTo>
                  <a:lnTo>
                    <a:pt x="303104" y="69121"/>
                  </a:lnTo>
                  <a:lnTo>
                    <a:pt x="299949" y="64856"/>
                  </a:lnTo>
                  <a:lnTo>
                    <a:pt x="296660" y="60693"/>
                  </a:lnTo>
                  <a:lnTo>
                    <a:pt x="293241" y="56636"/>
                  </a:lnTo>
                  <a:lnTo>
                    <a:pt x="289694" y="52690"/>
                  </a:lnTo>
                  <a:lnTo>
                    <a:pt x="286024" y="48858"/>
                  </a:lnTo>
                  <a:lnTo>
                    <a:pt x="282235" y="45145"/>
                  </a:lnTo>
                  <a:lnTo>
                    <a:pt x="278329" y="41554"/>
                  </a:lnTo>
                  <a:lnTo>
                    <a:pt x="274312" y="38089"/>
                  </a:lnTo>
                  <a:lnTo>
                    <a:pt x="270186" y="34753"/>
                  </a:lnTo>
                  <a:lnTo>
                    <a:pt x="265957" y="31549"/>
                  </a:lnTo>
                  <a:lnTo>
                    <a:pt x="261628" y="28482"/>
                  </a:lnTo>
                  <a:lnTo>
                    <a:pt x="257204" y="25553"/>
                  </a:lnTo>
                  <a:lnTo>
                    <a:pt x="252689" y="22766"/>
                  </a:lnTo>
                  <a:lnTo>
                    <a:pt x="167150" y="1663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429590"/>
              <a:ext cx="85539" cy="167167"/>
            </a:xfrm>
            <a:custGeom>
              <a:avLst/>
              <a:pathLst>
                <a:path w="85539" h="167167">
                  <a:moveTo>
                    <a:pt x="85539" y="23543"/>
                  </a:moveTo>
                  <a:lnTo>
                    <a:pt x="80670" y="20752"/>
                  </a:lnTo>
                  <a:lnTo>
                    <a:pt x="75710" y="18127"/>
                  </a:lnTo>
                  <a:lnTo>
                    <a:pt x="70665" y="15670"/>
                  </a:lnTo>
                  <a:lnTo>
                    <a:pt x="65540" y="13383"/>
                  </a:lnTo>
                  <a:lnTo>
                    <a:pt x="60341" y="11270"/>
                  </a:lnTo>
                  <a:lnTo>
                    <a:pt x="55074" y="9332"/>
                  </a:lnTo>
                  <a:lnTo>
                    <a:pt x="49745" y="7573"/>
                  </a:lnTo>
                  <a:lnTo>
                    <a:pt x="44360" y="5993"/>
                  </a:lnTo>
                  <a:lnTo>
                    <a:pt x="38925" y="4595"/>
                  </a:lnTo>
                  <a:lnTo>
                    <a:pt x="33446" y="3380"/>
                  </a:lnTo>
                  <a:lnTo>
                    <a:pt x="27929" y="2349"/>
                  </a:lnTo>
                  <a:lnTo>
                    <a:pt x="22381" y="1505"/>
                  </a:lnTo>
                  <a:lnTo>
                    <a:pt x="16808" y="847"/>
                  </a:lnTo>
                  <a:lnTo>
                    <a:pt x="11216" y="376"/>
                  </a:lnTo>
                  <a:lnTo>
                    <a:pt x="5611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005" y="3934012"/>
              <a:ext cx="3728" cy="167167"/>
            </a:xfrm>
            <a:custGeom>
              <a:avLst/>
              <a:pathLst>
                <a:path w="3728" h="167167">
                  <a:moveTo>
                    <a:pt x="3728" y="0"/>
                  </a:moveTo>
                  <a:lnTo>
                    <a:pt x="0" y="41"/>
                  </a:lnTo>
                  <a:lnTo>
                    <a:pt x="372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005" y="3934054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78567" y="3934054"/>
              <a:ext cx="334333" cy="334276"/>
            </a:xfrm>
            <a:custGeom>
              <a:avLst/>
              <a:pathLst>
                <a:path w="334333" h="334276">
                  <a:moveTo>
                    <a:pt x="163437" y="0"/>
                  </a:moveTo>
                  <a:lnTo>
                    <a:pt x="158144" y="202"/>
                  </a:lnTo>
                  <a:lnTo>
                    <a:pt x="152861" y="571"/>
                  </a:lnTo>
                  <a:lnTo>
                    <a:pt x="147591" y="1108"/>
                  </a:lnTo>
                  <a:lnTo>
                    <a:pt x="142342" y="1811"/>
                  </a:lnTo>
                  <a:lnTo>
                    <a:pt x="137117" y="2681"/>
                  </a:lnTo>
                  <a:lnTo>
                    <a:pt x="131922" y="3715"/>
                  </a:lnTo>
                  <a:lnTo>
                    <a:pt x="126763" y="4914"/>
                  </a:lnTo>
                  <a:lnTo>
                    <a:pt x="121645" y="6275"/>
                  </a:lnTo>
                  <a:lnTo>
                    <a:pt x="116572" y="7798"/>
                  </a:lnTo>
                  <a:lnTo>
                    <a:pt x="111550" y="9481"/>
                  </a:lnTo>
                  <a:lnTo>
                    <a:pt x="106583" y="11322"/>
                  </a:lnTo>
                  <a:lnTo>
                    <a:pt x="101678" y="13319"/>
                  </a:lnTo>
                  <a:lnTo>
                    <a:pt x="96838" y="15471"/>
                  </a:lnTo>
                  <a:lnTo>
                    <a:pt x="92069" y="17775"/>
                  </a:lnTo>
                  <a:lnTo>
                    <a:pt x="87375" y="20229"/>
                  </a:lnTo>
                  <a:lnTo>
                    <a:pt x="82761" y="22831"/>
                  </a:lnTo>
                  <a:lnTo>
                    <a:pt x="78232" y="25577"/>
                  </a:lnTo>
                  <a:lnTo>
                    <a:pt x="73793" y="28466"/>
                  </a:lnTo>
                  <a:lnTo>
                    <a:pt x="69447" y="31493"/>
                  </a:lnTo>
                  <a:lnTo>
                    <a:pt x="65199" y="34657"/>
                  </a:lnTo>
                  <a:lnTo>
                    <a:pt x="61054" y="37954"/>
                  </a:lnTo>
                  <a:lnTo>
                    <a:pt x="57015" y="41381"/>
                  </a:lnTo>
                  <a:lnTo>
                    <a:pt x="53086" y="44933"/>
                  </a:lnTo>
                  <a:lnTo>
                    <a:pt x="49273" y="48609"/>
                  </a:lnTo>
                  <a:lnTo>
                    <a:pt x="45577" y="52403"/>
                  </a:lnTo>
                  <a:lnTo>
                    <a:pt x="42004" y="56313"/>
                  </a:lnTo>
                  <a:lnTo>
                    <a:pt x="38556" y="60333"/>
                  </a:lnTo>
                  <a:lnTo>
                    <a:pt x="35237" y="64461"/>
                  </a:lnTo>
                  <a:lnTo>
                    <a:pt x="32051" y="68692"/>
                  </a:lnTo>
                  <a:lnTo>
                    <a:pt x="29001" y="73022"/>
                  </a:lnTo>
                  <a:lnTo>
                    <a:pt x="26089" y="77447"/>
                  </a:lnTo>
                  <a:lnTo>
                    <a:pt x="23318" y="81961"/>
                  </a:lnTo>
                  <a:lnTo>
                    <a:pt x="20693" y="86561"/>
                  </a:lnTo>
                  <a:lnTo>
                    <a:pt x="18214" y="91242"/>
                  </a:lnTo>
                  <a:lnTo>
                    <a:pt x="15885" y="95999"/>
                  </a:lnTo>
                  <a:lnTo>
                    <a:pt x="13707" y="100827"/>
                  </a:lnTo>
                  <a:lnTo>
                    <a:pt x="11684" y="105722"/>
                  </a:lnTo>
                  <a:lnTo>
                    <a:pt x="9817" y="110678"/>
                  </a:lnTo>
                  <a:lnTo>
                    <a:pt x="8107" y="115692"/>
                  </a:lnTo>
                  <a:lnTo>
                    <a:pt x="6558" y="120756"/>
                  </a:lnTo>
                  <a:lnTo>
                    <a:pt x="5169" y="125868"/>
                  </a:lnTo>
                  <a:lnTo>
                    <a:pt x="3944" y="131021"/>
                  </a:lnTo>
                  <a:lnTo>
                    <a:pt x="2882" y="136210"/>
                  </a:lnTo>
                  <a:lnTo>
                    <a:pt x="1985" y="141430"/>
                  </a:lnTo>
                  <a:lnTo>
                    <a:pt x="1254" y="146675"/>
                  </a:lnTo>
                  <a:lnTo>
                    <a:pt x="689" y="151942"/>
                  </a:lnTo>
                  <a:lnTo>
                    <a:pt x="292" y="157224"/>
                  </a:lnTo>
                  <a:lnTo>
                    <a:pt x="62" y="162515"/>
                  </a:lnTo>
                  <a:lnTo>
                    <a:pt x="0" y="167811"/>
                  </a:lnTo>
                  <a:lnTo>
                    <a:pt x="105" y="173107"/>
                  </a:lnTo>
                  <a:lnTo>
                    <a:pt x="378" y="178396"/>
                  </a:lnTo>
                  <a:lnTo>
                    <a:pt x="819" y="183675"/>
                  </a:lnTo>
                  <a:lnTo>
                    <a:pt x="1427" y="188936"/>
                  </a:lnTo>
                  <a:lnTo>
                    <a:pt x="2201" y="194176"/>
                  </a:lnTo>
                  <a:lnTo>
                    <a:pt x="3141" y="199388"/>
                  </a:lnTo>
                  <a:lnTo>
                    <a:pt x="4245" y="204569"/>
                  </a:lnTo>
                  <a:lnTo>
                    <a:pt x="5513" y="209711"/>
                  </a:lnTo>
                  <a:lnTo>
                    <a:pt x="6944" y="214811"/>
                  </a:lnTo>
                  <a:lnTo>
                    <a:pt x="8535" y="219863"/>
                  </a:lnTo>
                  <a:lnTo>
                    <a:pt x="10285" y="224862"/>
                  </a:lnTo>
                  <a:lnTo>
                    <a:pt x="12193" y="229803"/>
                  </a:lnTo>
                  <a:lnTo>
                    <a:pt x="14256" y="234681"/>
                  </a:lnTo>
                  <a:lnTo>
                    <a:pt x="16473" y="239491"/>
                  </a:lnTo>
                  <a:lnTo>
                    <a:pt x="18842" y="244229"/>
                  </a:lnTo>
                  <a:lnTo>
                    <a:pt x="21359" y="248889"/>
                  </a:lnTo>
                  <a:lnTo>
                    <a:pt x="24022" y="253467"/>
                  </a:lnTo>
                  <a:lnTo>
                    <a:pt x="26829" y="257959"/>
                  </a:lnTo>
                  <a:lnTo>
                    <a:pt x="29777" y="262359"/>
                  </a:lnTo>
                  <a:lnTo>
                    <a:pt x="32863" y="266664"/>
                  </a:lnTo>
                  <a:lnTo>
                    <a:pt x="36084" y="270869"/>
                  </a:lnTo>
                  <a:lnTo>
                    <a:pt x="39437" y="274969"/>
                  </a:lnTo>
                  <a:lnTo>
                    <a:pt x="42917" y="278962"/>
                  </a:lnTo>
                  <a:lnTo>
                    <a:pt x="46523" y="282842"/>
                  </a:lnTo>
                  <a:lnTo>
                    <a:pt x="50249" y="286606"/>
                  </a:lnTo>
                  <a:lnTo>
                    <a:pt x="54093" y="290250"/>
                  </a:lnTo>
                  <a:lnTo>
                    <a:pt x="58050" y="293770"/>
                  </a:lnTo>
                  <a:lnTo>
                    <a:pt x="62117" y="297163"/>
                  </a:lnTo>
                  <a:lnTo>
                    <a:pt x="66290" y="300426"/>
                  </a:lnTo>
                  <a:lnTo>
                    <a:pt x="70563" y="303555"/>
                  </a:lnTo>
                  <a:lnTo>
                    <a:pt x="74934" y="306547"/>
                  </a:lnTo>
                  <a:lnTo>
                    <a:pt x="79397" y="309399"/>
                  </a:lnTo>
                  <a:lnTo>
                    <a:pt x="83948" y="312108"/>
                  </a:lnTo>
                  <a:lnTo>
                    <a:pt x="88583" y="314671"/>
                  </a:lnTo>
                  <a:lnTo>
                    <a:pt x="93297" y="317087"/>
                  </a:lnTo>
                  <a:lnTo>
                    <a:pt x="98085" y="319352"/>
                  </a:lnTo>
                  <a:lnTo>
                    <a:pt x="102942" y="321464"/>
                  </a:lnTo>
                  <a:lnTo>
                    <a:pt x="107864" y="323421"/>
                  </a:lnTo>
                  <a:lnTo>
                    <a:pt x="112845" y="325221"/>
                  </a:lnTo>
                  <a:lnTo>
                    <a:pt x="117881" y="326863"/>
                  </a:lnTo>
                  <a:lnTo>
                    <a:pt x="122966" y="328344"/>
                  </a:lnTo>
                  <a:lnTo>
                    <a:pt x="128096" y="329663"/>
                  </a:lnTo>
                  <a:lnTo>
                    <a:pt x="133265" y="330819"/>
                  </a:lnTo>
                  <a:lnTo>
                    <a:pt x="138468" y="331811"/>
                  </a:lnTo>
                  <a:lnTo>
                    <a:pt x="143699" y="332638"/>
                  </a:lnTo>
                  <a:lnTo>
                    <a:pt x="148955" y="333298"/>
                  </a:lnTo>
                  <a:lnTo>
                    <a:pt x="154228" y="333791"/>
                  </a:lnTo>
                  <a:lnTo>
                    <a:pt x="159515" y="334118"/>
                  </a:lnTo>
                  <a:lnTo>
                    <a:pt x="164809" y="334276"/>
                  </a:lnTo>
                  <a:lnTo>
                    <a:pt x="170105" y="334267"/>
                  </a:lnTo>
                  <a:lnTo>
                    <a:pt x="175399" y="334090"/>
                  </a:lnTo>
                  <a:lnTo>
                    <a:pt x="180684" y="333745"/>
                  </a:lnTo>
                  <a:lnTo>
                    <a:pt x="185956" y="333233"/>
                  </a:lnTo>
                  <a:lnTo>
                    <a:pt x="191209" y="332555"/>
                  </a:lnTo>
                  <a:lnTo>
                    <a:pt x="196438" y="331710"/>
                  </a:lnTo>
                  <a:lnTo>
                    <a:pt x="201637" y="330700"/>
                  </a:lnTo>
                  <a:lnTo>
                    <a:pt x="206802" y="329526"/>
                  </a:lnTo>
                  <a:lnTo>
                    <a:pt x="211927" y="328189"/>
                  </a:lnTo>
                  <a:lnTo>
                    <a:pt x="217007" y="326690"/>
                  </a:lnTo>
                  <a:lnTo>
                    <a:pt x="222037" y="325031"/>
                  </a:lnTo>
                  <a:lnTo>
                    <a:pt x="227012" y="323213"/>
                  </a:lnTo>
                  <a:lnTo>
                    <a:pt x="231927" y="321239"/>
                  </a:lnTo>
                  <a:lnTo>
                    <a:pt x="236777" y="319110"/>
                  </a:lnTo>
                  <a:lnTo>
                    <a:pt x="241557" y="316828"/>
                  </a:lnTo>
                  <a:lnTo>
                    <a:pt x="246262" y="314396"/>
                  </a:lnTo>
                  <a:lnTo>
                    <a:pt x="250888" y="311816"/>
                  </a:lnTo>
                  <a:lnTo>
                    <a:pt x="255430" y="309091"/>
                  </a:lnTo>
                  <a:lnTo>
                    <a:pt x="259883" y="306224"/>
                  </a:lnTo>
                  <a:lnTo>
                    <a:pt x="264243" y="303217"/>
                  </a:lnTo>
                  <a:lnTo>
                    <a:pt x="268506" y="300073"/>
                  </a:lnTo>
                  <a:lnTo>
                    <a:pt x="272667" y="296796"/>
                  </a:lnTo>
                  <a:lnTo>
                    <a:pt x="276722" y="293388"/>
                  </a:lnTo>
                  <a:lnTo>
                    <a:pt x="280667" y="289854"/>
                  </a:lnTo>
                  <a:lnTo>
                    <a:pt x="284498" y="286197"/>
                  </a:lnTo>
                  <a:lnTo>
                    <a:pt x="288211" y="282420"/>
                  </a:lnTo>
                  <a:lnTo>
                    <a:pt x="291803" y="278527"/>
                  </a:lnTo>
                  <a:lnTo>
                    <a:pt x="295270" y="274523"/>
                  </a:lnTo>
                  <a:lnTo>
                    <a:pt x="298608" y="270411"/>
                  </a:lnTo>
                  <a:lnTo>
                    <a:pt x="301814" y="266195"/>
                  </a:lnTo>
                  <a:lnTo>
                    <a:pt x="304885" y="261879"/>
                  </a:lnTo>
                  <a:lnTo>
                    <a:pt x="307818" y="257469"/>
                  </a:lnTo>
                  <a:lnTo>
                    <a:pt x="310609" y="252967"/>
                  </a:lnTo>
                  <a:lnTo>
                    <a:pt x="313257" y="248380"/>
                  </a:lnTo>
                  <a:lnTo>
                    <a:pt x="315758" y="243711"/>
                  </a:lnTo>
                  <a:lnTo>
                    <a:pt x="318109" y="238965"/>
                  </a:lnTo>
                  <a:lnTo>
                    <a:pt x="320309" y="234147"/>
                  </a:lnTo>
                  <a:lnTo>
                    <a:pt x="322356" y="229262"/>
                  </a:lnTo>
                  <a:lnTo>
                    <a:pt x="324246" y="224314"/>
                  </a:lnTo>
                  <a:lnTo>
                    <a:pt x="325979" y="219309"/>
                  </a:lnTo>
                  <a:lnTo>
                    <a:pt x="327553" y="214252"/>
                  </a:lnTo>
                  <a:lnTo>
                    <a:pt x="328965" y="209147"/>
                  </a:lnTo>
                  <a:lnTo>
                    <a:pt x="330215" y="204000"/>
                  </a:lnTo>
                  <a:lnTo>
                    <a:pt x="331302" y="198816"/>
                  </a:lnTo>
                  <a:lnTo>
                    <a:pt x="332223" y="193600"/>
                  </a:lnTo>
                  <a:lnTo>
                    <a:pt x="332979" y="188358"/>
                  </a:lnTo>
                  <a:lnTo>
                    <a:pt x="333569" y="183094"/>
                  </a:lnTo>
                  <a:lnTo>
                    <a:pt x="333991" y="177814"/>
                  </a:lnTo>
                  <a:lnTo>
                    <a:pt x="334246" y="172524"/>
                  </a:lnTo>
                  <a:lnTo>
                    <a:pt x="334333" y="167228"/>
                  </a:lnTo>
                  <a:lnTo>
                    <a:pt x="334252" y="161932"/>
                  </a:lnTo>
                  <a:lnTo>
                    <a:pt x="334004" y="156641"/>
                  </a:lnTo>
                  <a:lnTo>
                    <a:pt x="333588" y="151361"/>
                  </a:lnTo>
                  <a:lnTo>
                    <a:pt x="333005" y="146097"/>
                  </a:lnTo>
                  <a:lnTo>
                    <a:pt x="332256" y="140853"/>
                  </a:lnTo>
                  <a:lnTo>
                    <a:pt x="331340" y="135637"/>
                  </a:lnTo>
                  <a:lnTo>
                    <a:pt x="330260" y="130451"/>
                  </a:lnTo>
                  <a:lnTo>
                    <a:pt x="329017" y="125303"/>
                  </a:lnTo>
                  <a:lnTo>
                    <a:pt x="327611" y="120196"/>
                  </a:lnTo>
                  <a:lnTo>
                    <a:pt x="326043" y="115137"/>
                  </a:lnTo>
                  <a:lnTo>
                    <a:pt x="324317" y="110130"/>
                  </a:lnTo>
                  <a:lnTo>
                    <a:pt x="322432" y="105180"/>
                  </a:lnTo>
                  <a:lnTo>
                    <a:pt x="320392" y="100292"/>
                  </a:lnTo>
                  <a:lnTo>
                    <a:pt x="318197" y="95471"/>
                  </a:lnTo>
                  <a:lnTo>
                    <a:pt x="315852" y="90722"/>
                  </a:lnTo>
                  <a:lnTo>
                    <a:pt x="313356" y="86050"/>
                  </a:lnTo>
                  <a:lnTo>
                    <a:pt x="310715" y="81460"/>
                  </a:lnTo>
                  <a:lnTo>
                    <a:pt x="307929" y="76955"/>
                  </a:lnTo>
                  <a:lnTo>
                    <a:pt x="305001" y="72541"/>
                  </a:lnTo>
                  <a:lnTo>
                    <a:pt x="301936" y="68222"/>
                  </a:lnTo>
                  <a:lnTo>
                    <a:pt x="298735" y="64002"/>
                  </a:lnTo>
                  <a:lnTo>
                    <a:pt x="295402" y="59885"/>
                  </a:lnTo>
                  <a:lnTo>
                    <a:pt x="291940" y="55877"/>
                  </a:lnTo>
                  <a:lnTo>
                    <a:pt x="288353" y="51980"/>
                  </a:lnTo>
                  <a:lnTo>
                    <a:pt x="284644" y="48198"/>
                  </a:lnTo>
                  <a:lnTo>
                    <a:pt x="280818" y="44536"/>
                  </a:lnTo>
                  <a:lnTo>
                    <a:pt x="276877" y="40997"/>
                  </a:lnTo>
                  <a:lnTo>
                    <a:pt x="272826" y="37585"/>
                  </a:lnTo>
                  <a:lnTo>
                    <a:pt x="268669" y="34302"/>
                  </a:lnTo>
                  <a:lnTo>
                    <a:pt x="264410" y="31153"/>
                  </a:lnTo>
                  <a:lnTo>
                    <a:pt x="260054" y="28141"/>
                  </a:lnTo>
                  <a:lnTo>
                    <a:pt x="255604" y="25268"/>
                  </a:lnTo>
                  <a:lnTo>
                    <a:pt x="251066" y="22537"/>
                  </a:lnTo>
                  <a:lnTo>
                    <a:pt x="246443" y="19952"/>
                  </a:lnTo>
                  <a:lnTo>
                    <a:pt x="241741" y="17514"/>
                  </a:lnTo>
                  <a:lnTo>
                    <a:pt x="236964" y="15227"/>
                  </a:lnTo>
                  <a:lnTo>
                    <a:pt x="232116" y="13092"/>
                  </a:lnTo>
                  <a:lnTo>
                    <a:pt x="227204" y="11111"/>
                  </a:lnTo>
                  <a:lnTo>
                    <a:pt x="222231" y="9288"/>
                  </a:lnTo>
                  <a:lnTo>
                    <a:pt x="217203" y="7622"/>
                  </a:lnTo>
                  <a:lnTo>
                    <a:pt x="212125" y="6117"/>
                  </a:lnTo>
                  <a:lnTo>
                    <a:pt x="207002" y="4774"/>
                  </a:lnTo>
                  <a:lnTo>
                    <a:pt x="201838" y="3593"/>
                  </a:lnTo>
                  <a:lnTo>
                    <a:pt x="196640" y="2577"/>
                  </a:lnTo>
                  <a:lnTo>
                    <a:pt x="191412" y="1726"/>
                  </a:lnTo>
                  <a:lnTo>
                    <a:pt x="186160" y="1041"/>
                  </a:lnTo>
                  <a:lnTo>
                    <a:pt x="180889" y="522"/>
                  </a:lnTo>
                  <a:lnTo>
                    <a:pt x="167166" y="1671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5733" y="3934012"/>
              <a:ext cx="13723" cy="167167"/>
            </a:xfrm>
            <a:custGeom>
              <a:avLst/>
              <a:pathLst>
                <a:path w="13723" h="167167">
                  <a:moveTo>
                    <a:pt x="13723" y="5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5055" y="4397268"/>
              <a:ext cx="3728" cy="167167"/>
            </a:xfrm>
            <a:custGeom>
              <a:avLst/>
              <a:pathLst>
                <a:path w="3728" h="167167">
                  <a:moveTo>
                    <a:pt x="3728" y="0"/>
                  </a:moveTo>
                  <a:lnTo>
                    <a:pt x="0" y="41"/>
                  </a:lnTo>
                  <a:lnTo>
                    <a:pt x="372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055" y="4397309"/>
              <a:ext cx="3728" cy="167125"/>
            </a:xfrm>
            <a:custGeom>
              <a:avLst/>
              <a:pathLst>
                <a:path w="3728" h="167125">
                  <a:moveTo>
                    <a:pt x="0" y="0"/>
                  </a:moveTo>
                  <a:lnTo>
                    <a:pt x="3728" y="1671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11617" y="4397309"/>
              <a:ext cx="334333" cy="334276"/>
            </a:xfrm>
            <a:custGeom>
              <a:avLst/>
              <a:pathLst>
                <a:path w="334333" h="334276">
                  <a:moveTo>
                    <a:pt x="163437" y="0"/>
                  </a:moveTo>
                  <a:lnTo>
                    <a:pt x="158144" y="202"/>
                  </a:lnTo>
                  <a:lnTo>
                    <a:pt x="152861" y="571"/>
                  </a:lnTo>
                  <a:lnTo>
                    <a:pt x="147591" y="1108"/>
                  </a:lnTo>
                  <a:lnTo>
                    <a:pt x="142342" y="1811"/>
                  </a:lnTo>
                  <a:lnTo>
                    <a:pt x="137117" y="2681"/>
                  </a:lnTo>
                  <a:lnTo>
                    <a:pt x="131922" y="3715"/>
                  </a:lnTo>
                  <a:lnTo>
                    <a:pt x="126763" y="4914"/>
                  </a:lnTo>
                  <a:lnTo>
                    <a:pt x="121645" y="6275"/>
                  </a:lnTo>
                  <a:lnTo>
                    <a:pt x="116572" y="7798"/>
                  </a:lnTo>
                  <a:lnTo>
                    <a:pt x="111550" y="9481"/>
                  </a:lnTo>
                  <a:lnTo>
                    <a:pt x="106583" y="11322"/>
                  </a:lnTo>
                  <a:lnTo>
                    <a:pt x="101678" y="13319"/>
                  </a:lnTo>
                  <a:lnTo>
                    <a:pt x="96838" y="15471"/>
                  </a:lnTo>
                  <a:lnTo>
                    <a:pt x="92069" y="17775"/>
                  </a:lnTo>
                  <a:lnTo>
                    <a:pt x="87375" y="20229"/>
                  </a:lnTo>
                  <a:lnTo>
                    <a:pt x="82761" y="22831"/>
                  </a:lnTo>
                  <a:lnTo>
                    <a:pt x="78232" y="25577"/>
                  </a:lnTo>
                  <a:lnTo>
                    <a:pt x="73793" y="28466"/>
                  </a:lnTo>
                  <a:lnTo>
                    <a:pt x="69447" y="31493"/>
                  </a:lnTo>
                  <a:lnTo>
                    <a:pt x="65199" y="34657"/>
                  </a:lnTo>
                  <a:lnTo>
                    <a:pt x="61054" y="37954"/>
                  </a:lnTo>
                  <a:lnTo>
                    <a:pt x="57015" y="41381"/>
                  </a:lnTo>
                  <a:lnTo>
                    <a:pt x="53086" y="44933"/>
                  </a:lnTo>
                  <a:lnTo>
                    <a:pt x="49273" y="48609"/>
                  </a:lnTo>
                  <a:lnTo>
                    <a:pt x="45577" y="52403"/>
                  </a:lnTo>
                  <a:lnTo>
                    <a:pt x="42004" y="56313"/>
                  </a:lnTo>
                  <a:lnTo>
                    <a:pt x="38556" y="60333"/>
                  </a:lnTo>
                  <a:lnTo>
                    <a:pt x="35237" y="64461"/>
                  </a:lnTo>
                  <a:lnTo>
                    <a:pt x="32051" y="68692"/>
                  </a:lnTo>
                  <a:lnTo>
                    <a:pt x="29001" y="73022"/>
                  </a:lnTo>
                  <a:lnTo>
                    <a:pt x="26089" y="77447"/>
                  </a:lnTo>
                  <a:lnTo>
                    <a:pt x="23318" y="81961"/>
                  </a:lnTo>
                  <a:lnTo>
                    <a:pt x="20693" y="86561"/>
                  </a:lnTo>
                  <a:lnTo>
                    <a:pt x="18214" y="91242"/>
                  </a:lnTo>
                  <a:lnTo>
                    <a:pt x="15885" y="95999"/>
                  </a:lnTo>
                  <a:lnTo>
                    <a:pt x="13707" y="100827"/>
                  </a:lnTo>
                  <a:lnTo>
                    <a:pt x="11684" y="105722"/>
                  </a:lnTo>
                  <a:lnTo>
                    <a:pt x="9817" y="110678"/>
                  </a:lnTo>
                  <a:lnTo>
                    <a:pt x="8107" y="115692"/>
                  </a:lnTo>
                  <a:lnTo>
                    <a:pt x="6558" y="120756"/>
                  </a:lnTo>
                  <a:lnTo>
                    <a:pt x="5169" y="125868"/>
                  </a:lnTo>
                  <a:lnTo>
                    <a:pt x="3944" y="131021"/>
                  </a:lnTo>
                  <a:lnTo>
                    <a:pt x="2882" y="136210"/>
                  </a:lnTo>
                  <a:lnTo>
                    <a:pt x="1985" y="141430"/>
                  </a:lnTo>
                  <a:lnTo>
                    <a:pt x="1254" y="146675"/>
                  </a:lnTo>
                  <a:lnTo>
                    <a:pt x="689" y="151942"/>
                  </a:lnTo>
                  <a:lnTo>
                    <a:pt x="292" y="157224"/>
                  </a:lnTo>
                  <a:lnTo>
                    <a:pt x="62" y="162515"/>
                  </a:lnTo>
                  <a:lnTo>
                    <a:pt x="0" y="167811"/>
                  </a:lnTo>
                  <a:lnTo>
                    <a:pt x="105" y="173107"/>
                  </a:lnTo>
                  <a:lnTo>
                    <a:pt x="378" y="178396"/>
                  </a:lnTo>
                  <a:lnTo>
                    <a:pt x="819" y="183675"/>
                  </a:lnTo>
                  <a:lnTo>
                    <a:pt x="1427" y="188936"/>
                  </a:lnTo>
                  <a:lnTo>
                    <a:pt x="2201" y="194176"/>
                  </a:lnTo>
                  <a:lnTo>
                    <a:pt x="3141" y="199388"/>
                  </a:lnTo>
                  <a:lnTo>
                    <a:pt x="4245" y="204569"/>
                  </a:lnTo>
                  <a:lnTo>
                    <a:pt x="5513" y="209711"/>
                  </a:lnTo>
                  <a:lnTo>
                    <a:pt x="6944" y="214811"/>
                  </a:lnTo>
                  <a:lnTo>
                    <a:pt x="8535" y="219863"/>
                  </a:lnTo>
                  <a:lnTo>
                    <a:pt x="10285" y="224862"/>
                  </a:lnTo>
                  <a:lnTo>
                    <a:pt x="12193" y="229803"/>
                  </a:lnTo>
                  <a:lnTo>
                    <a:pt x="14256" y="234681"/>
                  </a:lnTo>
                  <a:lnTo>
                    <a:pt x="16473" y="239491"/>
                  </a:lnTo>
                  <a:lnTo>
                    <a:pt x="18842" y="244229"/>
                  </a:lnTo>
                  <a:lnTo>
                    <a:pt x="21359" y="248889"/>
                  </a:lnTo>
                  <a:lnTo>
                    <a:pt x="24022" y="253467"/>
                  </a:lnTo>
                  <a:lnTo>
                    <a:pt x="26829" y="257959"/>
                  </a:lnTo>
                  <a:lnTo>
                    <a:pt x="29777" y="262359"/>
                  </a:lnTo>
                  <a:lnTo>
                    <a:pt x="32863" y="266664"/>
                  </a:lnTo>
                  <a:lnTo>
                    <a:pt x="36084" y="270869"/>
                  </a:lnTo>
                  <a:lnTo>
                    <a:pt x="39437" y="274969"/>
                  </a:lnTo>
                  <a:lnTo>
                    <a:pt x="42917" y="278962"/>
                  </a:lnTo>
                  <a:lnTo>
                    <a:pt x="46523" y="282842"/>
                  </a:lnTo>
                  <a:lnTo>
                    <a:pt x="50249" y="286606"/>
                  </a:lnTo>
                  <a:lnTo>
                    <a:pt x="54093" y="290250"/>
                  </a:lnTo>
                  <a:lnTo>
                    <a:pt x="58050" y="293770"/>
                  </a:lnTo>
                  <a:lnTo>
                    <a:pt x="62117" y="297163"/>
                  </a:lnTo>
                  <a:lnTo>
                    <a:pt x="66290" y="300426"/>
                  </a:lnTo>
                  <a:lnTo>
                    <a:pt x="70563" y="303555"/>
                  </a:lnTo>
                  <a:lnTo>
                    <a:pt x="74934" y="306547"/>
                  </a:lnTo>
                  <a:lnTo>
                    <a:pt x="79397" y="309399"/>
                  </a:lnTo>
                  <a:lnTo>
                    <a:pt x="83948" y="312108"/>
                  </a:lnTo>
                  <a:lnTo>
                    <a:pt x="88583" y="314671"/>
                  </a:lnTo>
                  <a:lnTo>
                    <a:pt x="93297" y="317087"/>
                  </a:lnTo>
                  <a:lnTo>
                    <a:pt x="98085" y="319352"/>
                  </a:lnTo>
                  <a:lnTo>
                    <a:pt x="102942" y="321464"/>
                  </a:lnTo>
                  <a:lnTo>
                    <a:pt x="107864" y="323421"/>
                  </a:lnTo>
                  <a:lnTo>
                    <a:pt x="112845" y="325221"/>
                  </a:lnTo>
                  <a:lnTo>
                    <a:pt x="117881" y="326863"/>
                  </a:lnTo>
                  <a:lnTo>
                    <a:pt x="122966" y="328344"/>
                  </a:lnTo>
                  <a:lnTo>
                    <a:pt x="128096" y="329663"/>
                  </a:lnTo>
                  <a:lnTo>
                    <a:pt x="133265" y="330819"/>
                  </a:lnTo>
                  <a:lnTo>
                    <a:pt x="138468" y="331811"/>
                  </a:lnTo>
                  <a:lnTo>
                    <a:pt x="143699" y="332638"/>
                  </a:lnTo>
                  <a:lnTo>
                    <a:pt x="148955" y="333298"/>
                  </a:lnTo>
                  <a:lnTo>
                    <a:pt x="154228" y="333791"/>
                  </a:lnTo>
                  <a:lnTo>
                    <a:pt x="159515" y="334118"/>
                  </a:lnTo>
                  <a:lnTo>
                    <a:pt x="164809" y="334276"/>
                  </a:lnTo>
                  <a:lnTo>
                    <a:pt x="170105" y="334267"/>
                  </a:lnTo>
                  <a:lnTo>
                    <a:pt x="175399" y="334090"/>
                  </a:lnTo>
                  <a:lnTo>
                    <a:pt x="180684" y="333745"/>
                  </a:lnTo>
                  <a:lnTo>
                    <a:pt x="185956" y="333233"/>
                  </a:lnTo>
                  <a:lnTo>
                    <a:pt x="191209" y="332555"/>
                  </a:lnTo>
                  <a:lnTo>
                    <a:pt x="196438" y="331710"/>
                  </a:lnTo>
                  <a:lnTo>
                    <a:pt x="201637" y="330700"/>
                  </a:lnTo>
                  <a:lnTo>
                    <a:pt x="206802" y="329526"/>
                  </a:lnTo>
                  <a:lnTo>
                    <a:pt x="211927" y="328189"/>
                  </a:lnTo>
                  <a:lnTo>
                    <a:pt x="217007" y="326690"/>
                  </a:lnTo>
                  <a:lnTo>
                    <a:pt x="222037" y="325031"/>
                  </a:lnTo>
                  <a:lnTo>
                    <a:pt x="227012" y="323213"/>
                  </a:lnTo>
                  <a:lnTo>
                    <a:pt x="231927" y="321239"/>
                  </a:lnTo>
                  <a:lnTo>
                    <a:pt x="236777" y="319110"/>
                  </a:lnTo>
                  <a:lnTo>
                    <a:pt x="241557" y="316828"/>
                  </a:lnTo>
                  <a:lnTo>
                    <a:pt x="246262" y="314396"/>
                  </a:lnTo>
                  <a:lnTo>
                    <a:pt x="250888" y="311816"/>
                  </a:lnTo>
                  <a:lnTo>
                    <a:pt x="255430" y="309091"/>
                  </a:lnTo>
                  <a:lnTo>
                    <a:pt x="259883" y="306224"/>
                  </a:lnTo>
                  <a:lnTo>
                    <a:pt x="264243" y="303217"/>
                  </a:lnTo>
                  <a:lnTo>
                    <a:pt x="268506" y="300073"/>
                  </a:lnTo>
                  <a:lnTo>
                    <a:pt x="272667" y="296796"/>
                  </a:lnTo>
                  <a:lnTo>
                    <a:pt x="276722" y="293388"/>
                  </a:lnTo>
                  <a:lnTo>
                    <a:pt x="280667" y="289854"/>
                  </a:lnTo>
                  <a:lnTo>
                    <a:pt x="284498" y="286197"/>
                  </a:lnTo>
                  <a:lnTo>
                    <a:pt x="288211" y="282420"/>
                  </a:lnTo>
                  <a:lnTo>
                    <a:pt x="291803" y="278527"/>
                  </a:lnTo>
                  <a:lnTo>
                    <a:pt x="295270" y="274523"/>
                  </a:lnTo>
                  <a:lnTo>
                    <a:pt x="298608" y="270411"/>
                  </a:lnTo>
                  <a:lnTo>
                    <a:pt x="301814" y="266195"/>
                  </a:lnTo>
                  <a:lnTo>
                    <a:pt x="304885" y="261879"/>
                  </a:lnTo>
                  <a:lnTo>
                    <a:pt x="307818" y="257469"/>
                  </a:lnTo>
                  <a:lnTo>
                    <a:pt x="310609" y="252967"/>
                  </a:lnTo>
                  <a:lnTo>
                    <a:pt x="313257" y="248380"/>
                  </a:lnTo>
                  <a:lnTo>
                    <a:pt x="315758" y="243711"/>
                  </a:lnTo>
                  <a:lnTo>
                    <a:pt x="318109" y="238965"/>
                  </a:lnTo>
                  <a:lnTo>
                    <a:pt x="320309" y="234147"/>
                  </a:lnTo>
                  <a:lnTo>
                    <a:pt x="322356" y="229262"/>
                  </a:lnTo>
                  <a:lnTo>
                    <a:pt x="324246" y="224314"/>
                  </a:lnTo>
                  <a:lnTo>
                    <a:pt x="325979" y="219309"/>
                  </a:lnTo>
                  <a:lnTo>
                    <a:pt x="327553" y="214252"/>
                  </a:lnTo>
                  <a:lnTo>
                    <a:pt x="328965" y="209147"/>
                  </a:lnTo>
                  <a:lnTo>
                    <a:pt x="330215" y="204000"/>
                  </a:lnTo>
                  <a:lnTo>
                    <a:pt x="331302" y="198816"/>
                  </a:lnTo>
                  <a:lnTo>
                    <a:pt x="332223" y="193600"/>
                  </a:lnTo>
                  <a:lnTo>
                    <a:pt x="332979" y="188358"/>
                  </a:lnTo>
                  <a:lnTo>
                    <a:pt x="333569" y="183094"/>
                  </a:lnTo>
                  <a:lnTo>
                    <a:pt x="333991" y="177814"/>
                  </a:lnTo>
                  <a:lnTo>
                    <a:pt x="334246" y="172524"/>
                  </a:lnTo>
                  <a:lnTo>
                    <a:pt x="334333" y="167228"/>
                  </a:lnTo>
                  <a:lnTo>
                    <a:pt x="334252" y="161932"/>
                  </a:lnTo>
                  <a:lnTo>
                    <a:pt x="334004" y="156641"/>
                  </a:lnTo>
                  <a:lnTo>
                    <a:pt x="333588" y="151361"/>
                  </a:lnTo>
                  <a:lnTo>
                    <a:pt x="333005" y="146097"/>
                  </a:lnTo>
                  <a:lnTo>
                    <a:pt x="332256" y="140853"/>
                  </a:lnTo>
                  <a:lnTo>
                    <a:pt x="331340" y="135637"/>
                  </a:lnTo>
                  <a:lnTo>
                    <a:pt x="330260" y="130451"/>
                  </a:lnTo>
                  <a:lnTo>
                    <a:pt x="329017" y="125303"/>
                  </a:lnTo>
                  <a:lnTo>
                    <a:pt x="327611" y="120196"/>
                  </a:lnTo>
                  <a:lnTo>
                    <a:pt x="326043" y="115137"/>
                  </a:lnTo>
                  <a:lnTo>
                    <a:pt x="324317" y="110130"/>
                  </a:lnTo>
                  <a:lnTo>
                    <a:pt x="322432" y="105180"/>
                  </a:lnTo>
                  <a:lnTo>
                    <a:pt x="320392" y="100292"/>
                  </a:lnTo>
                  <a:lnTo>
                    <a:pt x="318197" y="95471"/>
                  </a:lnTo>
                  <a:lnTo>
                    <a:pt x="315852" y="90722"/>
                  </a:lnTo>
                  <a:lnTo>
                    <a:pt x="313356" y="86050"/>
                  </a:lnTo>
                  <a:lnTo>
                    <a:pt x="310715" y="81460"/>
                  </a:lnTo>
                  <a:lnTo>
                    <a:pt x="307929" y="76955"/>
                  </a:lnTo>
                  <a:lnTo>
                    <a:pt x="305001" y="72541"/>
                  </a:lnTo>
                  <a:lnTo>
                    <a:pt x="301936" y="68222"/>
                  </a:lnTo>
                  <a:lnTo>
                    <a:pt x="298735" y="64002"/>
                  </a:lnTo>
                  <a:lnTo>
                    <a:pt x="295402" y="59885"/>
                  </a:lnTo>
                  <a:lnTo>
                    <a:pt x="291940" y="55877"/>
                  </a:lnTo>
                  <a:lnTo>
                    <a:pt x="288353" y="51980"/>
                  </a:lnTo>
                  <a:lnTo>
                    <a:pt x="284644" y="48198"/>
                  </a:lnTo>
                  <a:lnTo>
                    <a:pt x="280818" y="44536"/>
                  </a:lnTo>
                  <a:lnTo>
                    <a:pt x="276877" y="40997"/>
                  </a:lnTo>
                  <a:lnTo>
                    <a:pt x="272826" y="37585"/>
                  </a:lnTo>
                  <a:lnTo>
                    <a:pt x="268669" y="34302"/>
                  </a:lnTo>
                  <a:lnTo>
                    <a:pt x="264410" y="31153"/>
                  </a:lnTo>
                  <a:lnTo>
                    <a:pt x="260054" y="28141"/>
                  </a:lnTo>
                  <a:lnTo>
                    <a:pt x="255604" y="25268"/>
                  </a:lnTo>
                  <a:lnTo>
                    <a:pt x="251066" y="22537"/>
                  </a:lnTo>
                  <a:lnTo>
                    <a:pt x="246443" y="19952"/>
                  </a:lnTo>
                  <a:lnTo>
                    <a:pt x="241741" y="17514"/>
                  </a:lnTo>
                  <a:lnTo>
                    <a:pt x="236964" y="15227"/>
                  </a:lnTo>
                  <a:lnTo>
                    <a:pt x="232116" y="13092"/>
                  </a:lnTo>
                  <a:lnTo>
                    <a:pt x="227204" y="11111"/>
                  </a:lnTo>
                  <a:lnTo>
                    <a:pt x="222231" y="9288"/>
                  </a:lnTo>
                  <a:lnTo>
                    <a:pt x="217203" y="7622"/>
                  </a:lnTo>
                  <a:lnTo>
                    <a:pt x="212125" y="6117"/>
                  </a:lnTo>
                  <a:lnTo>
                    <a:pt x="207002" y="4774"/>
                  </a:lnTo>
                  <a:lnTo>
                    <a:pt x="201838" y="3593"/>
                  </a:lnTo>
                  <a:lnTo>
                    <a:pt x="196640" y="2577"/>
                  </a:lnTo>
                  <a:lnTo>
                    <a:pt x="191412" y="1726"/>
                  </a:lnTo>
                  <a:lnTo>
                    <a:pt x="186160" y="1041"/>
                  </a:lnTo>
                  <a:lnTo>
                    <a:pt x="180889" y="522"/>
                  </a:lnTo>
                  <a:lnTo>
                    <a:pt x="167166" y="1671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8783" y="4397268"/>
              <a:ext cx="13723" cy="167167"/>
            </a:xfrm>
            <a:custGeom>
              <a:avLst/>
              <a:pathLst>
                <a:path w="13723" h="167167">
                  <a:moveTo>
                    <a:pt x="13723" y="5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954" y="4794382"/>
              <a:ext cx="611" cy="167167"/>
            </a:xfrm>
            <a:custGeom>
              <a:avLst/>
              <a:pathLst>
                <a:path w="611" h="167167">
                  <a:moveTo>
                    <a:pt x="611" y="0"/>
                  </a:moveTo>
                  <a:lnTo>
                    <a:pt x="0" y="1"/>
                  </a:lnTo>
                  <a:lnTo>
                    <a:pt x="61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54" y="4794383"/>
              <a:ext cx="611" cy="167166"/>
            </a:xfrm>
            <a:custGeom>
              <a:avLst/>
              <a:pathLst>
                <a:path w="611" h="167166">
                  <a:moveTo>
                    <a:pt x="0" y="0"/>
                  </a:moveTo>
                  <a:lnTo>
                    <a:pt x="611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51109" y="4794383"/>
              <a:ext cx="161457" cy="167166"/>
            </a:xfrm>
            <a:custGeom>
              <a:avLst/>
              <a:pathLst>
                <a:path w="161457" h="167166">
                  <a:moveTo>
                    <a:pt x="160845" y="0"/>
                  </a:moveTo>
                  <a:lnTo>
                    <a:pt x="155392" y="108"/>
                  </a:lnTo>
                  <a:lnTo>
                    <a:pt x="149946" y="395"/>
                  </a:lnTo>
                  <a:lnTo>
                    <a:pt x="144512" y="859"/>
                  </a:lnTo>
                  <a:lnTo>
                    <a:pt x="139096" y="1501"/>
                  </a:lnTo>
                  <a:lnTo>
                    <a:pt x="133704" y="2318"/>
                  </a:lnTo>
                  <a:lnTo>
                    <a:pt x="128342" y="3311"/>
                  </a:lnTo>
                  <a:lnTo>
                    <a:pt x="123015" y="4478"/>
                  </a:lnTo>
                  <a:lnTo>
                    <a:pt x="117728" y="5819"/>
                  </a:lnTo>
                  <a:lnTo>
                    <a:pt x="112489" y="7331"/>
                  </a:lnTo>
                  <a:lnTo>
                    <a:pt x="107301" y="9014"/>
                  </a:lnTo>
                  <a:lnTo>
                    <a:pt x="102171" y="10864"/>
                  </a:lnTo>
                  <a:lnTo>
                    <a:pt x="97104" y="12881"/>
                  </a:lnTo>
                  <a:lnTo>
                    <a:pt x="92106" y="15063"/>
                  </a:lnTo>
                  <a:lnTo>
                    <a:pt x="87181" y="17406"/>
                  </a:lnTo>
                  <a:lnTo>
                    <a:pt x="82335" y="19908"/>
                  </a:lnTo>
                  <a:lnTo>
                    <a:pt x="77574" y="22568"/>
                  </a:lnTo>
                  <a:lnTo>
                    <a:pt x="72902" y="25381"/>
                  </a:lnTo>
                  <a:lnTo>
                    <a:pt x="68324" y="28345"/>
                  </a:lnTo>
                  <a:lnTo>
                    <a:pt x="63845" y="31457"/>
                  </a:lnTo>
                  <a:lnTo>
                    <a:pt x="59471" y="34713"/>
                  </a:lnTo>
                  <a:lnTo>
                    <a:pt x="55204" y="38110"/>
                  </a:lnTo>
                  <a:lnTo>
                    <a:pt x="51051" y="41645"/>
                  </a:lnTo>
                  <a:lnTo>
                    <a:pt x="47016" y="45313"/>
                  </a:lnTo>
                  <a:lnTo>
                    <a:pt x="43102" y="49111"/>
                  </a:lnTo>
                  <a:lnTo>
                    <a:pt x="39314" y="53034"/>
                  </a:lnTo>
                  <a:lnTo>
                    <a:pt x="35656" y="57079"/>
                  </a:lnTo>
                  <a:lnTo>
                    <a:pt x="32132" y="61241"/>
                  </a:lnTo>
                  <a:lnTo>
                    <a:pt x="28745" y="65516"/>
                  </a:lnTo>
                  <a:lnTo>
                    <a:pt x="25500" y="69899"/>
                  </a:lnTo>
                  <a:lnTo>
                    <a:pt x="22400" y="74386"/>
                  </a:lnTo>
                  <a:lnTo>
                    <a:pt x="19447" y="78971"/>
                  </a:lnTo>
                  <a:lnTo>
                    <a:pt x="16646" y="83650"/>
                  </a:lnTo>
                  <a:lnTo>
                    <a:pt x="13999" y="88418"/>
                  </a:lnTo>
                  <a:lnTo>
                    <a:pt x="11509" y="93270"/>
                  </a:lnTo>
                  <a:lnTo>
                    <a:pt x="9178" y="98201"/>
                  </a:lnTo>
                  <a:lnTo>
                    <a:pt x="7010" y="103205"/>
                  </a:lnTo>
                  <a:lnTo>
                    <a:pt x="5005" y="108277"/>
                  </a:lnTo>
                  <a:lnTo>
                    <a:pt x="3168" y="113411"/>
                  </a:lnTo>
                  <a:lnTo>
                    <a:pt x="1498" y="118603"/>
                  </a:lnTo>
                  <a:lnTo>
                    <a:pt x="0" y="123847"/>
                  </a:lnTo>
                  <a:lnTo>
                    <a:pt x="16145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5405" y="4794382"/>
              <a:ext cx="334313" cy="334332"/>
            </a:xfrm>
            <a:custGeom>
              <a:avLst/>
              <a:pathLst>
                <a:path w="334313" h="334332">
                  <a:moveTo>
                    <a:pt x="5703" y="123848"/>
                  </a:moveTo>
                  <a:lnTo>
                    <a:pt x="4412" y="128985"/>
                  </a:lnTo>
                  <a:lnTo>
                    <a:pt x="3284" y="134160"/>
                  </a:lnTo>
                  <a:lnTo>
                    <a:pt x="2321" y="139368"/>
                  </a:lnTo>
                  <a:lnTo>
                    <a:pt x="1523" y="144604"/>
                  </a:lnTo>
                  <a:lnTo>
                    <a:pt x="891" y="149862"/>
                  </a:lnTo>
                  <a:lnTo>
                    <a:pt x="427" y="155138"/>
                  </a:lnTo>
                  <a:lnTo>
                    <a:pt x="129" y="160426"/>
                  </a:lnTo>
                  <a:lnTo>
                    <a:pt x="0" y="165721"/>
                  </a:lnTo>
                  <a:lnTo>
                    <a:pt x="38" y="171018"/>
                  </a:lnTo>
                  <a:lnTo>
                    <a:pt x="243" y="176310"/>
                  </a:lnTo>
                  <a:lnTo>
                    <a:pt x="617" y="181593"/>
                  </a:lnTo>
                  <a:lnTo>
                    <a:pt x="1158" y="186862"/>
                  </a:lnTo>
                  <a:lnTo>
                    <a:pt x="1865" y="192111"/>
                  </a:lnTo>
                  <a:lnTo>
                    <a:pt x="2738" y="197335"/>
                  </a:lnTo>
                  <a:lnTo>
                    <a:pt x="3776" y="202529"/>
                  </a:lnTo>
                  <a:lnTo>
                    <a:pt x="4978" y="207687"/>
                  </a:lnTo>
                  <a:lnTo>
                    <a:pt x="6344" y="212805"/>
                  </a:lnTo>
                  <a:lnTo>
                    <a:pt x="7870" y="217876"/>
                  </a:lnTo>
                  <a:lnTo>
                    <a:pt x="9556" y="222897"/>
                  </a:lnTo>
                  <a:lnTo>
                    <a:pt x="11401" y="227862"/>
                  </a:lnTo>
                  <a:lnTo>
                    <a:pt x="13402" y="232766"/>
                  </a:lnTo>
                  <a:lnTo>
                    <a:pt x="15557" y="237604"/>
                  </a:lnTo>
                  <a:lnTo>
                    <a:pt x="17865" y="242371"/>
                  </a:lnTo>
                  <a:lnTo>
                    <a:pt x="20322" y="247063"/>
                  </a:lnTo>
                  <a:lnTo>
                    <a:pt x="22927" y="251675"/>
                  </a:lnTo>
                  <a:lnTo>
                    <a:pt x="25677" y="256202"/>
                  </a:lnTo>
                  <a:lnTo>
                    <a:pt x="28568" y="260639"/>
                  </a:lnTo>
                  <a:lnTo>
                    <a:pt x="31599" y="264983"/>
                  </a:lnTo>
                  <a:lnTo>
                    <a:pt x="34766" y="269228"/>
                  </a:lnTo>
                  <a:lnTo>
                    <a:pt x="38065" y="273371"/>
                  </a:lnTo>
                  <a:lnTo>
                    <a:pt x="41495" y="277408"/>
                  </a:lnTo>
                  <a:lnTo>
                    <a:pt x="45050" y="281333"/>
                  </a:lnTo>
                  <a:lnTo>
                    <a:pt x="48728" y="285144"/>
                  </a:lnTo>
                  <a:lnTo>
                    <a:pt x="52525" y="288837"/>
                  </a:lnTo>
                  <a:lnTo>
                    <a:pt x="56437" y="292408"/>
                  </a:lnTo>
                  <a:lnTo>
                    <a:pt x="60460" y="295852"/>
                  </a:lnTo>
                  <a:lnTo>
                    <a:pt x="64590" y="299168"/>
                  </a:lnTo>
                  <a:lnTo>
                    <a:pt x="68824" y="302351"/>
                  </a:lnTo>
                  <a:lnTo>
                    <a:pt x="73155" y="305399"/>
                  </a:lnTo>
                  <a:lnTo>
                    <a:pt x="77582" y="308307"/>
                  </a:lnTo>
                  <a:lnTo>
                    <a:pt x="82098" y="311074"/>
                  </a:lnTo>
                  <a:lnTo>
                    <a:pt x="86700" y="313697"/>
                  </a:lnTo>
                  <a:lnTo>
                    <a:pt x="91382" y="316172"/>
                  </a:lnTo>
                  <a:lnTo>
                    <a:pt x="96140" y="318498"/>
                  </a:lnTo>
                  <a:lnTo>
                    <a:pt x="100970" y="320672"/>
                  </a:lnTo>
                  <a:lnTo>
                    <a:pt x="105866" y="322692"/>
                  </a:lnTo>
                  <a:lnTo>
                    <a:pt x="110824" y="324555"/>
                  </a:lnTo>
                  <a:lnTo>
                    <a:pt x="115838" y="326261"/>
                  </a:lnTo>
                  <a:lnTo>
                    <a:pt x="120904" y="327807"/>
                  </a:lnTo>
                  <a:lnTo>
                    <a:pt x="126016" y="329192"/>
                  </a:lnTo>
                  <a:lnTo>
                    <a:pt x="131170" y="330414"/>
                  </a:lnTo>
                  <a:lnTo>
                    <a:pt x="136359" y="331472"/>
                  </a:lnTo>
                  <a:lnTo>
                    <a:pt x="141580" y="332366"/>
                  </a:lnTo>
                  <a:lnTo>
                    <a:pt x="146826" y="333093"/>
                  </a:lnTo>
                  <a:lnTo>
                    <a:pt x="152093" y="333654"/>
                  </a:lnTo>
                  <a:lnTo>
                    <a:pt x="157375" y="334048"/>
                  </a:lnTo>
                  <a:lnTo>
                    <a:pt x="162666" y="334274"/>
                  </a:lnTo>
                  <a:lnTo>
                    <a:pt x="167963" y="334332"/>
                  </a:lnTo>
                  <a:lnTo>
                    <a:pt x="173258" y="334223"/>
                  </a:lnTo>
                  <a:lnTo>
                    <a:pt x="178547" y="333946"/>
                  </a:lnTo>
                  <a:lnTo>
                    <a:pt x="183825" y="333502"/>
                  </a:lnTo>
                  <a:lnTo>
                    <a:pt x="189086" y="332890"/>
                  </a:lnTo>
                  <a:lnTo>
                    <a:pt x="194325" y="332113"/>
                  </a:lnTo>
                  <a:lnTo>
                    <a:pt x="199537" y="331169"/>
                  </a:lnTo>
                  <a:lnTo>
                    <a:pt x="204716" y="330061"/>
                  </a:lnTo>
                  <a:lnTo>
                    <a:pt x="209857" y="328790"/>
                  </a:lnTo>
                  <a:lnTo>
                    <a:pt x="214956" y="327356"/>
                  </a:lnTo>
                  <a:lnTo>
                    <a:pt x="220007" y="325762"/>
                  </a:lnTo>
                  <a:lnTo>
                    <a:pt x="225005" y="324008"/>
                  </a:lnTo>
                  <a:lnTo>
                    <a:pt x="229944" y="322097"/>
                  </a:lnTo>
                  <a:lnTo>
                    <a:pt x="234821" y="320030"/>
                  </a:lnTo>
                  <a:lnTo>
                    <a:pt x="239629" y="317810"/>
                  </a:lnTo>
                  <a:lnTo>
                    <a:pt x="244365" y="315438"/>
                  </a:lnTo>
                  <a:lnTo>
                    <a:pt x="249024" y="312918"/>
                  </a:lnTo>
                  <a:lnTo>
                    <a:pt x="253600" y="310252"/>
                  </a:lnTo>
                  <a:lnTo>
                    <a:pt x="258089" y="307441"/>
                  </a:lnTo>
                  <a:lnTo>
                    <a:pt x="262488" y="304490"/>
                  </a:lnTo>
                  <a:lnTo>
                    <a:pt x="266790" y="301402"/>
                  </a:lnTo>
                  <a:lnTo>
                    <a:pt x="270993" y="298178"/>
                  </a:lnTo>
                  <a:lnTo>
                    <a:pt x="275091" y="294823"/>
                  </a:lnTo>
                  <a:lnTo>
                    <a:pt x="279081" y="291340"/>
                  </a:lnTo>
                  <a:lnTo>
                    <a:pt x="282958" y="287732"/>
                  </a:lnTo>
                  <a:lnTo>
                    <a:pt x="286720" y="284003"/>
                  </a:lnTo>
                  <a:lnTo>
                    <a:pt x="290361" y="280157"/>
                  </a:lnTo>
                  <a:lnTo>
                    <a:pt x="293879" y="276197"/>
                  </a:lnTo>
                  <a:lnTo>
                    <a:pt x="297269" y="272128"/>
                  </a:lnTo>
                  <a:lnTo>
                    <a:pt x="300529" y="267953"/>
                  </a:lnTo>
                  <a:lnTo>
                    <a:pt x="303655" y="263678"/>
                  </a:lnTo>
                  <a:lnTo>
                    <a:pt x="306644" y="259305"/>
                  </a:lnTo>
                  <a:lnTo>
                    <a:pt x="309492" y="254840"/>
                  </a:lnTo>
                  <a:lnTo>
                    <a:pt x="312198" y="250287"/>
                  </a:lnTo>
                  <a:lnTo>
                    <a:pt x="314759" y="245651"/>
                  </a:lnTo>
                  <a:lnTo>
                    <a:pt x="317171" y="240936"/>
                  </a:lnTo>
                  <a:lnTo>
                    <a:pt x="319433" y="236146"/>
                  </a:lnTo>
                  <a:lnTo>
                    <a:pt x="321542" y="231288"/>
                  </a:lnTo>
                  <a:lnTo>
                    <a:pt x="323495" y="226365"/>
                  </a:lnTo>
                  <a:lnTo>
                    <a:pt x="325292" y="221383"/>
                  </a:lnTo>
                  <a:lnTo>
                    <a:pt x="326930" y="216346"/>
                  </a:lnTo>
                  <a:lnTo>
                    <a:pt x="328408" y="211260"/>
                  </a:lnTo>
                  <a:lnTo>
                    <a:pt x="329724" y="206129"/>
                  </a:lnTo>
                  <a:lnTo>
                    <a:pt x="330877" y="200960"/>
                  </a:lnTo>
                  <a:lnTo>
                    <a:pt x="331865" y="195756"/>
                  </a:lnTo>
                  <a:lnTo>
                    <a:pt x="332688" y="190524"/>
                  </a:lnTo>
                  <a:lnTo>
                    <a:pt x="333345" y="185269"/>
                  </a:lnTo>
                  <a:lnTo>
                    <a:pt x="333835" y="179995"/>
                  </a:lnTo>
                  <a:lnTo>
                    <a:pt x="334158" y="174708"/>
                  </a:lnTo>
                  <a:lnTo>
                    <a:pt x="334313" y="169414"/>
                  </a:lnTo>
                  <a:lnTo>
                    <a:pt x="334300" y="164118"/>
                  </a:lnTo>
                  <a:lnTo>
                    <a:pt x="334120" y="158824"/>
                  </a:lnTo>
                  <a:lnTo>
                    <a:pt x="333772" y="153540"/>
                  </a:lnTo>
                  <a:lnTo>
                    <a:pt x="333256" y="148268"/>
                  </a:lnTo>
                  <a:lnTo>
                    <a:pt x="332574" y="143016"/>
                  </a:lnTo>
                  <a:lnTo>
                    <a:pt x="331726" y="137788"/>
                  </a:lnTo>
                  <a:lnTo>
                    <a:pt x="330713" y="132589"/>
                  </a:lnTo>
                  <a:lnTo>
                    <a:pt x="329535" y="127425"/>
                  </a:lnTo>
                  <a:lnTo>
                    <a:pt x="328195" y="122301"/>
                  </a:lnTo>
                  <a:lnTo>
                    <a:pt x="326693" y="117222"/>
                  </a:lnTo>
                  <a:lnTo>
                    <a:pt x="325030" y="112193"/>
                  </a:lnTo>
                  <a:lnTo>
                    <a:pt x="323210" y="107220"/>
                  </a:lnTo>
                  <a:lnTo>
                    <a:pt x="321232" y="102306"/>
                  </a:lnTo>
                  <a:lnTo>
                    <a:pt x="319100" y="97458"/>
                  </a:lnTo>
                  <a:lnTo>
                    <a:pt x="316816" y="92680"/>
                  </a:lnTo>
                  <a:lnTo>
                    <a:pt x="314381" y="87976"/>
                  </a:lnTo>
                  <a:lnTo>
                    <a:pt x="311798" y="83352"/>
                  </a:lnTo>
                  <a:lnTo>
                    <a:pt x="309070" y="78812"/>
                  </a:lnTo>
                  <a:lnTo>
                    <a:pt x="306200" y="74361"/>
                  </a:lnTo>
                  <a:lnTo>
                    <a:pt x="303190" y="70002"/>
                  </a:lnTo>
                  <a:lnTo>
                    <a:pt x="300044" y="65742"/>
                  </a:lnTo>
                  <a:lnTo>
                    <a:pt x="296764" y="61583"/>
                  </a:lnTo>
                  <a:lnTo>
                    <a:pt x="293354" y="57530"/>
                  </a:lnTo>
                  <a:lnTo>
                    <a:pt x="289818" y="53588"/>
                  </a:lnTo>
                  <a:lnTo>
                    <a:pt x="286158" y="49759"/>
                  </a:lnTo>
                  <a:lnTo>
                    <a:pt x="282379" y="46048"/>
                  </a:lnTo>
                  <a:lnTo>
                    <a:pt x="278484" y="42459"/>
                  </a:lnTo>
                  <a:lnTo>
                    <a:pt x="274477" y="38995"/>
                  </a:lnTo>
                  <a:lnTo>
                    <a:pt x="270363" y="35659"/>
                  </a:lnTo>
                  <a:lnTo>
                    <a:pt x="266145" y="32456"/>
                  </a:lnTo>
                  <a:lnTo>
                    <a:pt x="261828" y="29388"/>
                  </a:lnTo>
                  <a:lnTo>
                    <a:pt x="257416" y="26458"/>
                  </a:lnTo>
                  <a:lnTo>
                    <a:pt x="252913" y="23669"/>
                  </a:lnTo>
                  <a:lnTo>
                    <a:pt x="248324" y="21025"/>
                  </a:lnTo>
                  <a:lnTo>
                    <a:pt x="243653" y="18527"/>
                  </a:lnTo>
                  <a:lnTo>
                    <a:pt x="238906" y="16178"/>
                  </a:lnTo>
                  <a:lnTo>
                    <a:pt x="234087" y="13981"/>
                  </a:lnTo>
                  <a:lnTo>
                    <a:pt x="229200" y="11938"/>
                  </a:lnTo>
                  <a:lnTo>
                    <a:pt x="224252" y="10050"/>
                  </a:lnTo>
                  <a:lnTo>
                    <a:pt x="219246" y="8321"/>
                  </a:lnTo>
                  <a:lnTo>
                    <a:pt x="214187" y="6750"/>
                  </a:lnTo>
                  <a:lnTo>
                    <a:pt x="209082" y="5341"/>
                  </a:lnTo>
                  <a:lnTo>
                    <a:pt x="203934" y="4094"/>
                  </a:lnTo>
                  <a:lnTo>
                    <a:pt x="198750" y="3011"/>
                  </a:lnTo>
                  <a:lnTo>
                    <a:pt x="193533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61930" y="5103947"/>
              <a:ext cx="334325" cy="334324"/>
            </a:xfrm>
            <a:custGeom>
              <a:avLst/>
              <a:pathLst>
                <a:path w="334325" h="334324">
                  <a:moveTo>
                    <a:pt x="167101" y="0"/>
                  </a:moveTo>
                  <a:lnTo>
                    <a:pt x="161817" y="85"/>
                  </a:lnTo>
                  <a:lnTo>
                    <a:pt x="156538" y="337"/>
                  </a:lnTo>
                  <a:lnTo>
                    <a:pt x="151270" y="756"/>
                  </a:lnTo>
                  <a:lnTo>
                    <a:pt x="146017" y="1342"/>
                  </a:lnTo>
                  <a:lnTo>
                    <a:pt x="140786" y="2093"/>
                  </a:lnTo>
                  <a:lnTo>
                    <a:pt x="135581" y="3009"/>
                  </a:lnTo>
                  <a:lnTo>
                    <a:pt x="130408" y="4089"/>
                  </a:lnTo>
                  <a:lnTo>
                    <a:pt x="125271" y="5332"/>
                  </a:lnTo>
                  <a:lnTo>
                    <a:pt x="120177" y="6737"/>
                  </a:lnTo>
                  <a:lnTo>
                    <a:pt x="115129" y="8302"/>
                  </a:lnTo>
                  <a:lnTo>
                    <a:pt x="110133" y="10026"/>
                  </a:lnTo>
                  <a:lnTo>
                    <a:pt x="105194" y="11908"/>
                  </a:lnTo>
                  <a:lnTo>
                    <a:pt x="100318" y="13944"/>
                  </a:lnTo>
                  <a:lnTo>
                    <a:pt x="95508" y="16133"/>
                  </a:lnTo>
                  <a:lnTo>
                    <a:pt x="90769" y="18474"/>
                  </a:lnTo>
                  <a:lnTo>
                    <a:pt x="86107" y="20963"/>
                  </a:lnTo>
                  <a:lnTo>
                    <a:pt x="81526" y="23598"/>
                  </a:lnTo>
                  <a:lnTo>
                    <a:pt x="77031" y="26376"/>
                  </a:lnTo>
                  <a:lnTo>
                    <a:pt x="72625" y="29296"/>
                  </a:lnTo>
                  <a:lnTo>
                    <a:pt x="68314" y="32353"/>
                  </a:lnTo>
                  <a:lnTo>
                    <a:pt x="64102" y="35545"/>
                  </a:lnTo>
                  <a:lnTo>
                    <a:pt x="59993" y="38868"/>
                  </a:lnTo>
                  <a:lnTo>
                    <a:pt x="55991" y="42320"/>
                  </a:lnTo>
                  <a:lnTo>
                    <a:pt x="52100" y="45896"/>
                  </a:lnTo>
                  <a:lnTo>
                    <a:pt x="48324" y="49594"/>
                  </a:lnTo>
                  <a:lnTo>
                    <a:pt x="44667" y="53409"/>
                  </a:lnTo>
                  <a:lnTo>
                    <a:pt x="41132" y="57338"/>
                  </a:lnTo>
                  <a:lnTo>
                    <a:pt x="37724" y="61376"/>
                  </a:lnTo>
                  <a:lnTo>
                    <a:pt x="34444" y="65521"/>
                  </a:lnTo>
                  <a:lnTo>
                    <a:pt x="31297" y="69766"/>
                  </a:lnTo>
                  <a:lnTo>
                    <a:pt x="28286" y="74110"/>
                  </a:lnTo>
                  <a:lnTo>
                    <a:pt x="25414" y="78546"/>
                  </a:lnTo>
                  <a:lnTo>
                    <a:pt x="22684" y="83071"/>
                  </a:lnTo>
                  <a:lnTo>
                    <a:pt x="20098" y="87680"/>
                  </a:lnTo>
                  <a:lnTo>
                    <a:pt x="17659" y="92368"/>
                  </a:lnTo>
                  <a:lnTo>
                    <a:pt x="15369" y="97131"/>
                  </a:lnTo>
                  <a:lnTo>
                    <a:pt x="13231" y="101964"/>
                  </a:lnTo>
                  <a:lnTo>
                    <a:pt x="11247" y="106863"/>
                  </a:lnTo>
                  <a:lnTo>
                    <a:pt x="9418" y="111821"/>
                  </a:lnTo>
                  <a:lnTo>
                    <a:pt x="7748" y="116835"/>
                  </a:lnTo>
                  <a:lnTo>
                    <a:pt x="6236" y="121899"/>
                  </a:lnTo>
                  <a:lnTo>
                    <a:pt x="4886" y="127009"/>
                  </a:lnTo>
                  <a:lnTo>
                    <a:pt x="3698" y="132158"/>
                  </a:lnTo>
                  <a:lnTo>
                    <a:pt x="2673" y="137343"/>
                  </a:lnTo>
                  <a:lnTo>
                    <a:pt x="1812" y="142557"/>
                  </a:lnTo>
                  <a:lnTo>
                    <a:pt x="1117" y="147796"/>
                  </a:lnTo>
                  <a:lnTo>
                    <a:pt x="587" y="153054"/>
                  </a:lnTo>
                  <a:lnTo>
                    <a:pt x="225" y="158327"/>
                  </a:lnTo>
                  <a:lnTo>
                    <a:pt x="28" y="163608"/>
                  </a:lnTo>
                  <a:lnTo>
                    <a:pt x="0" y="168893"/>
                  </a:lnTo>
                  <a:lnTo>
                    <a:pt x="138" y="174176"/>
                  </a:lnTo>
                  <a:lnTo>
                    <a:pt x="443" y="179452"/>
                  </a:lnTo>
                  <a:lnTo>
                    <a:pt x="914" y="184716"/>
                  </a:lnTo>
                  <a:lnTo>
                    <a:pt x="1552" y="189962"/>
                  </a:lnTo>
                  <a:lnTo>
                    <a:pt x="2355" y="195185"/>
                  </a:lnTo>
                  <a:lnTo>
                    <a:pt x="3323" y="200381"/>
                  </a:lnTo>
                  <a:lnTo>
                    <a:pt x="4455" y="205543"/>
                  </a:lnTo>
                  <a:lnTo>
                    <a:pt x="5750" y="210667"/>
                  </a:lnTo>
                  <a:lnTo>
                    <a:pt x="7205" y="215747"/>
                  </a:lnTo>
                  <a:lnTo>
                    <a:pt x="8821" y="220779"/>
                  </a:lnTo>
                  <a:lnTo>
                    <a:pt x="10595" y="225757"/>
                  </a:lnTo>
                  <a:lnTo>
                    <a:pt x="12525" y="230677"/>
                  </a:lnTo>
                  <a:lnTo>
                    <a:pt x="14610" y="235533"/>
                  </a:lnTo>
                  <a:lnTo>
                    <a:pt x="16847" y="240321"/>
                  </a:lnTo>
                  <a:lnTo>
                    <a:pt x="19235" y="245036"/>
                  </a:lnTo>
                  <a:lnTo>
                    <a:pt x="21770" y="249673"/>
                  </a:lnTo>
                  <a:lnTo>
                    <a:pt x="24451" y="254228"/>
                  </a:lnTo>
                  <a:lnTo>
                    <a:pt x="27274" y="258695"/>
                  </a:lnTo>
                  <a:lnTo>
                    <a:pt x="30237" y="263071"/>
                  </a:lnTo>
                  <a:lnTo>
                    <a:pt x="33337" y="267351"/>
                  </a:lnTo>
                  <a:lnTo>
                    <a:pt x="36571" y="271532"/>
                  </a:lnTo>
                  <a:lnTo>
                    <a:pt x="39935" y="275607"/>
                  </a:lnTo>
                  <a:lnTo>
                    <a:pt x="43427" y="279575"/>
                  </a:lnTo>
                  <a:lnTo>
                    <a:pt x="47042" y="283430"/>
                  </a:lnTo>
                  <a:lnTo>
                    <a:pt x="50777" y="287168"/>
                  </a:lnTo>
                  <a:lnTo>
                    <a:pt x="54628" y="290787"/>
                  </a:lnTo>
                  <a:lnTo>
                    <a:pt x="58592" y="294283"/>
                  </a:lnTo>
                  <a:lnTo>
                    <a:pt x="62665" y="297651"/>
                  </a:lnTo>
                  <a:lnTo>
                    <a:pt x="66841" y="300889"/>
                  </a:lnTo>
                  <a:lnTo>
                    <a:pt x="71119" y="303993"/>
                  </a:lnTo>
                  <a:lnTo>
                    <a:pt x="75492" y="306960"/>
                  </a:lnTo>
                  <a:lnTo>
                    <a:pt x="79956" y="309788"/>
                  </a:lnTo>
                  <a:lnTo>
                    <a:pt x="84508" y="312473"/>
                  </a:lnTo>
                  <a:lnTo>
                    <a:pt x="89143" y="315013"/>
                  </a:lnTo>
                  <a:lnTo>
                    <a:pt x="93855" y="317406"/>
                  </a:lnTo>
                  <a:lnTo>
                    <a:pt x="98641" y="319648"/>
                  </a:lnTo>
                  <a:lnTo>
                    <a:pt x="103495" y="321737"/>
                  </a:lnTo>
                  <a:lnTo>
                    <a:pt x="108413" y="323672"/>
                  </a:lnTo>
                  <a:lnTo>
                    <a:pt x="113389" y="325451"/>
                  </a:lnTo>
                  <a:lnTo>
                    <a:pt x="118420" y="327072"/>
                  </a:lnTo>
                  <a:lnTo>
                    <a:pt x="123499" y="328532"/>
                  </a:lnTo>
                  <a:lnTo>
                    <a:pt x="128621" y="329832"/>
                  </a:lnTo>
                  <a:lnTo>
                    <a:pt x="133783" y="330969"/>
                  </a:lnTo>
                  <a:lnTo>
                    <a:pt x="138977" y="331942"/>
                  </a:lnTo>
                  <a:lnTo>
                    <a:pt x="144200" y="332750"/>
                  </a:lnTo>
                  <a:lnTo>
                    <a:pt x="149445" y="333393"/>
                  </a:lnTo>
                  <a:lnTo>
                    <a:pt x="154709" y="333870"/>
                  </a:lnTo>
                  <a:lnTo>
                    <a:pt x="159984" y="334180"/>
                  </a:lnTo>
                  <a:lnTo>
                    <a:pt x="165267" y="334324"/>
                  </a:lnTo>
                  <a:lnTo>
                    <a:pt x="170552" y="334300"/>
                  </a:lnTo>
                  <a:lnTo>
                    <a:pt x="175834" y="334109"/>
                  </a:lnTo>
                  <a:lnTo>
                    <a:pt x="181106" y="333751"/>
                  </a:lnTo>
                  <a:lnTo>
                    <a:pt x="186365" y="333227"/>
                  </a:lnTo>
                  <a:lnTo>
                    <a:pt x="191605" y="332537"/>
                  </a:lnTo>
                  <a:lnTo>
                    <a:pt x="196820" y="331682"/>
                  </a:lnTo>
                  <a:lnTo>
                    <a:pt x="202006" y="330662"/>
                  </a:lnTo>
                  <a:lnTo>
                    <a:pt x="207156" y="329479"/>
                  </a:lnTo>
                  <a:lnTo>
                    <a:pt x="212267" y="328133"/>
                  </a:lnTo>
                  <a:lnTo>
                    <a:pt x="217333" y="326627"/>
                  </a:lnTo>
                  <a:lnTo>
                    <a:pt x="222348" y="324961"/>
                  </a:lnTo>
                  <a:lnTo>
                    <a:pt x="227308" y="323138"/>
                  </a:lnTo>
                  <a:lnTo>
                    <a:pt x="232209" y="321158"/>
                  </a:lnTo>
                  <a:lnTo>
                    <a:pt x="237044" y="319025"/>
                  </a:lnTo>
                  <a:lnTo>
                    <a:pt x="241809" y="316740"/>
                  </a:lnTo>
                  <a:lnTo>
                    <a:pt x="246500" y="314306"/>
                  </a:lnTo>
                  <a:lnTo>
                    <a:pt x="251111" y="311724"/>
                  </a:lnTo>
                  <a:lnTo>
                    <a:pt x="255639" y="308998"/>
                  </a:lnTo>
                  <a:lnTo>
                    <a:pt x="260078" y="306130"/>
                  </a:lnTo>
                  <a:lnTo>
                    <a:pt x="264424" y="303124"/>
                  </a:lnTo>
                  <a:lnTo>
                    <a:pt x="268673" y="299981"/>
                  </a:lnTo>
                  <a:lnTo>
                    <a:pt x="272821" y="296706"/>
                  </a:lnTo>
                  <a:lnTo>
                    <a:pt x="276863" y="293301"/>
                  </a:lnTo>
                  <a:lnTo>
                    <a:pt x="280795" y="289770"/>
                  </a:lnTo>
                  <a:lnTo>
                    <a:pt x="284614" y="286117"/>
                  </a:lnTo>
                  <a:lnTo>
                    <a:pt x="288315" y="282345"/>
                  </a:lnTo>
                  <a:lnTo>
                    <a:pt x="291896" y="278457"/>
                  </a:lnTo>
                  <a:lnTo>
                    <a:pt x="295351" y="274459"/>
                  </a:lnTo>
                  <a:lnTo>
                    <a:pt x="298679" y="270353"/>
                  </a:lnTo>
                  <a:lnTo>
                    <a:pt x="301875" y="266144"/>
                  </a:lnTo>
                  <a:lnTo>
                    <a:pt x="304936" y="261836"/>
                  </a:lnTo>
                  <a:lnTo>
                    <a:pt x="307860" y="257433"/>
                  </a:lnTo>
                  <a:lnTo>
                    <a:pt x="310643" y="252941"/>
                  </a:lnTo>
                  <a:lnTo>
                    <a:pt x="313282" y="248362"/>
                  </a:lnTo>
                  <a:lnTo>
                    <a:pt x="315776" y="243703"/>
                  </a:lnTo>
                  <a:lnTo>
                    <a:pt x="318121" y="238966"/>
                  </a:lnTo>
                  <a:lnTo>
                    <a:pt x="320315" y="234159"/>
                  </a:lnTo>
                  <a:lnTo>
                    <a:pt x="322356" y="229284"/>
                  </a:lnTo>
                  <a:lnTo>
                    <a:pt x="324242" y="224347"/>
                  </a:lnTo>
                  <a:lnTo>
                    <a:pt x="325971" y="219353"/>
                  </a:lnTo>
                  <a:lnTo>
                    <a:pt x="327541" y="214307"/>
                  </a:lnTo>
                  <a:lnTo>
                    <a:pt x="328951" y="209213"/>
                  </a:lnTo>
                  <a:lnTo>
                    <a:pt x="330200" y="204078"/>
                  </a:lnTo>
                  <a:lnTo>
                    <a:pt x="331285" y="198906"/>
                  </a:lnTo>
                  <a:lnTo>
                    <a:pt x="332206" y="193702"/>
                  </a:lnTo>
                  <a:lnTo>
                    <a:pt x="332962" y="188471"/>
                  </a:lnTo>
                  <a:lnTo>
                    <a:pt x="333553" y="183219"/>
                  </a:lnTo>
                  <a:lnTo>
                    <a:pt x="333977" y="177952"/>
                  </a:lnTo>
                  <a:lnTo>
                    <a:pt x="334235" y="172673"/>
                  </a:lnTo>
                  <a:lnTo>
                    <a:pt x="334325" y="167389"/>
                  </a:lnTo>
                  <a:lnTo>
                    <a:pt x="334249" y="162105"/>
                  </a:lnTo>
                  <a:lnTo>
                    <a:pt x="334005" y="156825"/>
                  </a:lnTo>
                  <a:lnTo>
                    <a:pt x="333595" y="151556"/>
                  </a:lnTo>
                  <a:lnTo>
                    <a:pt x="333018" y="146303"/>
                  </a:lnTo>
                  <a:lnTo>
                    <a:pt x="332276" y="141071"/>
                  </a:lnTo>
                  <a:lnTo>
                    <a:pt x="331369" y="135864"/>
                  </a:lnTo>
                  <a:lnTo>
                    <a:pt x="330297" y="130689"/>
                  </a:lnTo>
                  <a:lnTo>
                    <a:pt x="329062" y="125551"/>
                  </a:lnTo>
                  <a:lnTo>
                    <a:pt x="327666" y="120454"/>
                  </a:lnTo>
                  <a:lnTo>
                    <a:pt x="326109" y="115403"/>
                  </a:lnTo>
                  <a:lnTo>
                    <a:pt x="324393" y="110405"/>
                  </a:lnTo>
                  <a:lnTo>
                    <a:pt x="322521" y="105463"/>
                  </a:lnTo>
                  <a:lnTo>
                    <a:pt x="320492" y="100582"/>
                  </a:lnTo>
                  <a:lnTo>
                    <a:pt x="318311" y="95769"/>
                  </a:lnTo>
                  <a:lnTo>
                    <a:pt x="315979" y="91026"/>
                  </a:lnTo>
                  <a:lnTo>
                    <a:pt x="313497" y="86360"/>
                  </a:lnTo>
                  <a:lnTo>
                    <a:pt x="310870" y="81775"/>
                  </a:lnTo>
                  <a:lnTo>
                    <a:pt x="308099" y="77275"/>
                  </a:lnTo>
                  <a:lnTo>
                    <a:pt x="305187" y="72864"/>
                  </a:lnTo>
                  <a:lnTo>
                    <a:pt x="302137" y="68548"/>
                  </a:lnTo>
                  <a:lnTo>
                    <a:pt x="298952" y="64331"/>
                  </a:lnTo>
                  <a:lnTo>
                    <a:pt x="295636" y="60216"/>
                  </a:lnTo>
                  <a:lnTo>
                    <a:pt x="292191" y="56208"/>
                  </a:lnTo>
                  <a:lnTo>
                    <a:pt x="288621" y="52312"/>
                  </a:lnTo>
                  <a:lnTo>
                    <a:pt x="284930" y="48530"/>
                  </a:lnTo>
                  <a:lnTo>
                    <a:pt x="281121" y="44866"/>
                  </a:lnTo>
                  <a:lnTo>
                    <a:pt x="277198" y="41325"/>
                  </a:lnTo>
                  <a:lnTo>
                    <a:pt x="273165" y="37909"/>
                  </a:lnTo>
                  <a:lnTo>
                    <a:pt x="269026" y="34623"/>
                  </a:lnTo>
                  <a:lnTo>
                    <a:pt x="264785" y="31469"/>
                  </a:lnTo>
                  <a:lnTo>
                    <a:pt x="260447" y="28451"/>
                  </a:lnTo>
                  <a:lnTo>
                    <a:pt x="256015" y="25571"/>
                  </a:lnTo>
                  <a:lnTo>
                    <a:pt x="251495" y="22833"/>
                  </a:lnTo>
                  <a:lnTo>
                    <a:pt x="246891" y="20239"/>
                  </a:lnTo>
                  <a:lnTo>
                    <a:pt x="242206" y="17793"/>
                  </a:lnTo>
                  <a:lnTo>
                    <a:pt x="237447" y="15495"/>
                  </a:lnTo>
                  <a:lnTo>
                    <a:pt x="232618" y="13349"/>
                  </a:lnTo>
                  <a:lnTo>
                    <a:pt x="227723" y="11357"/>
                  </a:lnTo>
                  <a:lnTo>
                    <a:pt x="222767" y="9520"/>
                  </a:lnTo>
                  <a:lnTo>
                    <a:pt x="217756" y="7841"/>
                  </a:lnTo>
                  <a:lnTo>
                    <a:pt x="212694" y="6321"/>
                  </a:lnTo>
                  <a:lnTo>
                    <a:pt x="207587" y="4962"/>
                  </a:lnTo>
                  <a:lnTo>
                    <a:pt x="202440" y="3765"/>
                  </a:lnTo>
                  <a:lnTo>
                    <a:pt x="197257" y="2732"/>
                  </a:lnTo>
                  <a:lnTo>
                    <a:pt x="192044" y="1862"/>
                  </a:lnTo>
                  <a:lnTo>
                    <a:pt x="186806" y="115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88" y="5103947"/>
              <a:ext cx="19648" cy="167167"/>
            </a:xfrm>
            <a:custGeom>
              <a:avLst/>
              <a:pathLst>
                <a:path w="19648" h="167167">
                  <a:moveTo>
                    <a:pt x="19648" y="1158"/>
                  </a:moveTo>
                  <a:lnTo>
                    <a:pt x="9841" y="2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43284" y="5309273"/>
              <a:ext cx="162609" cy="167167"/>
            </a:xfrm>
            <a:custGeom>
              <a:avLst/>
              <a:pathLst>
                <a:path w="162609" h="167167">
                  <a:moveTo>
                    <a:pt x="162603" y="0"/>
                  </a:moveTo>
                  <a:lnTo>
                    <a:pt x="157154" y="89"/>
                  </a:lnTo>
                  <a:lnTo>
                    <a:pt x="151711" y="355"/>
                  </a:lnTo>
                  <a:lnTo>
                    <a:pt x="146279" y="799"/>
                  </a:lnTo>
                  <a:lnTo>
                    <a:pt x="140865" y="1420"/>
                  </a:lnTo>
                  <a:lnTo>
                    <a:pt x="135473" y="2217"/>
                  </a:lnTo>
                  <a:lnTo>
                    <a:pt x="130111" y="3189"/>
                  </a:lnTo>
                  <a:lnTo>
                    <a:pt x="124783" y="4335"/>
                  </a:lnTo>
                  <a:lnTo>
                    <a:pt x="119495" y="5655"/>
                  </a:lnTo>
                  <a:lnTo>
                    <a:pt x="114253" y="7146"/>
                  </a:lnTo>
                  <a:lnTo>
                    <a:pt x="109063" y="8808"/>
                  </a:lnTo>
                  <a:lnTo>
                    <a:pt x="103929" y="10637"/>
                  </a:lnTo>
                  <a:lnTo>
                    <a:pt x="98858" y="12633"/>
                  </a:lnTo>
                  <a:lnTo>
                    <a:pt x="93854" y="14793"/>
                  </a:lnTo>
                  <a:lnTo>
                    <a:pt x="88924" y="17116"/>
                  </a:lnTo>
                  <a:lnTo>
                    <a:pt x="84072" y="19597"/>
                  </a:lnTo>
                  <a:lnTo>
                    <a:pt x="79303" y="22236"/>
                  </a:lnTo>
                  <a:lnTo>
                    <a:pt x="74623" y="25028"/>
                  </a:lnTo>
                  <a:lnTo>
                    <a:pt x="70037" y="27972"/>
                  </a:lnTo>
                  <a:lnTo>
                    <a:pt x="65549" y="31064"/>
                  </a:lnTo>
                  <a:lnTo>
                    <a:pt x="61164" y="34300"/>
                  </a:lnTo>
                  <a:lnTo>
                    <a:pt x="56886" y="37677"/>
                  </a:lnTo>
                  <a:lnTo>
                    <a:pt x="52722" y="41192"/>
                  </a:lnTo>
                  <a:lnTo>
                    <a:pt x="48674" y="44841"/>
                  </a:lnTo>
                  <a:lnTo>
                    <a:pt x="44747" y="48620"/>
                  </a:lnTo>
                  <a:lnTo>
                    <a:pt x="40945" y="52525"/>
                  </a:lnTo>
                  <a:lnTo>
                    <a:pt x="37273" y="56552"/>
                  </a:lnTo>
                  <a:lnTo>
                    <a:pt x="33734" y="60696"/>
                  </a:lnTo>
                  <a:lnTo>
                    <a:pt x="30331" y="64954"/>
                  </a:lnTo>
                  <a:lnTo>
                    <a:pt x="27070" y="69320"/>
                  </a:lnTo>
                  <a:lnTo>
                    <a:pt x="23952" y="73790"/>
                  </a:lnTo>
                  <a:lnTo>
                    <a:pt x="20982" y="78360"/>
                  </a:lnTo>
                  <a:lnTo>
                    <a:pt x="18163" y="83024"/>
                  </a:lnTo>
                  <a:lnTo>
                    <a:pt x="15497" y="87777"/>
                  </a:lnTo>
                  <a:lnTo>
                    <a:pt x="12987" y="92615"/>
                  </a:lnTo>
                  <a:lnTo>
                    <a:pt x="10636" y="97531"/>
                  </a:lnTo>
                  <a:lnTo>
                    <a:pt x="8447" y="102522"/>
                  </a:lnTo>
                  <a:lnTo>
                    <a:pt x="6422" y="107582"/>
                  </a:lnTo>
                  <a:lnTo>
                    <a:pt x="4562" y="112705"/>
                  </a:lnTo>
                  <a:lnTo>
                    <a:pt x="2871" y="117886"/>
                  </a:lnTo>
                  <a:lnTo>
                    <a:pt x="1350" y="123119"/>
                  </a:lnTo>
                  <a:lnTo>
                    <a:pt x="0" y="128399"/>
                  </a:lnTo>
                  <a:lnTo>
                    <a:pt x="16260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38739" y="5309273"/>
              <a:ext cx="334304" cy="334334"/>
            </a:xfrm>
            <a:custGeom>
              <a:avLst/>
              <a:pathLst>
                <a:path w="334304" h="334334">
                  <a:moveTo>
                    <a:pt x="4545" y="128399"/>
                  </a:moveTo>
                  <a:lnTo>
                    <a:pt x="3397" y="133574"/>
                  </a:lnTo>
                  <a:lnTo>
                    <a:pt x="2415" y="138782"/>
                  </a:lnTo>
                  <a:lnTo>
                    <a:pt x="1598" y="144019"/>
                  </a:lnTo>
                  <a:lnTo>
                    <a:pt x="947" y="149279"/>
                  </a:lnTo>
                  <a:lnTo>
                    <a:pt x="464" y="154557"/>
                  </a:lnTo>
                  <a:lnTo>
                    <a:pt x="148" y="159848"/>
                  </a:lnTo>
                  <a:lnTo>
                    <a:pt x="0" y="165146"/>
                  </a:lnTo>
                  <a:lnTo>
                    <a:pt x="19" y="170447"/>
                  </a:lnTo>
                  <a:lnTo>
                    <a:pt x="207" y="175744"/>
                  </a:lnTo>
                  <a:lnTo>
                    <a:pt x="563" y="181032"/>
                  </a:lnTo>
                  <a:lnTo>
                    <a:pt x="1087" y="186306"/>
                  </a:lnTo>
                  <a:lnTo>
                    <a:pt x="1777" y="191562"/>
                  </a:lnTo>
                  <a:lnTo>
                    <a:pt x="2633" y="196792"/>
                  </a:lnTo>
                  <a:lnTo>
                    <a:pt x="3655" y="201993"/>
                  </a:lnTo>
                  <a:lnTo>
                    <a:pt x="4841" y="207159"/>
                  </a:lnTo>
                  <a:lnTo>
                    <a:pt x="6191" y="212285"/>
                  </a:lnTo>
                  <a:lnTo>
                    <a:pt x="7702" y="217365"/>
                  </a:lnTo>
                  <a:lnTo>
                    <a:pt x="9374" y="222395"/>
                  </a:lnTo>
                  <a:lnTo>
                    <a:pt x="11204" y="227369"/>
                  </a:lnTo>
                  <a:lnTo>
                    <a:pt x="13191" y="232283"/>
                  </a:lnTo>
                  <a:lnTo>
                    <a:pt x="15333" y="237131"/>
                  </a:lnTo>
                  <a:lnTo>
                    <a:pt x="17627" y="241909"/>
                  </a:lnTo>
                  <a:lnTo>
                    <a:pt x="20072" y="246612"/>
                  </a:lnTo>
                  <a:lnTo>
                    <a:pt x="22664" y="251235"/>
                  </a:lnTo>
                  <a:lnTo>
                    <a:pt x="25402" y="255773"/>
                  </a:lnTo>
                  <a:lnTo>
                    <a:pt x="28282" y="260223"/>
                  </a:lnTo>
                  <a:lnTo>
                    <a:pt x="31302" y="264579"/>
                  </a:lnTo>
                  <a:lnTo>
                    <a:pt x="34459" y="268837"/>
                  </a:lnTo>
                  <a:lnTo>
                    <a:pt x="37749" y="272992"/>
                  </a:lnTo>
                  <a:lnTo>
                    <a:pt x="41169" y="277042"/>
                  </a:lnTo>
                  <a:lnTo>
                    <a:pt x="44715" y="280980"/>
                  </a:lnTo>
                  <a:lnTo>
                    <a:pt x="48385" y="284805"/>
                  </a:lnTo>
                  <a:lnTo>
                    <a:pt x="52174" y="288511"/>
                  </a:lnTo>
                  <a:lnTo>
                    <a:pt x="56079" y="292095"/>
                  </a:lnTo>
                  <a:lnTo>
                    <a:pt x="60095" y="295554"/>
                  </a:lnTo>
                  <a:lnTo>
                    <a:pt x="64219" y="298883"/>
                  </a:lnTo>
                  <a:lnTo>
                    <a:pt x="68447" y="302080"/>
                  </a:lnTo>
                  <a:lnTo>
                    <a:pt x="72773" y="305142"/>
                  </a:lnTo>
                  <a:lnTo>
                    <a:pt x="77195" y="308065"/>
                  </a:lnTo>
                  <a:lnTo>
                    <a:pt x="81707" y="310846"/>
                  </a:lnTo>
                  <a:lnTo>
                    <a:pt x="86305" y="313483"/>
                  </a:lnTo>
                  <a:lnTo>
                    <a:pt x="90984" y="315972"/>
                  </a:lnTo>
                  <a:lnTo>
                    <a:pt x="95740" y="318312"/>
                  </a:lnTo>
                  <a:lnTo>
                    <a:pt x="100568" y="320500"/>
                  </a:lnTo>
                  <a:lnTo>
                    <a:pt x="105462" y="322534"/>
                  </a:lnTo>
                  <a:lnTo>
                    <a:pt x="110419" y="324412"/>
                  </a:lnTo>
                  <a:lnTo>
                    <a:pt x="115432" y="326132"/>
                  </a:lnTo>
                  <a:lnTo>
                    <a:pt x="120498" y="327691"/>
                  </a:lnTo>
                  <a:lnTo>
                    <a:pt x="125610" y="329090"/>
                  </a:lnTo>
                  <a:lnTo>
                    <a:pt x="130765" y="330325"/>
                  </a:lnTo>
                  <a:lnTo>
                    <a:pt x="135955" y="331397"/>
                  </a:lnTo>
                  <a:lnTo>
                    <a:pt x="141178" y="332304"/>
                  </a:lnTo>
                  <a:lnTo>
                    <a:pt x="146426" y="333044"/>
                  </a:lnTo>
                  <a:lnTo>
                    <a:pt x="151695" y="333618"/>
                  </a:lnTo>
                  <a:lnTo>
                    <a:pt x="156980" y="334024"/>
                  </a:lnTo>
                  <a:lnTo>
                    <a:pt x="162275" y="334263"/>
                  </a:lnTo>
                  <a:lnTo>
                    <a:pt x="167575" y="334334"/>
                  </a:lnTo>
                  <a:lnTo>
                    <a:pt x="172874" y="334237"/>
                  </a:lnTo>
                  <a:lnTo>
                    <a:pt x="178168" y="333971"/>
                  </a:lnTo>
                  <a:lnTo>
                    <a:pt x="183450" y="333538"/>
                  </a:lnTo>
                  <a:lnTo>
                    <a:pt x="188716" y="332938"/>
                  </a:lnTo>
                  <a:lnTo>
                    <a:pt x="193961" y="332171"/>
                  </a:lnTo>
                  <a:lnTo>
                    <a:pt x="199179" y="331238"/>
                  </a:lnTo>
                  <a:lnTo>
                    <a:pt x="204364" y="330141"/>
                  </a:lnTo>
                  <a:lnTo>
                    <a:pt x="209512" y="328879"/>
                  </a:lnTo>
                  <a:lnTo>
                    <a:pt x="214617" y="327455"/>
                  </a:lnTo>
                  <a:lnTo>
                    <a:pt x="219675" y="325870"/>
                  </a:lnTo>
                  <a:lnTo>
                    <a:pt x="224680" y="324125"/>
                  </a:lnTo>
                  <a:lnTo>
                    <a:pt x="229627" y="322222"/>
                  </a:lnTo>
                  <a:lnTo>
                    <a:pt x="234511" y="320164"/>
                  </a:lnTo>
                  <a:lnTo>
                    <a:pt x="239328" y="317952"/>
                  </a:lnTo>
                  <a:lnTo>
                    <a:pt x="244072" y="315588"/>
                  </a:lnTo>
                  <a:lnTo>
                    <a:pt x="248738" y="313075"/>
                  </a:lnTo>
                  <a:lnTo>
                    <a:pt x="253323" y="310415"/>
                  </a:lnTo>
                  <a:lnTo>
                    <a:pt x="257821" y="307611"/>
                  </a:lnTo>
                  <a:lnTo>
                    <a:pt x="262228" y="304666"/>
                  </a:lnTo>
                  <a:lnTo>
                    <a:pt x="266539" y="301583"/>
                  </a:lnTo>
                  <a:lnTo>
                    <a:pt x="270751" y="298365"/>
                  </a:lnTo>
                  <a:lnTo>
                    <a:pt x="274858" y="295015"/>
                  </a:lnTo>
                  <a:lnTo>
                    <a:pt x="278857" y="291536"/>
                  </a:lnTo>
                  <a:lnTo>
                    <a:pt x="282743" y="287932"/>
                  </a:lnTo>
                  <a:lnTo>
                    <a:pt x="286514" y="284207"/>
                  </a:lnTo>
                  <a:lnTo>
                    <a:pt x="290164" y="280364"/>
                  </a:lnTo>
                  <a:lnTo>
                    <a:pt x="293691" y="276407"/>
                  </a:lnTo>
                  <a:lnTo>
                    <a:pt x="297091" y="272341"/>
                  </a:lnTo>
                  <a:lnTo>
                    <a:pt x="300360" y="268169"/>
                  </a:lnTo>
                  <a:lnTo>
                    <a:pt x="303495" y="263895"/>
                  </a:lnTo>
                  <a:lnTo>
                    <a:pt x="306493" y="259524"/>
                  </a:lnTo>
                  <a:lnTo>
                    <a:pt x="309351" y="255060"/>
                  </a:lnTo>
                  <a:lnTo>
                    <a:pt x="312066" y="250508"/>
                  </a:lnTo>
                  <a:lnTo>
                    <a:pt x="314635" y="245872"/>
                  </a:lnTo>
                  <a:lnTo>
                    <a:pt x="317056" y="241157"/>
                  </a:lnTo>
                  <a:lnTo>
                    <a:pt x="319326" y="236368"/>
                  </a:lnTo>
                  <a:lnTo>
                    <a:pt x="321444" y="231509"/>
                  </a:lnTo>
                  <a:lnTo>
                    <a:pt x="323406" y="226585"/>
                  </a:lnTo>
                  <a:lnTo>
                    <a:pt x="325211" y="221602"/>
                  </a:lnTo>
                  <a:lnTo>
                    <a:pt x="326857" y="216563"/>
                  </a:lnTo>
                  <a:lnTo>
                    <a:pt x="328343" y="211476"/>
                  </a:lnTo>
                  <a:lnTo>
                    <a:pt x="329667" y="206343"/>
                  </a:lnTo>
                  <a:lnTo>
                    <a:pt x="330827" y="201171"/>
                  </a:lnTo>
                  <a:lnTo>
                    <a:pt x="331823" y="195966"/>
                  </a:lnTo>
                  <a:lnTo>
                    <a:pt x="332653" y="190731"/>
                  </a:lnTo>
                  <a:lnTo>
                    <a:pt x="333317" y="185472"/>
                  </a:lnTo>
                  <a:lnTo>
                    <a:pt x="333814" y="180195"/>
                  </a:lnTo>
                  <a:lnTo>
                    <a:pt x="334143" y="174905"/>
                  </a:lnTo>
                  <a:lnTo>
                    <a:pt x="334304" y="169607"/>
                  </a:lnTo>
                  <a:lnTo>
                    <a:pt x="334298" y="164307"/>
                  </a:lnTo>
                  <a:lnTo>
                    <a:pt x="334123" y="159009"/>
                  </a:lnTo>
                  <a:lnTo>
                    <a:pt x="333780" y="153720"/>
                  </a:lnTo>
                  <a:lnTo>
                    <a:pt x="333270" y="148445"/>
                  </a:lnTo>
                  <a:lnTo>
                    <a:pt x="332593" y="143188"/>
                  </a:lnTo>
                  <a:lnTo>
                    <a:pt x="331750" y="137955"/>
                  </a:lnTo>
                  <a:lnTo>
                    <a:pt x="330741" y="132751"/>
                  </a:lnTo>
                  <a:lnTo>
                    <a:pt x="329568" y="127583"/>
                  </a:lnTo>
                  <a:lnTo>
                    <a:pt x="328231" y="122454"/>
                  </a:lnTo>
                  <a:lnTo>
                    <a:pt x="326733" y="117370"/>
                  </a:lnTo>
                  <a:lnTo>
                    <a:pt x="325074" y="112336"/>
                  </a:lnTo>
                  <a:lnTo>
                    <a:pt x="323256" y="107357"/>
                  </a:lnTo>
                  <a:lnTo>
                    <a:pt x="321282" y="102438"/>
                  </a:lnTo>
                  <a:lnTo>
                    <a:pt x="319152" y="97584"/>
                  </a:lnTo>
                  <a:lnTo>
                    <a:pt x="316870" y="92801"/>
                  </a:lnTo>
                  <a:lnTo>
                    <a:pt x="314437" y="88092"/>
                  </a:lnTo>
                  <a:lnTo>
                    <a:pt x="311856" y="83462"/>
                  </a:lnTo>
                  <a:lnTo>
                    <a:pt x="309130" y="78917"/>
                  </a:lnTo>
                  <a:lnTo>
                    <a:pt x="306260" y="74460"/>
                  </a:lnTo>
                  <a:lnTo>
                    <a:pt x="303251" y="70097"/>
                  </a:lnTo>
                  <a:lnTo>
                    <a:pt x="300106" y="65831"/>
                  </a:lnTo>
                  <a:lnTo>
                    <a:pt x="296826" y="61667"/>
                  </a:lnTo>
                  <a:lnTo>
                    <a:pt x="293416" y="57609"/>
                  </a:lnTo>
                  <a:lnTo>
                    <a:pt x="289880" y="53661"/>
                  </a:lnTo>
                  <a:lnTo>
                    <a:pt x="286220" y="49828"/>
                  </a:lnTo>
                  <a:lnTo>
                    <a:pt x="282440" y="46112"/>
                  </a:lnTo>
                  <a:lnTo>
                    <a:pt x="278544" y="42518"/>
                  </a:lnTo>
                  <a:lnTo>
                    <a:pt x="274536" y="39049"/>
                  </a:lnTo>
                  <a:lnTo>
                    <a:pt x="270421" y="35709"/>
                  </a:lnTo>
                  <a:lnTo>
                    <a:pt x="266201" y="32502"/>
                  </a:lnTo>
                  <a:lnTo>
                    <a:pt x="261882" y="29429"/>
                  </a:lnTo>
                  <a:lnTo>
                    <a:pt x="257468" y="26495"/>
                  </a:lnTo>
                  <a:lnTo>
                    <a:pt x="252963" y="23703"/>
                  </a:lnTo>
                  <a:lnTo>
                    <a:pt x="248372" y="21055"/>
                  </a:lnTo>
                  <a:lnTo>
                    <a:pt x="243699" y="18553"/>
                  </a:lnTo>
                  <a:lnTo>
                    <a:pt x="238949" y="16202"/>
                  </a:lnTo>
                  <a:lnTo>
                    <a:pt x="234127" y="14001"/>
                  </a:lnTo>
                  <a:lnTo>
                    <a:pt x="229237" y="11955"/>
                  </a:lnTo>
                  <a:lnTo>
                    <a:pt x="224286" y="10065"/>
                  </a:lnTo>
                  <a:lnTo>
                    <a:pt x="219276" y="8333"/>
                  </a:lnTo>
                  <a:lnTo>
                    <a:pt x="214215" y="6760"/>
                  </a:lnTo>
                  <a:lnTo>
                    <a:pt x="209106" y="5349"/>
                  </a:lnTo>
                  <a:lnTo>
                    <a:pt x="203955" y="4100"/>
                  </a:lnTo>
                  <a:lnTo>
                    <a:pt x="198766" y="3016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869" y="5399291"/>
              <a:ext cx="5410" cy="167167"/>
            </a:xfrm>
            <a:custGeom>
              <a:avLst/>
              <a:pathLst>
                <a:path w="5410" h="167167">
                  <a:moveTo>
                    <a:pt x="5410" y="0"/>
                  </a:moveTo>
                  <a:lnTo>
                    <a:pt x="0" y="87"/>
                  </a:lnTo>
                  <a:lnTo>
                    <a:pt x="541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869" y="5399379"/>
              <a:ext cx="5410" cy="167079"/>
            </a:xfrm>
            <a:custGeom>
              <a:avLst/>
              <a:pathLst>
                <a:path w="5410" h="167079">
                  <a:moveTo>
                    <a:pt x="0" y="0"/>
                  </a:moveTo>
                  <a:lnTo>
                    <a:pt x="5410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869" y="5399379"/>
              <a:ext cx="5410" cy="167079"/>
            </a:xfrm>
            <a:custGeom>
              <a:avLst/>
              <a:pathLst>
                <a:path w="5410" h="167079">
                  <a:moveTo>
                    <a:pt x="0" y="0"/>
                  </a:moveTo>
                  <a:lnTo>
                    <a:pt x="5410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869" y="5399379"/>
              <a:ext cx="5410" cy="167079"/>
            </a:xfrm>
            <a:custGeom>
              <a:avLst/>
              <a:pathLst>
                <a:path w="5410" h="167079">
                  <a:moveTo>
                    <a:pt x="0" y="0"/>
                  </a:moveTo>
                  <a:lnTo>
                    <a:pt x="5410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869" y="5399379"/>
              <a:ext cx="5410" cy="167079"/>
            </a:xfrm>
            <a:custGeom>
              <a:avLst/>
              <a:pathLst>
                <a:path w="5410" h="167079">
                  <a:moveTo>
                    <a:pt x="0" y="0"/>
                  </a:moveTo>
                  <a:lnTo>
                    <a:pt x="5410" y="167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869" y="5399379"/>
              <a:ext cx="5410" cy="167079"/>
            </a:xfrm>
            <a:custGeom>
              <a:avLst/>
              <a:pathLst>
                <a:path w="5410" h="167079">
                  <a:moveTo>
                    <a:pt x="0" y="0"/>
                  </a:moveTo>
                  <a:lnTo>
                    <a:pt x="5410" y="1670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869" y="5399379"/>
              <a:ext cx="5410" cy="167079"/>
            </a:xfrm>
            <a:custGeom>
              <a:avLst/>
              <a:pathLst>
                <a:path w="5410" h="167079">
                  <a:moveTo>
                    <a:pt x="0" y="0"/>
                  </a:moveTo>
                  <a:lnTo>
                    <a:pt x="5410" y="1670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0121" y="5399379"/>
              <a:ext cx="334325" cy="334234"/>
            </a:xfrm>
            <a:custGeom>
              <a:avLst/>
              <a:pathLst>
                <a:path w="334325" h="334234">
                  <a:moveTo>
                    <a:pt x="161748" y="0"/>
                  </a:moveTo>
                  <a:lnTo>
                    <a:pt x="156472" y="254"/>
                  </a:lnTo>
                  <a:lnTo>
                    <a:pt x="151206" y="675"/>
                  </a:lnTo>
                  <a:lnTo>
                    <a:pt x="145957" y="1262"/>
                  </a:lnTo>
                  <a:lnTo>
                    <a:pt x="140728" y="2015"/>
                  </a:lnTo>
                  <a:lnTo>
                    <a:pt x="135526" y="2932"/>
                  </a:lnTo>
                  <a:lnTo>
                    <a:pt x="130356" y="4013"/>
                  </a:lnTo>
                  <a:lnTo>
                    <a:pt x="125222" y="5258"/>
                  </a:lnTo>
                  <a:lnTo>
                    <a:pt x="120131" y="6663"/>
                  </a:lnTo>
                  <a:lnTo>
                    <a:pt x="115086" y="8229"/>
                  </a:lnTo>
                  <a:lnTo>
                    <a:pt x="110093" y="9954"/>
                  </a:lnTo>
                  <a:lnTo>
                    <a:pt x="105157" y="11835"/>
                  </a:lnTo>
                  <a:lnTo>
                    <a:pt x="100283" y="13872"/>
                  </a:lnTo>
                  <a:lnTo>
                    <a:pt x="95476" y="16061"/>
                  </a:lnTo>
                  <a:lnTo>
                    <a:pt x="90740" y="18401"/>
                  </a:lnTo>
                  <a:lnTo>
                    <a:pt x="86081" y="20890"/>
                  </a:lnTo>
                  <a:lnTo>
                    <a:pt x="81503" y="23524"/>
                  </a:lnTo>
                  <a:lnTo>
                    <a:pt x="77010" y="26302"/>
                  </a:lnTo>
                  <a:lnTo>
                    <a:pt x="72607" y="29221"/>
                  </a:lnTo>
                  <a:lnTo>
                    <a:pt x="68299" y="32277"/>
                  </a:lnTo>
                  <a:lnTo>
                    <a:pt x="64089" y="35468"/>
                  </a:lnTo>
                  <a:lnTo>
                    <a:pt x="59982" y="38790"/>
                  </a:lnTo>
                  <a:lnTo>
                    <a:pt x="55983" y="42240"/>
                  </a:lnTo>
                  <a:lnTo>
                    <a:pt x="52094" y="45815"/>
                  </a:lnTo>
                  <a:lnTo>
                    <a:pt x="48320" y="49511"/>
                  </a:lnTo>
                  <a:lnTo>
                    <a:pt x="44665" y="53324"/>
                  </a:lnTo>
                  <a:lnTo>
                    <a:pt x="41132" y="57251"/>
                  </a:lnTo>
                  <a:lnTo>
                    <a:pt x="37725" y="61288"/>
                  </a:lnTo>
                  <a:lnTo>
                    <a:pt x="34447" y="65430"/>
                  </a:lnTo>
                  <a:lnTo>
                    <a:pt x="31302" y="69674"/>
                  </a:lnTo>
                  <a:lnTo>
                    <a:pt x="28292" y="74015"/>
                  </a:lnTo>
                  <a:lnTo>
                    <a:pt x="25421" y="78449"/>
                  </a:lnTo>
                  <a:lnTo>
                    <a:pt x="22691" y="82971"/>
                  </a:lnTo>
                  <a:lnTo>
                    <a:pt x="20106" y="87577"/>
                  </a:lnTo>
                  <a:lnTo>
                    <a:pt x="17668" y="92263"/>
                  </a:lnTo>
                  <a:lnTo>
                    <a:pt x="15379" y="97024"/>
                  </a:lnTo>
                  <a:lnTo>
                    <a:pt x="13241" y="101854"/>
                  </a:lnTo>
                  <a:lnTo>
                    <a:pt x="11257" y="106750"/>
                  </a:lnTo>
                  <a:lnTo>
                    <a:pt x="9429" y="111705"/>
                  </a:lnTo>
                  <a:lnTo>
                    <a:pt x="7758" y="116716"/>
                  </a:lnTo>
                  <a:lnTo>
                    <a:pt x="6246" y="121778"/>
                  </a:lnTo>
                  <a:lnTo>
                    <a:pt x="4896" y="126884"/>
                  </a:lnTo>
                  <a:lnTo>
                    <a:pt x="3707" y="132031"/>
                  </a:lnTo>
                  <a:lnTo>
                    <a:pt x="2681" y="137213"/>
                  </a:lnTo>
                  <a:lnTo>
                    <a:pt x="1819" y="142424"/>
                  </a:lnTo>
                  <a:lnTo>
                    <a:pt x="1123" y="147661"/>
                  </a:lnTo>
                  <a:lnTo>
                    <a:pt x="592" y="152916"/>
                  </a:lnTo>
                  <a:lnTo>
                    <a:pt x="228" y="158186"/>
                  </a:lnTo>
                  <a:lnTo>
                    <a:pt x="30" y="163464"/>
                  </a:lnTo>
                  <a:lnTo>
                    <a:pt x="0" y="168746"/>
                  </a:lnTo>
                  <a:lnTo>
                    <a:pt x="136" y="174027"/>
                  </a:lnTo>
                  <a:lnTo>
                    <a:pt x="439" y="179301"/>
                  </a:lnTo>
                  <a:lnTo>
                    <a:pt x="908" y="184562"/>
                  </a:lnTo>
                  <a:lnTo>
                    <a:pt x="1543" y="189806"/>
                  </a:lnTo>
                  <a:lnTo>
                    <a:pt x="2344" y="195027"/>
                  </a:lnTo>
                  <a:lnTo>
                    <a:pt x="3309" y="200220"/>
                  </a:lnTo>
                  <a:lnTo>
                    <a:pt x="4438" y="205381"/>
                  </a:lnTo>
                  <a:lnTo>
                    <a:pt x="5729" y="210503"/>
                  </a:lnTo>
                  <a:lnTo>
                    <a:pt x="7182" y="215581"/>
                  </a:lnTo>
                  <a:lnTo>
                    <a:pt x="8794" y="220611"/>
                  </a:lnTo>
                  <a:lnTo>
                    <a:pt x="10565" y="225588"/>
                  </a:lnTo>
                  <a:lnTo>
                    <a:pt x="12491" y="230506"/>
                  </a:lnTo>
                  <a:lnTo>
                    <a:pt x="14573" y="235361"/>
                  </a:lnTo>
                  <a:lnTo>
                    <a:pt x="16806" y="240148"/>
                  </a:lnTo>
                  <a:lnTo>
                    <a:pt x="19190" y="244862"/>
                  </a:lnTo>
                  <a:lnTo>
                    <a:pt x="21721" y="249498"/>
                  </a:lnTo>
                  <a:lnTo>
                    <a:pt x="24398" y="254052"/>
                  </a:lnTo>
                  <a:lnTo>
                    <a:pt x="27217" y="258519"/>
                  </a:lnTo>
                  <a:lnTo>
                    <a:pt x="30176" y="262895"/>
                  </a:lnTo>
                  <a:lnTo>
                    <a:pt x="33271" y="267175"/>
                  </a:lnTo>
                  <a:lnTo>
                    <a:pt x="36501" y="271355"/>
                  </a:lnTo>
                  <a:lnTo>
                    <a:pt x="39861" y="275431"/>
                  </a:lnTo>
                  <a:lnTo>
                    <a:pt x="43347" y="279399"/>
                  </a:lnTo>
                  <a:lnTo>
                    <a:pt x="46958" y="283255"/>
                  </a:lnTo>
                  <a:lnTo>
                    <a:pt x="50688" y="286995"/>
                  </a:lnTo>
                  <a:lnTo>
                    <a:pt x="54535" y="290615"/>
                  </a:lnTo>
                  <a:lnTo>
                    <a:pt x="58495" y="294111"/>
                  </a:lnTo>
                  <a:lnTo>
                    <a:pt x="62562" y="297481"/>
                  </a:lnTo>
                  <a:lnTo>
                    <a:pt x="66735" y="300721"/>
                  </a:lnTo>
                  <a:lnTo>
                    <a:pt x="71007" y="303827"/>
                  </a:lnTo>
                  <a:lnTo>
                    <a:pt x="75376" y="306796"/>
                  </a:lnTo>
                  <a:lnTo>
                    <a:pt x="79836" y="309626"/>
                  </a:lnTo>
                  <a:lnTo>
                    <a:pt x="84383" y="312314"/>
                  </a:lnTo>
                  <a:lnTo>
                    <a:pt x="89013" y="314857"/>
                  </a:lnTo>
                  <a:lnTo>
                    <a:pt x="93721" y="317252"/>
                  </a:lnTo>
                  <a:lnTo>
                    <a:pt x="98502" y="319497"/>
                  </a:lnTo>
                  <a:lnTo>
                    <a:pt x="103352" y="321590"/>
                  </a:lnTo>
                  <a:lnTo>
                    <a:pt x="108266" y="323529"/>
                  </a:lnTo>
                  <a:lnTo>
                    <a:pt x="113238" y="325312"/>
                  </a:lnTo>
                  <a:lnTo>
                    <a:pt x="118264" y="326936"/>
                  </a:lnTo>
                  <a:lnTo>
                    <a:pt x="123339" y="328401"/>
                  </a:lnTo>
                  <a:lnTo>
                    <a:pt x="128458" y="329705"/>
                  </a:lnTo>
                  <a:lnTo>
                    <a:pt x="133616" y="330847"/>
                  </a:lnTo>
                  <a:lnTo>
                    <a:pt x="138807" y="331825"/>
                  </a:lnTo>
                  <a:lnTo>
                    <a:pt x="144026" y="332638"/>
                  </a:lnTo>
                  <a:lnTo>
                    <a:pt x="149268" y="333287"/>
                  </a:lnTo>
                  <a:lnTo>
                    <a:pt x="154528" y="333769"/>
                  </a:lnTo>
                  <a:lnTo>
                    <a:pt x="159801" y="334085"/>
                  </a:lnTo>
                  <a:lnTo>
                    <a:pt x="165081" y="334234"/>
                  </a:lnTo>
                  <a:lnTo>
                    <a:pt x="170364" y="334216"/>
                  </a:lnTo>
                  <a:lnTo>
                    <a:pt x="175643" y="334031"/>
                  </a:lnTo>
                  <a:lnTo>
                    <a:pt x="180913" y="333680"/>
                  </a:lnTo>
                  <a:lnTo>
                    <a:pt x="186170" y="333162"/>
                  </a:lnTo>
                  <a:lnTo>
                    <a:pt x="191408" y="332479"/>
                  </a:lnTo>
                  <a:lnTo>
                    <a:pt x="196621" y="331630"/>
                  </a:lnTo>
                  <a:lnTo>
                    <a:pt x="201806" y="330617"/>
                  </a:lnTo>
                  <a:lnTo>
                    <a:pt x="206955" y="329441"/>
                  </a:lnTo>
                  <a:lnTo>
                    <a:pt x="212065" y="328102"/>
                  </a:lnTo>
                  <a:lnTo>
                    <a:pt x="217130" y="326603"/>
                  </a:lnTo>
                  <a:lnTo>
                    <a:pt x="222145" y="324945"/>
                  </a:lnTo>
                  <a:lnTo>
                    <a:pt x="227106" y="323128"/>
                  </a:lnTo>
                  <a:lnTo>
                    <a:pt x="232006" y="321157"/>
                  </a:lnTo>
                  <a:lnTo>
                    <a:pt x="236842" y="319031"/>
                  </a:lnTo>
                  <a:lnTo>
                    <a:pt x="241608" y="316753"/>
                  </a:lnTo>
                  <a:lnTo>
                    <a:pt x="246299" y="314326"/>
                  </a:lnTo>
                  <a:lnTo>
                    <a:pt x="250912" y="311752"/>
                  </a:lnTo>
                  <a:lnTo>
                    <a:pt x="255441" y="309034"/>
                  </a:lnTo>
                  <a:lnTo>
                    <a:pt x="259882" y="306174"/>
                  </a:lnTo>
                  <a:lnTo>
                    <a:pt x="264231" y="303175"/>
                  </a:lnTo>
                  <a:lnTo>
                    <a:pt x="268482" y="300040"/>
                  </a:lnTo>
                  <a:lnTo>
                    <a:pt x="272632" y="296772"/>
                  </a:lnTo>
                  <a:lnTo>
                    <a:pt x="276677" y="293375"/>
                  </a:lnTo>
                  <a:lnTo>
                    <a:pt x="280613" y="289852"/>
                  </a:lnTo>
                  <a:lnTo>
                    <a:pt x="284435" y="286206"/>
                  </a:lnTo>
                  <a:lnTo>
                    <a:pt x="288140" y="282441"/>
                  </a:lnTo>
                  <a:lnTo>
                    <a:pt x="291725" y="278561"/>
                  </a:lnTo>
                  <a:lnTo>
                    <a:pt x="295185" y="274570"/>
                  </a:lnTo>
                  <a:lnTo>
                    <a:pt x="298517" y="270471"/>
                  </a:lnTo>
                  <a:lnTo>
                    <a:pt x="301718" y="266270"/>
                  </a:lnTo>
                  <a:lnTo>
                    <a:pt x="304785" y="261969"/>
                  </a:lnTo>
                  <a:lnTo>
                    <a:pt x="307714" y="257573"/>
                  </a:lnTo>
                  <a:lnTo>
                    <a:pt x="310503" y="253087"/>
                  </a:lnTo>
                  <a:lnTo>
                    <a:pt x="313149" y="248515"/>
                  </a:lnTo>
                  <a:lnTo>
                    <a:pt x="315649" y="243862"/>
                  </a:lnTo>
                  <a:lnTo>
                    <a:pt x="318001" y="239132"/>
                  </a:lnTo>
                  <a:lnTo>
                    <a:pt x="320202" y="234331"/>
                  </a:lnTo>
                  <a:lnTo>
                    <a:pt x="322250" y="229462"/>
                  </a:lnTo>
                  <a:lnTo>
                    <a:pt x="324144" y="224530"/>
                  </a:lnTo>
                  <a:lnTo>
                    <a:pt x="325881" y="219542"/>
                  </a:lnTo>
                  <a:lnTo>
                    <a:pt x="327459" y="214501"/>
                  </a:lnTo>
                  <a:lnTo>
                    <a:pt x="328877" y="209413"/>
                  </a:lnTo>
                  <a:lnTo>
                    <a:pt x="330134" y="204282"/>
                  </a:lnTo>
                  <a:lnTo>
                    <a:pt x="331228" y="199114"/>
                  </a:lnTo>
                  <a:lnTo>
                    <a:pt x="332158" y="193915"/>
                  </a:lnTo>
                  <a:lnTo>
                    <a:pt x="332924" y="188688"/>
                  </a:lnTo>
                  <a:lnTo>
                    <a:pt x="333524" y="183440"/>
                  </a:lnTo>
                  <a:lnTo>
                    <a:pt x="333957" y="178176"/>
                  </a:lnTo>
                  <a:lnTo>
                    <a:pt x="334225" y="172900"/>
                  </a:lnTo>
                  <a:lnTo>
                    <a:pt x="334325" y="167619"/>
                  </a:lnTo>
                  <a:lnTo>
                    <a:pt x="334259" y="162337"/>
                  </a:lnTo>
                  <a:lnTo>
                    <a:pt x="334026" y="157060"/>
                  </a:lnTo>
                  <a:lnTo>
                    <a:pt x="333626" y="151793"/>
                  </a:lnTo>
                  <a:lnTo>
                    <a:pt x="333060" y="146541"/>
                  </a:lnTo>
                  <a:lnTo>
                    <a:pt x="332328" y="141310"/>
                  </a:lnTo>
                  <a:lnTo>
                    <a:pt x="331431" y="136104"/>
                  </a:lnTo>
                  <a:lnTo>
                    <a:pt x="330371" y="130929"/>
                  </a:lnTo>
                  <a:lnTo>
                    <a:pt x="329147" y="125791"/>
                  </a:lnTo>
                  <a:lnTo>
                    <a:pt x="327762" y="120693"/>
                  </a:lnTo>
                  <a:lnTo>
                    <a:pt x="326216" y="115642"/>
                  </a:lnTo>
                  <a:lnTo>
                    <a:pt x="324511" y="110643"/>
                  </a:lnTo>
                  <a:lnTo>
                    <a:pt x="322650" y="105699"/>
                  </a:lnTo>
                  <a:lnTo>
                    <a:pt x="320633" y="100817"/>
                  </a:lnTo>
                  <a:lnTo>
                    <a:pt x="318463" y="96001"/>
                  </a:lnTo>
                  <a:lnTo>
                    <a:pt x="316141" y="91256"/>
                  </a:lnTo>
                  <a:lnTo>
                    <a:pt x="313671" y="86587"/>
                  </a:lnTo>
                  <a:lnTo>
                    <a:pt x="311055" y="81998"/>
                  </a:lnTo>
                  <a:lnTo>
                    <a:pt x="308295" y="77495"/>
                  </a:lnTo>
                  <a:lnTo>
                    <a:pt x="305394" y="73080"/>
                  </a:lnTo>
                  <a:lnTo>
                    <a:pt x="302355" y="68759"/>
                  </a:lnTo>
                  <a:lnTo>
                    <a:pt x="299181" y="64537"/>
                  </a:lnTo>
                  <a:lnTo>
                    <a:pt x="295876" y="60417"/>
                  </a:lnTo>
                  <a:lnTo>
                    <a:pt x="292442" y="56404"/>
                  </a:lnTo>
                  <a:lnTo>
                    <a:pt x="288882" y="52501"/>
                  </a:lnTo>
                  <a:lnTo>
                    <a:pt x="285201" y="48712"/>
                  </a:lnTo>
                  <a:lnTo>
                    <a:pt x="281403" y="45041"/>
                  </a:lnTo>
                  <a:lnTo>
                    <a:pt x="277490" y="41493"/>
                  </a:lnTo>
                  <a:lnTo>
                    <a:pt x="273467" y="38070"/>
                  </a:lnTo>
                  <a:lnTo>
                    <a:pt x="269338" y="34775"/>
                  </a:lnTo>
                  <a:lnTo>
                    <a:pt x="265107" y="31613"/>
                  </a:lnTo>
                  <a:lnTo>
                    <a:pt x="260778" y="28586"/>
                  </a:lnTo>
                  <a:lnTo>
                    <a:pt x="256355" y="25697"/>
                  </a:lnTo>
                  <a:lnTo>
                    <a:pt x="251844" y="22950"/>
                  </a:lnTo>
                  <a:lnTo>
                    <a:pt x="247248" y="20346"/>
                  </a:lnTo>
                  <a:lnTo>
                    <a:pt x="242572" y="17889"/>
                  </a:lnTo>
                  <a:lnTo>
                    <a:pt x="237821" y="15581"/>
                  </a:lnTo>
                  <a:lnTo>
                    <a:pt x="232999" y="13424"/>
                  </a:lnTo>
                  <a:lnTo>
                    <a:pt x="228111" y="11420"/>
                  </a:lnTo>
                  <a:lnTo>
                    <a:pt x="223163" y="9572"/>
                  </a:lnTo>
                  <a:lnTo>
                    <a:pt x="218159" y="7882"/>
                  </a:lnTo>
                  <a:lnTo>
                    <a:pt x="213103" y="6350"/>
                  </a:lnTo>
                  <a:lnTo>
                    <a:pt x="208002" y="4978"/>
                  </a:lnTo>
                  <a:lnTo>
                    <a:pt x="202860" y="3769"/>
                  </a:lnTo>
                  <a:lnTo>
                    <a:pt x="197683" y="2722"/>
                  </a:lnTo>
                  <a:lnTo>
                    <a:pt x="192475" y="1840"/>
                  </a:lnTo>
                  <a:lnTo>
                    <a:pt x="187241" y="1123"/>
                  </a:lnTo>
                  <a:lnTo>
                    <a:pt x="181988" y="571"/>
                  </a:lnTo>
                  <a:lnTo>
                    <a:pt x="176720" y="186"/>
                  </a:lnTo>
                  <a:lnTo>
                    <a:pt x="167159" y="1670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7280" y="5399291"/>
              <a:ext cx="9561" cy="167167"/>
            </a:xfrm>
            <a:custGeom>
              <a:avLst/>
              <a:pathLst>
                <a:path w="9561" h="167167">
                  <a:moveTo>
                    <a:pt x="9561" y="27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2106" y="5369149"/>
              <a:ext cx="43570" cy="167167"/>
            </a:xfrm>
            <a:custGeom>
              <a:avLst/>
              <a:pathLst>
                <a:path w="43570" h="167167">
                  <a:moveTo>
                    <a:pt x="43570" y="0"/>
                  </a:moveTo>
                  <a:lnTo>
                    <a:pt x="37274" y="118"/>
                  </a:lnTo>
                  <a:lnTo>
                    <a:pt x="30988" y="474"/>
                  </a:lnTo>
                  <a:lnTo>
                    <a:pt x="24719" y="1066"/>
                  </a:lnTo>
                  <a:lnTo>
                    <a:pt x="18477" y="1894"/>
                  </a:lnTo>
                  <a:lnTo>
                    <a:pt x="12270" y="2956"/>
                  </a:lnTo>
                  <a:lnTo>
                    <a:pt x="6108" y="4251"/>
                  </a:lnTo>
                  <a:lnTo>
                    <a:pt x="0" y="5777"/>
                  </a:lnTo>
                  <a:lnTo>
                    <a:pt x="435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92106" y="5374927"/>
              <a:ext cx="43570" cy="161389"/>
            </a:xfrm>
            <a:custGeom>
              <a:avLst/>
              <a:pathLst>
                <a:path w="43570" h="161389">
                  <a:moveTo>
                    <a:pt x="0" y="0"/>
                  </a:moveTo>
                  <a:lnTo>
                    <a:pt x="43570" y="161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92106" y="5374927"/>
              <a:ext cx="43570" cy="161389"/>
            </a:xfrm>
            <a:custGeom>
              <a:avLst/>
              <a:pathLst>
                <a:path w="43570" h="161389">
                  <a:moveTo>
                    <a:pt x="0" y="0"/>
                  </a:moveTo>
                  <a:lnTo>
                    <a:pt x="43570" y="161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106" y="5374927"/>
              <a:ext cx="43570" cy="161389"/>
            </a:xfrm>
            <a:custGeom>
              <a:avLst/>
              <a:pathLst>
                <a:path w="43570" h="161389">
                  <a:moveTo>
                    <a:pt x="0" y="0"/>
                  </a:moveTo>
                  <a:lnTo>
                    <a:pt x="43570" y="1613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106" y="5374927"/>
              <a:ext cx="43570" cy="161389"/>
            </a:xfrm>
            <a:custGeom>
              <a:avLst/>
              <a:pathLst>
                <a:path w="43570" h="161389">
                  <a:moveTo>
                    <a:pt x="0" y="0"/>
                  </a:moveTo>
                  <a:lnTo>
                    <a:pt x="43570" y="1613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106" y="5374927"/>
              <a:ext cx="43570" cy="161389"/>
            </a:xfrm>
            <a:custGeom>
              <a:avLst/>
              <a:pathLst>
                <a:path w="43570" h="161389">
                  <a:moveTo>
                    <a:pt x="0" y="0"/>
                  </a:moveTo>
                  <a:lnTo>
                    <a:pt x="43570" y="1613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68509" y="5374927"/>
              <a:ext cx="171958" cy="328556"/>
            </a:xfrm>
            <a:custGeom>
              <a:avLst/>
              <a:pathLst>
                <a:path w="171958" h="328556">
                  <a:moveTo>
                    <a:pt x="123596" y="0"/>
                  </a:moveTo>
                  <a:lnTo>
                    <a:pt x="118465" y="1473"/>
                  </a:lnTo>
                  <a:lnTo>
                    <a:pt x="113382" y="3110"/>
                  </a:lnTo>
                  <a:lnTo>
                    <a:pt x="108355" y="4908"/>
                  </a:lnTo>
                  <a:lnTo>
                    <a:pt x="103388" y="6866"/>
                  </a:lnTo>
                  <a:lnTo>
                    <a:pt x="98486" y="8982"/>
                  </a:lnTo>
                  <a:lnTo>
                    <a:pt x="93654" y="11253"/>
                  </a:lnTo>
                  <a:lnTo>
                    <a:pt x="88897" y="13677"/>
                  </a:lnTo>
                  <a:lnTo>
                    <a:pt x="84219" y="16252"/>
                  </a:lnTo>
                  <a:lnTo>
                    <a:pt x="79627" y="18975"/>
                  </a:lnTo>
                  <a:lnTo>
                    <a:pt x="75123" y="21843"/>
                  </a:lnTo>
                  <a:lnTo>
                    <a:pt x="70714" y="24854"/>
                  </a:lnTo>
                  <a:lnTo>
                    <a:pt x="66403" y="28004"/>
                  </a:lnTo>
                  <a:lnTo>
                    <a:pt x="62195" y="31290"/>
                  </a:lnTo>
                  <a:lnTo>
                    <a:pt x="58094" y="34708"/>
                  </a:lnTo>
                  <a:lnTo>
                    <a:pt x="54104" y="38256"/>
                  </a:lnTo>
                  <a:lnTo>
                    <a:pt x="50229" y="41929"/>
                  </a:lnTo>
                  <a:lnTo>
                    <a:pt x="46474" y="45725"/>
                  </a:lnTo>
                  <a:lnTo>
                    <a:pt x="42842" y="49638"/>
                  </a:lnTo>
                  <a:lnTo>
                    <a:pt x="39336" y="53665"/>
                  </a:lnTo>
                  <a:lnTo>
                    <a:pt x="35961" y="57803"/>
                  </a:lnTo>
                  <a:lnTo>
                    <a:pt x="32720" y="62045"/>
                  </a:lnTo>
                  <a:lnTo>
                    <a:pt x="29616" y="66390"/>
                  </a:lnTo>
                  <a:lnTo>
                    <a:pt x="26653" y="70831"/>
                  </a:lnTo>
                  <a:lnTo>
                    <a:pt x="23832" y="75364"/>
                  </a:lnTo>
                  <a:lnTo>
                    <a:pt x="21158" y="79986"/>
                  </a:lnTo>
                  <a:lnTo>
                    <a:pt x="18633" y="84690"/>
                  </a:lnTo>
                  <a:lnTo>
                    <a:pt x="16259" y="89472"/>
                  </a:lnTo>
                  <a:lnTo>
                    <a:pt x="14040" y="94328"/>
                  </a:lnTo>
                  <a:lnTo>
                    <a:pt x="11976" y="99253"/>
                  </a:lnTo>
                  <a:lnTo>
                    <a:pt x="10071" y="104240"/>
                  </a:lnTo>
                  <a:lnTo>
                    <a:pt x="8326" y="109286"/>
                  </a:lnTo>
                  <a:lnTo>
                    <a:pt x="6743" y="114385"/>
                  </a:lnTo>
                  <a:lnTo>
                    <a:pt x="5324" y="119532"/>
                  </a:lnTo>
                  <a:lnTo>
                    <a:pt x="4070" y="124722"/>
                  </a:lnTo>
                  <a:lnTo>
                    <a:pt x="2982" y="129949"/>
                  </a:lnTo>
                  <a:lnTo>
                    <a:pt x="2062" y="135209"/>
                  </a:lnTo>
                  <a:lnTo>
                    <a:pt x="1310" y="140495"/>
                  </a:lnTo>
                  <a:lnTo>
                    <a:pt x="727" y="145802"/>
                  </a:lnTo>
                  <a:lnTo>
                    <a:pt x="314" y="151125"/>
                  </a:lnTo>
                  <a:lnTo>
                    <a:pt x="72" y="156459"/>
                  </a:lnTo>
                  <a:lnTo>
                    <a:pt x="0" y="161797"/>
                  </a:lnTo>
                  <a:lnTo>
                    <a:pt x="98" y="167136"/>
                  </a:lnTo>
                  <a:lnTo>
                    <a:pt x="367" y="172468"/>
                  </a:lnTo>
                  <a:lnTo>
                    <a:pt x="805" y="177789"/>
                  </a:lnTo>
                  <a:lnTo>
                    <a:pt x="1414" y="183094"/>
                  </a:lnTo>
                  <a:lnTo>
                    <a:pt x="2192" y="188376"/>
                  </a:lnTo>
                  <a:lnTo>
                    <a:pt x="3138" y="193631"/>
                  </a:lnTo>
                  <a:lnTo>
                    <a:pt x="4251" y="198852"/>
                  </a:lnTo>
                  <a:lnTo>
                    <a:pt x="5530" y="204036"/>
                  </a:lnTo>
                  <a:lnTo>
                    <a:pt x="6975" y="209176"/>
                  </a:lnTo>
                  <a:lnTo>
                    <a:pt x="8583" y="214267"/>
                  </a:lnTo>
                  <a:lnTo>
                    <a:pt x="10352" y="219305"/>
                  </a:lnTo>
                  <a:lnTo>
                    <a:pt x="12282" y="224283"/>
                  </a:lnTo>
                  <a:lnTo>
                    <a:pt x="14369" y="229197"/>
                  </a:lnTo>
                  <a:lnTo>
                    <a:pt x="16613" y="234042"/>
                  </a:lnTo>
                  <a:lnTo>
                    <a:pt x="19010" y="238813"/>
                  </a:lnTo>
                  <a:lnTo>
                    <a:pt x="21558" y="243505"/>
                  </a:lnTo>
                  <a:lnTo>
                    <a:pt x="24254" y="248113"/>
                  </a:lnTo>
                  <a:lnTo>
                    <a:pt x="27097" y="252633"/>
                  </a:lnTo>
                  <a:lnTo>
                    <a:pt x="30082" y="257059"/>
                  </a:lnTo>
                  <a:lnTo>
                    <a:pt x="33207" y="261388"/>
                  </a:lnTo>
                  <a:lnTo>
                    <a:pt x="36469" y="265615"/>
                  </a:lnTo>
                  <a:lnTo>
                    <a:pt x="39864" y="269736"/>
                  </a:lnTo>
                  <a:lnTo>
                    <a:pt x="43389" y="273746"/>
                  </a:lnTo>
                  <a:lnTo>
                    <a:pt x="47040" y="277642"/>
                  </a:lnTo>
                  <a:lnTo>
                    <a:pt x="50814" y="281419"/>
                  </a:lnTo>
                  <a:lnTo>
                    <a:pt x="54707" y="285073"/>
                  </a:lnTo>
                  <a:lnTo>
                    <a:pt x="58714" y="288601"/>
                  </a:lnTo>
                  <a:lnTo>
                    <a:pt x="62832" y="292000"/>
                  </a:lnTo>
                  <a:lnTo>
                    <a:pt x="67056" y="295265"/>
                  </a:lnTo>
                  <a:lnTo>
                    <a:pt x="71382" y="298394"/>
                  </a:lnTo>
                  <a:lnTo>
                    <a:pt x="75806" y="301383"/>
                  </a:lnTo>
                  <a:lnTo>
                    <a:pt x="80324" y="304229"/>
                  </a:lnTo>
                  <a:lnTo>
                    <a:pt x="84930" y="306930"/>
                  </a:lnTo>
                  <a:lnTo>
                    <a:pt x="89619" y="309482"/>
                  </a:lnTo>
                  <a:lnTo>
                    <a:pt x="94388" y="311883"/>
                  </a:lnTo>
                  <a:lnTo>
                    <a:pt x="99231" y="314130"/>
                  </a:lnTo>
                  <a:lnTo>
                    <a:pt x="104144" y="316222"/>
                  </a:lnTo>
                  <a:lnTo>
                    <a:pt x="109121" y="318155"/>
                  </a:lnTo>
                  <a:lnTo>
                    <a:pt x="114156" y="319929"/>
                  </a:lnTo>
                  <a:lnTo>
                    <a:pt x="119246" y="321541"/>
                  </a:lnTo>
                  <a:lnTo>
                    <a:pt x="124385" y="322990"/>
                  </a:lnTo>
                  <a:lnTo>
                    <a:pt x="129568" y="324273"/>
                  </a:lnTo>
                  <a:lnTo>
                    <a:pt x="134789" y="325391"/>
                  </a:lnTo>
                  <a:lnTo>
                    <a:pt x="140043" y="326341"/>
                  </a:lnTo>
                  <a:lnTo>
                    <a:pt x="145324" y="327123"/>
                  </a:lnTo>
                  <a:lnTo>
                    <a:pt x="150628" y="327736"/>
                  </a:lnTo>
                  <a:lnTo>
                    <a:pt x="155949" y="328180"/>
                  </a:lnTo>
                  <a:lnTo>
                    <a:pt x="161281" y="328453"/>
                  </a:lnTo>
                  <a:lnTo>
                    <a:pt x="166619" y="328556"/>
                  </a:lnTo>
                  <a:lnTo>
                    <a:pt x="171958" y="328488"/>
                  </a:lnTo>
                  <a:lnTo>
                    <a:pt x="167166" y="1613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35676" y="5369149"/>
              <a:ext cx="167150" cy="334266"/>
            </a:xfrm>
            <a:custGeom>
              <a:avLst/>
              <a:pathLst>
                <a:path w="167150" h="334266">
                  <a:moveTo>
                    <a:pt x="4791" y="334266"/>
                  </a:moveTo>
                  <a:lnTo>
                    <a:pt x="10096" y="334029"/>
                  </a:lnTo>
                  <a:lnTo>
                    <a:pt x="15390" y="333624"/>
                  </a:lnTo>
                  <a:lnTo>
                    <a:pt x="20669" y="333052"/>
                  </a:lnTo>
                  <a:lnTo>
                    <a:pt x="25927" y="332312"/>
                  </a:lnTo>
                  <a:lnTo>
                    <a:pt x="31158" y="331405"/>
                  </a:lnTo>
                  <a:lnTo>
                    <a:pt x="36359" y="330332"/>
                  </a:lnTo>
                  <a:lnTo>
                    <a:pt x="41522" y="329095"/>
                  </a:lnTo>
                  <a:lnTo>
                    <a:pt x="46644" y="327695"/>
                  </a:lnTo>
                  <a:lnTo>
                    <a:pt x="51719" y="326133"/>
                  </a:lnTo>
                  <a:lnTo>
                    <a:pt x="56741" y="324410"/>
                  </a:lnTo>
                  <a:lnTo>
                    <a:pt x="61707" y="322528"/>
                  </a:lnTo>
                  <a:lnTo>
                    <a:pt x="66610" y="320490"/>
                  </a:lnTo>
                  <a:lnTo>
                    <a:pt x="71446" y="318297"/>
                  </a:lnTo>
                  <a:lnTo>
                    <a:pt x="76209" y="315952"/>
                  </a:lnTo>
                  <a:lnTo>
                    <a:pt x="80896" y="313457"/>
                  </a:lnTo>
                  <a:lnTo>
                    <a:pt x="85501" y="310814"/>
                  </a:lnTo>
                  <a:lnTo>
                    <a:pt x="90020" y="308026"/>
                  </a:lnTo>
                  <a:lnTo>
                    <a:pt x="94449" y="305096"/>
                  </a:lnTo>
                  <a:lnTo>
                    <a:pt x="98781" y="302026"/>
                  </a:lnTo>
                  <a:lnTo>
                    <a:pt x="103015" y="298821"/>
                  </a:lnTo>
                  <a:lnTo>
                    <a:pt x="107144" y="295483"/>
                  </a:lnTo>
                  <a:lnTo>
                    <a:pt x="111165" y="292016"/>
                  </a:lnTo>
                  <a:lnTo>
                    <a:pt x="115074" y="288422"/>
                  </a:lnTo>
                  <a:lnTo>
                    <a:pt x="118867" y="284706"/>
                  </a:lnTo>
                  <a:lnTo>
                    <a:pt x="122540" y="280872"/>
                  </a:lnTo>
                  <a:lnTo>
                    <a:pt x="126089" y="276923"/>
                  </a:lnTo>
                  <a:lnTo>
                    <a:pt x="129511" y="272863"/>
                  </a:lnTo>
                  <a:lnTo>
                    <a:pt x="132803" y="268696"/>
                  </a:lnTo>
                  <a:lnTo>
                    <a:pt x="135960" y="264427"/>
                  </a:lnTo>
                  <a:lnTo>
                    <a:pt x="138981" y="260060"/>
                  </a:lnTo>
                  <a:lnTo>
                    <a:pt x="141861" y="255599"/>
                  </a:lnTo>
                  <a:lnTo>
                    <a:pt x="144598" y="251049"/>
                  </a:lnTo>
                  <a:lnTo>
                    <a:pt x="147189" y="246415"/>
                  </a:lnTo>
                  <a:lnTo>
                    <a:pt x="149632" y="241700"/>
                  </a:lnTo>
                  <a:lnTo>
                    <a:pt x="151923" y="236910"/>
                  </a:lnTo>
                  <a:lnTo>
                    <a:pt x="154062" y="232050"/>
                  </a:lnTo>
                  <a:lnTo>
                    <a:pt x="156044" y="227125"/>
                  </a:lnTo>
                  <a:lnTo>
                    <a:pt x="157870" y="222139"/>
                  </a:lnTo>
                  <a:lnTo>
                    <a:pt x="159536" y="217097"/>
                  </a:lnTo>
                  <a:lnTo>
                    <a:pt x="161041" y="212005"/>
                  </a:lnTo>
                  <a:lnTo>
                    <a:pt x="162384" y="206868"/>
                  </a:lnTo>
                  <a:lnTo>
                    <a:pt x="163563" y="201691"/>
                  </a:lnTo>
                  <a:lnTo>
                    <a:pt x="164577" y="196479"/>
                  </a:lnTo>
                  <a:lnTo>
                    <a:pt x="165425" y="191237"/>
                  </a:lnTo>
                  <a:lnTo>
                    <a:pt x="166106" y="185971"/>
                  </a:lnTo>
                  <a:lnTo>
                    <a:pt x="166619" y="180686"/>
                  </a:lnTo>
                  <a:lnTo>
                    <a:pt x="166965" y="175388"/>
                  </a:lnTo>
                  <a:lnTo>
                    <a:pt x="167142" y="170081"/>
                  </a:lnTo>
                  <a:lnTo>
                    <a:pt x="167150" y="164771"/>
                  </a:lnTo>
                  <a:lnTo>
                    <a:pt x="166989" y="159464"/>
                  </a:lnTo>
                  <a:lnTo>
                    <a:pt x="166660" y="154164"/>
                  </a:lnTo>
                  <a:lnTo>
                    <a:pt x="166163" y="148878"/>
                  </a:lnTo>
                  <a:lnTo>
                    <a:pt x="165499" y="143610"/>
                  </a:lnTo>
                  <a:lnTo>
                    <a:pt x="164667" y="138365"/>
                  </a:lnTo>
                  <a:lnTo>
                    <a:pt x="163669" y="133150"/>
                  </a:lnTo>
                  <a:lnTo>
                    <a:pt x="162506" y="127969"/>
                  </a:lnTo>
                  <a:lnTo>
                    <a:pt x="161180" y="122828"/>
                  </a:lnTo>
                  <a:lnTo>
                    <a:pt x="159690" y="117731"/>
                  </a:lnTo>
                  <a:lnTo>
                    <a:pt x="158039" y="112685"/>
                  </a:lnTo>
                  <a:lnTo>
                    <a:pt x="156229" y="107693"/>
                  </a:lnTo>
                  <a:lnTo>
                    <a:pt x="154262" y="102761"/>
                  </a:lnTo>
                  <a:lnTo>
                    <a:pt x="152138" y="97894"/>
                  </a:lnTo>
                  <a:lnTo>
                    <a:pt x="149862" y="93098"/>
                  </a:lnTo>
                  <a:lnTo>
                    <a:pt x="147434" y="88375"/>
                  </a:lnTo>
                  <a:lnTo>
                    <a:pt x="144857" y="83733"/>
                  </a:lnTo>
                  <a:lnTo>
                    <a:pt x="142134" y="79174"/>
                  </a:lnTo>
                  <a:lnTo>
                    <a:pt x="139268" y="74705"/>
                  </a:lnTo>
                  <a:lnTo>
                    <a:pt x="136261" y="70328"/>
                  </a:lnTo>
                  <a:lnTo>
                    <a:pt x="133117" y="66049"/>
                  </a:lnTo>
                  <a:lnTo>
                    <a:pt x="129838" y="61873"/>
                  </a:lnTo>
                  <a:lnTo>
                    <a:pt x="126429" y="57802"/>
                  </a:lnTo>
                  <a:lnTo>
                    <a:pt x="122892" y="53842"/>
                  </a:lnTo>
                  <a:lnTo>
                    <a:pt x="119230" y="49996"/>
                  </a:lnTo>
                  <a:lnTo>
                    <a:pt x="115449" y="46269"/>
                  </a:lnTo>
                  <a:lnTo>
                    <a:pt x="111551" y="42663"/>
                  </a:lnTo>
                  <a:lnTo>
                    <a:pt x="107541" y="39183"/>
                  </a:lnTo>
                  <a:lnTo>
                    <a:pt x="103422" y="35832"/>
                  </a:lnTo>
                  <a:lnTo>
                    <a:pt x="99199" y="32614"/>
                  </a:lnTo>
                  <a:lnTo>
                    <a:pt x="94875" y="29531"/>
                  </a:lnTo>
                  <a:lnTo>
                    <a:pt x="90456" y="26588"/>
                  </a:lnTo>
                  <a:lnTo>
                    <a:pt x="85946" y="23786"/>
                  </a:lnTo>
                  <a:lnTo>
                    <a:pt x="81349" y="21128"/>
                  </a:lnTo>
                  <a:lnTo>
                    <a:pt x="76670" y="18619"/>
                  </a:lnTo>
                  <a:lnTo>
                    <a:pt x="71913" y="16259"/>
                  </a:lnTo>
                  <a:lnTo>
                    <a:pt x="67084" y="14051"/>
                  </a:lnTo>
                  <a:lnTo>
                    <a:pt x="62188" y="11997"/>
                  </a:lnTo>
                  <a:lnTo>
                    <a:pt x="57228" y="10101"/>
                  </a:lnTo>
                  <a:lnTo>
                    <a:pt x="52211" y="8362"/>
                  </a:lnTo>
                  <a:lnTo>
                    <a:pt x="47141" y="6784"/>
                  </a:lnTo>
                  <a:lnTo>
                    <a:pt x="42024" y="5368"/>
                  </a:lnTo>
                  <a:lnTo>
                    <a:pt x="36864" y="4115"/>
                  </a:lnTo>
                  <a:lnTo>
                    <a:pt x="31667" y="3026"/>
                  </a:lnTo>
                  <a:lnTo>
                    <a:pt x="26438" y="2103"/>
                  </a:lnTo>
                  <a:lnTo>
                    <a:pt x="21182" y="1347"/>
                  </a:lnTo>
                  <a:lnTo>
                    <a:pt x="15905" y="758"/>
                  </a:lnTo>
                  <a:lnTo>
                    <a:pt x="10612" y="337"/>
                  </a:lnTo>
                  <a:lnTo>
                    <a:pt x="530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19032" y="5220472"/>
              <a:ext cx="14103" cy="167167"/>
            </a:xfrm>
            <a:custGeom>
              <a:avLst/>
              <a:pathLst>
                <a:path w="14103" h="167167">
                  <a:moveTo>
                    <a:pt x="14103" y="0"/>
                  </a:moveTo>
                  <a:lnTo>
                    <a:pt x="0" y="595"/>
                  </a:lnTo>
                  <a:lnTo>
                    <a:pt x="141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9032" y="5221068"/>
              <a:ext cx="14103" cy="166571"/>
            </a:xfrm>
            <a:custGeom>
              <a:avLst/>
              <a:pathLst>
                <a:path w="14103" h="166571">
                  <a:moveTo>
                    <a:pt x="0" y="0"/>
                  </a:moveTo>
                  <a:lnTo>
                    <a:pt x="14103" y="1665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73197" y="5221068"/>
              <a:ext cx="159938" cy="166571"/>
            </a:xfrm>
            <a:custGeom>
              <a:avLst/>
              <a:pathLst>
                <a:path w="159938" h="166571">
                  <a:moveTo>
                    <a:pt x="145834" y="0"/>
                  </a:moveTo>
                  <a:lnTo>
                    <a:pt x="140332" y="557"/>
                  </a:lnTo>
                  <a:lnTo>
                    <a:pt x="134850" y="1297"/>
                  </a:lnTo>
                  <a:lnTo>
                    <a:pt x="129396" y="2217"/>
                  </a:lnTo>
                  <a:lnTo>
                    <a:pt x="123976" y="3317"/>
                  </a:lnTo>
                  <a:lnTo>
                    <a:pt x="118595" y="4596"/>
                  </a:lnTo>
                  <a:lnTo>
                    <a:pt x="113259" y="6053"/>
                  </a:lnTo>
                  <a:lnTo>
                    <a:pt x="107974" y="7685"/>
                  </a:lnTo>
                  <a:lnTo>
                    <a:pt x="102747" y="9491"/>
                  </a:lnTo>
                  <a:lnTo>
                    <a:pt x="97581" y="11469"/>
                  </a:lnTo>
                  <a:lnTo>
                    <a:pt x="92485" y="13617"/>
                  </a:lnTo>
                  <a:lnTo>
                    <a:pt x="87461" y="15932"/>
                  </a:lnTo>
                  <a:lnTo>
                    <a:pt x="82518" y="18412"/>
                  </a:lnTo>
                  <a:lnTo>
                    <a:pt x="77659" y="21054"/>
                  </a:lnTo>
                  <a:lnTo>
                    <a:pt x="72890" y="23856"/>
                  </a:lnTo>
                  <a:lnTo>
                    <a:pt x="68216" y="26814"/>
                  </a:lnTo>
                  <a:lnTo>
                    <a:pt x="63643" y="29925"/>
                  </a:lnTo>
                  <a:lnTo>
                    <a:pt x="59175" y="33185"/>
                  </a:lnTo>
                  <a:lnTo>
                    <a:pt x="54818" y="36591"/>
                  </a:lnTo>
                  <a:lnTo>
                    <a:pt x="50575" y="40140"/>
                  </a:lnTo>
                  <a:lnTo>
                    <a:pt x="46452" y="43827"/>
                  </a:lnTo>
                  <a:lnTo>
                    <a:pt x="42454" y="47649"/>
                  </a:lnTo>
                  <a:lnTo>
                    <a:pt x="38584" y="51600"/>
                  </a:lnTo>
                  <a:lnTo>
                    <a:pt x="34847" y="55678"/>
                  </a:lnTo>
                  <a:lnTo>
                    <a:pt x="31247" y="59877"/>
                  </a:lnTo>
                  <a:lnTo>
                    <a:pt x="27788" y="64193"/>
                  </a:lnTo>
                  <a:lnTo>
                    <a:pt x="24473" y="68620"/>
                  </a:lnTo>
                  <a:lnTo>
                    <a:pt x="21307" y="73156"/>
                  </a:lnTo>
                  <a:lnTo>
                    <a:pt x="18292" y="77793"/>
                  </a:lnTo>
                  <a:lnTo>
                    <a:pt x="15433" y="82527"/>
                  </a:lnTo>
                  <a:lnTo>
                    <a:pt x="12732" y="87354"/>
                  </a:lnTo>
                  <a:lnTo>
                    <a:pt x="10192" y="92267"/>
                  </a:lnTo>
                  <a:lnTo>
                    <a:pt x="7816" y="97262"/>
                  </a:lnTo>
                  <a:lnTo>
                    <a:pt x="5606" y="102332"/>
                  </a:lnTo>
                  <a:lnTo>
                    <a:pt x="3565" y="107473"/>
                  </a:lnTo>
                  <a:lnTo>
                    <a:pt x="1696" y="112678"/>
                  </a:lnTo>
                  <a:lnTo>
                    <a:pt x="0" y="117943"/>
                  </a:lnTo>
                  <a:lnTo>
                    <a:pt x="159938" y="1665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65976" y="5220472"/>
              <a:ext cx="334310" cy="334333"/>
            </a:xfrm>
            <a:custGeom>
              <a:avLst/>
              <a:pathLst>
                <a:path w="334310" h="334333">
                  <a:moveTo>
                    <a:pt x="7220" y="118539"/>
                  </a:moveTo>
                  <a:lnTo>
                    <a:pt x="5760" y="123631"/>
                  </a:lnTo>
                  <a:lnTo>
                    <a:pt x="4461" y="128768"/>
                  </a:lnTo>
                  <a:lnTo>
                    <a:pt x="3326" y="133942"/>
                  </a:lnTo>
                  <a:lnTo>
                    <a:pt x="2356" y="139151"/>
                  </a:lnTo>
                  <a:lnTo>
                    <a:pt x="1551" y="144387"/>
                  </a:lnTo>
                  <a:lnTo>
                    <a:pt x="912" y="149646"/>
                  </a:lnTo>
                  <a:lnTo>
                    <a:pt x="440" y="154923"/>
                  </a:lnTo>
                  <a:lnTo>
                    <a:pt x="136" y="160212"/>
                  </a:lnTo>
                  <a:lnTo>
                    <a:pt x="0" y="165508"/>
                  </a:lnTo>
                  <a:lnTo>
                    <a:pt x="31" y="170806"/>
                  </a:lnTo>
                  <a:lnTo>
                    <a:pt x="230" y="176100"/>
                  </a:lnTo>
                  <a:lnTo>
                    <a:pt x="597" y="181385"/>
                  </a:lnTo>
                  <a:lnTo>
                    <a:pt x="1131" y="186656"/>
                  </a:lnTo>
                  <a:lnTo>
                    <a:pt x="1832" y="191908"/>
                  </a:lnTo>
                  <a:lnTo>
                    <a:pt x="2699" y="197134"/>
                  </a:lnTo>
                  <a:lnTo>
                    <a:pt x="3731" y="202330"/>
                  </a:lnTo>
                  <a:lnTo>
                    <a:pt x="4928" y="207491"/>
                  </a:lnTo>
                  <a:lnTo>
                    <a:pt x="6287" y="212612"/>
                  </a:lnTo>
                  <a:lnTo>
                    <a:pt x="7808" y="217687"/>
                  </a:lnTo>
                  <a:lnTo>
                    <a:pt x="9489" y="222711"/>
                  </a:lnTo>
                  <a:lnTo>
                    <a:pt x="11328" y="227679"/>
                  </a:lnTo>
                  <a:lnTo>
                    <a:pt x="13324" y="232587"/>
                  </a:lnTo>
                  <a:lnTo>
                    <a:pt x="15474" y="237429"/>
                  </a:lnTo>
                  <a:lnTo>
                    <a:pt x="17777" y="242200"/>
                  </a:lnTo>
                  <a:lnTo>
                    <a:pt x="20229" y="246896"/>
                  </a:lnTo>
                  <a:lnTo>
                    <a:pt x="22830" y="251512"/>
                  </a:lnTo>
                  <a:lnTo>
                    <a:pt x="25575" y="256043"/>
                  </a:lnTo>
                  <a:lnTo>
                    <a:pt x="28462" y="260485"/>
                  </a:lnTo>
                  <a:lnTo>
                    <a:pt x="31489" y="264833"/>
                  </a:lnTo>
                  <a:lnTo>
                    <a:pt x="34652" y="269083"/>
                  </a:lnTo>
                  <a:lnTo>
                    <a:pt x="37948" y="273231"/>
                  </a:lnTo>
                  <a:lnTo>
                    <a:pt x="41374" y="277272"/>
                  </a:lnTo>
                  <a:lnTo>
                    <a:pt x="44926" y="281203"/>
                  </a:lnTo>
                  <a:lnTo>
                    <a:pt x="48601" y="285019"/>
                  </a:lnTo>
                  <a:lnTo>
                    <a:pt x="52395" y="288716"/>
                  </a:lnTo>
                  <a:lnTo>
                    <a:pt x="56304" y="292292"/>
                  </a:lnTo>
                  <a:lnTo>
                    <a:pt x="60325" y="295742"/>
                  </a:lnTo>
                  <a:lnTo>
                    <a:pt x="64453" y="299063"/>
                  </a:lnTo>
                  <a:lnTo>
                    <a:pt x="68684" y="302251"/>
                  </a:lnTo>
                  <a:lnTo>
                    <a:pt x="73014" y="305304"/>
                  </a:lnTo>
                  <a:lnTo>
                    <a:pt x="77439" y="308217"/>
                  </a:lnTo>
                  <a:lnTo>
                    <a:pt x="81953" y="310990"/>
                  </a:lnTo>
                  <a:lnTo>
                    <a:pt x="86553" y="313617"/>
                  </a:lnTo>
                  <a:lnTo>
                    <a:pt x="91235" y="316098"/>
                  </a:lnTo>
                  <a:lnTo>
                    <a:pt x="95992" y="318429"/>
                  </a:lnTo>
                  <a:lnTo>
                    <a:pt x="100821" y="320608"/>
                  </a:lnTo>
                  <a:lnTo>
                    <a:pt x="105717" y="322633"/>
                  </a:lnTo>
                  <a:lnTo>
                    <a:pt x="110674" y="324502"/>
                  </a:lnTo>
                  <a:lnTo>
                    <a:pt x="115688" y="326213"/>
                  </a:lnTo>
                  <a:lnTo>
                    <a:pt x="120754" y="327764"/>
                  </a:lnTo>
                  <a:lnTo>
                    <a:pt x="125866" y="329154"/>
                  </a:lnTo>
                  <a:lnTo>
                    <a:pt x="131020" y="330381"/>
                  </a:lnTo>
                  <a:lnTo>
                    <a:pt x="136210" y="331445"/>
                  </a:lnTo>
                  <a:lnTo>
                    <a:pt x="141431" y="332343"/>
                  </a:lnTo>
                  <a:lnTo>
                    <a:pt x="146678" y="333075"/>
                  </a:lnTo>
                  <a:lnTo>
                    <a:pt x="151946" y="333641"/>
                  </a:lnTo>
                  <a:lnTo>
                    <a:pt x="157229" y="334039"/>
                  </a:lnTo>
                  <a:lnTo>
                    <a:pt x="162521" y="334270"/>
                  </a:lnTo>
                  <a:lnTo>
                    <a:pt x="167819" y="334333"/>
                  </a:lnTo>
                  <a:lnTo>
                    <a:pt x="173116" y="334228"/>
                  </a:lnTo>
                  <a:lnTo>
                    <a:pt x="178407" y="333956"/>
                  </a:lnTo>
                  <a:lnTo>
                    <a:pt x="183686" y="333515"/>
                  </a:lnTo>
                  <a:lnTo>
                    <a:pt x="188949" y="332908"/>
                  </a:lnTo>
                  <a:lnTo>
                    <a:pt x="194190" y="332134"/>
                  </a:lnTo>
                  <a:lnTo>
                    <a:pt x="199404" y="331195"/>
                  </a:lnTo>
                  <a:lnTo>
                    <a:pt x="204586" y="330091"/>
                  </a:lnTo>
                  <a:lnTo>
                    <a:pt x="209730" y="328823"/>
                  </a:lnTo>
                  <a:lnTo>
                    <a:pt x="214831" y="327393"/>
                  </a:lnTo>
                  <a:lnTo>
                    <a:pt x="219884" y="325802"/>
                  </a:lnTo>
                  <a:lnTo>
                    <a:pt x="224884" y="324051"/>
                  </a:lnTo>
                  <a:lnTo>
                    <a:pt x="229827" y="322143"/>
                  </a:lnTo>
                  <a:lnTo>
                    <a:pt x="234706" y="320080"/>
                  </a:lnTo>
                  <a:lnTo>
                    <a:pt x="239518" y="317862"/>
                  </a:lnTo>
                  <a:lnTo>
                    <a:pt x="244257" y="315494"/>
                  </a:lnTo>
                  <a:lnTo>
                    <a:pt x="248918" y="312976"/>
                  </a:lnTo>
                  <a:lnTo>
                    <a:pt x="253498" y="310312"/>
                  </a:lnTo>
                  <a:lnTo>
                    <a:pt x="257990" y="307504"/>
                  </a:lnTo>
                  <a:lnTo>
                    <a:pt x="262392" y="304556"/>
                  </a:lnTo>
                  <a:lnTo>
                    <a:pt x="266697" y="301469"/>
                  </a:lnTo>
                  <a:lnTo>
                    <a:pt x="270903" y="298247"/>
                  </a:lnTo>
                  <a:lnTo>
                    <a:pt x="275005" y="294894"/>
                  </a:lnTo>
                  <a:lnTo>
                    <a:pt x="278998" y="291412"/>
                  </a:lnTo>
                  <a:lnTo>
                    <a:pt x="282879" y="287806"/>
                  </a:lnTo>
                  <a:lnTo>
                    <a:pt x="286644" y="284078"/>
                  </a:lnTo>
                  <a:lnTo>
                    <a:pt x="290288" y="280234"/>
                  </a:lnTo>
                  <a:lnTo>
                    <a:pt x="293809" y="276275"/>
                  </a:lnTo>
                  <a:lnTo>
                    <a:pt x="297203" y="272207"/>
                  </a:lnTo>
                  <a:lnTo>
                    <a:pt x="300466" y="268033"/>
                  </a:lnTo>
                  <a:lnTo>
                    <a:pt x="303596" y="263758"/>
                  </a:lnTo>
                  <a:lnTo>
                    <a:pt x="306588" y="259386"/>
                  </a:lnTo>
                  <a:lnTo>
                    <a:pt x="309440" y="254922"/>
                  </a:lnTo>
                  <a:lnTo>
                    <a:pt x="312150" y="250369"/>
                  </a:lnTo>
                  <a:lnTo>
                    <a:pt x="314713" y="245733"/>
                  </a:lnTo>
                  <a:lnTo>
                    <a:pt x="317129" y="241018"/>
                  </a:lnTo>
                  <a:lnTo>
                    <a:pt x="319394" y="236228"/>
                  </a:lnTo>
                  <a:lnTo>
                    <a:pt x="321506" y="231370"/>
                  </a:lnTo>
                  <a:lnTo>
                    <a:pt x="323463" y="226447"/>
                  </a:lnTo>
                  <a:lnTo>
                    <a:pt x="325263" y="221464"/>
                  </a:lnTo>
                  <a:lnTo>
                    <a:pt x="326904" y="216427"/>
                  </a:lnTo>
                  <a:lnTo>
                    <a:pt x="328384" y="211340"/>
                  </a:lnTo>
                  <a:lnTo>
                    <a:pt x="329703" y="206209"/>
                  </a:lnTo>
                  <a:lnTo>
                    <a:pt x="330859" y="201038"/>
                  </a:lnTo>
                  <a:lnTo>
                    <a:pt x="331850" y="195834"/>
                  </a:lnTo>
                  <a:lnTo>
                    <a:pt x="332675" y="190601"/>
                  </a:lnTo>
                  <a:lnTo>
                    <a:pt x="333335" y="185344"/>
                  </a:lnTo>
                  <a:lnTo>
                    <a:pt x="333827" y="180069"/>
                  </a:lnTo>
                  <a:lnTo>
                    <a:pt x="334153" y="174781"/>
                  </a:lnTo>
                  <a:lnTo>
                    <a:pt x="334310" y="169486"/>
                  </a:lnTo>
                  <a:lnTo>
                    <a:pt x="334300" y="164188"/>
                  </a:lnTo>
                  <a:lnTo>
                    <a:pt x="334121" y="158893"/>
                  </a:lnTo>
                  <a:lnTo>
                    <a:pt x="333775" y="153606"/>
                  </a:lnTo>
                  <a:lnTo>
                    <a:pt x="333262" y="148334"/>
                  </a:lnTo>
                  <a:lnTo>
                    <a:pt x="332582" y="143080"/>
                  </a:lnTo>
                  <a:lnTo>
                    <a:pt x="331735" y="137850"/>
                  </a:lnTo>
                  <a:lnTo>
                    <a:pt x="330724" y="132649"/>
                  </a:lnTo>
                  <a:lnTo>
                    <a:pt x="329548" y="127484"/>
                  </a:lnTo>
                  <a:lnTo>
                    <a:pt x="328209" y="122358"/>
                  </a:lnTo>
                  <a:lnTo>
                    <a:pt x="326708" y="117277"/>
                  </a:lnTo>
                  <a:lnTo>
                    <a:pt x="325047" y="112246"/>
                  </a:lnTo>
                  <a:lnTo>
                    <a:pt x="323227" y="107271"/>
                  </a:lnTo>
                  <a:lnTo>
                    <a:pt x="321251" y="102355"/>
                  </a:lnTo>
                  <a:lnTo>
                    <a:pt x="319120" y="97505"/>
                  </a:lnTo>
                  <a:lnTo>
                    <a:pt x="316836" y="92724"/>
                  </a:lnTo>
                  <a:lnTo>
                    <a:pt x="314402" y="88019"/>
                  </a:lnTo>
                  <a:lnTo>
                    <a:pt x="311820" y="83393"/>
                  </a:lnTo>
                  <a:lnTo>
                    <a:pt x="309093" y="78851"/>
                  </a:lnTo>
                  <a:lnTo>
                    <a:pt x="306223" y="74397"/>
                  </a:lnTo>
                  <a:lnTo>
                    <a:pt x="303213" y="70037"/>
                  </a:lnTo>
                  <a:lnTo>
                    <a:pt x="300067" y="65775"/>
                  </a:lnTo>
                  <a:lnTo>
                    <a:pt x="296787" y="61614"/>
                  </a:lnTo>
                  <a:lnTo>
                    <a:pt x="293377" y="57560"/>
                  </a:lnTo>
                  <a:lnTo>
                    <a:pt x="289841" y="53615"/>
                  </a:lnTo>
                  <a:lnTo>
                    <a:pt x="286181" y="49784"/>
                  </a:lnTo>
                  <a:lnTo>
                    <a:pt x="282402" y="46072"/>
                  </a:lnTo>
                  <a:lnTo>
                    <a:pt x="278506" y="42481"/>
                  </a:lnTo>
                  <a:lnTo>
                    <a:pt x="274499" y="39015"/>
                  </a:lnTo>
                  <a:lnTo>
                    <a:pt x="270385" y="35678"/>
                  </a:lnTo>
                  <a:lnTo>
                    <a:pt x="266166" y="32473"/>
                  </a:lnTo>
                  <a:lnTo>
                    <a:pt x="261848" y="29403"/>
                  </a:lnTo>
                  <a:lnTo>
                    <a:pt x="257435" y="26472"/>
                  </a:lnTo>
                  <a:lnTo>
                    <a:pt x="252932" y="23682"/>
                  </a:lnTo>
                  <a:lnTo>
                    <a:pt x="248342" y="21036"/>
                  </a:lnTo>
                  <a:lnTo>
                    <a:pt x="243670" y="18537"/>
                  </a:lnTo>
                  <a:lnTo>
                    <a:pt x="238922" y="16187"/>
                  </a:lnTo>
                  <a:lnTo>
                    <a:pt x="234102" y="13989"/>
                  </a:lnTo>
                  <a:lnTo>
                    <a:pt x="229214" y="11944"/>
                  </a:lnTo>
                  <a:lnTo>
                    <a:pt x="224264" y="10056"/>
                  </a:lnTo>
                  <a:lnTo>
                    <a:pt x="219257" y="8325"/>
                  </a:lnTo>
                  <a:lnTo>
                    <a:pt x="214198" y="6754"/>
                  </a:lnTo>
                  <a:lnTo>
                    <a:pt x="209091" y="5344"/>
                  </a:lnTo>
                  <a:lnTo>
                    <a:pt x="203942" y="4097"/>
                  </a:lnTo>
                  <a:lnTo>
                    <a:pt x="198756" y="3013"/>
                  </a:lnTo>
                  <a:lnTo>
                    <a:pt x="193538" y="2094"/>
                  </a:lnTo>
                  <a:lnTo>
                    <a:pt x="188294" y="1341"/>
                  </a:lnTo>
                  <a:lnTo>
                    <a:pt x="183029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60930" y="4961274"/>
              <a:ext cx="21910" cy="167167"/>
            </a:xfrm>
            <a:custGeom>
              <a:avLst/>
              <a:pathLst>
                <a:path w="21910" h="167167">
                  <a:moveTo>
                    <a:pt x="21910" y="0"/>
                  </a:moveTo>
                  <a:lnTo>
                    <a:pt x="14588" y="160"/>
                  </a:lnTo>
                  <a:lnTo>
                    <a:pt x="7280" y="641"/>
                  </a:lnTo>
                  <a:lnTo>
                    <a:pt x="0" y="1442"/>
                  </a:lnTo>
                  <a:lnTo>
                    <a:pt x="219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60930" y="4962716"/>
              <a:ext cx="21910" cy="165725"/>
            </a:xfrm>
            <a:custGeom>
              <a:avLst/>
              <a:pathLst>
                <a:path w="21910" h="165725">
                  <a:moveTo>
                    <a:pt x="0" y="0"/>
                  </a:moveTo>
                  <a:lnTo>
                    <a:pt x="21910" y="165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60930" y="4962716"/>
              <a:ext cx="21910" cy="165725"/>
            </a:xfrm>
            <a:custGeom>
              <a:avLst/>
              <a:pathLst>
                <a:path w="21910" h="165725">
                  <a:moveTo>
                    <a:pt x="0" y="0"/>
                  </a:moveTo>
                  <a:lnTo>
                    <a:pt x="21910" y="1657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60930" y="4962716"/>
              <a:ext cx="21910" cy="165725"/>
            </a:xfrm>
            <a:custGeom>
              <a:avLst/>
              <a:pathLst>
                <a:path w="21910" h="165725">
                  <a:moveTo>
                    <a:pt x="0" y="0"/>
                  </a:moveTo>
                  <a:lnTo>
                    <a:pt x="21910" y="1657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915680" y="4962716"/>
              <a:ext cx="167159" cy="188770"/>
            </a:xfrm>
            <a:custGeom>
              <a:avLst/>
              <a:pathLst>
                <a:path w="167159" h="188770">
                  <a:moveTo>
                    <a:pt x="145249" y="0"/>
                  </a:moveTo>
                  <a:lnTo>
                    <a:pt x="139925" y="791"/>
                  </a:lnTo>
                  <a:lnTo>
                    <a:pt x="134630" y="1753"/>
                  </a:lnTo>
                  <a:lnTo>
                    <a:pt x="129369" y="2885"/>
                  </a:lnTo>
                  <a:lnTo>
                    <a:pt x="124146" y="4186"/>
                  </a:lnTo>
                  <a:lnTo>
                    <a:pt x="118968" y="5654"/>
                  </a:lnTo>
                  <a:lnTo>
                    <a:pt x="113840" y="7289"/>
                  </a:lnTo>
                  <a:lnTo>
                    <a:pt x="108768" y="9087"/>
                  </a:lnTo>
                  <a:lnTo>
                    <a:pt x="103756" y="11048"/>
                  </a:lnTo>
                  <a:lnTo>
                    <a:pt x="98809" y="13169"/>
                  </a:lnTo>
                  <a:lnTo>
                    <a:pt x="93934" y="15449"/>
                  </a:lnTo>
                  <a:lnTo>
                    <a:pt x="89134" y="17884"/>
                  </a:lnTo>
                  <a:lnTo>
                    <a:pt x="84415" y="20472"/>
                  </a:lnTo>
                  <a:lnTo>
                    <a:pt x="79782" y="23211"/>
                  </a:lnTo>
                  <a:lnTo>
                    <a:pt x="75240" y="26098"/>
                  </a:lnTo>
                  <a:lnTo>
                    <a:pt x="70793" y="29129"/>
                  </a:lnTo>
                  <a:lnTo>
                    <a:pt x="66445" y="32302"/>
                  </a:lnTo>
                  <a:lnTo>
                    <a:pt x="62203" y="35613"/>
                  </a:lnTo>
                  <a:lnTo>
                    <a:pt x="58069" y="39059"/>
                  </a:lnTo>
                  <a:lnTo>
                    <a:pt x="54048" y="42637"/>
                  </a:lnTo>
                  <a:lnTo>
                    <a:pt x="50144" y="46342"/>
                  </a:lnTo>
                  <a:lnTo>
                    <a:pt x="46361" y="50171"/>
                  </a:lnTo>
                  <a:lnTo>
                    <a:pt x="42704" y="54119"/>
                  </a:lnTo>
                  <a:lnTo>
                    <a:pt x="39176" y="58183"/>
                  </a:lnTo>
                  <a:lnTo>
                    <a:pt x="35780" y="62359"/>
                  </a:lnTo>
                  <a:lnTo>
                    <a:pt x="32521" y="66642"/>
                  </a:lnTo>
                  <a:lnTo>
                    <a:pt x="29401" y="71027"/>
                  </a:lnTo>
                  <a:lnTo>
                    <a:pt x="26424" y="75511"/>
                  </a:lnTo>
                  <a:lnTo>
                    <a:pt x="23593" y="80088"/>
                  </a:lnTo>
                  <a:lnTo>
                    <a:pt x="20911" y="84754"/>
                  </a:lnTo>
                  <a:lnTo>
                    <a:pt x="18380" y="89504"/>
                  </a:lnTo>
                  <a:lnTo>
                    <a:pt x="16003" y="94333"/>
                  </a:lnTo>
                  <a:lnTo>
                    <a:pt x="13783" y="99236"/>
                  </a:lnTo>
                  <a:lnTo>
                    <a:pt x="11723" y="104208"/>
                  </a:lnTo>
                  <a:lnTo>
                    <a:pt x="9823" y="109243"/>
                  </a:lnTo>
                  <a:lnTo>
                    <a:pt x="8086" y="114338"/>
                  </a:lnTo>
                  <a:lnTo>
                    <a:pt x="6514" y="119485"/>
                  </a:lnTo>
                  <a:lnTo>
                    <a:pt x="5109" y="124680"/>
                  </a:lnTo>
                  <a:lnTo>
                    <a:pt x="3872" y="129918"/>
                  </a:lnTo>
                  <a:lnTo>
                    <a:pt x="2804" y="135193"/>
                  </a:lnTo>
                  <a:lnTo>
                    <a:pt x="1906" y="140500"/>
                  </a:lnTo>
                  <a:lnTo>
                    <a:pt x="1180" y="145833"/>
                  </a:lnTo>
                  <a:lnTo>
                    <a:pt x="625" y="151186"/>
                  </a:lnTo>
                  <a:lnTo>
                    <a:pt x="244" y="156555"/>
                  </a:lnTo>
                  <a:lnTo>
                    <a:pt x="35" y="161933"/>
                  </a:lnTo>
                  <a:lnTo>
                    <a:pt x="0" y="167315"/>
                  </a:lnTo>
                  <a:lnTo>
                    <a:pt x="137" y="172695"/>
                  </a:lnTo>
                  <a:lnTo>
                    <a:pt x="448" y="178068"/>
                  </a:lnTo>
                  <a:lnTo>
                    <a:pt x="932" y="183428"/>
                  </a:lnTo>
                  <a:lnTo>
                    <a:pt x="1588" y="188770"/>
                  </a:lnTo>
                  <a:lnTo>
                    <a:pt x="167159" y="1657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7269" y="4961274"/>
              <a:ext cx="332721" cy="334334"/>
            </a:xfrm>
            <a:custGeom>
              <a:avLst/>
              <a:pathLst>
                <a:path w="332721" h="334334">
                  <a:moveTo>
                    <a:pt x="0" y="190212"/>
                  </a:moveTo>
                  <a:lnTo>
                    <a:pt x="815" y="195459"/>
                  </a:lnTo>
                  <a:lnTo>
                    <a:pt x="1797" y="200677"/>
                  </a:lnTo>
                  <a:lnTo>
                    <a:pt x="2943" y="205862"/>
                  </a:lnTo>
                  <a:lnTo>
                    <a:pt x="4254" y="211007"/>
                  </a:lnTo>
                  <a:lnTo>
                    <a:pt x="5728" y="216108"/>
                  </a:lnTo>
                  <a:lnTo>
                    <a:pt x="7363" y="221160"/>
                  </a:lnTo>
                  <a:lnTo>
                    <a:pt x="9158" y="226157"/>
                  </a:lnTo>
                  <a:lnTo>
                    <a:pt x="11110" y="231095"/>
                  </a:lnTo>
                  <a:lnTo>
                    <a:pt x="13218" y="235968"/>
                  </a:lnTo>
                  <a:lnTo>
                    <a:pt x="15480" y="240772"/>
                  </a:lnTo>
                  <a:lnTo>
                    <a:pt x="17894" y="245502"/>
                  </a:lnTo>
                  <a:lnTo>
                    <a:pt x="20456" y="250152"/>
                  </a:lnTo>
                  <a:lnTo>
                    <a:pt x="23165" y="254719"/>
                  </a:lnTo>
                  <a:lnTo>
                    <a:pt x="26017" y="259198"/>
                  </a:lnTo>
                  <a:lnTo>
                    <a:pt x="29010" y="263584"/>
                  </a:lnTo>
                  <a:lnTo>
                    <a:pt x="32141" y="267872"/>
                  </a:lnTo>
                  <a:lnTo>
                    <a:pt x="35407" y="272059"/>
                  </a:lnTo>
                  <a:lnTo>
                    <a:pt x="38804" y="276140"/>
                  </a:lnTo>
                  <a:lnTo>
                    <a:pt x="42329" y="280111"/>
                  </a:lnTo>
                  <a:lnTo>
                    <a:pt x="45978" y="283968"/>
                  </a:lnTo>
                  <a:lnTo>
                    <a:pt x="49748" y="287707"/>
                  </a:lnTo>
                  <a:lnTo>
                    <a:pt x="53634" y="291325"/>
                  </a:lnTo>
                  <a:lnTo>
                    <a:pt x="57634" y="294817"/>
                  </a:lnTo>
                  <a:lnTo>
                    <a:pt x="61742" y="298181"/>
                  </a:lnTo>
                  <a:lnTo>
                    <a:pt x="65956" y="301412"/>
                  </a:lnTo>
                  <a:lnTo>
                    <a:pt x="70270" y="304508"/>
                  </a:lnTo>
                  <a:lnTo>
                    <a:pt x="74679" y="307466"/>
                  </a:lnTo>
                  <a:lnTo>
                    <a:pt x="79181" y="310281"/>
                  </a:lnTo>
                  <a:lnTo>
                    <a:pt x="83770" y="312953"/>
                  </a:lnTo>
                  <a:lnTo>
                    <a:pt x="88441" y="315477"/>
                  </a:lnTo>
                  <a:lnTo>
                    <a:pt x="93190" y="317852"/>
                  </a:lnTo>
                  <a:lnTo>
                    <a:pt x="98012" y="320075"/>
                  </a:lnTo>
                  <a:lnTo>
                    <a:pt x="102903" y="322143"/>
                  </a:lnTo>
                  <a:lnTo>
                    <a:pt x="107856" y="324055"/>
                  </a:lnTo>
                  <a:lnTo>
                    <a:pt x="112868" y="325809"/>
                  </a:lnTo>
                  <a:lnTo>
                    <a:pt x="117933" y="327403"/>
                  </a:lnTo>
                  <a:lnTo>
                    <a:pt x="123046" y="328835"/>
                  </a:lnTo>
                  <a:lnTo>
                    <a:pt x="128202" y="330104"/>
                  </a:lnTo>
                  <a:lnTo>
                    <a:pt x="133395" y="331209"/>
                  </a:lnTo>
                  <a:lnTo>
                    <a:pt x="138622" y="332148"/>
                  </a:lnTo>
                  <a:lnTo>
                    <a:pt x="143875" y="332920"/>
                  </a:lnTo>
                  <a:lnTo>
                    <a:pt x="149150" y="333526"/>
                  </a:lnTo>
                  <a:lnTo>
                    <a:pt x="154442" y="333964"/>
                  </a:lnTo>
                  <a:lnTo>
                    <a:pt x="159745" y="334233"/>
                  </a:lnTo>
                  <a:lnTo>
                    <a:pt x="165053" y="334334"/>
                  </a:lnTo>
                  <a:lnTo>
                    <a:pt x="170363" y="334266"/>
                  </a:lnTo>
                  <a:lnTo>
                    <a:pt x="175667" y="334029"/>
                  </a:lnTo>
                  <a:lnTo>
                    <a:pt x="180962" y="333624"/>
                  </a:lnTo>
                  <a:lnTo>
                    <a:pt x="186240" y="333052"/>
                  </a:lnTo>
                  <a:lnTo>
                    <a:pt x="191498" y="332311"/>
                  </a:lnTo>
                  <a:lnTo>
                    <a:pt x="196730" y="331405"/>
                  </a:lnTo>
                  <a:lnTo>
                    <a:pt x="201930" y="330332"/>
                  </a:lnTo>
                  <a:lnTo>
                    <a:pt x="207094" y="329095"/>
                  </a:lnTo>
                  <a:lnTo>
                    <a:pt x="212216" y="327695"/>
                  </a:lnTo>
                  <a:lnTo>
                    <a:pt x="217291" y="326132"/>
                  </a:lnTo>
                  <a:lnTo>
                    <a:pt x="222313" y="324410"/>
                  </a:lnTo>
                  <a:lnTo>
                    <a:pt x="227278" y="322528"/>
                  </a:lnTo>
                  <a:lnTo>
                    <a:pt x="232181" y="320490"/>
                  </a:lnTo>
                  <a:lnTo>
                    <a:pt x="237017" y="318297"/>
                  </a:lnTo>
                  <a:lnTo>
                    <a:pt x="241781" y="315952"/>
                  </a:lnTo>
                  <a:lnTo>
                    <a:pt x="246468" y="313457"/>
                  </a:lnTo>
                  <a:lnTo>
                    <a:pt x="251073" y="310814"/>
                  </a:lnTo>
                  <a:lnTo>
                    <a:pt x="255592" y="308026"/>
                  </a:lnTo>
                  <a:lnTo>
                    <a:pt x="260020" y="305096"/>
                  </a:lnTo>
                  <a:lnTo>
                    <a:pt x="264353" y="302026"/>
                  </a:lnTo>
                  <a:lnTo>
                    <a:pt x="268586" y="298821"/>
                  </a:lnTo>
                  <a:lnTo>
                    <a:pt x="272715" y="295483"/>
                  </a:lnTo>
                  <a:lnTo>
                    <a:pt x="276737" y="292015"/>
                  </a:lnTo>
                  <a:lnTo>
                    <a:pt x="280646" y="288422"/>
                  </a:lnTo>
                  <a:lnTo>
                    <a:pt x="284438" y="284706"/>
                  </a:lnTo>
                  <a:lnTo>
                    <a:pt x="288111" y="280872"/>
                  </a:lnTo>
                  <a:lnTo>
                    <a:pt x="291661" y="276922"/>
                  </a:lnTo>
                  <a:lnTo>
                    <a:pt x="295083" y="272863"/>
                  </a:lnTo>
                  <a:lnTo>
                    <a:pt x="298374" y="268696"/>
                  </a:lnTo>
                  <a:lnTo>
                    <a:pt x="301532" y="264427"/>
                  </a:lnTo>
                  <a:lnTo>
                    <a:pt x="304552" y="260060"/>
                  </a:lnTo>
                  <a:lnTo>
                    <a:pt x="307432" y="255599"/>
                  </a:lnTo>
                  <a:lnTo>
                    <a:pt x="310169" y="251049"/>
                  </a:lnTo>
                  <a:lnTo>
                    <a:pt x="312760" y="246415"/>
                  </a:lnTo>
                  <a:lnTo>
                    <a:pt x="315203" y="241700"/>
                  </a:lnTo>
                  <a:lnTo>
                    <a:pt x="317495" y="236910"/>
                  </a:lnTo>
                  <a:lnTo>
                    <a:pt x="319633" y="232050"/>
                  </a:lnTo>
                  <a:lnTo>
                    <a:pt x="321616" y="227124"/>
                  </a:lnTo>
                  <a:lnTo>
                    <a:pt x="323441" y="222138"/>
                  </a:lnTo>
                  <a:lnTo>
                    <a:pt x="325108" y="217097"/>
                  </a:lnTo>
                  <a:lnTo>
                    <a:pt x="326613" y="212005"/>
                  </a:lnTo>
                  <a:lnTo>
                    <a:pt x="327956" y="206868"/>
                  </a:lnTo>
                  <a:lnTo>
                    <a:pt x="329135" y="201690"/>
                  </a:lnTo>
                  <a:lnTo>
                    <a:pt x="330148" y="196478"/>
                  </a:lnTo>
                  <a:lnTo>
                    <a:pt x="330996" y="191237"/>
                  </a:lnTo>
                  <a:lnTo>
                    <a:pt x="331677" y="185971"/>
                  </a:lnTo>
                  <a:lnTo>
                    <a:pt x="332191" y="180686"/>
                  </a:lnTo>
                  <a:lnTo>
                    <a:pt x="332536" y="175387"/>
                  </a:lnTo>
                  <a:lnTo>
                    <a:pt x="332713" y="170081"/>
                  </a:lnTo>
                  <a:lnTo>
                    <a:pt x="332721" y="164771"/>
                  </a:lnTo>
                  <a:lnTo>
                    <a:pt x="332561" y="159463"/>
                  </a:lnTo>
                  <a:lnTo>
                    <a:pt x="332232" y="154164"/>
                  </a:lnTo>
                  <a:lnTo>
                    <a:pt x="331735" y="148877"/>
                  </a:lnTo>
                  <a:lnTo>
                    <a:pt x="331070" y="143609"/>
                  </a:lnTo>
                  <a:lnTo>
                    <a:pt x="330238" y="138365"/>
                  </a:lnTo>
                  <a:lnTo>
                    <a:pt x="329241" y="133150"/>
                  </a:lnTo>
                  <a:lnTo>
                    <a:pt x="328078" y="127969"/>
                  </a:lnTo>
                  <a:lnTo>
                    <a:pt x="326751" y="122828"/>
                  </a:lnTo>
                  <a:lnTo>
                    <a:pt x="325261" y="117731"/>
                  </a:lnTo>
                  <a:lnTo>
                    <a:pt x="323611" y="112685"/>
                  </a:lnTo>
                  <a:lnTo>
                    <a:pt x="321801" y="107693"/>
                  </a:lnTo>
                  <a:lnTo>
                    <a:pt x="319833" y="102761"/>
                  </a:lnTo>
                  <a:lnTo>
                    <a:pt x="317710" y="97894"/>
                  </a:lnTo>
                  <a:lnTo>
                    <a:pt x="315433" y="93097"/>
                  </a:lnTo>
                  <a:lnTo>
                    <a:pt x="313005" y="88375"/>
                  </a:lnTo>
                  <a:lnTo>
                    <a:pt x="310428" y="83733"/>
                  </a:lnTo>
                  <a:lnTo>
                    <a:pt x="307705" y="79174"/>
                  </a:lnTo>
                  <a:lnTo>
                    <a:pt x="304839" y="74704"/>
                  </a:lnTo>
                  <a:lnTo>
                    <a:pt x="301832" y="70328"/>
                  </a:lnTo>
                  <a:lnTo>
                    <a:pt x="298688" y="66049"/>
                  </a:lnTo>
                  <a:lnTo>
                    <a:pt x="295410" y="61873"/>
                  </a:lnTo>
                  <a:lnTo>
                    <a:pt x="292000" y="57802"/>
                  </a:lnTo>
                  <a:lnTo>
                    <a:pt x="288463" y="53842"/>
                  </a:lnTo>
                  <a:lnTo>
                    <a:pt x="284802" y="49996"/>
                  </a:lnTo>
                  <a:lnTo>
                    <a:pt x="281020" y="46269"/>
                  </a:lnTo>
                  <a:lnTo>
                    <a:pt x="277122" y="42663"/>
                  </a:lnTo>
                  <a:lnTo>
                    <a:pt x="273112" y="39183"/>
                  </a:lnTo>
                  <a:lnTo>
                    <a:pt x="268993" y="35832"/>
                  </a:lnTo>
                  <a:lnTo>
                    <a:pt x="264770" y="32614"/>
                  </a:lnTo>
                  <a:lnTo>
                    <a:pt x="260447" y="29531"/>
                  </a:lnTo>
                  <a:lnTo>
                    <a:pt x="256028" y="26588"/>
                  </a:lnTo>
                  <a:lnTo>
                    <a:pt x="251517" y="23786"/>
                  </a:lnTo>
                  <a:lnTo>
                    <a:pt x="246920" y="21128"/>
                  </a:lnTo>
                  <a:lnTo>
                    <a:pt x="242241" y="18619"/>
                  </a:lnTo>
                  <a:lnTo>
                    <a:pt x="237485" y="16258"/>
                  </a:lnTo>
                  <a:lnTo>
                    <a:pt x="232656" y="14051"/>
                  </a:lnTo>
                  <a:lnTo>
                    <a:pt x="227759" y="11997"/>
                  </a:lnTo>
                  <a:lnTo>
                    <a:pt x="222800" y="10101"/>
                  </a:lnTo>
                  <a:lnTo>
                    <a:pt x="217782" y="8362"/>
                  </a:lnTo>
                  <a:lnTo>
                    <a:pt x="212713" y="6784"/>
                  </a:lnTo>
                  <a:lnTo>
                    <a:pt x="207595" y="5368"/>
                  </a:lnTo>
                  <a:lnTo>
                    <a:pt x="202435" y="4115"/>
                  </a:lnTo>
                  <a:lnTo>
                    <a:pt x="197238" y="3026"/>
                  </a:lnTo>
                  <a:lnTo>
                    <a:pt x="192009" y="2103"/>
                  </a:lnTo>
                  <a:lnTo>
                    <a:pt x="186754" y="1347"/>
                  </a:lnTo>
                  <a:lnTo>
                    <a:pt x="181477" y="758"/>
                  </a:lnTo>
                  <a:lnTo>
                    <a:pt x="176184" y="337"/>
                  </a:lnTo>
                  <a:lnTo>
                    <a:pt x="170880" y="84"/>
                  </a:lnTo>
                  <a:lnTo>
                    <a:pt x="165571" y="0"/>
                  </a:lnTo>
                  <a:lnTo>
                    <a:pt x="1655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86260" y="4605529"/>
              <a:ext cx="74286" cy="167167"/>
            </a:xfrm>
            <a:custGeom>
              <a:avLst/>
              <a:pathLst>
                <a:path w="74286" h="167167">
                  <a:moveTo>
                    <a:pt x="74286" y="0"/>
                  </a:moveTo>
                  <a:lnTo>
                    <a:pt x="68366" y="104"/>
                  </a:lnTo>
                  <a:lnTo>
                    <a:pt x="62453" y="419"/>
                  </a:lnTo>
                  <a:lnTo>
                    <a:pt x="56555" y="942"/>
                  </a:lnTo>
                  <a:lnTo>
                    <a:pt x="50679" y="1675"/>
                  </a:lnTo>
                  <a:lnTo>
                    <a:pt x="44833" y="2614"/>
                  </a:lnTo>
                  <a:lnTo>
                    <a:pt x="39024" y="3761"/>
                  </a:lnTo>
                  <a:lnTo>
                    <a:pt x="33259" y="5112"/>
                  </a:lnTo>
                  <a:lnTo>
                    <a:pt x="27546" y="6667"/>
                  </a:lnTo>
                  <a:lnTo>
                    <a:pt x="21891" y="8423"/>
                  </a:lnTo>
                  <a:lnTo>
                    <a:pt x="16302" y="10378"/>
                  </a:lnTo>
                  <a:lnTo>
                    <a:pt x="10786" y="12529"/>
                  </a:lnTo>
                  <a:lnTo>
                    <a:pt x="5350" y="14875"/>
                  </a:lnTo>
                  <a:lnTo>
                    <a:pt x="0" y="17412"/>
                  </a:lnTo>
                  <a:lnTo>
                    <a:pt x="742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6260" y="4622942"/>
              <a:ext cx="74286" cy="149754"/>
            </a:xfrm>
            <a:custGeom>
              <a:avLst/>
              <a:pathLst>
                <a:path w="74286" h="149754">
                  <a:moveTo>
                    <a:pt x="0" y="0"/>
                  </a:moveTo>
                  <a:lnTo>
                    <a:pt x="74286" y="1497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6260" y="4622942"/>
              <a:ext cx="74286" cy="149754"/>
            </a:xfrm>
            <a:custGeom>
              <a:avLst/>
              <a:pathLst>
                <a:path w="74286" h="149754">
                  <a:moveTo>
                    <a:pt x="0" y="0"/>
                  </a:moveTo>
                  <a:lnTo>
                    <a:pt x="74286" y="1497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93379" y="4622942"/>
              <a:ext cx="308244" cy="316909"/>
            </a:xfrm>
            <a:custGeom>
              <a:avLst/>
              <a:pathLst>
                <a:path w="308244" h="316909">
                  <a:moveTo>
                    <a:pt x="92880" y="0"/>
                  </a:moveTo>
                  <a:lnTo>
                    <a:pt x="88161" y="2435"/>
                  </a:lnTo>
                  <a:lnTo>
                    <a:pt x="83520" y="5019"/>
                  </a:lnTo>
                  <a:lnTo>
                    <a:pt x="78965" y="7749"/>
                  </a:lnTo>
                  <a:lnTo>
                    <a:pt x="74498" y="10623"/>
                  </a:lnTo>
                  <a:lnTo>
                    <a:pt x="70125" y="13637"/>
                  </a:lnTo>
                  <a:lnTo>
                    <a:pt x="65850" y="16789"/>
                  </a:lnTo>
                  <a:lnTo>
                    <a:pt x="61677" y="20074"/>
                  </a:lnTo>
                  <a:lnTo>
                    <a:pt x="57611" y="23491"/>
                  </a:lnTo>
                  <a:lnTo>
                    <a:pt x="53655" y="27035"/>
                  </a:lnTo>
                  <a:lnTo>
                    <a:pt x="49814" y="30703"/>
                  </a:lnTo>
                  <a:lnTo>
                    <a:pt x="46091" y="34491"/>
                  </a:lnTo>
                  <a:lnTo>
                    <a:pt x="42490" y="38396"/>
                  </a:lnTo>
                  <a:lnTo>
                    <a:pt x="39016" y="42413"/>
                  </a:lnTo>
                  <a:lnTo>
                    <a:pt x="35670" y="46538"/>
                  </a:lnTo>
                  <a:lnTo>
                    <a:pt x="32458" y="50767"/>
                  </a:lnTo>
                  <a:lnTo>
                    <a:pt x="29381" y="55097"/>
                  </a:lnTo>
                  <a:lnTo>
                    <a:pt x="26444" y="59522"/>
                  </a:lnTo>
                  <a:lnTo>
                    <a:pt x="23648" y="64038"/>
                  </a:lnTo>
                  <a:lnTo>
                    <a:pt x="20997" y="68640"/>
                  </a:lnTo>
                  <a:lnTo>
                    <a:pt x="18494" y="73324"/>
                  </a:lnTo>
                  <a:lnTo>
                    <a:pt x="16141" y="78086"/>
                  </a:lnTo>
                  <a:lnTo>
                    <a:pt x="13941" y="82920"/>
                  </a:lnTo>
                  <a:lnTo>
                    <a:pt x="11895" y="87821"/>
                  </a:lnTo>
                  <a:lnTo>
                    <a:pt x="10006" y="92785"/>
                  </a:lnTo>
                  <a:lnTo>
                    <a:pt x="8276" y="97807"/>
                  </a:lnTo>
                  <a:lnTo>
                    <a:pt x="6706" y="102880"/>
                  </a:lnTo>
                  <a:lnTo>
                    <a:pt x="5297" y="108001"/>
                  </a:lnTo>
                  <a:lnTo>
                    <a:pt x="4053" y="113165"/>
                  </a:lnTo>
                  <a:lnTo>
                    <a:pt x="2973" y="118365"/>
                  </a:lnTo>
                  <a:lnTo>
                    <a:pt x="2058" y="123597"/>
                  </a:lnTo>
                  <a:lnTo>
                    <a:pt x="1311" y="128855"/>
                  </a:lnTo>
                  <a:lnTo>
                    <a:pt x="731" y="134135"/>
                  </a:lnTo>
                  <a:lnTo>
                    <a:pt x="318" y="139430"/>
                  </a:lnTo>
                  <a:lnTo>
                    <a:pt x="75" y="144735"/>
                  </a:lnTo>
                  <a:lnTo>
                    <a:pt x="0" y="150046"/>
                  </a:lnTo>
                  <a:lnTo>
                    <a:pt x="93" y="155356"/>
                  </a:lnTo>
                  <a:lnTo>
                    <a:pt x="355" y="160661"/>
                  </a:lnTo>
                  <a:lnTo>
                    <a:pt x="786" y="165955"/>
                  </a:lnTo>
                  <a:lnTo>
                    <a:pt x="1385" y="171232"/>
                  </a:lnTo>
                  <a:lnTo>
                    <a:pt x="2151" y="176488"/>
                  </a:lnTo>
                  <a:lnTo>
                    <a:pt x="3083" y="181717"/>
                  </a:lnTo>
                  <a:lnTo>
                    <a:pt x="4181" y="186913"/>
                  </a:lnTo>
                  <a:lnTo>
                    <a:pt x="5444" y="192072"/>
                  </a:lnTo>
                  <a:lnTo>
                    <a:pt x="6870" y="197188"/>
                  </a:lnTo>
                  <a:lnTo>
                    <a:pt x="8458" y="202256"/>
                  </a:lnTo>
                  <a:lnTo>
                    <a:pt x="10206" y="207272"/>
                  </a:lnTo>
                  <a:lnTo>
                    <a:pt x="12112" y="212229"/>
                  </a:lnTo>
                  <a:lnTo>
                    <a:pt x="14175" y="217123"/>
                  </a:lnTo>
                  <a:lnTo>
                    <a:pt x="16393" y="221949"/>
                  </a:lnTo>
                  <a:lnTo>
                    <a:pt x="18762" y="226703"/>
                  </a:lnTo>
                  <a:lnTo>
                    <a:pt x="21282" y="231378"/>
                  </a:lnTo>
                  <a:lnTo>
                    <a:pt x="23948" y="235972"/>
                  </a:lnTo>
                  <a:lnTo>
                    <a:pt x="26759" y="240478"/>
                  </a:lnTo>
                  <a:lnTo>
                    <a:pt x="29712" y="244892"/>
                  </a:lnTo>
                  <a:lnTo>
                    <a:pt x="32804" y="249211"/>
                  </a:lnTo>
                  <a:lnTo>
                    <a:pt x="36031" y="253429"/>
                  </a:lnTo>
                  <a:lnTo>
                    <a:pt x="39391" y="257543"/>
                  </a:lnTo>
                  <a:lnTo>
                    <a:pt x="42880" y="261547"/>
                  </a:lnTo>
                  <a:lnTo>
                    <a:pt x="46494" y="265439"/>
                  </a:lnTo>
                  <a:lnTo>
                    <a:pt x="50230" y="269214"/>
                  </a:lnTo>
                  <a:lnTo>
                    <a:pt x="54084" y="272869"/>
                  </a:lnTo>
                  <a:lnTo>
                    <a:pt x="58052" y="276399"/>
                  </a:lnTo>
                  <a:lnTo>
                    <a:pt x="62130" y="279802"/>
                  </a:lnTo>
                  <a:lnTo>
                    <a:pt x="66315" y="283073"/>
                  </a:lnTo>
                  <a:lnTo>
                    <a:pt x="70601" y="286209"/>
                  </a:lnTo>
                  <a:lnTo>
                    <a:pt x="74984" y="289208"/>
                  </a:lnTo>
                  <a:lnTo>
                    <a:pt x="79461" y="292066"/>
                  </a:lnTo>
                  <a:lnTo>
                    <a:pt x="84026" y="294781"/>
                  </a:lnTo>
                  <a:lnTo>
                    <a:pt x="88675" y="297349"/>
                  </a:lnTo>
                  <a:lnTo>
                    <a:pt x="93404" y="299768"/>
                  </a:lnTo>
                  <a:lnTo>
                    <a:pt x="98206" y="302035"/>
                  </a:lnTo>
                  <a:lnTo>
                    <a:pt x="103079" y="304149"/>
                  </a:lnTo>
                  <a:lnTo>
                    <a:pt x="108016" y="306107"/>
                  </a:lnTo>
                  <a:lnTo>
                    <a:pt x="113013" y="307907"/>
                  </a:lnTo>
                  <a:lnTo>
                    <a:pt x="118064" y="309548"/>
                  </a:lnTo>
                  <a:lnTo>
                    <a:pt x="123165" y="311027"/>
                  </a:lnTo>
                  <a:lnTo>
                    <a:pt x="128311" y="312343"/>
                  </a:lnTo>
                  <a:lnTo>
                    <a:pt x="133495" y="313496"/>
                  </a:lnTo>
                  <a:lnTo>
                    <a:pt x="138714" y="314483"/>
                  </a:lnTo>
                  <a:lnTo>
                    <a:pt x="143962" y="315303"/>
                  </a:lnTo>
                  <a:lnTo>
                    <a:pt x="149232" y="315957"/>
                  </a:lnTo>
                  <a:lnTo>
                    <a:pt x="154521" y="316443"/>
                  </a:lnTo>
                  <a:lnTo>
                    <a:pt x="159823" y="316760"/>
                  </a:lnTo>
                  <a:lnTo>
                    <a:pt x="165132" y="316909"/>
                  </a:lnTo>
                  <a:lnTo>
                    <a:pt x="170443" y="316890"/>
                  </a:lnTo>
                  <a:lnTo>
                    <a:pt x="175751" y="316701"/>
                  </a:lnTo>
                  <a:lnTo>
                    <a:pt x="181050" y="316344"/>
                  </a:lnTo>
                  <a:lnTo>
                    <a:pt x="186335" y="315819"/>
                  </a:lnTo>
                  <a:lnTo>
                    <a:pt x="191601" y="315126"/>
                  </a:lnTo>
                  <a:lnTo>
                    <a:pt x="196842" y="314267"/>
                  </a:lnTo>
                  <a:lnTo>
                    <a:pt x="202054" y="313241"/>
                  </a:lnTo>
                  <a:lnTo>
                    <a:pt x="207230" y="312050"/>
                  </a:lnTo>
                  <a:lnTo>
                    <a:pt x="212365" y="310695"/>
                  </a:lnTo>
                  <a:lnTo>
                    <a:pt x="217455" y="309178"/>
                  </a:lnTo>
                  <a:lnTo>
                    <a:pt x="222494" y="307500"/>
                  </a:lnTo>
                  <a:lnTo>
                    <a:pt x="227478" y="305663"/>
                  </a:lnTo>
                  <a:lnTo>
                    <a:pt x="232400" y="303668"/>
                  </a:lnTo>
                  <a:lnTo>
                    <a:pt x="237257" y="301518"/>
                  </a:lnTo>
                  <a:lnTo>
                    <a:pt x="242042" y="299215"/>
                  </a:lnTo>
                  <a:lnTo>
                    <a:pt x="246753" y="296761"/>
                  </a:lnTo>
                  <a:lnTo>
                    <a:pt x="251383" y="294159"/>
                  </a:lnTo>
                  <a:lnTo>
                    <a:pt x="255927" y="291411"/>
                  </a:lnTo>
                  <a:lnTo>
                    <a:pt x="260383" y="288519"/>
                  </a:lnTo>
                  <a:lnTo>
                    <a:pt x="264744" y="285488"/>
                  </a:lnTo>
                  <a:lnTo>
                    <a:pt x="269007" y="282320"/>
                  </a:lnTo>
                  <a:lnTo>
                    <a:pt x="273167" y="279018"/>
                  </a:lnTo>
                  <a:lnTo>
                    <a:pt x="277219" y="275585"/>
                  </a:lnTo>
                  <a:lnTo>
                    <a:pt x="281161" y="272025"/>
                  </a:lnTo>
                  <a:lnTo>
                    <a:pt x="284988" y="268342"/>
                  </a:lnTo>
                  <a:lnTo>
                    <a:pt x="288696" y="264539"/>
                  </a:lnTo>
                  <a:lnTo>
                    <a:pt x="292281" y="260621"/>
                  </a:lnTo>
                  <a:lnTo>
                    <a:pt x="295740" y="256590"/>
                  </a:lnTo>
                  <a:lnTo>
                    <a:pt x="299069" y="252452"/>
                  </a:lnTo>
                  <a:lnTo>
                    <a:pt x="302265" y="248210"/>
                  </a:lnTo>
                  <a:lnTo>
                    <a:pt x="305324" y="243868"/>
                  </a:lnTo>
                  <a:lnTo>
                    <a:pt x="308244" y="239432"/>
                  </a:lnTo>
                  <a:lnTo>
                    <a:pt x="167167" y="1497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60546" y="4605529"/>
              <a:ext cx="167162" cy="256845"/>
            </a:xfrm>
            <a:custGeom>
              <a:avLst/>
              <a:pathLst>
                <a:path w="167162" h="256845">
                  <a:moveTo>
                    <a:pt x="141077" y="256845"/>
                  </a:moveTo>
                  <a:lnTo>
                    <a:pt x="143865" y="252300"/>
                  </a:lnTo>
                  <a:lnTo>
                    <a:pt x="146507" y="247669"/>
                  </a:lnTo>
                  <a:lnTo>
                    <a:pt x="149000" y="242956"/>
                  </a:lnTo>
                  <a:lnTo>
                    <a:pt x="151341" y="238165"/>
                  </a:lnTo>
                  <a:lnTo>
                    <a:pt x="153528" y="233303"/>
                  </a:lnTo>
                  <a:lnTo>
                    <a:pt x="155559" y="228373"/>
                  </a:lnTo>
                  <a:lnTo>
                    <a:pt x="157432" y="223381"/>
                  </a:lnTo>
                  <a:lnTo>
                    <a:pt x="159144" y="218332"/>
                  </a:lnTo>
                  <a:lnTo>
                    <a:pt x="160695" y="213231"/>
                  </a:lnTo>
                  <a:lnTo>
                    <a:pt x="162082" y="208083"/>
                  </a:lnTo>
                  <a:lnTo>
                    <a:pt x="163305" y="202893"/>
                  </a:lnTo>
                  <a:lnTo>
                    <a:pt x="164361" y="197667"/>
                  </a:lnTo>
                  <a:lnTo>
                    <a:pt x="165250" y="192410"/>
                  </a:lnTo>
                  <a:lnTo>
                    <a:pt x="165971" y="187127"/>
                  </a:lnTo>
                  <a:lnTo>
                    <a:pt x="166523" y="181824"/>
                  </a:lnTo>
                  <a:lnTo>
                    <a:pt x="166906" y="176506"/>
                  </a:lnTo>
                  <a:lnTo>
                    <a:pt x="167119" y="171178"/>
                  </a:lnTo>
                  <a:lnTo>
                    <a:pt x="167162" y="165847"/>
                  </a:lnTo>
                  <a:lnTo>
                    <a:pt x="167035" y="160517"/>
                  </a:lnTo>
                  <a:lnTo>
                    <a:pt x="166738" y="155193"/>
                  </a:lnTo>
                  <a:lnTo>
                    <a:pt x="166271" y="149882"/>
                  </a:lnTo>
                  <a:lnTo>
                    <a:pt x="165635" y="144588"/>
                  </a:lnTo>
                  <a:lnTo>
                    <a:pt x="164831" y="139318"/>
                  </a:lnTo>
                  <a:lnTo>
                    <a:pt x="163859" y="134075"/>
                  </a:lnTo>
                  <a:lnTo>
                    <a:pt x="162720" y="128866"/>
                  </a:lnTo>
                  <a:lnTo>
                    <a:pt x="161416" y="123697"/>
                  </a:lnTo>
                  <a:lnTo>
                    <a:pt x="159948" y="118571"/>
                  </a:lnTo>
                  <a:lnTo>
                    <a:pt x="158317" y="113495"/>
                  </a:lnTo>
                  <a:lnTo>
                    <a:pt x="156524" y="108474"/>
                  </a:lnTo>
                  <a:lnTo>
                    <a:pt x="154573" y="103512"/>
                  </a:lnTo>
                  <a:lnTo>
                    <a:pt x="152464" y="98615"/>
                  </a:lnTo>
                  <a:lnTo>
                    <a:pt x="150201" y="93787"/>
                  </a:lnTo>
                  <a:lnTo>
                    <a:pt x="147784" y="89035"/>
                  </a:lnTo>
                  <a:lnTo>
                    <a:pt x="145217" y="84362"/>
                  </a:lnTo>
                  <a:lnTo>
                    <a:pt x="142503" y="79773"/>
                  </a:lnTo>
                  <a:lnTo>
                    <a:pt x="139643" y="75272"/>
                  </a:lnTo>
                  <a:lnTo>
                    <a:pt x="136642" y="70866"/>
                  </a:lnTo>
                  <a:lnTo>
                    <a:pt x="133501" y="66557"/>
                  </a:lnTo>
                  <a:lnTo>
                    <a:pt x="130225" y="62351"/>
                  </a:lnTo>
                  <a:lnTo>
                    <a:pt x="126816" y="58251"/>
                  </a:lnTo>
                  <a:lnTo>
                    <a:pt x="123278" y="54263"/>
                  </a:lnTo>
                  <a:lnTo>
                    <a:pt x="119615" y="50389"/>
                  </a:lnTo>
                  <a:lnTo>
                    <a:pt x="115830" y="46633"/>
                  </a:lnTo>
                  <a:lnTo>
                    <a:pt x="111927" y="43001"/>
                  </a:lnTo>
                  <a:lnTo>
                    <a:pt x="107910" y="39495"/>
                  </a:lnTo>
                  <a:lnTo>
                    <a:pt x="103784" y="36118"/>
                  </a:lnTo>
                  <a:lnTo>
                    <a:pt x="99552" y="32875"/>
                  </a:lnTo>
                  <a:lnTo>
                    <a:pt x="95219" y="29769"/>
                  </a:lnTo>
                  <a:lnTo>
                    <a:pt x="90788" y="26802"/>
                  </a:lnTo>
                  <a:lnTo>
                    <a:pt x="86266" y="23978"/>
                  </a:lnTo>
                  <a:lnTo>
                    <a:pt x="81656" y="21300"/>
                  </a:lnTo>
                  <a:lnTo>
                    <a:pt x="76962" y="18770"/>
                  </a:lnTo>
                  <a:lnTo>
                    <a:pt x="72191" y="16391"/>
                  </a:lnTo>
                  <a:lnTo>
                    <a:pt x="67346" y="14165"/>
                  </a:lnTo>
                  <a:lnTo>
                    <a:pt x="62432" y="12096"/>
                  </a:lnTo>
                  <a:lnTo>
                    <a:pt x="57455" y="10183"/>
                  </a:lnTo>
                  <a:lnTo>
                    <a:pt x="52420" y="8431"/>
                  </a:lnTo>
                  <a:lnTo>
                    <a:pt x="47331" y="6840"/>
                  </a:lnTo>
                  <a:lnTo>
                    <a:pt x="42194" y="5412"/>
                  </a:lnTo>
                  <a:lnTo>
                    <a:pt x="37014" y="4149"/>
                  </a:lnTo>
                  <a:lnTo>
                    <a:pt x="31796" y="3051"/>
                  </a:lnTo>
                  <a:lnTo>
                    <a:pt x="26546" y="2121"/>
                  </a:lnTo>
                  <a:lnTo>
                    <a:pt x="21270" y="1358"/>
                  </a:lnTo>
                  <a:lnTo>
                    <a:pt x="15971" y="764"/>
                  </a:lnTo>
                  <a:lnTo>
                    <a:pt x="10656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654771" y="4172415"/>
              <a:ext cx="91121" cy="167167"/>
            </a:xfrm>
            <a:custGeom>
              <a:avLst/>
              <a:pathLst>
                <a:path w="91121" h="167167">
                  <a:moveTo>
                    <a:pt x="91121" y="0"/>
                  </a:moveTo>
                  <a:lnTo>
                    <a:pt x="85453" y="96"/>
                  </a:lnTo>
                  <a:lnTo>
                    <a:pt x="79792" y="384"/>
                  </a:lnTo>
                  <a:lnTo>
                    <a:pt x="74144" y="864"/>
                  </a:lnTo>
                  <a:lnTo>
                    <a:pt x="68515" y="1535"/>
                  </a:lnTo>
                  <a:lnTo>
                    <a:pt x="62912" y="2397"/>
                  </a:lnTo>
                  <a:lnTo>
                    <a:pt x="57342" y="3448"/>
                  </a:lnTo>
                  <a:lnTo>
                    <a:pt x="51810" y="4687"/>
                  </a:lnTo>
                  <a:lnTo>
                    <a:pt x="46324" y="6114"/>
                  </a:lnTo>
                  <a:lnTo>
                    <a:pt x="40889" y="7725"/>
                  </a:lnTo>
                  <a:lnTo>
                    <a:pt x="35512" y="9520"/>
                  </a:lnTo>
                  <a:lnTo>
                    <a:pt x="30199" y="11496"/>
                  </a:lnTo>
                  <a:lnTo>
                    <a:pt x="24956" y="13651"/>
                  </a:lnTo>
                  <a:lnTo>
                    <a:pt x="19789" y="15983"/>
                  </a:lnTo>
                  <a:lnTo>
                    <a:pt x="14704" y="18488"/>
                  </a:lnTo>
                  <a:lnTo>
                    <a:pt x="9707" y="21165"/>
                  </a:lnTo>
                  <a:lnTo>
                    <a:pt x="4804" y="24009"/>
                  </a:lnTo>
                  <a:lnTo>
                    <a:pt x="0" y="27018"/>
                  </a:lnTo>
                  <a:lnTo>
                    <a:pt x="9112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4771" y="4199434"/>
              <a:ext cx="91121" cy="140149"/>
            </a:xfrm>
            <a:custGeom>
              <a:avLst/>
              <a:pathLst>
                <a:path w="91121" h="140149">
                  <a:moveTo>
                    <a:pt x="0" y="0"/>
                  </a:moveTo>
                  <a:lnTo>
                    <a:pt x="91121" y="140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78734" y="4199434"/>
              <a:ext cx="334314" cy="307314"/>
            </a:xfrm>
            <a:custGeom>
              <a:avLst/>
              <a:pathLst>
                <a:path w="334314" h="307314">
                  <a:moveTo>
                    <a:pt x="76036" y="0"/>
                  </a:moveTo>
                  <a:lnTo>
                    <a:pt x="71636" y="2961"/>
                  </a:lnTo>
                  <a:lnTo>
                    <a:pt x="67332" y="6060"/>
                  </a:lnTo>
                  <a:lnTo>
                    <a:pt x="63128" y="9294"/>
                  </a:lnTo>
                  <a:lnTo>
                    <a:pt x="59029" y="12660"/>
                  </a:lnTo>
                  <a:lnTo>
                    <a:pt x="55039" y="16155"/>
                  </a:lnTo>
                  <a:lnTo>
                    <a:pt x="51162" y="19774"/>
                  </a:lnTo>
                  <a:lnTo>
                    <a:pt x="47402" y="23514"/>
                  </a:lnTo>
                  <a:lnTo>
                    <a:pt x="43762" y="27372"/>
                  </a:lnTo>
                  <a:lnTo>
                    <a:pt x="40247" y="31343"/>
                  </a:lnTo>
                  <a:lnTo>
                    <a:pt x="36859" y="35424"/>
                  </a:lnTo>
                  <a:lnTo>
                    <a:pt x="33602" y="39610"/>
                  </a:lnTo>
                  <a:lnTo>
                    <a:pt x="30480" y="43898"/>
                  </a:lnTo>
                  <a:lnTo>
                    <a:pt x="27495" y="48282"/>
                  </a:lnTo>
                  <a:lnTo>
                    <a:pt x="24651" y="52759"/>
                  </a:lnTo>
                  <a:lnTo>
                    <a:pt x="21951" y="57324"/>
                  </a:lnTo>
                  <a:lnTo>
                    <a:pt x="19396" y="61972"/>
                  </a:lnTo>
                  <a:lnTo>
                    <a:pt x="16991" y="66699"/>
                  </a:lnTo>
                  <a:lnTo>
                    <a:pt x="14736" y="71499"/>
                  </a:lnTo>
                  <a:lnTo>
                    <a:pt x="12635" y="76369"/>
                  </a:lnTo>
                  <a:lnTo>
                    <a:pt x="10690" y="81303"/>
                  </a:lnTo>
                  <a:lnTo>
                    <a:pt x="8901" y="86297"/>
                  </a:lnTo>
                  <a:lnTo>
                    <a:pt x="7273" y="91344"/>
                  </a:lnTo>
                  <a:lnTo>
                    <a:pt x="5805" y="96441"/>
                  </a:lnTo>
                  <a:lnTo>
                    <a:pt x="4500" y="101582"/>
                  </a:lnTo>
                  <a:lnTo>
                    <a:pt x="3358" y="106761"/>
                  </a:lnTo>
                  <a:lnTo>
                    <a:pt x="2381" y="111974"/>
                  </a:lnTo>
                  <a:lnTo>
                    <a:pt x="1570" y="117216"/>
                  </a:lnTo>
                  <a:lnTo>
                    <a:pt x="926" y="122480"/>
                  </a:lnTo>
                  <a:lnTo>
                    <a:pt x="449" y="127762"/>
                  </a:lnTo>
                  <a:lnTo>
                    <a:pt x="140" y="133057"/>
                  </a:lnTo>
                  <a:lnTo>
                    <a:pt x="0" y="138359"/>
                  </a:lnTo>
                  <a:lnTo>
                    <a:pt x="27" y="143663"/>
                  </a:lnTo>
                  <a:lnTo>
                    <a:pt x="222" y="148963"/>
                  </a:lnTo>
                  <a:lnTo>
                    <a:pt x="586" y="154254"/>
                  </a:lnTo>
                  <a:lnTo>
                    <a:pt x="1117" y="159531"/>
                  </a:lnTo>
                  <a:lnTo>
                    <a:pt x="1816" y="164789"/>
                  </a:lnTo>
                  <a:lnTo>
                    <a:pt x="2681" y="170022"/>
                  </a:lnTo>
                  <a:lnTo>
                    <a:pt x="3711" y="175225"/>
                  </a:lnTo>
                  <a:lnTo>
                    <a:pt x="4906" y="180392"/>
                  </a:lnTo>
                  <a:lnTo>
                    <a:pt x="6265" y="185519"/>
                  </a:lnTo>
                  <a:lnTo>
                    <a:pt x="7785" y="190600"/>
                  </a:lnTo>
                  <a:lnTo>
                    <a:pt x="9466" y="195631"/>
                  </a:lnTo>
                  <a:lnTo>
                    <a:pt x="11305" y="200605"/>
                  </a:lnTo>
                  <a:lnTo>
                    <a:pt x="13301" y="205519"/>
                  </a:lnTo>
                  <a:lnTo>
                    <a:pt x="15453" y="210367"/>
                  </a:lnTo>
                  <a:lnTo>
                    <a:pt x="17756" y="215144"/>
                  </a:lnTo>
                  <a:lnTo>
                    <a:pt x="20211" y="219846"/>
                  </a:lnTo>
                  <a:lnTo>
                    <a:pt x="22813" y="224467"/>
                  </a:lnTo>
                  <a:lnTo>
                    <a:pt x="25561" y="229004"/>
                  </a:lnTo>
                  <a:lnTo>
                    <a:pt x="28451" y="233451"/>
                  </a:lnTo>
                  <a:lnTo>
                    <a:pt x="31480" y="237805"/>
                  </a:lnTo>
                  <a:lnTo>
                    <a:pt x="34647" y="242060"/>
                  </a:lnTo>
                  <a:lnTo>
                    <a:pt x="37946" y="246212"/>
                  </a:lnTo>
                  <a:lnTo>
                    <a:pt x="41376" y="250258"/>
                  </a:lnTo>
                  <a:lnTo>
                    <a:pt x="44932" y="254192"/>
                  </a:lnTo>
                  <a:lnTo>
                    <a:pt x="48612" y="258012"/>
                  </a:lnTo>
                  <a:lnTo>
                    <a:pt x="52410" y="261714"/>
                  </a:lnTo>
                  <a:lnTo>
                    <a:pt x="56325" y="265293"/>
                  </a:lnTo>
                  <a:lnTo>
                    <a:pt x="60350" y="268746"/>
                  </a:lnTo>
                  <a:lnTo>
                    <a:pt x="64484" y="272069"/>
                  </a:lnTo>
                  <a:lnTo>
                    <a:pt x="68720" y="275260"/>
                  </a:lnTo>
                  <a:lnTo>
                    <a:pt x="73056" y="278315"/>
                  </a:lnTo>
                  <a:lnTo>
                    <a:pt x="77487" y="281231"/>
                  </a:lnTo>
                  <a:lnTo>
                    <a:pt x="82007" y="284004"/>
                  </a:lnTo>
                  <a:lnTo>
                    <a:pt x="86614" y="286633"/>
                  </a:lnTo>
                  <a:lnTo>
                    <a:pt x="91301" y="289114"/>
                  </a:lnTo>
                  <a:lnTo>
                    <a:pt x="96065" y="291446"/>
                  </a:lnTo>
                  <a:lnTo>
                    <a:pt x="100901" y="293625"/>
                  </a:lnTo>
                  <a:lnTo>
                    <a:pt x="105803" y="295650"/>
                  </a:lnTo>
                  <a:lnTo>
                    <a:pt x="110767" y="297518"/>
                  </a:lnTo>
                  <a:lnTo>
                    <a:pt x="115787" y="299228"/>
                  </a:lnTo>
                  <a:lnTo>
                    <a:pt x="120860" y="300777"/>
                  </a:lnTo>
                  <a:lnTo>
                    <a:pt x="125979" y="302165"/>
                  </a:lnTo>
                  <a:lnTo>
                    <a:pt x="131139" y="303390"/>
                  </a:lnTo>
                  <a:lnTo>
                    <a:pt x="136336" y="304450"/>
                  </a:lnTo>
                  <a:lnTo>
                    <a:pt x="141564" y="305345"/>
                  </a:lnTo>
                  <a:lnTo>
                    <a:pt x="146817" y="306074"/>
                  </a:lnTo>
                  <a:lnTo>
                    <a:pt x="152091" y="306636"/>
                  </a:lnTo>
                  <a:lnTo>
                    <a:pt x="157380" y="307030"/>
                  </a:lnTo>
                  <a:lnTo>
                    <a:pt x="162679" y="307256"/>
                  </a:lnTo>
                  <a:lnTo>
                    <a:pt x="167983" y="307314"/>
                  </a:lnTo>
                  <a:lnTo>
                    <a:pt x="173285" y="307204"/>
                  </a:lnTo>
                  <a:lnTo>
                    <a:pt x="178582" y="306925"/>
                  </a:lnTo>
                  <a:lnTo>
                    <a:pt x="183867" y="306479"/>
                  </a:lnTo>
                  <a:lnTo>
                    <a:pt x="189135" y="305865"/>
                  </a:lnTo>
                  <a:lnTo>
                    <a:pt x="194381" y="305085"/>
                  </a:lnTo>
                  <a:lnTo>
                    <a:pt x="199600" y="304138"/>
                  </a:lnTo>
                  <a:lnTo>
                    <a:pt x="204786" y="303026"/>
                  </a:lnTo>
                  <a:lnTo>
                    <a:pt x="209934" y="301751"/>
                  </a:lnTo>
                  <a:lnTo>
                    <a:pt x="215039" y="300312"/>
                  </a:lnTo>
                  <a:lnTo>
                    <a:pt x="220095" y="298713"/>
                  </a:lnTo>
                  <a:lnTo>
                    <a:pt x="225099" y="296953"/>
                  </a:lnTo>
                  <a:lnTo>
                    <a:pt x="230044" y="295036"/>
                  </a:lnTo>
                  <a:lnTo>
                    <a:pt x="234926" y="292963"/>
                  </a:lnTo>
                  <a:lnTo>
                    <a:pt x="239740" y="290737"/>
                  </a:lnTo>
                  <a:lnTo>
                    <a:pt x="244481" y="288358"/>
                  </a:lnTo>
                  <a:lnTo>
                    <a:pt x="249143" y="285831"/>
                  </a:lnTo>
                  <a:lnTo>
                    <a:pt x="253724" y="283157"/>
                  </a:lnTo>
                  <a:lnTo>
                    <a:pt x="258217" y="280338"/>
                  </a:lnTo>
                  <a:lnTo>
                    <a:pt x="262618" y="277379"/>
                  </a:lnTo>
                  <a:lnTo>
                    <a:pt x="266924" y="274282"/>
                  </a:lnTo>
                  <a:lnTo>
                    <a:pt x="271129" y="271049"/>
                  </a:lnTo>
                  <a:lnTo>
                    <a:pt x="275229" y="267685"/>
                  </a:lnTo>
                  <a:lnTo>
                    <a:pt x="279220" y="264192"/>
                  </a:lnTo>
                  <a:lnTo>
                    <a:pt x="283099" y="260575"/>
                  </a:lnTo>
                  <a:lnTo>
                    <a:pt x="286861" y="256836"/>
                  </a:lnTo>
                  <a:lnTo>
                    <a:pt x="290502" y="252980"/>
                  </a:lnTo>
                  <a:lnTo>
                    <a:pt x="294020" y="249010"/>
                  </a:lnTo>
                  <a:lnTo>
                    <a:pt x="297409" y="244931"/>
                  </a:lnTo>
                  <a:lnTo>
                    <a:pt x="300668" y="240746"/>
                  </a:lnTo>
                  <a:lnTo>
                    <a:pt x="303792" y="236460"/>
                  </a:lnTo>
                  <a:lnTo>
                    <a:pt x="306779" y="232077"/>
                  </a:lnTo>
                  <a:lnTo>
                    <a:pt x="309625" y="227602"/>
                  </a:lnTo>
                  <a:lnTo>
                    <a:pt x="312327" y="223038"/>
                  </a:lnTo>
                  <a:lnTo>
                    <a:pt x="314884" y="218391"/>
                  </a:lnTo>
                  <a:lnTo>
                    <a:pt x="317291" y="213665"/>
                  </a:lnTo>
                  <a:lnTo>
                    <a:pt x="319548" y="208866"/>
                  </a:lnTo>
                  <a:lnTo>
                    <a:pt x="321651" y="203997"/>
                  </a:lnTo>
                  <a:lnTo>
                    <a:pt x="323599" y="199064"/>
                  </a:lnTo>
                  <a:lnTo>
                    <a:pt x="325389" y="194071"/>
                  </a:lnTo>
                  <a:lnTo>
                    <a:pt x="327020" y="189024"/>
                  </a:lnTo>
                  <a:lnTo>
                    <a:pt x="328490" y="183928"/>
                  </a:lnTo>
                  <a:lnTo>
                    <a:pt x="329798" y="178788"/>
                  </a:lnTo>
                  <a:lnTo>
                    <a:pt x="330942" y="173609"/>
                  </a:lnTo>
                  <a:lnTo>
                    <a:pt x="331921" y="168397"/>
                  </a:lnTo>
                  <a:lnTo>
                    <a:pt x="332734" y="163155"/>
                  </a:lnTo>
                  <a:lnTo>
                    <a:pt x="333381" y="157891"/>
                  </a:lnTo>
                  <a:lnTo>
                    <a:pt x="333860" y="152609"/>
                  </a:lnTo>
                  <a:lnTo>
                    <a:pt x="334171" y="147314"/>
                  </a:lnTo>
                  <a:lnTo>
                    <a:pt x="334314" y="142013"/>
                  </a:lnTo>
                  <a:lnTo>
                    <a:pt x="334289" y="136709"/>
                  </a:lnTo>
                  <a:lnTo>
                    <a:pt x="334096" y="131409"/>
                  </a:lnTo>
                  <a:lnTo>
                    <a:pt x="333735" y="126117"/>
                  </a:lnTo>
                  <a:lnTo>
                    <a:pt x="333206" y="120840"/>
                  </a:lnTo>
                  <a:lnTo>
                    <a:pt x="332510" y="115582"/>
                  </a:lnTo>
                  <a:lnTo>
                    <a:pt x="167157" y="140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165352" cy="167167"/>
            </a:xfrm>
            <a:custGeom>
              <a:avLst/>
              <a:pathLst>
                <a:path w="165352" h="167167">
                  <a:moveTo>
                    <a:pt x="165352" y="142600"/>
                  </a:moveTo>
                  <a:lnTo>
                    <a:pt x="164471" y="137265"/>
                  </a:lnTo>
                  <a:lnTo>
                    <a:pt x="163418" y="131961"/>
                  </a:lnTo>
                  <a:lnTo>
                    <a:pt x="162194" y="126694"/>
                  </a:lnTo>
                  <a:lnTo>
                    <a:pt x="160800" y="121470"/>
                  </a:lnTo>
                  <a:lnTo>
                    <a:pt x="159238" y="116293"/>
                  </a:lnTo>
                  <a:lnTo>
                    <a:pt x="157509" y="111170"/>
                  </a:lnTo>
                  <a:lnTo>
                    <a:pt x="155616" y="106105"/>
                  </a:lnTo>
                  <a:lnTo>
                    <a:pt x="153559" y="101104"/>
                  </a:lnTo>
                  <a:lnTo>
                    <a:pt x="151342" y="96172"/>
                  </a:lnTo>
                  <a:lnTo>
                    <a:pt x="148967" y="91314"/>
                  </a:lnTo>
                  <a:lnTo>
                    <a:pt x="146436" y="86536"/>
                  </a:lnTo>
                  <a:lnTo>
                    <a:pt x="143752" y="81842"/>
                  </a:lnTo>
                  <a:lnTo>
                    <a:pt x="140917" y="77238"/>
                  </a:lnTo>
                  <a:lnTo>
                    <a:pt x="137934" y="72727"/>
                  </a:lnTo>
                  <a:lnTo>
                    <a:pt x="134808" y="68315"/>
                  </a:lnTo>
                  <a:lnTo>
                    <a:pt x="131540" y="64007"/>
                  </a:lnTo>
                  <a:lnTo>
                    <a:pt x="128135" y="59807"/>
                  </a:lnTo>
                  <a:lnTo>
                    <a:pt x="124596" y="55719"/>
                  </a:lnTo>
                  <a:lnTo>
                    <a:pt x="120926" y="51747"/>
                  </a:lnTo>
                  <a:lnTo>
                    <a:pt x="117130" y="47897"/>
                  </a:lnTo>
                  <a:lnTo>
                    <a:pt x="113211" y="44171"/>
                  </a:lnTo>
                  <a:lnTo>
                    <a:pt x="109174" y="40574"/>
                  </a:lnTo>
                  <a:lnTo>
                    <a:pt x="105023" y="37109"/>
                  </a:lnTo>
                  <a:lnTo>
                    <a:pt x="100761" y="33780"/>
                  </a:lnTo>
                  <a:lnTo>
                    <a:pt x="96395" y="30591"/>
                  </a:lnTo>
                  <a:lnTo>
                    <a:pt x="91927" y="27545"/>
                  </a:lnTo>
                  <a:lnTo>
                    <a:pt x="87363" y="24645"/>
                  </a:lnTo>
                  <a:lnTo>
                    <a:pt x="82708" y="21894"/>
                  </a:lnTo>
                  <a:lnTo>
                    <a:pt x="77966" y="19295"/>
                  </a:lnTo>
                  <a:lnTo>
                    <a:pt x="73143" y="16851"/>
                  </a:lnTo>
                  <a:lnTo>
                    <a:pt x="68243" y="14564"/>
                  </a:lnTo>
                  <a:lnTo>
                    <a:pt x="63272" y="12436"/>
                  </a:lnTo>
                  <a:lnTo>
                    <a:pt x="58235" y="10471"/>
                  </a:lnTo>
                  <a:lnTo>
                    <a:pt x="53136" y="8670"/>
                  </a:lnTo>
                  <a:lnTo>
                    <a:pt x="47982" y="7034"/>
                  </a:lnTo>
                  <a:lnTo>
                    <a:pt x="42778" y="5566"/>
                  </a:lnTo>
                  <a:lnTo>
                    <a:pt x="37529" y="4267"/>
                  </a:lnTo>
                  <a:lnTo>
                    <a:pt x="32241" y="3138"/>
                  </a:lnTo>
                  <a:lnTo>
                    <a:pt x="26919" y="2181"/>
                  </a:lnTo>
                  <a:lnTo>
                    <a:pt x="21569" y="1397"/>
                  </a:lnTo>
                  <a:lnTo>
                    <a:pt x="16197" y="786"/>
                  </a:lnTo>
                  <a:lnTo>
                    <a:pt x="10807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765368" y="3685283"/>
              <a:ext cx="158126" cy="167167"/>
            </a:xfrm>
            <a:custGeom>
              <a:avLst/>
              <a:pathLst>
                <a:path w="158126" h="167167">
                  <a:moveTo>
                    <a:pt x="158126" y="0"/>
                  </a:moveTo>
                  <a:lnTo>
                    <a:pt x="152670" y="89"/>
                  </a:lnTo>
                  <a:lnTo>
                    <a:pt x="147220" y="356"/>
                  </a:lnTo>
                  <a:lnTo>
                    <a:pt x="141782" y="800"/>
                  </a:lnTo>
                  <a:lnTo>
                    <a:pt x="136361" y="1422"/>
                  </a:lnTo>
                  <a:lnTo>
                    <a:pt x="130963" y="2221"/>
                  </a:lnTo>
                  <a:lnTo>
                    <a:pt x="125594" y="3195"/>
                  </a:lnTo>
                  <a:lnTo>
                    <a:pt x="120260" y="4344"/>
                  </a:lnTo>
                  <a:lnTo>
                    <a:pt x="114967" y="5667"/>
                  </a:lnTo>
                  <a:lnTo>
                    <a:pt x="109719" y="7162"/>
                  </a:lnTo>
                  <a:lnTo>
                    <a:pt x="104522" y="8827"/>
                  </a:lnTo>
                  <a:lnTo>
                    <a:pt x="99383" y="10660"/>
                  </a:lnTo>
                  <a:lnTo>
                    <a:pt x="94307" y="12661"/>
                  </a:lnTo>
                  <a:lnTo>
                    <a:pt x="89298" y="14826"/>
                  </a:lnTo>
                  <a:lnTo>
                    <a:pt x="84363" y="17154"/>
                  </a:lnTo>
                  <a:lnTo>
                    <a:pt x="79506" y="19641"/>
                  </a:lnTo>
                  <a:lnTo>
                    <a:pt x="74734" y="22285"/>
                  </a:lnTo>
                  <a:lnTo>
                    <a:pt x="70050" y="25084"/>
                  </a:lnTo>
                  <a:lnTo>
                    <a:pt x="65459" y="28034"/>
                  </a:lnTo>
                  <a:lnTo>
                    <a:pt x="60968" y="31133"/>
                  </a:lnTo>
                  <a:lnTo>
                    <a:pt x="56580" y="34376"/>
                  </a:lnTo>
                  <a:lnTo>
                    <a:pt x="52300" y="37761"/>
                  </a:lnTo>
                  <a:lnTo>
                    <a:pt x="48133" y="41284"/>
                  </a:lnTo>
                  <a:lnTo>
                    <a:pt x="44084" y="44941"/>
                  </a:lnTo>
                  <a:lnTo>
                    <a:pt x="40155" y="48728"/>
                  </a:lnTo>
                  <a:lnTo>
                    <a:pt x="36353" y="52641"/>
                  </a:lnTo>
                  <a:lnTo>
                    <a:pt x="32680" y="56676"/>
                  </a:lnTo>
                  <a:lnTo>
                    <a:pt x="29141" y="60829"/>
                  </a:lnTo>
                  <a:lnTo>
                    <a:pt x="25739" y="65095"/>
                  </a:lnTo>
                  <a:lnTo>
                    <a:pt x="22478" y="69470"/>
                  </a:lnTo>
                  <a:lnTo>
                    <a:pt x="19362" y="73949"/>
                  </a:lnTo>
                  <a:lnTo>
                    <a:pt x="16394" y="78528"/>
                  </a:lnTo>
                  <a:lnTo>
                    <a:pt x="13576" y="83201"/>
                  </a:lnTo>
                  <a:lnTo>
                    <a:pt x="10913" y="87963"/>
                  </a:lnTo>
                  <a:lnTo>
                    <a:pt x="8406" y="92810"/>
                  </a:lnTo>
                  <a:lnTo>
                    <a:pt x="6059" y="97736"/>
                  </a:lnTo>
                  <a:lnTo>
                    <a:pt x="3874" y="102736"/>
                  </a:lnTo>
                  <a:lnTo>
                    <a:pt x="1854" y="107804"/>
                  </a:lnTo>
                  <a:lnTo>
                    <a:pt x="0" y="112936"/>
                  </a:lnTo>
                  <a:lnTo>
                    <a:pt x="15812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6344" y="3688754"/>
              <a:ext cx="334314" cy="330862"/>
            </a:xfrm>
            <a:custGeom>
              <a:avLst/>
              <a:pathLst>
                <a:path w="334314" h="330862">
                  <a:moveTo>
                    <a:pt x="9024" y="109465"/>
                  </a:moveTo>
                  <a:lnTo>
                    <a:pt x="7388" y="114492"/>
                  </a:lnTo>
                  <a:lnTo>
                    <a:pt x="5912" y="119568"/>
                  </a:lnTo>
                  <a:lnTo>
                    <a:pt x="4598" y="124689"/>
                  </a:lnTo>
                  <a:lnTo>
                    <a:pt x="3445" y="129848"/>
                  </a:lnTo>
                  <a:lnTo>
                    <a:pt x="2457" y="135041"/>
                  </a:lnTo>
                  <a:lnTo>
                    <a:pt x="1633" y="140263"/>
                  </a:lnTo>
                  <a:lnTo>
                    <a:pt x="975" y="145508"/>
                  </a:lnTo>
                  <a:lnTo>
                    <a:pt x="483" y="150772"/>
                  </a:lnTo>
                  <a:lnTo>
                    <a:pt x="158" y="156048"/>
                  </a:lnTo>
                  <a:lnTo>
                    <a:pt x="0" y="161332"/>
                  </a:lnTo>
                  <a:lnTo>
                    <a:pt x="8" y="166619"/>
                  </a:lnTo>
                  <a:lnTo>
                    <a:pt x="184" y="171902"/>
                  </a:lnTo>
                  <a:lnTo>
                    <a:pt x="527" y="177178"/>
                  </a:lnTo>
                  <a:lnTo>
                    <a:pt x="1037" y="182440"/>
                  </a:lnTo>
                  <a:lnTo>
                    <a:pt x="1713" y="187683"/>
                  </a:lnTo>
                  <a:lnTo>
                    <a:pt x="2554" y="192902"/>
                  </a:lnTo>
                  <a:lnTo>
                    <a:pt x="3560" y="198092"/>
                  </a:lnTo>
                  <a:lnTo>
                    <a:pt x="4729" y="203247"/>
                  </a:lnTo>
                  <a:lnTo>
                    <a:pt x="6061" y="208363"/>
                  </a:lnTo>
                  <a:lnTo>
                    <a:pt x="7554" y="213434"/>
                  </a:lnTo>
                  <a:lnTo>
                    <a:pt x="9206" y="218456"/>
                  </a:lnTo>
                  <a:lnTo>
                    <a:pt x="11017" y="223423"/>
                  </a:lnTo>
                  <a:lnTo>
                    <a:pt x="12983" y="228330"/>
                  </a:lnTo>
                  <a:lnTo>
                    <a:pt x="15104" y="233172"/>
                  </a:lnTo>
                  <a:lnTo>
                    <a:pt x="17377" y="237945"/>
                  </a:lnTo>
                  <a:lnTo>
                    <a:pt x="19800" y="242644"/>
                  </a:lnTo>
                  <a:lnTo>
                    <a:pt x="22370" y="247263"/>
                  </a:lnTo>
                  <a:lnTo>
                    <a:pt x="25085" y="251800"/>
                  </a:lnTo>
                  <a:lnTo>
                    <a:pt x="27941" y="256248"/>
                  </a:lnTo>
                  <a:lnTo>
                    <a:pt x="30937" y="260603"/>
                  </a:lnTo>
                  <a:lnTo>
                    <a:pt x="34070" y="264862"/>
                  </a:lnTo>
                  <a:lnTo>
                    <a:pt x="37335" y="269019"/>
                  </a:lnTo>
                  <a:lnTo>
                    <a:pt x="40730" y="273071"/>
                  </a:lnTo>
                  <a:lnTo>
                    <a:pt x="44252" y="277014"/>
                  </a:lnTo>
                  <a:lnTo>
                    <a:pt x="47897" y="280843"/>
                  </a:lnTo>
                  <a:lnTo>
                    <a:pt x="51660" y="284555"/>
                  </a:lnTo>
                  <a:lnTo>
                    <a:pt x="55540" y="288147"/>
                  </a:lnTo>
                  <a:lnTo>
                    <a:pt x="59531" y="291614"/>
                  </a:lnTo>
                  <a:lnTo>
                    <a:pt x="63629" y="294953"/>
                  </a:lnTo>
                  <a:lnTo>
                    <a:pt x="67831" y="298160"/>
                  </a:lnTo>
                  <a:lnTo>
                    <a:pt x="72133" y="301233"/>
                  </a:lnTo>
                  <a:lnTo>
                    <a:pt x="76529" y="304169"/>
                  </a:lnTo>
                  <a:lnTo>
                    <a:pt x="81016" y="306964"/>
                  </a:lnTo>
                  <a:lnTo>
                    <a:pt x="85589" y="309616"/>
                  </a:lnTo>
                  <a:lnTo>
                    <a:pt x="90244" y="312122"/>
                  </a:lnTo>
                  <a:lnTo>
                    <a:pt x="94976" y="314480"/>
                  </a:lnTo>
                  <a:lnTo>
                    <a:pt x="99780" y="316686"/>
                  </a:lnTo>
                  <a:lnTo>
                    <a:pt x="104651" y="318740"/>
                  </a:lnTo>
                  <a:lnTo>
                    <a:pt x="109585" y="320639"/>
                  </a:lnTo>
                  <a:lnTo>
                    <a:pt x="114576" y="322381"/>
                  </a:lnTo>
                  <a:lnTo>
                    <a:pt x="119620" y="323964"/>
                  </a:lnTo>
                  <a:lnTo>
                    <a:pt x="124711" y="325386"/>
                  </a:lnTo>
                  <a:lnTo>
                    <a:pt x="129845" y="326648"/>
                  </a:lnTo>
                  <a:lnTo>
                    <a:pt x="135016" y="327746"/>
                  </a:lnTo>
                  <a:lnTo>
                    <a:pt x="140219" y="328680"/>
                  </a:lnTo>
                  <a:lnTo>
                    <a:pt x="145450" y="329449"/>
                  </a:lnTo>
                  <a:lnTo>
                    <a:pt x="150702" y="330052"/>
                  </a:lnTo>
                  <a:lnTo>
                    <a:pt x="155970" y="330489"/>
                  </a:lnTo>
                  <a:lnTo>
                    <a:pt x="161249" y="330759"/>
                  </a:lnTo>
                  <a:lnTo>
                    <a:pt x="166535" y="330862"/>
                  </a:lnTo>
                  <a:lnTo>
                    <a:pt x="171821" y="330798"/>
                  </a:lnTo>
                  <a:lnTo>
                    <a:pt x="177102" y="330567"/>
                  </a:lnTo>
                  <a:lnTo>
                    <a:pt x="182374" y="330169"/>
                  </a:lnTo>
                  <a:lnTo>
                    <a:pt x="187630" y="329604"/>
                  </a:lnTo>
                  <a:lnTo>
                    <a:pt x="192866" y="328873"/>
                  </a:lnTo>
                  <a:lnTo>
                    <a:pt x="198076" y="327978"/>
                  </a:lnTo>
                  <a:lnTo>
                    <a:pt x="203255" y="326918"/>
                  </a:lnTo>
                  <a:lnTo>
                    <a:pt x="208398" y="325694"/>
                  </a:lnTo>
                  <a:lnTo>
                    <a:pt x="213500" y="324309"/>
                  </a:lnTo>
                  <a:lnTo>
                    <a:pt x="218555" y="322763"/>
                  </a:lnTo>
                  <a:lnTo>
                    <a:pt x="223559" y="321058"/>
                  </a:lnTo>
                  <a:lnTo>
                    <a:pt x="228507" y="319196"/>
                  </a:lnTo>
                  <a:lnTo>
                    <a:pt x="233393" y="317178"/>
                  </a:lnTo>
                  <a:lnTo>
                    <a:pt x="238213" y="315007"/>
                  </a:lnTo>
                  <a:lnTo>
                    <a:pt x="242962" y="312684"/>
                  </a:lnTo>
                  <a:lnTo>
                    <a:pt x="247635" y="310213"/>
                  </a:lnTo>
                  <a:lnTo>
                    <a:pt x="252227" y="307594"/>
                  </a:lnTo>
                  <a:lnTo>
                    <a:pt x="256735" y="304832"/>
                  </a:lnTo>
                  <a:lnTo>
                    <a:pt x="261153" y="301929"/>
                  </a:lnTo>
                  <a:lnTo>
                    <a:pt x="265477" y="298888"/>
                  </a:lnTo>
                  <a:lnTo>
                    <a:pt x="269702" y="295711"/>
                  </a:lnTo>
                  <a:lnTo>
                    <a:pt x="273825" y="292402"/>
                  </a:lnTo>
                  <a:lnTo>
                    <a:pt x="277842" y="288965"/>
                  </a:lnTo>
                  <a:lnTo>
                    <a:pt x="281747" y="285402"/>
                  </a:lnTo>
                  <a:lnTo>
                    <a:pt x="285538" y="281718"/>
                  </a:lnTo>
                  <a:lnTo>
                    <a:pt x="289211" y="277915"/>
                  </a:lnTo>
                  <a:lnTo>
                    <a:pt x="292762" y="273999"/>
                  </a:lnTo>
                  <a:lnTo>
                    <a:pt x="296186" y="269972"/>
                  </a:lnTo>
                  <a:lnTo>
                    <a:pt x="299482" y="265839"/>
                  </a:lnTo>
                  <a:lnTo>
                    <a:pt x="302646" y="261603"/>
                  </a:lnTo>
                  <a:lnTo>
                    <a:pt x="305674" y="257270"/>
                  </a:lnTo>
                  <a:lnTo>
                    <a:pt x="308564" y="252843"/>
                  </a:lnTo>
                  <a:lnTo>
                    <a:pt x="311312" y="248327"/>
                  </a:lnTo>
                  <a:lnTo>
                    <a:pt x="313916" y="243726"/>
                  </a:lnTo>
                  <a:lnTo>
                    <a:pt x="316373" y="239046"/>
                  </a:lnTo>
                  <a:lnTo>
                    <a:pt x="318681" y="234290"/>
                  </a:lnTo>
                  <a:lnTo>
                    <a:pt x="320837" y="229463"/>
                  </a:lnTo>
                  <a:lnTo>
                    <a:pt x="322840" y="224570"/>
                  </a:lnTo>
                  <a:lnTo>
                    <a:pt x="324687" y="219617"/>
                  </a:lnTo>
                  <a:lnTo>
                    <a:pt x="326376" y="214608"/>
                  </a:lnTo>
                  <a:lnTo>
                    <a:pt x="327906" y="209548"/>
                  </a:lnTo>
                  <a:lnTo>
                    <a:pt x="329276" y="204442"/>
                  </a:lnTo>
                  <a:lnTo>
                    <a:pt x="330483" y="199295"/>
                  </a:lnTo>
                  <a:lnTo>
                    <a:pt x="331527" y="194113"/>
                  </a:lnTo>
                  <a:lnTo>
                    <a:pt x="332407" y="188900"/>
                  </a:lnTo>
                  <a:lnTo>
                    <a:pt x="333121" y="183662"/>
                  </a:lnTo>
                  <a:lnTo>
                    <a:pt x="333669" y="178404"/>
                  </a:lnTo>
                  <a:lnTo>
                    <a:pt x="334051" y="173131"/>
                  </a:lnTo>
                  <a:lnTo>
                    <a:pt x="334266" y="167849"/>
                  </a:lnTo>
                  <a:lnTo>
                    <a:pt x="334314" y="162563"/>
                  </a:lnTo>
                  <a:lnTo>
                    <a:pt x="334194" y="157278"/>
                  </a:lnTo>
                  <a:lnTo>
                    <a:pt x="333908" y="151999"/>
                  </a:lnTo>
                  <a:lnTo>
                    <a:pt x="333455" y="146732"/>
                  </a:lnTo>
                  <a:lnTo>
                    <a:pt x="332835" y="141482"/>
                  </a:lnTo>
                  <a:lnTo>
                    <a:pt x="332050" y="136254"/>
                  </a:lnTo>
                  <a:lnTo>
                    <a:pt x="331100" y="131054"/>
                  </a:lnTo>
                  <a:lnTo>
                    <a:pt x="329986" y="125886"/>
                  </a:lnTo>
                  <a:lnTo>
                    <a:pt x="328709" y="120756"/>
                  </a:lnTo>
                  <a:lnTo>
                    <a:pt x="327270" y="115669"/>
                  </a:lnTo>
                  <a:lnTo>
                    <a:pt x="325672" y="110630"/>
                  </a:lnTo>
                  <a:lnTo>
                    <a:pt x="323914" y="105644"/>
                  </a:lnTo>
                  <a:lnTo>
                    <a:pt x="322000" y="100717"/>
                  </a:lnTo>
                  <a:lnTo>
                    <a:pt x="319932" y="95852"/>
                  </a:lnTo>
                  <a:lnTo>
                    <a:pt x="317710" y="91055"/>
                  </a:lnTo>
                  <a:lnTo>
                    <a:pt x="315338" y="86330"/>
                  </a:lnTo>
                  <a:lnTo>
                    <a:pt x="312817" y="81683"/>
                  </a:lnTo>
                  <a:lnTo>
                    <a:pt x="310151" y="77119"/>
                  </a:lnTo>
                  <a:lnTo>
                    <a:pt x="307342" y="72640"/>
                  </a:lnTo>
                  <a:lnTo>
                    <a:pt x="304393" y="68253"/>
                  </a:lnTo>
                  <a:lnTo>
                    <a:pt x="301307" y="63961"/>
                  </a:lnTo>
                  <a:lnTo>
                    <a:pt x="298086" y="59769"/>
                  </a:lnTo>
                  <a:lnTo>
                    <a:pt x="294734" y="55681"/>
                  </a:lnTo>
                  <a:lnTo>
                    <a:pt x="291255" y="51700"/>
                  </a:lnTo>
                  <a:lnTo>
                    <a:pt x="287652" y="47832"/>
                  </a:lnTo>
                  <a:lnTo>
                    <a:pt x="283928" y="44080"/>
                  </a:lnTo>
                  <a:lnTo>
                    <a:pt x="280087" y="40447"/>
                  </a:lnTo>
                  <a:lnTo>
                    <a:pt x="276134" y="36938"/>
                  </a:lnTo>
                  <a:lnTo>
                    <a:pt x="272071" y="33555"/>
                  </a:lnTo>
                  <a:lnTo>
                    <a:pt x="267904" y="30303"/>
                  </a:lnTo>
                  <a:lnTo>
                    <a:pt x="263635" y="27184"/>
                  </a:lnTo>
                  <a:lnTo>
                    <a:pt x="259271" y="24201"/>
                  </a:lnTo>
                  <a:lnTo>
                    <a:pt x="254814" y="21358"/>
                  </a:lnTo>
                  <a:lnTo>
                    <a:pt x="250269" y="18657"/>
                  </a:lnTo>
                  <a:lnTo>
                    <a:pt x="245642" y="16102"/>
                  </a:lnTo>
                  <a:lnTo>
                    <a:pt x="240936" y="13693"/>
                  </a:lnTo>
                  <a:lnTo>
                    <a:pt x="236156" y="11435"/>
                  </a:lnTo>
                  <a:lnTo>
                    <a:pt x="231307" y="9330"/>
                  </a:lnTo>
                  <a:lnTo>
                    <a:pt x="226394" y="7378"/>
                  </a:lnTo>
                  <a:lnTo>
                    <a:pt x="221421" y="5583"/>
                  </a:lnTo>
                  <a:lnTo>
                    <a:pt x="216395" y="3946"/>
                  </a:lnTo>
                  <a:lnTo>
                    <a:pt x="211319" y="2469"/>
                  </a:lnTo>
                  <a:lnTo>
                    <a:pt x="206199" y="1153"/>
                  </a:lnTo>
                  <a:lnTo>
                    <a:pt x="201040" y="0"/>
                  </a:lnTo>
                  <a:lnTo>
                    <a:pt x="167150" y="1636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33889" cy="167167"/>
            </a:xfrm>
            <a:custGeom>
              <a:avLst/>
              <a:pathLst>
                <a:path w="33889" h="167167">
                  <a:moveTo>
                    <a:pt x="33889" y="3471"/>
                  </a:moveTo>
                  <a:lnTo>
                    <a:pt x="27179" y="2224"/>
                  </a:lnTo>
                  <a:lnTo>
                    <a:pt x="20424" y="1252"/>
                  </a:lnTo>
                  <a:lnTo>
                    <a:pt x="13635" y="557"/>
                  </a:lnTo>
                  <a:lnTo>
                    <a:pt x="6823" y="13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tx81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2025-06-26T12:13:41Z</dcterms:modified>
  <cp:category/>
</cp:coreProperties>
</file>