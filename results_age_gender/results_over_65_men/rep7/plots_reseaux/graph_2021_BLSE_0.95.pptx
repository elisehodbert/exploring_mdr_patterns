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8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27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45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06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2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3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43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1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3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2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2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3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2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3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9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2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1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91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83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5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6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2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5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183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55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6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32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3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5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6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8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5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18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5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2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55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62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6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32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33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4869" y="3170392"/>
              <a:ext cx="68909" cy="167167"/>
            </a:xfrm>
            <a:custGeom>
              <a:avLst/>
              <a:pathLst>
                <a:path w="68909" h="167167">
                  <a:moveTo>
                    <a:pt x="68909" y="0"/>
                  </a:moveTo>
                  <a:lnTo>
                    <a:pt x="62991" y="104"/>
                  </a:lnTo>
                  <a:lnTo>
                    <a:pt x="57081" y="418"/>
                  </a:lnTo>
                  <a:lnTo>
                    <a:pt x="51186" y="942"/>
                  </a:lnTo>
                  <a:lnTo>
                    <a:pt x="45312" y="1673"/>
                  </a:lnTo>
                  <a:lnTo>
                    <a:pt x="39469" y="2612"/>
                  </a:lnTo>
                  <a:lnTo>
                    <a:pt x="33662" y="3758"/>
                  </a:lnTo>
                  <a:lnTo>
                    <a:pt x="27899" y="5108"/>
                  </a:lnTo>
                  <a:lnTo>
                    <a:pt x="22188" y="6661"/>
                  </a:lnTo>
                  <a:lnTo>
                    <a:pt x="16535" y="8416"/>
                  </a:lnTo>
                  <a:lnTo>
                    <a:pt x="10949" y="10369"/>
                  </a:lnTo>
                  <a:lnTo>
                    <a:pt x="5434" y="12519"/>
                  </a:lnTo>
                  <a:lnTo>
                    <a:pt x="0" y="14863"/>
                  </a:lnTo>
                  <a:lnTo>
                    <a:pt x="689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417"/>
              <a:ext cx="334333" cy="334295"/>
            </a:xfrm>
            <a:custGeom>
              <a:avLst/>
              <a:pathLst>
                <a:path w="334333" h="334295">
                  <a:moveTo>
                    <a:pt x="98257" y="14839"/>
                  </a:moveTo>
                  <a:lnTo>
                    <a:pt x="93457" y="17102"/>
                  </a:lnTo>
                  <a:lnTo>
                    <a:pt x="88732" y="19518"/>
                  </a:lnTo>
                  <a:lnTo>
                    <a:pt x="84086" y="22081"/>
                  </a:lnTo>
                  <a:lnTo>
                    <a:pt x="79524" y="24791"/>
                  </a:lnTo>
                  <a:lnTo>
                    <a:pt x="75050" y="27645"/>
                  </a:lnTo>
                  <a:lnTo>
                    <a:pt x="70668" y="30639"/>
                  </a:lnTo>
                  <a:lnTo>
                    <a:pt x="66384" y="33771"/>
                  </a:lnTo>
                  <a:lnTo>
                    <a:pt x="62202" y="37037"/>
                  </a:lnTo>
                  <a:lnTo>
                    <a:pt x="58125" y="40434"/>
                  </a:lnTo>
                  <a:lnTo>
                    <a:pt x="54159" y="43959"/>
                  </a:lnTo>
                  <a:lnTo>
                    <a:pt x="50306" y="47607"/>
                  </a:lnTo>
                  <a:lnTo>
                    <a:pt x="46571" y="51377"/>
                  </a:lnTo>
                  <a:lnTo>
                    <a:pt x="42957" y="55263"/>
                  </a:lnTo>
                  <a:lnTo>
                    <a:pt x="39468" y="59262"/>
                  </a:lnTo>
                  <a:lnTo>
                    <a:pt x="36109" y="63369"/>
                  </a:lnTo>
                  <a:lnTo>
                    <a:pt x="32881" y="67581"/>
                  </a:lnTo>
                  <a:lnTo>
                    <a:pt x="29788" y="71894"/>
                  </a:lnTo>
                  <a:lnTo>
                    <a:pt x="26835" y="76302"/>
                  </a:lnTo>
                  <a:lnTo>
                    <a:pt x="24022" y="80802"/>
                  </a:lnTo>
                  <a:lnTo>
                    <a:pt x="21354" y="85389"/>
                  </a:lnTo>
                  <a:lnTo>
                    <a:pt x="18832" y="90058"/>
                  </a:lnTo>
                  <a:lnTo>
                    <a:pt x="16460" y="94805"/>
                  </a:lnTo>
                  <a:lnTo>
                    <a:pt x="14240" y="99625"/>
                  </a:lnTo>
                  <a:lnTo>
                    <a:pt x="12174" y="104513"/>
                  </a:lnTo>
                  <a:lnTo>
                    <a:pt x="10265" y="109464"/>
                  </a:lnTo>
                  <a:lnTo>
                    <a:pt x="8513" y="114473"/>
                  </a:lnTo>
                  <a:lnTo>
                    <a:pt x="6921" y="119535"/>
                  </a:lnTo>
                  <a:lnTo>
                    <a:pt x="5491" y="124645"/>
                  </a:lnTo>
                  <a:lnTo>
                    <a:pt x="4223" y="129798"/>
                  </a:lnTo>
                  <a:lnTo>
                    <a:pt x="3120" y="134989"/>
                  </a:lnTo>
                  <a:lnTo>
                    <a:pt x="2182" y="140212"/>
                  </a:lnTo>
                  <a:lnTo>
                    <a:pt x="1411" y="145462"/>
                  </a:lnTo>
                  <a:lnTo>
                    <a:pt x="806" y="150734"/>
                  </a:lnTo>
                  <a:lnTo>
                    <a:pt x="369" y="156022"/>
                  </a:lnTo>
                  <a:lnTo>
                    <a:pt x="100" y="161322"/>
                  </a:lnTo>
                  <a:lnTo>
                    <a:pt x="0" y="166628"/>
                  </a:lnTo>
                  <a:lnTo>
                    <a:pt x="67" y="171934"/>
                  </a:lnTo>
                  <a:lnTo>
                    <a:pt x="304" y="177235"/>
                  </a:lnTo>
                  <a:lnTo>
                    <a:pt x="708" y="182526"/>
                  </a:lnTo>
                  <a:lnTo>
                    <a:pt x="1280" y="187802"/>
                  </a:lnTo>
                  <a:lnTo>
                    <a:pt x="2020" y="193057"/>
                  </a:lnTo>
                  <a:lnTo>
                    <a:pt x="2925" y="198285"/>
                  </a:lnTo>
                  <a:lnTo>
                    <a:pt x="3996" y="203483"/>
                  </a:lnTo>
                  <a:lnTo>
                    <a:pt x="5232" y="208643"/>
                  </a:lnTo>
                  <a:lnTo>
                    <a:pt x="6631" y="213762"/>
                  </a:lnTo>
                  <a:lnTo>
                    <a:pt x="8192" y="218834"/>
                  </a:lnTo>
                  <a:lnTo>
                    <a:pt x="9912" y="223854"/>
                  </a:lnTo>
                  <a:lnTo>
                    <a:pt x="11792" y="228816"/>
                  </a:lnTo>
                  <a:lnTo>
                    <a:pt x="13827" y="233717"/>
                  </a:lnTo>
                  <a:lnTo>
                    <a:pt x="16018" y="238550"/>
                  </a:lnTo>
                  <a:lnTo>
                    <a:pt x="18360" y="243312"/>
                  </a:lnTo>
                  <a:lnTo>
                    <a:pt x="20853" y="247997"/>
                  </a:lnTo>
                  <a:lnTo>
                    <a:pt x="23493" y="252600"/>
                  </a:lnTo>
                  <a:lnTo>
                    <a:pt x="26278" y="257117"/>
                  </a:lnTo>
                  <a:lnTo>
                    <a:pt x="29205" y="261543"/>
                  </a:lnTo>
                  <a:lnTo>
                    <a:pt x="32270" y="265875"/>
                  </a:lnTo>
                  <a:lnTo>
                    <a:pt x="35472" y="270107"/>
                  </a:lnTo>
                  <a:lnTo>
                    <a:pt x="38807" y="274235"/>
                  </a:lnTo>
                  <a:lnTo>
                    <a:pt x="42270" y="278255"/>
                  </a:lnTo>
                  <a:lnTo>
                    <a:pt x="45860" y="282163"/>
                  </a:lnTo>
                  <a:lnTo>
                    <a:pt x="49572" y="285955"/>
                  </a:lnTo>
                  <a:lnTo>
                    <a:pt x="53402" y="289628"/>
                  </a:lnTo>
                  <a:lnTo>
                    <a:pt x="57347" y="293177"/>
                  </a:lnTo>
                  <a:lnTo>
                    <a:pt x="61403" y="296599"/>
                  </a:lnTo>
                  <a:lnTo>
                    <a:pt x="65565" y="299891"/>
                  </a:lnTo>
                  <a:lnTo>
                    <a:pt x="69830" y="303049"/>
                  </a:lnTo>
                  <a:lnTo>
                    <a:pt x="74192" y="306070"/>
                  </a:lnTo>
                  <a:lnTo>
                    <a:pt x="78649" y="308951"/>
                  </a:lnTo>
                  <a:lnTo>
                    <a:pt x="83194" y="311689"/>
                  </a:lnTo>
                  <a:lnTo>
                    <a:pt x="87825" y="314281"/>
                  </a:lnTo>
                  <a:lnTo>
                    <a:pt x="92535" y="316725"/>
                  </a:lnTo>
                  <a:lnTo>
                    <a:pt x="97320" y="319019"/>
                  </a:lnTo>
                  <a:lnTo>
                    <a:pt x="102176" y="321159"/>
                  </a:lnTo>
                  <a:lnTo>
                    <a:pt x="107097" y="323144"/>
                  </a:lnTo>
                  <a:lnTo>
                    <a:pt x="112079" y="324972"/>
                  </a:lnTo>
                  <a:lnTo>
                    <a:pt x="117116" y="326641"/>
                  </a:lnTo>
                  <a:lnTo>
                    <a:pt x="122204" y="328150"/>
                  </a:lnTo>
                  <a:lnTo>
                    <a:pt x="127337" y="329496"/>
                  </a:lnTo>
                  <a:lnTo>
                    <a:pt x="132510" y="330678"/>
                  </a:lnTo>
                  <a:lnTo>
                    <a:pt x="137718" y="331696"/>
                  </a:lnTo>
                  <a:lnTo>
                    <a:pt x="142956" y="332547"/>
                  </a:lnTo>
                  <a:lnTo>
                    <a:pt x="148218" y="333232"/>
                  </a:lnTo>
                  <a:lnTo>
                    <a:pt x="153499" y="333750"/>
                  </a:lnTo>
                  <a:lnTo>
                    <a:pt x="158794" y="334100"/>
                  </a:lnTo>
                  <a:lnTo>
                    <a:pt x="164098" y="334282"/>
                  </a:lnTo>
                  <a:lnTo>
                    <a:pt x="169404" y="334295"/>
                  </a:lnTo>
                  <a:lnTo>
                    <a:pt x="174708" y="334140"/>
                  </a:lnTo>
                  <a:lnTo>
                    <a:pt x="180005" y="333816"/>
                  </a:lnTo>
                  <a:lnTo>
                    <a:pt x="185289" y="333324"/>
                  </a:lnTo>
                  <a:lnTo>
                    <a:pt x="190554" y="332666"/>
                  </a:lnTo>
                  <a:lnTo>
                    <a:pt x="195796" y="331840"/>
                  </a:lnTo>
                  <a:lnTo>
                    <a:pt x="201009" y="330848"/>
                  </a:lnTo>
                  <a:lnTo>
                    <a:pt x="206188" y="329691"/>
                  </a:lnTo>
                  <a:lnTo>
                    <a:pt x="211328" y="328371"/>
                  </a:lnTo>
                  <a:lnTo>
                    <a:pt x="216423" y="326888"/>
                  </a:lnTo>
                  <a:lnTo>
                    <a:pt x="221469" y="325244"/>
                  </a:lnTo>
                  <a:lnTo>
                    <a:pt x="226459" y="323441"/>
                  </a:lnTo>
                  <a:lnTo>
                    <a:pt x="231390" y="321480"/>
                  </a:lnTo>
                  <a:lnTo>
                    <a:pt x="236257" y="319364"/>
                  </a:lnTo>
                  <a:lnTo>
                    <a:pt x="241053" y="317094"/>
                  </a:lnTo>
                  <a:lnTo>
                    <a:pt x="245776" y="314674"/>
                  </a:lnTo>
                  <a:lnTo>
                    <a:pt x="250419" y="312104"/>
                  </a:lnTo>
                  <a:lnTo>
                    <a:pt x="254978" y="309389"/>
                  </a:lnTo>
                  <a:lnTo>
                    <a:pt x="259449" y="306530"/>
                  </a:lnTo>
                  <a:lnTo>
                    <a:pt x="263826" y="303531"/>
                  </a:lnTo>
                  <a:lnTo>
                    <a:pt x="268106" y="300394"/>
                  </a:lnTo>
                  <a:lnTo>
                    <a:pt x="272285" y="297123"/>
                  </a:lnTo>
                  <a:lnTo>
                    <a:pt x="276358" y="293721"/>
                  </a:lnTo>
                  <a:lnTo>
                    <a:pt x="280320" y="290192"/>
                  </a:lnTo>
                  <a:lnTo>
                    <a:pt x="284169" y="286538"/>
                  </a:lnTo>
                  <a:lnTo>
                    <a:pt x="287899" y="282764"/>
                  </a:lnTo>
                  <a:lnTo>
                    <a:pt x="291508" y="278874"/>
                  </a:lnTo>
                  <a:lnTo>
                    <a:pt x="294992" y="274871"/>
                  </a:lnTo>
                  <a:lnTo>
                    <a:pt x="298347" y="270760"/>
                  </a:lnTo>
                  <a:lnTo>
                    <a:pt x="301570" y="266544"/>
                  </a:lnTo>
                  <a:lnTo>
                    <a:pt x="304657" y="262228"/>
                  </a:lnTo>
                  <a:lnTo>
                    <a:pt x="307606" y="257816"/>
                  </a:lnTo>
                  <a:lnTo>
                    <a:pt x="310413" y="253313"/>
                  </a:lnTo>
                  <a:lnTo>
                    <a:pt x="313076" y="248722"/>
                  </a:lnTo>
                  <a:lnTo>
                    <a:pt x="315592" y="244050"/>
                  </a:lnTo>
                  <a:lnTo>
                    <a:pt x="317958" y="239300"/>
                  </a:lnTo>
                  <a:lnTo>
                    <a:pt x="320172" y="234478"/>
                  </a:lnTo>
                  <a:lnTo>
                    <a:pt x="322232" y="229588"/>
                  </a:lnTo>
                  <a:lnTo>
                    <a:pt x="324136" y="224634"/>
                  </a:lnTo>
                  <a:lnTo>
                    <a:pt x="325882" y="219623"/>
                  </a:lnTo>
                  <a:lnTo>
                    <a:pt x="327468" y="214559"/>
                  </a:lnTo>
                  <a:lnTo>
                    <a:pt x="328892" y="209447"/>
                  </a:lnTo>
                  <a:lnTo>
                    <a:pt x="330153" y="204293"/>
                  </a:lnTo>
                  <a:lnTo>
                    <a:pt x="331250" y="199101"/>
                  </a:lnTo>
                  <a:lnTo>
                    <a:pt x="332182" y="193877"/>
                  </a:lnTo>
                  <a:lnTo>
                    <a:pt x="332947" y="188626"/>
                  </a:lnTo>
                  <a:lnTo>
                    <a:pt x="333546" y="183353"/>
                  </a:lnTo>
                  <a:lnTo>
                    <a:pt x="333976" y="178064"/>
                  </a:lnTo>
                  <a:lnTo>
                    <a:pt x="334239" y="172764"/>
                  </a:lnTo>
                  <a:lnTo>
                    <a:pt x="334333" y="167458"/>
                  </a:lnTo>
                  <a:lnTo>
                    <a:pt x="334259" y="162152"/>
                  </a:lnTo>
                  <a:lnTo>
                    <a:pt x="334017" y="156851"/>
                  </a:lnTo>
                  <a:lnTo>
                    <a:pt x="333606" y="151560"/>
                  </a:lnTo>
                  <a:lnTo>
                    <a:pt x="333027" y="146286"/>
                  </a:lnTo>
                  <a:lnTo>
                    <a:pt x="332282" y="141032"/>
                  </a:lnTo>
                  <a:lnTo>
                    <a:pt x="331370" y="135804"/>
                  </a:lnTo>
                  <a:lnTo>
                    <a:pt x="330292" y="130608"/>
                  </a:lnTo>
                  <a:lnTo>
                    <a:pt x="329051" y="125449"/>
                  </a:lnTo>
                  <a:lnTo>
                    <a:pt x="327646" y="120332"/>
                  </a:lnTo>
                  <a:lnTo>
                    <a:pt x="326079" y="115262"/>
                  </a:lnTo>
                  <a:lnTo>
                    <a:pt x="324352" y="110244"/>
                  </a:lnTo>
                  <a:lnTo>
                    <a:pt x="322467" y="105283"/>
                  </a:lnTo>
                  <a:lnTo>
                    <a:pt x="320426" y="100385"/>
                  </a:lnTo>
                  <a:lnTo>
                    <a:pt x="318230" y="95554"/>
                  </a:lnTo>
                  <a:lnTo>
                    <a:pt x="315881" y="90796"/>
                  </a:lnTo>
                  <a:lnTo>
                    <a:pt x="313383" y="86114"/>
                  </a:lnTo>
                  <a:lnTo>
                    <a:pt x="310738" y="81514"/>
                  </a:lnTo>
                  <a:lnTo>
                    <a:pt x="307947" y="77000"/>
                  </a:lnTo>
                  <a:lnTo>
                    <a:pt x="305015" y="72577"/>
                  </a:lnTo>
                  <a:lnTo>
                    <a:pt x="301944" y="68250"/>
                  </a:lnTo>
                  <a:lnTo>
                    <a:pt x="298738" y="64021"/>
                  </a:lnTo>
                  <a:lnTo>
                    <a:pt x="295398" y="59897"/>
                  </a:lnTo>
                  <a:lnTo>
                    <a:pt x="291930" y="55881"/>
                  </a:lnTo>
                  <a:lnTo>
                    <a:pt x="288335" y="51977"/>
                  </a:lnTo>
                  <a:lnTo>
                    <a:pt x="284619" y="48190"/>
                  </a:lnTo>
                  <a:lnTo>
                    <a:pt x="280784" y="44522"/>
                  </a:lnTo>
                  <a:lnTo>
                    <a:pt x="276835" y="40977"/>
                  </a:lnTo>
                  <a:lnTo>
                    <a:pt x="272775" y="37560"/>
                  </a:lnTo>
                  <a:lnTo>
                    <a:pt x="268609" y="34273"/>
                  </a:lnTo>
                  <a:lnTo>
                    <a:pt x="264341" y="31120"/>
                  </a:lnTo>
                  <a:lnTo>
                    <a:pt x="259975" y="28104"/>
                  </a:lnTo>
                  <a:lnTo>
                    <a:pt x="255515" y="25229"/>
                  </a:lnTo>
                  <a:lnTo>
                    <a:pt x="250966" y="22496"/>
                  </a:lnTo>
                  <a:lnTo>
                    <a:pt x="246333" y="19909"/>
                  </a:lnTo>
                  <a:lnTo>
                    <a:pt x="241620" y="17471"/>
                  </a:lnTo>
                  <a:lnTo>
                    <a:pt x="236831" y="15183"/>
                  </a:lnTo>
                  <a:lnTo>
                    <a:pt x="231973" y="13048"/>
                  </a:lnTo>
                  <a:lnTo>
                    <a:pt x="227050" y="11069"/>
                  </a:lnTo>
                  <a:lnTo>
                    <a:pt x="222066" y="9247"/>
                  </a:lnTo>
                  <a:lnTo>
                    <a:pt x="217026" y="7584"/>
                  </a:lnTo>
                  <a:lnTo>
                    <a:pt x="211937" y="6082"/>
                  </a:lnTo>
                  <a:lnTo>
                    <a:pt x="206802" y="4742"/>
                  </a:lnTo>
                  <a:lnTo>
                    <a:pt x="201628" y="3566"/>
                  </a:lnTo>
                  <a:lnTo>
                    <a:pt x="196418" y="2554"/>
                  </a:lnTo>
                  <a:lnTo>
                    <a:pt x="191180" y="1709"/>
                  </a:lnTo>
                  <a:lnTo>
                    <a:pt x="185917" y="1030"/>
                  </a:lnTo>
                  <a:lnTo>
                    <a:pt x="180635" y="518"/>
                  </a:lnTo>
                  <a:lnTo>
                    <a:pt x="175339" y="175"/>
                  </a:lnTo>
                  <a:lnTo>
                    <a:pt x="170036" y="0"/>
                  </a:lnTo>
                  <a:lnTo>
                    <a:pt x="167166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0" y="2633064"/>
              <a:ext cx="167161" cy="167167"/>
            </a:xfrm>
            <a:custGeom>
              <a:avLst/>
              <a:pathLst>
                <a:path w="167161" h="167167">
                  <a:moveTo>
                    <a:pt x="167161" y="0"/>
                  </a:moveTo>
                  <a:lnTo>
                    <a:pt x="161721" y="88"/>
                  </a:lnTo>
                  <a:lnTo>
                    <a:pt x="156287" y="354"/>
                  </a:lnTo>
                  <a:lnTo>
                    <a:pt x="150865" y="796"/>
                  </a:lnTo>
                  <a:lnTo>
                    <a:pt x="145460" y="1414"/>
                  </a:lnTo>
                  <a:lnTo>
                    <a:pt x="140077" y="2208"/>
                  </a:lnTo>
                  <a:lnTo>
                    <a:pt x="134724" y="3177"/>
                  </a:lnTo>
                  <a:lnTo>
                    <a:pt x="129405" y="4319"/>
                  </a:lnTo>
                  <a:lnTo>
                    <a:pt x="124126" y="5634"/>
                  </a:lnTo>
                  <a:lnTo>
                    <a:pt x="118892" y="7120"/>
                  </a:lnTo>
                  <a:lnTo>
                    <a:pt x="113710" y="8775"/>
                  </a:lnTo>
                  <a:lnTo>
                    <a:pt x="108584" y="10598"/>
                  </a:lnTo>
                  <a:lnTo>
                    <a:pt x="103520" y="12587"/>
                  </a:lnTo>
                  <a:lnTo>
                    <a:pt x="98524" y="14740"/>
                  </a:lnTo>
                  <a:lnTo>
                    <a:pt x="93600" y="17054"/>
                  </a:lnTo>
                  <a:lnTo>
                    <a:pt x="88754" y="19528"/>
                  </a:lnTo>
                  <a:lnTo>
                    <a:pt x="83992" y="22157"/>
                  </a:lnTo>
                  <a:lnTo>
                    <a:pt x="79317" y="24940"/>
                  </a:lnTo>
                  <a:lnTo>
                    <a:pt x="74735" y="27874"/>
                  </a:lnTo>
                  <a:lnTo>
                    <a:pt x="70252" y="30955"/>
                  </a:lnTo>
                  <a:lnTo>
                    <a:pt x="65871" y="34181"/>
                  </a:lnTo>
                  <a:lnTo>
                    <a:pt x="61597" y="37547"/>
                  </a:lnTo>
                  <a:lnTo>
                    <a:pt x="57435" y="41051"/>
                  </a:lnTo>
                  <a:lnTo>
                    <a:pt x="53389" y="44688"/>
                  </a:lnTo>
                  <a:lnTo>
                    <a:pt x="49464" y="48455"/>
                  </a:lnTo>
                  <a:lnTo>
                    <a:pt x="45663" y="52348"/>
                  </a:lnTo>
                  <a:lnTo>
                    <a:pt x="41991" y="56363"/>
                  </a:lnTo>
                  <a:lnTo>
                    <a:pt x="38452" y="60494"/>
                  </a:lnTo>
                  <a:lnTo>
                    <a:pt x="35049" y="64739"/>
                  </a:lnTo>
                  <a:lnTo>
                    <a:pt x="31786" y="69092"/>
                  </a:lnTo>
                  <a:lnTo>
                    <a:pt x="28666" y="73549"/>
                  </a:lnTo>
                  <a:lnTo>
                    <a:pt x="25693" y="78106"/>
                  </a:lnTo>
                  <a:lnTo>
                    <a:pt x="22870" y="82756"/>
                  </a:lnTo>
                  <a:lnTo>
                    <a:pt x="20200" y="87496"/>
                  </a:lnTo>
                  <a:lnTo>
                    <a:pt x="17685" y="92320"/>
                  </a:lnTo>
                  <a:lnTo>
                    <a:pt x="15329" y="97224"/>
                  </a:lnTo>
                  <a:lnTo>
                    <a:pt x="13133" y="102202"/>
                  </a:lnTo>
                  <a:lnTo>
                    <a:pt x="11101" y="107248"/>
                  </a:lnTo>
                  <a:lnTo>
                    <a:pt x="9234" y="112358"/>
                  </a:lnTo>
                  <a:lnTo>
                    <a:pt x="7534" y="117526"/>
                  </a:lnTo>
                  <a:lnTo>
                    <a:pt x="6003" y="122747"/>
                  </a:lnTo>
                  <a:lnTo>
                    <a:pt x="4643" y="128015"/>
                  </a:lnTo>
                  <a:lnTo>
                    <a:pt x="3455" y="133324"/>
                  </a:lnTo>
                  <a:lnTo>
                    <a:pt x="2440" y="138669"/>
                  </a:lnTo>
                  <a:lnTo>
                    <a:pt x="1600" y="144044"/>
                  </a:lnTo>
                  <a:lnTo>
                    <a:pt x="936" y="149443"/>
                  </a:lnTo>
                  <a:lnTo>
                    <a:pt x="447" y="154862"/>
                  </a:lnTo>
                  <a:lnTo>
                    <a:pt x="135" y="160293"/>
                  </a:lnTo>
                  <a:lnTo>
                    <a:pt x="0" y="16573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50" y="2798796"/>
              <a:ext cx="167161" cy="1434"/>
            </a:xfrm>
            <a:custGeom>
              <a:avLst/>
              <a:pathLst>
                <a:path w="167161" h="1434">
                  <a:moveTo>
                    <a:pt x="0" y="0"/>
                  </a:moveTo>
                  <a:lnTo>
                    <a:pt x="167161" y="14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850" y="2675618"/>
              <a:ext cx="334312" cy="291778"/>
            </a:xfrm>
            <a:custGeom>
              <a:avLst/>
              <a:pathLst>
                <a:path w="334312" h="291778">
                  <a:moveTo>
                    <a:pt x="0" y="123178"/>
                  </a:moveTo>
                  <a:lnTo>
                    <a:pt x="38" y="128473"/>
                  </a:lnTo>
                  <a:lnTo>
                    <a:pt x="244" y="133764"/>
                  </a:lnTo>
                  <a:lnTo>
                    <a:pt x="618" y="139046"/>
                  </a:lnTo>
                  <a:lnTo>
                    <a:pt x="1158" y="144313"/>
                  </a:lnTo>
                  <a:lnTo>
                    <a:pt x="1866" y="149561"/>
                  </a:lnTo>
                  <a:lnTo>
                    <a:pt x="2739" y="154784"/>
                  </a:lnTo>
                  <a:lnTo>
                    <a:pt x="3777" y="159976"/>
                  </a:lnTo>
                  <a:lnTo>
                    <a:pt x="4979" y="165133"/>
                  </a:lnTo>
                  <a:lnTo>
                    <a:pt x="6344" y="170250"/>
                  </a:lnTo>
                  <a:lnTo>
                    <a:pt x="7870" y="175320"/>
                  </a:lnTo>
                  <a:lnTo>
                    <a:pt x="9556" y="180340"/>
                  </a:lnTo>
                  <a:lnTo>
                    <a:pt x="11400" y="185304"/>
                  </a:lnTo>
                  <a:lnTo>
                    <a:pt x="13400" y="190207"/>
                  </a:lnTo>
                  <a:lnTo>
                    <a:pt x="15555" y="195044"/>
                  </a:lnTo>
                  <a:lnTo>
                    <a:pt x="17861" y="199810"/>
                  </a:lnTo>
                  <a:lnTo>
                    <a:pt x="20318" y="204501"/>
                  </a:lnTo>
                  <a:lnTo>
                    <a:pt x="22922" y="209112"/>
                  </a:lnTo>
                  <a:lnTo>
                    <a:pt x="25671" y="213638"/>
                  </a:lnTo>
                  <a:lnTo>
                    <a:pt x="28561" y="218074"/>
                  </a:lnTo>
                  <a:lnTo>
                    <a:pt x="31591" y="222417"/>
                  </a:lnTo>
                  <a:lnTo>
                    <a:pt x="34757" y="226662"/>
                  </a:lnTo>
                  <a:lnTo>
                    <a:pt x="38055" y="230804"/>
                  </a:lnTo>
                  <a:lnTo>
                    <a:pt x="41483" y="234840"/>
                  </a:lnTo>
                  <a:lnTo>
                    <a:pt x="45037" y="238765"/>
                  </a:lnTo>
                  <a:lnTo>
                    <a:pt x="48714" y="242576"/>
                  </a:lnTo>
                  <a:lnTo>
                    <a:pt x="52510" y="246268"/>
                  </a:lnTo>
                  <a:lnTo>
                    <a:pt x="56420" y="249838"/>
                  </a:lnTo>
                  <a:lnTo>
                    <a:pt x="60442" y="253283"/>
                  </a:lnTo>
                  <a:lnTo>
                    <a:pt x="64571" y="256598"/>
                  </a:lnTo>
                  <a:lnTo>
                    <a:pt x="68803" y="259781"/>
                  </a:lnTo>
                  <a:lnTo>
                    <a:pt x="73133" y="262829"/>
                  </a:lnTo>
                  <a:lnTo>
                    <a:pt x="77558" y="265738"/>
                  </a:lnTo>
                  <a:lnTo>
                    <a:pt x="82073" y="268505"/>
                  </a:lnTo>
                  <a:lnTo>
                    <a:pt x="86673" y="271127"/>
                  </a:lnTo>
                  <a:lnTo>
                    <a:pt x="91354" y="273603"/>
                  </a:lnTo>
                  <a:lnTo>
                    <a:pt x="96110" y="275929"/>
                  </a:lnTo>
                  <a:lnTo>
                    <a:pt x="100939" y="278104"/>
                  </a:lnTo>
                  <a:lnTo>
                    <a:pt x="105833" y="280124"/>
                  </a:lnTo>
                  <a:lnTo>
                    <a:pt x="110789" y="281989"/>
                  </a:lnTo>
                  <a:lnTo>
                    <a:pt x="115802" y="283695"/>
                  </a:lnTo>
                  <a:lnTo>
                    <a:pt x="120866" y="285242"/>
                  </a:lnTo>
                  <a:lnTo>
                    <a:pt x="125977" y="286627"/>
                  </a:lnTo>
                  <a:lnTo>
                    <a:pt x="131129" y="287851"/>
                  </a:lnTo>
                  <a:lnTo>
                    <a:pt x="136317" y="288910"/>
                  </a:lnTo>
                  <a:lnTo>
                    <a:pt x="141537" y="289804"/>
                  </a:lnTo>
                  <a:lnTo>
                    <a:pt x="146781" y="290533"/>
                  </a:lnTo>
                  <a:lnTo>
                    <a:pt x="152047" y="291095"/>
                  </a:lnTo>
                  <a:lnTo>
                    <a:pt x="157327" y="291490"/>
                  </a:lnTo>
                  <a:lnTo>
                    <a:pt x="162618" y="291718"/>
                  </a:lnTo>
                  <a:lnTo>
                    <a:pt x="167912" y="291778"/>
                  </a:lnTo>
                  <a:lnTo>
                    <a:pt x="173207" y="291671"/>
                  </a:lnTo>
                  <a:lnTo>
                    <a:pt x="178495" y="291395"/>
                  </a:lnTo>
                  <a:lnTo>
                    <a:pt x="183771" y="290953"/>
                  </a:lnTo>
                  <a:lnTo>
                    <a:pt x="189031" y="290343"/>
                  </a:lnTo>
                  <a:lnTo>
                    <a:pt x="194269" y="289567"/>
                  </a:lnTo>
                  <a:lnTo>
                    <a:pt x="199480" y="288626"/>
                  </a:lnTo>
                  <a:lnTo>
                    <a:pt x="204659" y="287520"/>
                  </a:lnTo>
                  <a:lnTo>
                    <a:pt x="209800" y="286251"/>
                  </a:lnTo>
                  <a:lnTo>
                    <a:pt x="214898" y="284819"/>
                  </a:lnTo>
                  <a:lnTo>
                    <a:pt x="219948" y="283227"/>
                  </a:lnTo>
                  <a:lnTo>
                    <a:pt x="224945" y="281475"/>
                  </a:lnTo>
                  <a:lnTo>
                    <a:pt x="229884" y="279566"/>
                  </a:lnTo>
                  <a:lnTo>
                    <a:pt x="234760" y="277502"/>
                  </a:lnTo>
                  <a:lnTo>
                    <a:pt x="239569" y="275284"/>
                  </a:lnTo>
                  <a:lnTo>
                    <a:pt x="244305" y="272915"/>
                  </a:lnTo>
                  <a:lnTo>
                    <a:pt x="248963" y="270398"/>
                  </a:lnTo>
                  <a:lnTo>
                    <a:pt x="253539" y="267734"/>
                  </a:lnTo>
                  <a:lnTo>
                    <a:pt x="258029" y="264926"/>
                  </a:lnTo>
                  <a:lnTo>
                    <a:pt x="262427" y="261978"/>
                  </a:lnTo>
                  <a:lnTo>
                    <a:pt x="266730" y="258891"/>
                  </a:lnTo>
                  <a:lnTo>
                    <a:pt x="270933" y="255671"/>
                  </a:lnTo>
                  <a:lnTo>
                    <a:pt x="275032" y="252318"/>
                  </a:lnTo>
                  <a:lnTo>
                    <a:pt x="279023" y="248837"/>
                  </a:lnTo>
                  <a:lnTo>
                    <a:pt x="282901" y="245232"/>
                  </a:lnTo>
                  <a:lnTo>
                    <a:pt x="286663" y="241506"/>
                  </a:lnTo>
                  <a:lnTo>
                    <a:pt x="290306" y="237662"/>
                  </a:lnTo>
                  <a:lnTo>
                    <a:pt x="293824" y="233705"/>
                  </a:lnTo>
                  <a:lnTo>
                    <a:pt x="297216" y="229639"/>
                  </a:lnTo>
                  <a:lnTo>
                    <a:pt x="300477" y="225467"/>
                  </a:lnTo>
                  <a:lnTo>
                    <a:pt x="303605" y="221194"/>
                  </a:lnTo>
                  <a:lnTo>
                    <a:pt x="306595" y="216824"/>
                  </a:lnTo>
                  <a:lnTo>
                    <a:pt x="309446" y="212362"/>
                  </a:lnTo>
                  <a:lnTo>
                    <a:pt x="312154" y="207811"/>
                  </a:lnTo>
                  <a:lnTo>
                    <a:pt x="314716" y="203177"/>
                  </a:lnTo>
                  <a:lnTo>
                    <a:pt x="317130" y="198464"/>
                  </a:lnTo>
                  <a:lnTo>
                    <a:pt x="319394" y="193678"/>
                  </a:lnTo>
                  <a:lnTo>
                    <a:pt x="321505" y="188821"/>
                  </a:lnTo>
                  <a:lnTo>
                    <a:pt x="323461" y="183901"/>
                  </a:lnTo>
                  <a:lnTo>
                    <a:pt x="325261" y="178921"/>
                  </a:lnTo>
                  <a:lnTo>
                    <a:pt x="326901" y="173886"/>
                  </a:lnTo>
                  <a:lnTo>
                    <a:pt x="328382" y="168802"/>
                  </a:lnTo>
                  <a:lnTo>
                    <a:pt x="329701" y="163673"/>
                  </a:lnTo>
                  <a:lnTo>
                    <a:pt x="330856" y="158506"/>
                  </a:lnTo>
                  <a:lnTo>
                    <a:pt x="331848" y="153304"/>
                  </a:lnTo>
                  <a:lnTo>
                    <a:pt x="332674" y="148074"/>
                  </a:lnTo>
                  <a:lnTo>
                    <a:pt x="333334" y="142820"/>
                  </a:lnTo>
                  <a:lnTo>
                    <a:pt x="333827" y="137548"/>
                  </a:lnTo>
                  <a:lnTo>
                    <a:pt x="334153" y="132263"/>
                  </a:lnTo>
                  <a:lnTo>
                    <a:pt x="334312" y="126970"/>
                  </a:lnTo>
                  <a:lnTo>
                    <a:pt x="334302" y="121674"/>
                  </a:lnTo>
                  <a:lnTo>
                    <a:pt x="334126" y="116382"/>
                  </a:lnTo>
                  <a:lnTo>
                    <a:pt x="333781" y="111098"/>
                  </a:lnTo>
                  <a:lnTo>
                    <a:pt x="333269" y="105828"/>
                  </a:lnTo>
                  <a:lnTo>
                    <a:pt x="332591" y="100576"/>
                  </a:lnTo>
                  <a:lnTo>
                    <a:pt x="331747" y="95349"/>
                  </a:lnTo>
                  <a:lnTo>
                    <a:pt x="330737" y="90151"/>
                  </a:lnTo>
                  <a:lnTo>
                    <a:pt x="329564" y="84987"/>
                  </a:lnTo>
                  <a:lnTo>
                    <a:pt x="328227" y="79863"/>
                  </a:lnTo>
                  <a:lnTo>
                    <a:pt x="326729" y="74784"/>
                  </a:lnTo>
                  <a:lnTo>
                    <a:pt x="325071" y="69755"/>
                  </a:lnTo>
                  <a:lnTo>
                    <a:pt x="323254" y="64782"/>
                  </a:lnTo>
                  <a:lnTo>
                    <a:pt x="321281" y="59868"/>
                  </a:lnTo>
                  <a:lnTo>
                    <a:pt x="319153" y="55019"/>
                  </a:lnTo>
                  <a:lnTo>
                    <a:pt x="316873" y="50240"/>
                  </a:lnTo>
                  <a:lnTo>
                    <a:pt x="314442" y="45535"/>
                  </a:lnTo>
                  <a:lnTo>
                    <a:pt x="311864" y="40910"/>
                  </a:lnTo>
                  <a:lnTo>
                    <a:pt x="309140" y="36369"/>
                  </a:lnTo>
                  <a:lnTo>
                    <a:pt x="306274" y="31917"/>
                  </a:lnTo>
                  <a:lnTo>
                    <a:pt x="303268" y="27557"/>
                  </a:lnTo>
                  <a:lnTo>
                    <a:pt x="300126" y="23295"/>
                  </a:lnTo>
                  <a:lnTo>
                    <a:pt x="296850" y="19135"/>
                  </a:lnTo>
                  <a:lnTo>
                    <a:pt x="293445" y="15080"/>
                  </a:lnTo>
                  <a:lnTo>
                    <a:pt x="289912" y="11135"/>
                  </a:lnTo>
                  <a:lnTo>
                    <a:pt x="286256" y="7304"/>
                  </a:lnTo>
                  <a:lnTo>
                    <a:pt x="282481" y="3591"/>
                  </a:lnTo>
                  <a:lnTo>
                    <a:pt x="278590" y="0"/>
                  </a:lnTo>
                  <a:lnTo>
                    <a:pt x="167161" y="1246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1429" cy="167167"/>
            </a:xfrm>
            <a:custGeom>
              <a:avLst/>
              <a:pathLst>
                <a:path w="111429" h="167167">
                  <a:moveTo>
                    <a:pt x="111429" y="42554"/>
                  </a:moveTo>
                  <a:lnTo>
                    <a:pt x="107236" y="38928"/>
                  </a:lnTo>
                  <a:lnTo>
                    <a:pt x="102925" y="35443"/>
                  </a:lnTo>
                  <a:lnTo>
                    <a:pt x="98501" y="32102"/>
                  </a:lnTo>
                  <a:lnTo>
                    <a:pt x="93968" y="28910"/>
                  </a:lnTo>
                  <a:lnTo>
                    <a:pt x="89332" y="25871"/>
                  </a:lnTo>
                  <a:lnTo>
                    <a:pt x="84598" y="22986"/>
                  </a:lnTo>
                  <a:lnTo>
                    <a:pt x="79771" y="20260"/>
                  </a:lnTo>
                  <a:lnTo>
                    <a:pt x="74856" y="17696"/>
                  </a:lnTo>
                  <a:lnTo>
                    <a:pt x="69858" y="15296"/>
                  </a:lnTo>
                  <a:lnTo>
                    <a:pt x="64784" y="13063"/>
                  </a:lnTo>
                  <a:lnTo>
                    <a:pt x="59639" y="11000"/>
                  </a:lnTo>
                  <a:lnTo>
                    <a:pt x="54428" y="9108"/>
                  </a:lnTo>
                  <a:lnTo>
                    <a:pt x="49157" y="7391"/>
                  </a:lnTo>
                  <a:lnTo>
                    <a:pt x="43832" y="5849"/>
                  </a:lnTo>
                  <a:lnTo>
                    <a:pt x="38459" y="4484"/>
                  </a:lnTo>
                  <a:lnTo>
                    <a:pt x="33044" y="3298"/>
                  </a:lnTo>
                  <a:lnTo>
                    <a:pt x="27592" y="2292"/>
                  </a:lnTo>
                  <a:lnTo>
                    <a:pt x="22110" y="1468"/>
                  </a:lnTo>
                  <a:lnTo>
                    <a:pt x="16604" y="826"/>
                  </a:lnTo>
                  <a:lnTo>
                    <a:pt x="11079" y="367"/>
                  </a:lnTo>
                  <a:lnTo>
                    <a:pt x="554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3550" y="2126963"/>
              <a:ext cx="54921" cy="167167"/>
            </a:xfrm>
            <a:custGeom>
              <a:avLst/>
              <a:pathLst>
                <a:path w="54921" h="167167">
                  <a:moveTo>
                    <a:pt x="54921" y="0"/>
                  </a:moveTo>
                  <a:lnTo>
                    <a:pt x="48705" y="115"/>
                  </a:lnTo>
                  <a:lnTo>
                    <a:pt x="42497" y="462"/>
                  </a:lnTo>
                  <a:lnTo>
                    <a:pt x="36306" y="1039"/>
                  </a:lnTo>
                  <a:lnTo>
                    <a:pt x="30141" y="1846"/>
                  </a:lnTo>
                  <a:lnTo>
                    <a:pt x="24011" y="2882"/>
                  </a:lnTo>
                  <a:lnTo>
                    <a:pt x="17923" y="4145"/>
                  </a:lnTo>
                  <a:lnTo>
                    <a:pt x="11886" y="5634"/>
                  </a:lnTo>
                  <a:lnTo>
                    <a:pt x="5909" y="7346"/>
                  </a:lnTo>
                  <a:lnTo>
                    <a:pt x="0" y="9279"/>
                  </a:lnTo>
                  <a:lnTo>
                    <a:pt x="549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3550" y="2136243"/>
              <a:ext cx="54921" cy="157887"/>
            </a:xfrm>
            <a:custGeom>
              <a:avLst/>
              <a:pathLst>
                <a:path w="54921" h="157887">
                  <a:moveTo>
                    <a:pt x="0" y="0"/>
                  </a:moveTo>
                  <a:lnTo>
                    <a:pt x="54921" y="1578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5" y="2136243"/>
              <a:ext cx="207654" cy="325047"/>
            </a:xfrm>
            <a:custGeom>
              <a:avLst/>
              <a:pathLst>
                <a:path w="207654" h="325047">
                  <a:moveTo>
                    <a:pt x="112244" y="0"/>
                  </a:moveTo>
                  <a:lnTo>
                    <a:pt x="107254" y="1825"/>
                  </a:lnTo>
                  <a:lnTo>
                    <a:pt x="102325" y="3808"/>
                  </a:lnTo>
                  <a:lnTo>
                    <a:pt x="97461" y="5946"/>
                  </a:lnTo>
                  <a:lnTo>
                    <a:pt x="92667" y="8238"/>
                  </a:lnTo>
                  <a:lnTo>
                    <a:pt x="87949" y="10681"/>
                  </a:lnTo>
                  <a:lnTo>
                    <a:pt x="83310" y="13273"/>
                  </a:lnTo>
                  <a:lnTo>
                    <a:pt x="78757" y="16011"/>
                  </a:lnTo>
                  <a:lnTo>
                    <a:pt x="74293" y="18893"/>
                  </a:lnTo>
                  <a:lnTo>
                    <a:pt x="69922" y="21914"/>
                  </a:lnTo>
                  <a:lnTo>
                    <a:pt x="65650" y="25074"/>
                  </a:lnTo>
                  <a:lnTo>
                    <a:pt x="61480" y="28367"/>
                  </a:lnTo>
                  <a:lnTo>
                    <a:pt x="57417" y="31791"/>
                  </a:lnTo>
                  <a:lnTo>
                    <a:pt x="53465" y="35343"/>
                  </a:lnTo>
                  <a:lnTo>
                    <a:pt x="49628" y="39018"/>
                  </a:lnTo>
                  <a:lnTo>
                    <a:pt x="45910" y="42814"/>
                  </a:lnTo>
                  <a:lnTo>
                    <a:pt x="42314" y="46725"/>
                  </a:lnTo>
                  <a:lnTo>
                    <a:pt x="38844" y="50749"/>
                  </a:lnTo>
                  <a:lnTo>
                    <a:pt x="35504" y="54882"/>
                  </a:lnTo>
                  <a:lnTo>
                    <a:pt x="32297" y="59118"/>
                  </a:lnTo>
                  <a:lnTo>
                    <a:pt x="29226" y="63454"/>
                  </a:lnTo>
                  <a:lnTo>
                    <a:pt x="26295" y="67886"/>
                  </a:lnTo>
                  <a:lnTo>
                    <a:pt x="23506" y="72408"/>
                  </a:lnTo>
                  <a:lnTo>
                    <a:pt x="20862" y="77017"/>
                  </a:lnTo>
                  <a:lnTo>
                    <a:pt x="18365" y="81707"/>
                  </a:lnTo>
                  <a:lnTo>
                    <a:pt x="16020" y="86475"/>
                  </a:lnTo>
                  <a:lnTo>
                    <a:pt x="13826" y="91314"/>
                  </a:lnTo>
                  <a:lnTo>
                    <a:pt x="11788" y="96221"/>
                  </a:lnTo>
                  <a:lnTo>
                    <a:pt x="9907" y="101191"/>
                  </a:lnTo>
                  <a:lnTo>
                    <a:pt x="8184" y="106217"/>
                  </a:lnTo>
                  <a:lnTo>
                    <a:pt x="6623" y="111296"/>
                  </a:lnTo>
                  <a:lnTo>
                    <a:pt x="5223" y="116421"/>
                  </a:lnTo>
                  <a:lnTo>
                    <a:pt x="3987" y="121589"/>
                  </a:lnTo>
                  <a:lnTo>
                    <a:pt x="2916" y="126793"/>
                  </a:lnTo>
                  <a:lnTo>
                    <a:pt x="2010" y="132029"/>
                  </a:lnTo>
                  <a:lnTo>
                    <a:pt x="1272" y="137291"/>
                  </a:lnTo>
                  <a:lnTo>
                    <a:pt x="701" y="142573"/>
                  </a:lnTo>
                  <a:lnTo>
                    <a:pt x="299" y="147871"/>
                  </a:lnTo>
                  <a:lnTo>
                    <a:pt x="65" y="153180"/>
                  </a:lnTo>
                  <a:lnTo>
                    <a:pt x="0" y="158493"/>
                  </a:lnTo>
                  <a:lnTo>
                    <a:pt x="103" y="163805"/>
                  </a:lnTo>
                  <a:lnTo>
                    <a:pt x="376" y="169111"/>
                  </a:lnTo>
                  <a:lnTo>
                    <a:pt x="817" y="174406"/>
                  </a:lnTo>
                  <a:lnTo>
                    <a:pt x="1426" y="179685"/>
                  </a:lnTo>
                  <a:lnTo>
                    <a:pt x="2202" y="184941"/>
                  </a:lnTo>
                  <a:lnTo>
                    <a:pt x="3145" y="190170"/>
                  </a:lnTo>
                  <a:lnTo>
                    <a:pt x="4254" y="195367"/>
                  </a:lnTo>
                  <a:lnTo>
                    <a:pt x="5527" y="200525"/>
                  </a:lnTo>
                  <a:lnTo>
                    <a:pt x="6964" y="205641"/>
                  </a:lnTo>
                  <a:lnTo>
                    <a:pt x="8563" y="210708"/>
                  </a:lnTo>
                  <a:lnTo>
                    <a:pt x="10321" y="215722"/>
                  </a:lnTo>
                  <a:lnTo>
                    <a:pt x="12239" y="220677"/>
                  </a:lnTo>
                  <a:lnTo>
                    <a:pt x="14312" y="225569"/>
                  </a:lnTo>
                  <a:lnTo>
                    <a:pt x="16541" y="230393"/>
                  </a:lnTo>
                  <a:lnTo>
                    <a:pt x="18921" y="235143"/>
                  </a:lnTo>
                  <a:lnTo>
                    <a:pt x="21451" y="239815"/>
                  </a:lnTo>
                  <a:lnTo>
                    <a:pt x="24128" y="244405"/>
                  </a:lnTo>
                  <a:lnTo>
                    <a:pt x="26950" y="248907"/>
                  </a:lnTo>
                  <a:lnTo>
                    <a:pt x="29914" y="253317"/>
                  </a:lnTo>
                  <a:lnTo>
                    <a:pt x="33016" y="257631"/>
                  </a:lnTo>
                  <a:lnTo>
                    <a:pt x="36254" y="261844"/>
                  </a:lnTo>
                  <a:lnTo>
                    <a:pt x="39624" y="265952"/>
                  </a:lnTo>
                  <a:lnTo>
                    <a:pt x="43122" y="269951"/>
                  </a:lnTo>
                  <a:lnTo>
                    <a:pt x="46747" y="273836"/>
                  </a:lnTo>
                  <a:lnTo>
                    <a:pt x="50492" y="277605"/>
                  </a:lnTo>
                  <a:lnTo>
                    <a:pt x="54356" y="281252"/>
                  </a:lnTo>
                  <a:lnTo>
                    <a:pt x="58334" y="284775"/>
                  </a:lnTo>
                  <a:lnTo>
                    <a:pt x="62421" y="288170"/>
                  </a:lnTo>
                  <a:lnTo>
                    <a:pt x="66614" y="291433"/>
                  </a:lnTo>
                  <a:lnTo>
                    <a:pt x="70909" y="294561"/>
                  </a:lnTo>
                  <a:lnTo>
                    <a:pt x="75302" y="297551"/>
                  </a:lnTo>
                  <a:lnTo>
                    <a:pt x="79787" y="300400"/>
                  </a:lnTo>
                  <a:lnTo>
                    <a:pt x="84360" y="303105"/>
                  </a:lnTo>
                  <a:lnTo>
                    <a:pt x="89017" y="305663"/>
                  </a:lnTo>
                  <a:lnTo>
                    <a:pt x="93753" y="308072"/>
                  </a:lnTo>
                  <a:lnTo>
                    <a:pt x="98563" y="310329"/>
                  </a:lnTo>
                  <a:lnTo>
                    <a:pt x="103442" y="312433"/>
                  </a:lnTo>
                  <a:lnTo>
                    <a:pt x="108386" y="314380"/>
                  </a:lnTo>
                  <a:lnTo>
                    <a:pt x="113389" y="316169"/>
                  </a:lnTo>
                  <a:lnTo>
                    <a:pt x="118447" y="317798"/>
                  </a:lnTo>
                  <a:lnTo>
                    <a:pt x="123553" y="319265"/>
                  </a:lnTo>
                  <a:lnTo>
                    <a:pt x="128704" y="320570"/>
                  </a:lnTo>
                  <a:lnTo>
                    <a:pt x="133894" y="321710"/>
                  </a:lnTo>
                  <a:lnTo>
                    <a:pt x="139117" y="322685"/>
                  </a:lnTo>
                  <a:lnTo>
                    <a:pt x="144368" y="323493"/>
                  </a:lnTo>
                  <a:lnTo>
                    <a:pt x="149643" y="324134"/>
                  </a:lnTo>
                  <a:lnTo>
                    <a:pt x="154935" y="324607"/>
                  </a:lnTo>
                  <a:lnTo>
                    <a:pt x="160240" y="324911"/>
                  </a:lnTo>
                  <a:lnTo>
                    <a:pt x="165552" y="325047"/>
                  </a:lnTo>
                  <a:lnTo>
                    <a:pt x="170865" y="325014"/>
                  </a:lnTo>
                  <a:lnTo>
                    <a:pt x="176174" y="324812"/>
                  </a:lnTo>
                  <a:lnTo>
                    <a:pt x="181475" y="324441"/>
                  </a:lnTo>
                  <a:lnTo>
                    <a:pt x="186761" y="323902"/>
                  </a:lnTo>
                  <a:lnTo>
                    <a:pt x="192027" y="323196"/>
                  </a:lnTo>
                  <a:lnTo>
                    <a:pt x="197268" y="322322"/>
                  </a:lnTo>
                  <a:lnTo>
                    <a:pt x="202479" y="321282"/>
                  </a:lnTo>
                  <a:lnTo>
                    <a:pt x="207654" y="320078"/>
                  </a:lnTo>
                  <a:lnTo>
                    <a:pt x="167166" y="1578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57" cy="329357"/>
            </a:xfrm>
            <a:custGeom>
              <a:avLst/>
              <a:pathLst>
                <a:path w="167157" h="329357">
                  <a:moveTo>
                    <a:pt x="40487" y="329357"/>
                  </a:moveTo>
                  <a:lnTo>
                    <a:pt x="45629" y="327986"/>
                  </a:lnTo>
                  <a:lnTo>
                    <a:pt x="50725" y="326452"/>
                  </a:lnTo>
                  <a:lnTo>
                    <a:pt x="55769" y="324757"/>
                  </a:lnTo>
                  <a:lnTo>
                    <a:pt x="60757" y="322902"/>
                  </a:lnTo>
                  <a:lnTo>
                    <a:pt x="65683" y="320889"/>
                  </a:lnTo>
                  <a:lnTo>
                    <a:pt x="70543" y="318721"/>
                  </a:lnTo>
                  <a:lnTo>
                    <a:pt x="75331" y="316399"/>
                  </a:lnTo>
                  <a:lnTo>
                    <a:pt x="80043" y="313925"/>
                  </a:lnTo>
                  <a:lnTo>
                    <a:pt x="84673" y="311303"/>
                  </a:lnTo>
                  <a:lnTo>
                    <a:pt x="89218" y="308535"/>
                  </a:lnTo>
                  <a:lnTo>
                    <a:pt x="93673" y="305624"/>
                  </a:lnTo>
                  <a:lnTo>
                    <a:pt x="98032" y="302572"/>
                  </a:lnTo>
                  <a:lnTo>
                    <a:pt x="102292" y="299383"/>
                  </a:lnTo>
                  <a:lnTo>
                    <a:pt x="106449" y="296060"/>
                  </a:lnTo>
                  <a:lnTo>
                    <a:pt x="110497" y="292607"/>
                  </a:lnTo>
                  <a:lnTo>
                    <a:pt x="114434" y="289026"/>
                  </a:lnTo>
                  <a:lnTo>
                    <a:pt x="118255" y="285322"/>
                  </a:lnTo>
                  <a:lnTo>
                    <a:pt x="121956" y="281498"/>
                  </a:lnTo>
                  <a:lnTo>
                    <a:pt x="125533" y="277558"/>
                  </a:lnTo>
                  <a:lnTo>
                    <a:pt x="128983" y="273507"/>
                  </a:lnTo>
                  <a:lnTo>
                    <a:pt x="132303" y="269347"/>
                  </a:lnTo>
                  <a:lnTo>
                    <a:pt x="135488" y="265085"/>
                  </a:lnTo>
                  <a:lnTo>
                    <a:pt x="138536" y="260722"/>
                  </a:lnTo>
                  <a:lnTo>
                    <a:pt x="141443" y="256266"/>
                  </a:lnTo>
                  <a:lnTo>
                    <a:pt x="144208" y="251718"/>
                  </a:lnTo>
                  <a:lnTo>
                    <a:pt x="146826" y="247085"/>
                  </a:lnTo>
                  <a:lnTo>
                    <a:pt x="149295" y="242372"/>
                  </a:lnTo>
                  <a:lnTo>
                    <a:pt x="151613" y="237581"/>
                  </a:lnTo>
                  <a:lnTo>
                    <a:pt x="153778" y="232720"/>
                  </a:lnTo>
                  <a:lnTo>
                    <a:pt x="155786" y="227792"/>
                  </a:lnTo>
                  <a:lnTo>
                    <a:pt x="157637" y="222803"/>
                  </a:lnTo>
                  <a:lnTo>
                    <a:pt x="159328" y="217757"/>
                  </a:lnTo>
                  <a:lnTo>
                    <a:pt x="160858" y="212660"/>
                  </a:lnTo>
                  <a:lnTo>
                    <a:pt x="162224" y="207517"/>
                  </a:lnTo>
                  <a:lnTo>
                    <a:pt x="163426" y="202333"/>
                  </a:lnTo>
                  <a:lnTo>
                    <a:pt x="164463" y="197114"/>
                  </a:lnTo>
                  <a:lnTo>
                    <a:pt x="165333" y="191864"/>
                  </a:lnTo>
                  <a:lnTo>
                    <a:pt x="166035" y="186589"/>
                  </a:lnTo>
                  <a:lnTo>
                    <a:pt x="166569" y="181294"/>
                  </a:lnTo>
                  <a:lnTo>
                    <a:pt x="166934" y="175985"/>
                  </a:lnTo>
                  <a:lnTo>
                    <a:pt x="167130" y="170667"/>
                  </a:lnTo>
                  <a:lnTo>
                    <a:pt x="167157" y="165346"/>
                  </a:lnTo>
                  <a:lnTo>
                    <a:pt x="167014" y="160026"/>
                  </a:lnTo>
                  <a:lnTo>
                    <a:pt x="166702" y="154714"/>
                  </a:lnTo>
                  <a:lnTo>
                    <a:pt x="166222" y="149414"/>
                  </a:lnTo>
                  <a:lnTo>
                    <a:pt x="165572" y="144132"/>
                  </a:lnTo>
                  <a:lnTo>
                    <a:pt x="164755" y="138874"/>
                  </a:lnTo>
                  <a:lnTo>
                    <a:pt x="163771" y="133644"/>
                  </a:lnTo>
                  <a:lnTo>
                    <a:pt x="162621" y="128448"/>
                  </a:lnTo>
                  <a:lnTo>
                    <a:pt x="161306" y="123292"/>
                  </a:lnTo>
                  <a:lnTo>
                    <a:pt x="159828" y="118180"/>
                  </a:lnTo>
                  <a:lnTo>
                    <a:pt x="158188" y="113117"/>
                  </a:lnTo>
                  <a:lnTo>
                    <a:pt x="156387" y="108110"/>
                  </a:lnTo>
                  <a:lnTo>
                    <a:pt x="154428" y="103162"/>
                  </a:lnTo>
                  <a:lnTo>
                    <a:pt x="152313" y="98279"/>
                  </a:lnTo>
                  <a:lnTo>
                    <a:pt x="150043" y="93466"/>
                  </a:lnTo>
                  <a:lnTo>
                    <a:pt x="147621" y="88727"/>
                  </a:lnTo>
                  <a:lnTo>
                    <a:pt x="145050" y="84068"/>
                  </a:lnTo>
                  <a:lnTo>
                    <a:pt x="142331" y="79494"/>
                  </a:lnTo>
                  <a:lnTo>
                    <a:pt x="139469" y="75008"/>
                  </a:lnTo>
                  <a:lnTo>
                    <a:pt x="136465" y="70615"/>
                  </a:lnTo>
                  <a:lnTo>
                    <a:pt x="133322" y="66321"/>
                  </a:lnTo>
                  <a:lnTo>
                    <a:pt x="130045" y="62128"/>
                  </a:lnTo>
                  <a:lnTo>
                    <a:pt x="126636" y="58042"/>
                  </a:lnTo>
                  <a:lnTo>
                    <a:pt x="123098" y="54067"/>
                  </a:lnTo>
                  <a:lnTo>
                    <a:pt x="119436" y="50206"/>
                  </a:lnTo>
                  <a:lnTo>
                    <a:pt x="115653" y="46463"/>
                  </a:lnTo>
                  <a:lnTo>
                    <a:pt x="111752" y="42843"/>
                  </a:lnTo>
                  <a:lnTo>
                    <a:pt x="107738" y="39349"/>
                  </a:lnTo>
                  <a:lnTo>
                    <a:pt x="103615" y="35985"/>
                  </a:lnTo>
                  <a:lnTo>
                    <a:pt x="99387" y="32753"/>
                  </a:lnTo>
                  <a:lnTo>
                    <a:pt x="95059" y="29658"/>
                  </a:lnTo>
                  <a:lnTo>
                    <a:pt x="90634" y="26702"/>
                  </a:lnTo>
                  <a:lnTo>
                    <a:pt x="86117" y="23888"/>
                  </a:lnTo>
                  <a:lnTo>
                    <a:pt x="81513" y="21220"/>
                  </a:lnTo>
                  <a:lnTo>
                    <a:pt x="76826" y="18699"/>
                  </a:lnTo>
                  <a:lnTo>
                    <a:pt x="72062" y="16329"/>
                  </a:lnTo>
                  <a:lnTo>
                    <a:pt x="67224" y="14112"/>
                  </a:lnTo>
                  <a:lnTo>
                    <a:pt x="62318" y="12050"/>
                  </a:lnTo>
                  <a:lnTo>
                    <a:pt x="57349" y="10145"/>
                  </a:lnTo>
                  <a:lnTo>
                    <a:pt x="52322" y="8399"/>
                  </a:lnTo>
                  <a:lnTo>
                    <a:pt x="47242" y="6814"/>
                  </a:lnTo>
                  <a:lnTo>
                    <a:pt x="42115" y="5392"/>
                  </a:lnTo>
                  <a:lnTo>
                    <a:pt x="36944" y="4133"/>
                  </a:lnTo>
                  <a:lnTo>
                    <a:pt x="31736" y="3040"/>
                  </a:lnTo>
                  <a:lnTo>
                    <a:pt x="26496" y="2113"/>
                  </a:lnTo>
                  <a:lnTo>
                    <a:pt x="21229" y="1353"/>
                  </a:lnTo>
                  <a:lnTo>
                    <a:pt x="15940" y="761"/>
                  </a:lnTo>
                  <a:lnTo>
                    <a:pt x="10636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138" y="1681503"/>
              <a:ext cx="48096" cy="167167"/>
            </a:xfrm>
            <a:custGeom>
              <a:avLst/>
              <a:pathLst>
                <a:path w="48096" h="167167">
                  <a:moveTo>
                    <a:pt x="48096" y="0"/>
                  </a:moveTo>
                  <a:lnTo>
                    <a:pt x="41999" y="111"/>
                  </a:lnTo>
                  <a:lnTo>
                    <a:pt x="35911" y="444"/>
                  </a:lnTo>
                  <a:lnTo>
                    <a:pt x="29838" y="1000"/>
                  </a:lnTo>
                  <a:lnTo>
                    <a:pt x="23790" y="1776"/>
                  </a:lnTo>
                  <a:lnTo>
                    <a:pt x="17774" y="2773"/>
                  </a:lnTo>
                  <a:lnTo>
                    <a:pt x="11798" y="3988"/>
                  </a:lnTo>
                  <a:lnTo>
                    <a:pt x="5871" y="5420"/>
                  </a:lnTo>
                  <a:lnTo>
                    <a:pt x="0" y="7068"/>
                  </a:lnTo>
                  <a:lnTo>
                    <a:pt x="4809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5138" y="1688571"/>
              <a:ext cx="48096" cy="160098"/>
            </a:xfrm>
            <a:custGeom>
              <a:avLst/>
              <a:pathLst>
                <a:path w="48096" h="160098">
                  <a:moveTo>
                    <a:pt x="0" y="0"/>
                  </a:moveTo>
                  <a:lnTo>
                    <a:pt x="48096" y="160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4" y="1688571"/>
              <a:ext cx="334322" cy="327261"/>
            </a:xfrm>
            <a:custGeom>
              <a:avLst/>
              <a:pathLst>
                <a:path w="334322" h="327261">
                  <a:moveTo>
                    <a:pt x="119063" y="0"/>
                  </a:moveTo>
                  <a:lnTo>
                    <a:pt x="114006" y="1607"/>
                  </a:lnTo>
                  <a:lnTo>
                    <a:pt x="109002" y="3374"/>
                  </a:lnTo>
                  <a:lnTo>
                    <a:pt x="104057" y="5298"/>
                  </a:lnTo>
                  <a:lnTo>
                    <a:pt x="99176" y="7379"/>
                  </a:lnTo>
                  <a:lnTo>
                    <a:pt x="94363" y="9614"/>
                  </a:lnTo>
                  <a:lnTo>
                    <a:pt x="89623" y="12000"/>
                  </a:lnTo>
                  <a:lnTo>
                    <a:pt x="84962" y="14536"/>
                  </a:lnTo>
                  <a:lnTo>
                    <a:pt x="80383" y="17218"/>
                  </a:lnTo>
                  <a:lnTo>
                    <a:pt x="75892" y="20044"/>
                  </a:lnTo>
                  <a:lnTo>
                    <a:pt x="71493" y="23012"/>
                  </a:lnTo>
                  <a:lnTo>
                    <a:pt x="67190" y="26117"/>
                  </a:lnTo>
                  <a:lnTo>
                    <a:pt x="62988" y="29358"/>
                  </a:lnTo>
                  <a:lnTo>
                    <a:pt x="58891" y="32730"/>
                  </a:lnTo>
                  <a:lnTo>
                    <a:pt x="54903" y="36230"/>
                  </a:lnTo>
                  <a:lnTo>
                    <a:pt x="51028" y="39856"/>
                  </a:lnTo>
                  <a:lnTo>
                    <a:pt x="47270" y="43602"/>
                  </a:lnTo>
                  <a:lnTo>
                    <a:pt x="43633" y="47466"/>
                  </a:lnTo>
                  <a:lnTo>
                    <a:pt x="40120" y="51443"/>
                  </a:lnTo>
                  <a:lnTo>
                    <a:pt x="36736" y="55530"/>
                  </a:lnTo>
                  <a:lnTo>
                    <a:pt x="33483" y="59723"/>
                  </a:lnTo>
                  <a:lnTo>
                    <a:pt x="30364" y="64016"/>
                  </a:lnTo>
                  <a:lnTo>
                    <a:pt x="27383" y="68406"/>
                  </a:lnTo>
                  <a:lnTo>
                    <a:pt x="24544" y="72889"/>
                  </a:lnTo>
                  <a:lnTo>
                    <a:pt x="21847" y="77459"/>
                  </a:lnTo>
                  <a:lnTo>
                    <a:pt x="19298" y="82113"/>
                  </a:lnTo>
                  <a:lnTo>
                    <a:pt x="16897" y="86845"/>
                  </a:lnTo>
                  <a:lnTo>
                    <a:pt x="14648" y="91651"/>
                  </a:lnTo>
                  <a:lnTo>
                    <a:pt x="12552" y="96526"/>
                  </a:lnTo>
                  <a:lnTo>
                    <a:pt x="10612" y="101465"/>
                  </a:lnTo>
                  <a:lnTo>
                    <a:pt x="8830" y="106464"/>
                  </a:lnTo>
                  <a:lnTo>
                    <a:pt x="7208" y="111516"/>
                  </a:lnTo>
                  <a:lnTo>
                    <a:pt x="5746" y="116617"/>
                  </a:lnTo>
                  <a:lnTo>
                    <a:pt x="4448" y="121762"/>
                  </a:lnTo>
                  <a:lnTo>
                    <a:pt x="3313" y="126946"/>
                  </a:lnTo>
                  <a:lnTo>
                    <a:pt x="2343" y="132163"/>
                  </a:lnTo>
                  <a:lnTo>
                    <a:pt x="1540" y="137408"/>
                  </a:lnTo>
                  <a:lnTo>
                    <a:pt x="903" y="142676"/>
                  </a:lnTo>
                  <a:lnTo>
                    <a:pt x="434" y="147962"/>
                  </a:lnTo>
                  <a:lnTo>
                    <a:pt x="132" y="153260"/>
                  </a:lnTo>
                  <a:lnTo>
                    <a:pt x="0" y="158565"/>
                  </a:lnTo>
                  <a:lnTo>
                    <a:pt x="35" y="163871"/>
                  </a:lnTo>
                  <a:lnTo>
                    <a:pt x="239" y="169173"/>
                  </a:lnTo>
                  <a:lnTo>
                    <a:pt x="611" y="174467"/>
                  </a:lnTo>
                  <a:lnTo>
                    <a:pt x="1151" y="179746"/>
                  </a:lnTo>
                  <a:lnTo>
                    <a:pt x="1858" y="185005"/>
                  </a:lnTo>
                  <a:lnTo>
                    <a:pt x="2732" y="190239"/>
                  </a:lnTo>
                  <a:lnTo>
                    <a:pt x="3772" y="195442"/>
                  </a:lnTo>
                  <a:lnTo>
                    <a:pt x="4976" y="200610"/>
                  </a:lnTo>
                  <a:lnTo>
                    <a:pt x="6343" y="205737"/>
                  </a:lnTo>
                  <a:lnTo>
                    <a:pt x="7873" y="210819"/>
                  </a:lnTo>
                  <a:lnTo>
                    <a:pt x="9563" y="215849"/>
                  </a:lnTo>
                  <a:lnTo>
                    <a:pt x="11412" y="220823"/>
                  </a:lnTo>
                  <a:lnTo>
                    <a:pt x="13417" y="225735"/>
                  </a:lnTo>
                  <a:lnTo>
                    <a:pt x="15578" y="230582"/>
                  </a:lnTo>
                  <a:lnTo>
                    <a:pt x="17892" y="235357"/>
                  </a:lnTo>
                  <a:lnTo>
                    <a:pt x="20355" y="240057"/>
                  </a:lnTo>
                  <a:lnTo>
                    <a:pt x="22967" y="244676"/>
                  </a:lnTo>
                  <a:lnTo>
                    <a:pt x="25724" y="249210"/>
                  </a:lnTo>
                  <a:lnTo>
                    <a:pt x="28624" y="253654"/>
                  </a:lnTo>
                  <a:lnTo>
                    <a:pt x="31663" y="258004"/>
                  </a:lnTo>
                  <a:lnTo>
                    <a:pt x="34839" y="262256"/>
                  </a:lnTo>
                  <a:lnTo>
                    <a:pt x="38148" y="266404"/>
                  </a:lnTo>
                  <a:lnTo>
                    <a:pt x="41587" y="270445"/>
                  </a:lnTo>
                  <a:lnTo>
                    <a:pt x="45153" y="274375"/>
                  </a:lnTo>
                  <a:lnTo>
                    <a:pt x="48841" y="278190"/>
                  </a:lnTo>
                  <a:lnTo>
                    <a:pt x="52649" y="281886"/>
                  </a:lnTo>
                  <a:lnTo>
                    <a:pt x="56572" y="285459"/>
                  </a:lnTo>
                  <a:lnTo>
                    <a:pt x="60606" y="288906"/>
                  </a:lnTo>
                  <a:lnTo>
                    <a:pt x="64748" y="292223"/>
                  </a:lnTo>
                  <a:lnTo>
                    <a:pt x="68993" y="295407"/>
                  </a:lnTo>
                  <a:lnTo>
                    <a:pt x="73337" y="298454"/>
                  </a:lnTo>
                  <a:lnTo>
                    <a:pt x="77776" y="301362"/>
                  </a:lnTo>
                  <a:lnTo>
                    <a:pt x="82305" y="304128"/>
                  </a:lnTo>
                  <a:lnTo>
                    <a:pt x="86919" y="306749"/>
                  </a:lnTo>
                  <a:lnTo>
                    <a:pt x="91614" y="309222"/>
                  </a:lnTo>
                  <a:lnTo>
                    <a:pt x="96385" y="311544"/>
                  </a:lnTo>
                  <a:lnTo>
                    <a:pt x="101227" y="313714"/>
                  </a:lnTo>
                  <a:lnTo>
                    <a:pt x="106136" y="315730"/>
                  </a:lnTo>
                  <a:lnTo>
                    <a:pt x="111106" y="317588"/>
                  </a:lnTo>
                  <a:lnTo>
                    <a:pt x="116133" y="319288"/>
                  </a:lnTo>
                  <a:lnTo>
                    <a:pt x="121212" y="320827"/>
                  </a:lnTo>
                  <a:lnTo>
                    <a:pt x="126336" y="322204"/>
                  </a:lnTo>
                  <a:lnTo>
                    <a:pt x="131502" y="323418"/>
                  </a:lnTo>
                  <a:lnTo>
                    <a:pt x="136703" y="324468"/>
                  </a:lnTo>
                  <a:lnTo>
                    <a:pt x="141936" y="325352"/>
                  </a:lnTo>
                  <a:lnTo>
                    <a:pt x="147193" y="326069"/>
                  </a:lnTo>
                  <a:lnTo>
                    <a:pt x="152471" y="326619"/>
                  </a:lnTo>
                  <a:lnTo>
                    <a:pt x="157764" y="327002"/>
                  </a:lnTo>
                  <a:lnTo>
                    <a:pt x="163066" y="327216"/>
                  </a:lnTo>
                  <a:lnTo>
                    <a:pt x="168372" y="327261"/>
                  </a:lnTo>
                  <a:lnTo>
                    <a:pt x="173677" y="327139"/>
                  </a:lnTo>
                  <a:lnTo>
                    <a:pt x="178976" y="326848"/>
                  </a:lnTo>
                  <a:lnTo>
                    <a:pt x="184262" y="326389"/>
                  </a:lnTo>
                  <a:lnTo>
                    <a:pt x="189531" y="325762"/>
                  </a:lnTo>
                  <a:lnTo>
                    <a:pt x="194778" y="324969"/>
                  </a:lnTo>
                  <a:lnTo>
                    <a:pt x="199997" y="324009"/>
                  </a:lnTo>
                  <a:lnTo>
                    <a:pt x="205183" y="322884"/>
                  </a:lnTo>
                  <a:lnTo>
                    <a:pt x="210330" y="321595"/>
                  </a:lnTo>
                  <a:lnTo>
                    <a:pt x="215434" y="320144"/>
                  </a:lnTo>
                  <a:lnTo>
                    <a:pt x="220490" y="318531"/>
                  </a:lnTo>
                  <a:lnTo>
                    <a:pt x="225491" y="316758"/>
                  </a:lnTo>
                  <a:lnTo>
                    <a:pt x="230434" y="314828"/>
                  </a:lnTo>
                  <a:lnTo>
                    <a:pt x="235313" y="312742"/>
                  </a:lnTo>
                  <a:lnTo>
                    <a:pt x="240124" y="310502"/>
                  </a:lnTo>
                  <a:lnTo>
                    <a:pt x="244861" y="308110"/>
                  </a:lnTo>
                  <a:lnTo>
                    <a:pt x="249519" y="305570"/>
                  </a:lnTo>
                  <a:lnTo>
                    <a:pt x="254095" y="302882"/>
                  </a:lnTo>
                  <a:lnTo>
                    <a:pt x="258583" y="300051"/>
                  </a:lnTo>
                  <a:lnTo>
                    <a:pt x="262979" y="297079"/>
                  </a:lnTo>
                  <a:lnTo>
                    <a:pt x="267278" y="293969"/>
                  </a:lnTo>
                  <a:lnTo>
                    <a:pt x="271477" y="290723"/>
                  </a:lnTo>
                  <a:lnTo>
                    <a:pt x="275570" y="287347"/>
                  </a:lnTo>
                  <a:lnTo>
                    <a:pt x="279554" y="283842"/>
                  </a:lnTo>
                  <a:lnTo>
                    <a:pt x="283425" y="280212"/>
                  </a:lnTo>
                  <a:lnTo>
                    <a:pt x="287179" y="276461"/>
                  </a:lnTo>
                  <a:lnTo>
                    <a:pt x="290812" y="272594"/>
                  </a:lnTo>
                  <a:lnTo>
                    <a:pt x="294320" y="268612"/>
                  </a:lnTo>
                  <a:lnTo>
                    <a:pt x="297700" y="264522"/>
                  </a:lnTo>
                  <a:lnTo>
                    <a:pt x="300949" y="260326"/>
                  </a:lnTo>
                  <a:lnTo>
                    <a:pt x="304062" y="256029"/>
                  </a:lnTo>
                  <a:lnTo>
                    <a:pt x="307038" y="251635"/>
                  </a:lnTo>
                  <a:lnTo>
                    <a:pt x="309873" y="247150"/>
                  </a:lnTo>
                  <a:lnTo>
                    <a:pt x="312564" y="242576"/>
                  </a:lnTo>
                  <a:lnTo>
                    <a:pt x="315109" y="237920"/>
                  </a:lnTo>
                  <a:lnTo>
                    <a:pt x="317504" y="233185"/>
                  </a:lnTo>
                  <a:lnTo>
                    <a:pt x="319748" y="228376"/>
                  </a:lnTo>
                  <a:lnTo>
                    <a:pt x="321838" y="223499"/>
                  </a:lnTo>
                  <a:lnTo>
                    <a:pt x="323772" y="218557"/>
                  </a:lnTo>
                  <a:lnTo>
                    <a:pt x="325549" y="213557"/>
                  </a:lnTo>
                  <a:lnTo>
                    <a:pt x="327166" y="208503"/>
                  </a:lnTo>
                  <a:lnTo>
                    <a:pt x="328622" y="203400"/>
                  </a:lnTo>
                  <a:lnTo>
                    <a:pt x="329915" y="198254"/>
                  </a:lnTo>
                  <a:lnTo>
                    <a:pt x="331044" y="193069"/>
                  </a:lnTo>
                  <a:lnTo>
                    <a:pt x="332008" y="187851"/>
                  </a:lnTo>
                  <a:lnTo>
                    <a:pt x="332805" y="182605"/>
                  </a:lnTo>
                  <a:lnTo>
                    <a:pt x="333436" y="177336"/>
                  </a:lnTo>
                  <a:lnTo>
                    <a:pt x="333900" y="172050"/>
                  </a:lnTo>
                  <a:lnTo>
                    <a:pt x="334195" y="166752"/>
                  </a:lnTo>
                  <a:lnTo>
                    <a:pt x="334322" y="161447"/>
                  </a:lnTo>
                  <a:lnTo>
                    <a:pt x="334280" y="156140"/>
                  </a:lnTo>
                  <a:lnTo>
                    <a:pt x="334071" y="150838"/>
                  </a:lnTo>
                  <a:lnTo>
                    <a:pt x="333693" y="145545"/>
                  </a:lnTo>
                  <a:lnTo>
                    <a:pt x="333147" y="140267"/>
                  </a:lnTo>
                  <a:lnTo>
                    <a:pt x="332434" y="135009"/>
                  </a:lnTo>
                  <a:lnTo>
                    <a:pt x="331554" y="129776"/>
                  </a:lnTo>
                  <a:lnTo>
                    <a:pt x="330509" y="124573"/>
                  </a:lnTo>
                  <a:lnTo>
                    <a:pt x="329299" y="119406"/>
                  </a:lnTo>
                  <a:lnTo>
                    <a:pt x="327926" y="114281"/>
                  </a:lnTo>
                  <a:lnTo>
                    <a:pt x="326391" y="109201"/>
                  </a:lnTo>
                  <a:lnTo>
                    <a:pt x="324695" y="104173"/>
                  </a:lnTo>
                  <a:lnTo>
                    <a:pt x="322841" y="99201"/>
                  </a:lnTo>
                  <a:lnTo>
                    <a:pt x="320829" y="94291"/>
                  </a:lnTo>
                  <a:lnTo>
                    <a:pt x="318663" y="89447"/>
                  </a:lnTo>
                  <a:lnTo>
                    <a:pt x="316345" y="84674"/>
                  </a:lnTo>
                  <a:lnTo>
                    <a:pt x="313875" y="79977"/>
                  </a:lnTo>
                  <a:lnTo>
                    <a:pt x="311259" y="75360"/>
                  </a:lnTo>
                  <a:lnTo>
                    <a:pt x="308496" y="70829"/>
                  </a:lnTo>
                  <a:lnTo>
                    <a:pt x="305592" y="66389"/>
                  </a:lnTo>
                  <a:lnTo>
                    <a:pt x="302548" y="62042"/>
                  </a:lnTo>
                  <a:lnTo>
                    <a:pt x="299367" y="57794"/>
                  </a:lnTo>
                  <a:lnTo>
                    <a:pt x="296054" y="53650"/>
                  </a:lnTo>
                  <a:lnTo>
                    <a:pt x="292610" y="49612"/>
                  </a:lnTo>
                  <a:lnTo>
                    <a:pt x="289040" y="45686"/>
                  </a:lnTo>
                  <a:lnTo>
                    <a:pt x="285348" y="41876"/>
                  </a:lnTo>
                  <a:lnTo>
                    <a:pt x="281536" y="38184"/>
                  </a:lnTo>
                  <a:lnTo>
                    <a:pt x="277609" y="34615"/>
                  </a:lnTo>
                  <a:lnTo>
                    <a:pt x="273570" y="31173"/>
                  </a:lnTo>
                  <a:lnTo>
                    <a:pt x="269425" y="27860"/>
                  </a:lnTo>
                  <a:lnTo>
                    <a:pt x="265176" y="24681"/>
                  </a:lnTo>
                  <a:lnTo>
                    <a:pt x="260829" y="21639"/>
                  </a:lnTo>
                  <a:lnTo>
                    <a:pt x="256387" y="18735"/>
                  </a:lnTo>
                  <a:lnTo>
                    <a:pt x="251855" y="15975"/>
                  </a:lnTo>
                  <a:lnTo>
                    <a:pt x="247238" y="13359"/>
                  </a:lnTo>
                  <a:lnTo>
                    <a:pt x="242540" y="10891"/>
                  </a:lnTo>
                  <a:lnTo>
                    <a:pt x="167160" y="160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5380" cy="167167"/>
            </a:xfrm>
            <a:custGeom>
              <a:avLst/>
              <a:pathLst>
                <a:path w="75380" h="167167">
                  <a:moveTo>
                    <a:pt x="75380" y="17960"/>
                  </a:moveTo>
                  <a:lnTo>
                    <a:pt x="69963" y="15345"/>
                  </a:lnTo>
                  <a:lnTo>
                    <a:pt x="64456" y="12926"/>
                  </a:lnTo>
                  <a:lnTo>
                    <a:pt x="58865" y="10707"/>
                  </a:lnTo>
                  <a:lnTo>
                    <a:pt x="53198" y="8690"/>
                  </a:lnTo>
                  <a:lnTo>
                    <a:pt x="47462" y="6879"/>
                  </a:lnTo>
                  <a:lnTo>
                    <a:pt x="41664" y="5275"/>
                  </a:lnTo>
                  <a:lnTo>
                    <a:pt x="35813" y="3881"/>
                  </a:lnTo>
                  <a:lnTo>
                    <a:pt x="29915" y="2698"/>
                  </a:lnTo>
                  <a:lnTo>
                    <a:pt x="23979" y="1728"/>
                  </a:lnTo>
                  <a:lnTo>
                    <a:pt x="18011" y="973"/>
                  </a:lnTo>
                  <a:lnTo>
                    <a:pt x="12020" y="432"/>
                  </a:lnTo>
                  <a:lnTo>
                    <a:pt x="601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91" y="1322571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39" y="2098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1" y="5355"/>
                  </a:lnTo>
                  <a:lnTo>
                    <a:pt x="120059" y="6768"/>
                  </a:lnTo>
                  <a:lnTo>
                    <a:pt x="114995" y="8343"/>
                  </a:lnTo>
                  <a:lnTo>
                    <a:pt x="109983" y="10077"/>
                  </a:lnTo>
                  <a:lnTo>
                    <a:pt x="105029" y="11969"/>
                  </a:lnTo>
                  <a:lnTo>
                    <a:pt x="100137" y="14018"/>
                  </a:lnTo>
                  <a:lnTo>
                    <a:pt x="95312" y="16221"/>
                  </a:lnTo>
                  <a:lnTo>
                    <a:pt x="90560" y="18575"/>
                  </a:lnTo>
                  <a:lnTo>
                    <a:pt x="85885" y="21080"/>
                  </a:lnTo>
                  <a:lnTo>
                    <a:pt x="81292" y="23731"/>
                  </a:lnTo>
                  <a:lnTo>
                    <a:pt x="76785" y="26527"/>
                  </a:lnTo>
                  <a:lnTo>
                    <a:pt x="72369" y="29464"/>
                  </a:lnTo>
                  <a:lnTo>
                    <a:pt x="68049" y="32539"/>
                  </a:lnTo>
                  <a:lnTo>
                    <a:pt x="63828" y="35751"/>
                  </a:lnTo>
                  <a:lnTo>
                    <a:pt x="59711" y="39094"/>
                  </a:lnTo>
                  <a:lnTo>
                    <a:pt x="55703" y="42567"/>
                  </a:lnTo>
                  <a:lnTo>
                    <a:pt x="51806" y="46165"/>
                  </a:lnTo>
                  <a:lnTo>
                    <a:pt x="48026" y="49884"/>
                  </a:lnTo>
                  <a:lnTo>
                    <a:pt x="44365" y="53722"/>
                  </a:lnTo>
                  <a:lnTo>
                    <a:pt x="40829" y="57674"/>
                  </a:lnTo>
                  <a:lnTo>
                    <a:pt x="37419" y="61736"/>
                  </a:lnTo>
                  <a:lnTo>
                    <a:pt x="34140" y="65904"/>
                  </a:lnTo>
                  <a:lnTo>
                    <a:pt x="30994" y="70175"/>
                  </a:lnTo>
                  <a:lnTo>
                    <a:pt x="27986" y="74542"/>
                  </a:lnTo>
                  <a:lnTo>
                    <a:pt x="25118" y="79003"/>
                  </a:lnTo>
                  <a:lnTo>
                    <a:pt x="22393" y="83553"/>
                  </a:lnTo>
                  <a:lnTo>
                    <a:pt x="19813" y="88187"/>
                  </a:lnTo>
                  <a:lnTo>
                    <a:pt x="17382" y="92900"/>
                  </a:lnTo>
                  <a:lnTo>
                    <a:pt x="15102" y="97689"/>
                  </a:lnTo>
                  <a:lnTo>
                    <a:pt x="12974" y="102547"/>
                  </a:lnTo>
                  <a:lnTo>
                    <a:pt x="11002" y="107470"/>
                  </a:lnTo>
                  <a:lnTo>
                    <a:pt x="9187" y="112453"/>
                  </a:lnTo>
                  <a:lnTo>
                    <a:pt x="7531" y="117491"/>
                  </a:lnTo>
                  <a:lnTo>
                    <a:pt x="6035" y="122580"/>
                  </a:lnTo>
                  <a:lnTo>
                    <a:pt x="4702" y="127713"/>
                  </a:lnTo>
                  <a:lnTo>
                    <a:pt x="3532" y="132886"/>
                  </a:lnTo>
                  <a:lnTo>
                    <a:pt x="2527" y="138093"/>
                  </a:lnTo>
                  <a:lnTo>
                    <a:pt x="1688" y="143330"/>
                  </a:lnTo>
                  <a:lnTo>
                    <a:pt x="1015" y="148590"/>
                  </a:lnTo>
                  <a:lnTo>
                    <a:pt x="509" y="153870"/>
                  </a:lnTo>
                  <a:lnTo>
                    <a:pt x="171" y="159162"/>
                  </a:lnTo>
                  <a:lnTo>
                    <a:pt x="1" y="164463"/>
                  </a:lnTo>
                  <a:lnTo>
                    <a:pt x="0" y="169767"/>
                  </a:lnTo>
                  <a:lnTo>
                    <a:pt x="166" y="175067"/>
                  </a:lnTo>
                  <a:lnTo>
                    <a:pt x="501" y="180360"/>
                  </a:lnTo>
                  <a:lnTo>
                    <a:pt x="1003" y="185640"/>
                  </a:lnTo>
                  <a:lnTo>
                    <a:pt x="1673" y="190901"/>
                  </a:lnTo>
                  <a:lnTo>
                    <a:pt x="2509" y="196138"/>
                  </a:lnTo>
                  <a:lnTo>
                    <a:pt x="3511" y="201346"/>
                  </a:lnTo>
                  <a:lnTo>
                    <a:pt x="4677" y="206520"/>
                  </a:lnTo>
                  <a:lnTo>
                    <a:pt x="6007" y="211654"/>
                  </a:lnTo>
                  <a:lnTo>
                    <a:pt x="7500" y="216743"/>
                  </a:lnTo>
                  <a:lnTo>
                    <a:pt x="9153" y="221782"/>
                  </a:lnTo>
                  <a:lnTo>
                    <a:pt x="10965" y="226767"/>
                  </a:lnTo>
                  <a:lnTo>
                    <a:pt x="12934" y="231691"/>
                  </a:lnTo>
                  <a:lnTo>
                    <a:pt x="15058" y="236551"/>
                  </a:lnTo>
                  <a:lnTo>
                    <a:pt x="17336" y="241340"/>
                  </a:lnTo>
                  <a:lnTo>
                    <a:pt x="19764" y="246055"/>
                  </a:lnTo>
                  <a:lnTo>
                    <a:pt x="22341" y="250691"/>
                  </a:lnTo>
                  <a:lnTo>
                    <a:pt x="25063" y="255242"/>
                  </a:lnTo>
                  <a:lnTo>
                    <a:pt x="27929" y="259705"/>
                  </a:lnTo>
                  <a:lnTo>
                    <a:pt x="30934" y="264074"/>
                  </a:lnTo>
                  <a:lnTo>
                    <a:pt x="34077" y="268347"/>
                  </a:lnTo>
                  <a:lnTo>
                    <a:pt x="37353" y="272517"/>
                  </a:lnTo>
                  <a:lnTo>
                    <a:pt x="40760" y="276581"/>
                  </a:lnTo>
                  <a:lnTo>
                    <a:pt x="44295" y="280535"/>
                  </a:lnTo>
                  <a:lnTo>
                    <a:pt x="47953" y="284375"/>
                  </a:lnTo>
                  <a:lnTo>
                    <a:pt x="51731" y="288097"/>
                  </a:lnTo>
                  <a:lnTo>
                    <a:pt x="55625" y="291698"/>
                  </a:lnTo>
                  <a:lnTo>
                    <a:pt x="59632" y="295173"/>
                  </a:lnTo>
                  <a:lnTo>
                    <a:pt x="63746" y="298519"/>
                  </a:lnTo>
                  <a:lnTo>
                    <a:pt x="67965" y="301733"/>
                  </a:lnTo>
                  <a:lnTo>
                    <a:pt x="72283" y="304811"/>
                  </a:lnTo>
                  <a:lnTo>
                    <a:pt x="76698" y="307751"/>
                  </a:lnTo>
                  <a:lnTo>
                    <a:pt x="81203" y="310550"/>
                  </a:lnTo>
                  <a:lnTo>
                    <a:pt x="85794" y="313204"/>
                  </a:lnTo>
                  <a:lnTo>
                    <a:pt x="90468" y="315711"/>
                  </a:lnTo>
                  <a:lnTo>
                    <a:pt x="95218" y="318068"/>
                  </a:lnTo>
                  <a:lnTo>
                    <a:pt x="100041" y="320274"/>
                  </a:lnTo>
                  <a:lnTo>
                    <a:pt x="104932" y="322326"/>
                  </a:lnTo>
                  <a:lnTo>
                    <a:pt x="109885" y="324221"/>
                  </a:lnTo>
                  <a:lnTo>
                    <a:pt x="114896" y="325959"/>
                  </a:lnTo>
                  <a:lnTo>
                    <a:pt x="119959" y="327536"/>
                  </a:lnTo>
                  <a:lnTo>
                    <a:pt x="125070" y="328952"/>
                  </a:lnTo>
                  <a:lnTo>
                    <a:pt x="130224" y="330206"/>
                  </a:lnTo>
                  <a:lnTo>
                    <a:pt x="135414" y="331295"/>
                  </a:lnTo>
                  <a:lnTo>
                    <a:pt x="140636" y="332219"/>
                  </a:lnTo>
                  <a:lnTo>
                    <a:pt x="145885" y="332977"/>
                  </a:lnTo>
                  <a:lnTo>
                    <a:pt x="151156" y="333568"/>
                  </a:lnTo>
                  <a:lnTo>
                    <a:pt x="156442" y="333991"/>
                  </a:lnTo>
                  <a:lnTo>
                    <a:pt x="161740" y="334247"/>
                  </a:lnTo>
                  <a:lnTo>
                    <a:pt x="167043" y="334334"/>
                  </a:lnTo>
                  <a:lnTo>
                    <a:pt x="172345" y="334254"/>
                  </a:lnTo>
                  <a:lnTo>
                    <a:pt x="177643" y="334005"/>
                  </a:lnTo>
                  <a:lnTo>
                    <a:pt x="182930" y="333588"/>
                  </a:lnTo>
                  <a:lnTo>
                    <a:pt x="188201" y="333003"/>
                  </a:lnTo>
                  <a:lnTo>
                    <a:pt x="193451" y="332252"/>
                  </a:lnTo>
                  <a:lnTo>
                    <a:pt x="198675" y="331334"/>
                  </a:lnTo>
                  <a:lnTo>
                    <a:pt x="203867" y="330252"/>
                  </a:lnTo>
                  <a:lnTo>
                    <a:pt x="209022" y="329005"/>
                  </a:lnTo>
                  <a:lnTo>
                    <a:pt x="214134" y="327595"/>
                  </a:lnTo>
                  <a:lnTo>
                    <a:pt x="219200" y="326024"/>
                  </a:lnTo>
                  <a:lnTo>
                    <a:pt x="224213" y="324292"/>
                  </a:lnTo>
                  <a:lnTo>
                    <a:pt x="229168" y="322403"/>
                  </a:lnTo>
                  <a:lnTo>
                    <a:pt x="234061" y="320358"/>
                  </a:lnTo>
                  <a:lnTo>
                    <a:pt x="238887" y="318158"/>
                  </a:lnTo>
                  <a:lnTo>
                    <a:pt x="243641" y="315806"/>
                  </a:lnTo>
                  <a:lnTo>
                    <a:pt x="248317" y="313305"/>
                  </a:lnTo>
                  <a:lnTo>
                    <a:pt x="252912" y="310656"/>
                  </a:lnTo>
                  <a:lnTo>
                    <a:pt x="257421" y="307864"/>
                  </a:lnTo>
                  <a:lnTo>
                    <a:pt x="261838" y="304929"/>
                  </a:lnTo>
                  <a:lnTo>
                    <a:pt x="266161" y="301856"/>
                  </a:lnTo>
                  <a:lnTo>
                    <a:pt x="270384" y="298647"/>
                  </a:lnTo>
                  <a:lnTo>
                    <a:pt x="274502" y="295306"/>
                  </a:lnTo>
                  <a:lnTo>
                    <a:pt x="278513" y="291836"/>
                  </a:lnTo>
                  <a:lnTo>
                    <a:pt x="282412" y="288241"/>
                  </a:lnTo>
                  <a:lnTo>
                    <a:pt x="286194" y="284524"/>
                  </a:lnTo>
                  <a:lnTo>
                    <a:pt x="289857" y="280688"/>
                  </a:lnTo>
                  <a:lnTo>
                    <a:pt x="293397" y="276738"/>
                  </a:lnTo>
                  <a:lnTo>
                    <a:pt x="296809" y="272678"/>
                  </a:lnTo>
                  <a:lnTo>
                    <a:pt x="300091" y="268512"/>
                  </a:lnTo>
                  <a:lnTo>
                    <a:pt x="303239" y="264244"/>
                  </a:lnTo>
                  <a:lnTo>
                    <a:pt x="306250" y="259878"/>
                  </a:lnTo>
                  <a:lnTo>
                    <a:pt x="309120" y="255419"/>
                  </a:lnTo>
                  <a:lnTo>
                    <a:pt x="311848" y="250871"/>
                  </a:lnTo>
                  <a:lnTo>
                    <a:pt x="314431" y="246239"/>
                  </a:lnTo>
                  <a:lnTo>
                    <a:pt x="316865" y="241527"/>
                  </a:lnTo>
                  <a:lnTo>
                    <a:pt x="319149" y="236740"/>
                  </a:lnTo>
                  <a:lnTo>
                    <a:pt x="321279" y="231883"/>
                  </a:lnTo>
                  <a:lnTo>
                    <a:pt x="323254" y="226961"/>
                  </a:lnTo>
                  <a:lnTo>
                    <a:pt x="325073" y="221979"/>
                  </a:lnTo>
                  <a:lnTo>
                    <a:pt x="326732" y="216942"/>
                  </a:lnTo>
                  <a:lnTo>
                    <a:pt x="328230" y="211855"/>
                  </a:lnTo>
                  <a:lnTo>
                    <a:pt x="329567" y="206722"/>
                  </a:lnTo>
                  <a:lnTo>
                    <a:pt x="330740" y="201550"/>
                  </a:lnTo>
                  <a:lnTo>
                    <a:pt x="331748" y="196343"/>
                  </a:lnTo>
                  <a:lnTo>
                    <a:pt x="332591" y="191107"/>
                  </a:lnTo>
                  <a:lnTo>
                    <a:pt x="333267" y="185847"/>
                  </a:lnTo>
                  <a:lnTo>
                    <a:pt x="333776" y="180568"/>
                  </a:lnTo>
                  <a:lnTo>
                    <a:pt x="334117" y="175276"/>
                  </a:lnTo>
                  <a:lnTo>
                    <a:pt x="334291" y="169975"/>
                  </a:lnTo>
                  <a:lnTo>
                    <a:pt x="334296" y="164671"/>
                  </a:lnTo>
                  <a:lnTo>
                    <a:pt x="334132" y="159370"/>
                  </a:lnTo>
                  <a:lnTo>
                    <a:pt x="333801" y="154077"/>
                  </a:lnTo>
                  <a:lnTo>
                    <a:pt x="333302" y="148797"/>
                  </a:lnTo>
                  <a:lnTo>
                    <a:pt x="332635" y="143536"/>
                  </a:lnTo>
                  <a:lnTo>
                    <a:pt x="331803" y="138298"/>
                  </a:lnTo>
                  <a:lnTo>
                    <a:pt x="330804" y="133090"/>
                  </a:lnTo>
                  <a:lnTo>
                    <a:pt x="329641" y="127915"/>
                  </a:lnTo>
                  <a:lnTo>
                    <a:pt x="328314" y="122780"/>
                  </a:lnTo>
                  <a:lnTo>
                    <a:pt x="326825" y="117690"/>
                  </a:lnTo>
                  <a:lnTo>
                    <a:pt x="325175" y="112650"/>
                  </a:lnTo>
                  <a:lnTo>
                    <a:pt x="323366" y="107664"/>
                  </a:lnTo>
                  <a:lnTo>
                    <a:pt x="321400" y="102739"/>
                  </a:lnTo>
                  <a:lnTo>
                    <a:pt x="319278" y="97878"/>
                  </a:lnTo>
                  <a:lnTo>
                    <a:pt x="317004" y="93087"/>
                  </a:lnTo>
                  <a:lnTo>
                    <a:pt x="314578" y="88371"/>
                  </a:lnTo>
                  <a:lnTo>
                    <a:pt x="312005" y="83734"/>
                  </a:lnTo>
                  <a:lnTo>
                    <a:pt x="309285" y="79180"/>
                  </a:lnTo>
                  <a:lnTo>
                    <a:pt x="306423" y="74716"/>
                  </a:lnTo>
                  <a:lnTo>
                    <a:pt x="303420" y="70344"/>
                  </a:lnTo>
                  <a:lnTo>
                    <a:pt x="300280" y="66070"/>
                  </a:lnTo>
                  <a:lnTo>
                    <a:pt x="297006" y="61898"/>
                  </a:lnTo>
                  <a:lnTo>
                    <a:pt x="293601" y="57832"/>
                  </a:lnTo>
                  <a:lnTo>
                    <a:pt x="290069" y="53875"/>
                  </a:lnTo>
                  <a:lnTo>
                    <a:pt x="286414" y="50033"/>
                  </a:lnTo>
                  <a:lnTo>
                    <a:pt x="282638" y="46309"/>
                  </a:lnTo>
                  <a:lnTo>
                    <a:pt x="278746" y="42706"/>
                  </a:lnTo>
                  <a:lnTo>
                    <a:pt x="274742" y="39228"/>
                  </a:lnTo>
                  <a:lnTo>
                    <a:pt x="270629" y="35880"/>
                  </a:lnTo>
                  <a:lnTo>
                    <a:pt x="266412" y="32663"/>
                  </a:lnTo>
                  <a:lnTo>
                    <a:pt x="262096" y="29582"/>
                  </a:lnTo>
                  <a:lnTo>
                    <a:pt x="257684" y="26639"/>
                  </a:lnTo>
                  <a:lnTo>
                    <a:pt x="253180" y="23838"/>
                  </a:lnTo>
                  <a:lnTo>
                    <a:pt x="248590" y="21181"/>
                  </a:lnTo>
                  <a:lnTo>
                    <a:pt x="243918" y="18671"/>
                  </a:lnTo>
                  <a:lnTo>
                    <a:pt x="239169" y="16310"/>
                  </a:lnTo>
                  <a:lnTo>
                    <a:pt x="234348" y="14102"/>
                  </a:lnTo>
                  <a:lnTo>
                    <a:pt x="229458" y="1204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2311" cy="167167"/>
            </a:xfrm>
            <a:custGeom>
              <a:avLst/>
              <a:pathLst>
                <a:path w="62311" h="167167">
                  <a:moveTo>
                    <a:pt x="62311" y="12047"/>
                  </a:moveTo>
                  <a:lnTo>
                    <a:pt x="56888" y="9977"/>
                  </a:lnTo>
                  <a:lnTo>
                    <a:pt x="51396" y="8097"/>
                  </a:lnTo>
                  <a:lnTo>
                    <a:pt x="45843" y="6408"/>
                  </a:lnTo>
                  <a:lnTo>
                    <a:pt x="40234" y="4914"/>
                  </a:lnTo>
                  <a:lnTo>
                    <a:pt x="34577" y="3615"/>
                  </a:lnTo>
                  <a:lnTo>
                    <a:pt x="28878" y="2513"/>
                  </a:lnTo>
                  <a:lnTo>
                    <a:pt x="23144" y="1609"/>
                  </a:lnTo>
                  <a:lnTo>
                    <a:pt x="17382" y="906"/>
                  </a:lnTo>
                  <a:lnTo>
                    <a:pt x="11600" y="402"/>
                  </a:lnTo>
                  <a:lnTo>
                    <a:pt x="580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10" y="1071028"/>
              <a:ext cx="329511" cy="334334"/>
            </a:xfrm>
            <a:custGeom>
              <a:avLst/>
              <a:pathLst>
                <a:path w="32951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7" y="1343"/>
                  </a:lnTo>
                  <a:lnTo>
                    <a:pt x="140749" y="2097"/>
                  </a:lnTo>
                  <a:lnTo>
                    <a:pt x="135528" y="3017"/>
                  </a:lnTo>
                  <a:lnTo>
                    <a:pt x="130338" y="4103"/>
                  </a:lnTo>
                  <a:lnTo>
                    <a:pt x="125186" y="5352"/>
                  </a:lnTo>
                  <a:lnTo>
                    <a:pt x="120076" y="6764"/>
                  </a:lnTo>
                  <a:lnTo>
                    <a:pt x="115013" y="8337"/>
                  </a:lnTo>
                  <a:lnTo>
                    <a:pt x="110002" y="10070"/>
                  </a:lnTo>
                  <a:lnTo>
                    <a:pt x="105049" y="11962"/>
                  </a:lnTo>
                  <a:lnTo>
                    <a:pt x="100159" y="14009"/>
                  </a:lnTo>
                  <a:lnTo>
                    <a:pt x="95335" y="16210"/>
                  </a:lnTo>
                  <a:lnTo>
                    <a:pt x="90584" y="18564"/>
                  </a:lnTo>
                  <a:lnTo>
                    <a:pt x="85911" y="21066"/>
                  </a:lnTo>
                  <a:lnTo>
                    <a:pt x="81318" y="23716"/>
                  </a:lnTo>
                  <a:lnTo>
                    <a:pt x="76813" y="26510"/>
                  </a:lnTo>
                  <a:lnTo>
                    <a:pt x="72398" y="29445"/>
                  </a:lnTo>
                  <a:lnTo>
                    <a:pt x="68078" y="32519"/>
                  </a:lnTo>
                  <a:lnTo>
                    <a:pt x="63858" y="35728"/>
                  </a:lnTo>
                  <a:lnTo>
                    <a:pt x="59742" y="39070"/>
                  </a:lnTo>
                  <a:lnTo>
                    <a:pt x="55734" y="42540"/>
                  </a:lnTo>
                  <a:lnTo>
                    <a:pt x="51838" y="46136"/>
                  </a:lnTo>
                  <a:lnTo>
                    <a:pt x="48057" y="49854"/>
                  </a:lnTo>
                  <a:lnTo>
                    <a:pt x="44397" y="53689"/>
                  </a:lnTo>
                  <a:lnTo>
                    <a:pt x="40860" y="57639"/>
                  </a:lnTo>
                  <a:lnTo>
                    <a:pt x="37451" y="61699"/>
                  </a:lnTo>
                  <a:lnTo>
                    <a:pt x="34171" y="65865"/>
                  </a:lnTo>
                  <a:lnTo>
                    <a:pt x="31026" y="70133"/>
                  </a:lnTo>
                  <a:lnTo>
                    <a:pt x="28017" y="74498"/>
                  </a:lnTo>
                  <a:lnTo>
                    <a:pt x="25148" y="78957"/>
                  </a:lnTo>
                  <a:lnTo>
                    <a:pt x="22423" y="83504"/>
                  </a:lnTo>
                  <a:lnTo>
                    <a:pt x="19842" y="88135"/>
                  </a:lnTo>
                  <a:lnTo>
                    <a:pt x="17410" y="92846"/>
                  </a:lnTo>
                  <a:lnTo>
                    <a:pt x="15129" y="97632"/>
                  </a:lnTo>
                  <a:lnTo>
                    <a:pt x="13000" y="102488"/>
                  </a:lnTo>
                  <a:lnTo>
                    <a:pt x="11027" y="107409"/>
                  </a:lnTo>
                  <a:lnTo>
                    <a:pt x="9210" y="112390"/>
                  </a:lnTo>
                  <a:lnTo>
                    <a:pt x="7552" y="117426"/>
                  </a:lnTo>
                  <a:lnTo>
                    <a:pt x="6055" y="122512"/>
                  </a:lnTo>
                  <a:lnTo>
                    <a:pt x="4720" y="127642"/>
                  </a:lnTo>
                  <a:lnTo>
                    <a:pt x="3549" y="132813"/>
                  </a:lnTo>
                  <a:lnTo>
                    <a:pt x="2542" y="138018"/>
                  </a:lnTo>
                  <a:lnTo>
                    <a:pt x="1700" y="143253"/>
                  </a:lnTo>
                  <a:lnTo>
                    <a:pt x="1025" y="148512"/>
                  </a:lnTo>
                  <a:lnTo>
                    <a:pt x="517" y="153789"/>
                  </a:lnTo>
                  <a:lnTo>
                    <a:pt x="176" y="159080"/>
                  </a:lnTo>
                  <a:lnTo>
                    <a:pt x="4" y="164379"/>
                  </a:lnTo>
                  <a:lnTo>
                    <a:pt x="0" y="169680"/>
                  </a:lnTo>
                  <a:lnTo>
                    <a:pt x="163" y="174980"/>
                  </a:lnTo>
                  <a:lnTo>
                    <a:pt x="495" y="180271"/>
                  </a:lnTo>
                  <a:lnTo>
                    <a:pt x="994" y="185549"/>
                  </a:lnTo>
                  <a:lnTo>
                    <a:pt x="1661" y="190809"/>
                  </a:lnTo>
                  <a:lnTo>
                    <a:pt x="2494" y="196045"/>
                  </a:lnTo>
                  <a:lnTo>
                    <a:pt x="3492" y="201252"/>
                  </a:lnTo>
                  <a:lnTo>
                    <a:pt x="4656" y="206424"/>
                  </a:lnTo>
                  <a:lnTo>
                    <a:pt x="5982" y="211558"/>
                  </a:lnTo>
                  <a:lnTo>
                    <a:pt x="7471" y="216646"/>
                  </a:lnTo>
                  <a:lnTo>
                    <a:pt x="9120" y="221685"/>
                  </a:lnTo>
                  <a:lnTo>
                    <a:pt x="10929" y="226669"/>
                  </a:lnTo>
                  <a:lnTo>
                    <a:pt x="12894" y="231593"/>
                  </a:lnTo>
                  <a:lnTo>
                    <a:pt x="15015" y="236452"/>
                  </a:lnTo>
                  <a:lnTo>
                    <a:pt x="17288" y="241241"/>
                  </a:lnTo>
                  <a:lnTo>
                    <a:pt x="19713" y="245956"/>
                  </a:lnTo>
                  <a:lnTo>
                    <a:pt x="22285" y="250592"/>
                  </a:lnTo>
                  <a:lnTo>
                    <a:pt x="25004" y="255144"/>
                  </a:lnTo>
                  <a:lnTo>
                    <a:pt x="27865" y="259607"/>
                  </a:lnTo>
                  <a:lnTo>
                    <a:pt x="30866" y="263978"/>
                  </a:lnTo>
                  <a:lnTo>
                    <a:pt x="34005" y="268250"/>
                  </a:lnTo>
                  <a:lnTo>
                    <a:pt x="37277" y="272422"/>
                  </a:lnTo>
                  <a:lnTo>
                    <a:pt x="40681" y="276487"/>
                  </a:lnTo>
                  <a:lnTo>
                    <a:pt x="44211" y="280443"/>
                  </a:lnTo>
                  <a:lnTo>
                    <a:pt x="47865" y="284284"/>
                  </a:lnTo>
                  <a:lnTo>
                    <a:pt x="51639" y="288008"/>
                  </a:lnTo>
                  <a:lnTo>
                    <a:pt x="55529" y="291610"/>
                  </a:lnTo>
                  <a:lnTo>
                    <a:pt x="59531" y="295087"/>
                  </a:lnTo>
                  <a:lnTo>
                    <a:pt x="63642" y="298435"/>
                  </a:lnTo>
                  <a:lnTo>
                    <a:pt x="67857" y="301652"/>
                  </a:lnTo>
                  <a:lnTo>
                    <a:pt x="72171" y="304733"/>
                  </a:lnTo>
                  <a:lnTo>
                    <a:pt x="76581" y="307675"/>
                  </a:lnTo>
                  <a:lnTo>
                    <a:pt x="81083" y="310477"/>
                  </a:lnTo>
                  <a:lnTo>
                    <a:pt x="85671" y="313134"/>
                  </a:lnTo>
                  <a:lnTo>
                    <a:pt x="90340" y="315644"/>
                  </a:lnTo>
                  <a:lnTo>
                    <a:pt x="95087" y="318005"/>
                  </a:lnTo>
                  <a:lnTo>
                    <a:pt x="99907" y="320215"/>
                  </a:lnTo>
                  <a:lnTo>
                    <a:pt x="104794" y="322270"/>
                  </a:lnTo>
                  <a:lnTo>
                    <a:pt x="109744" y="324169"/>
                  </a:lnTo>
                  <a:lnTo>
                    <a:pt x="114752" y="325911"/>
                  </a:lnTo>
                  <a:lnTo>
                    <a:pt x="119812" y="327492"/>
                  </a:lnTo>
                  <a:lnTo>
                    <a:pt x="124920" y="328913"/>
                  </a:lnTo>
                  <a:lnTo>
                    <a:pt x="130070" y="330171"/>
                  </a:lnTo>
                  <a:lnTo>
                    <a:pt x="135258" y="331264"/>
                  </a:lnTo>
                  <a:lnTo>
                    <a:pt x="140478" y="332193"/>
                  </a:lnTo>
                  <a:lnTo>
                    <a:pt x="145724" y="332956"/>
                  </a:lnTo>
                  <a:lnTo>
                    <a:pt x="150993" y="333552"/>
                  </a:lnTo>
                  <a:lnTo>
                    <a:pt x="156277" y="333981"/>
                  </a:lnTo>
                  <a:lnTo>
                    <a:pt x="161572" y="334241"/>
                  </a:lnTo>
                  <a:lnTo>
                    <a:pt x="166873" y="334334"/>
                  </a:lnTo>
                  <a:lnTo>
                    <a:pt x="172175" y="334259"/>
                  </a:lnTo>
                  <a:lnTo>
                    <a:pt x="177471" y="334015"/>
                  </a:lnTo>
                  <a:lnTo>
                    <a:pt x="182756" y="333604"/>
                  </a:lnTo>
                  <a:lnTo>
                    <a:pt x="188027" y="333025"/>
                  </a:lnTo>
                  <a:lnTo>
                    <a:pt x="193276" y="332280"/>
                  </a:lnTo>
                  <a:lnTo>
                    <a:pt x="198498" y="331368"/>
                  </a:lnTo>
                  <a:lnTo>
                    <a:pt x="203690" y="330292"/>
                  </a:lnTo>
                  <a:lnTo>
                    <a:pt x="208844" y="329051"/>
                  </a:lnTo>
                  <a:lnTo>
                    <a:pt x="213957" y="327647"/>
                  </a:lnTo>
                  <a:lnTo>
                    <a:pt x="219022" y="326082"/>
                  </a:lnTo>
                  <a:lnTo>
                    <a:pt x="224036" y="324357"/>
                  </a:lnTo>
                  <a:lnTo>
                    <a:pt x="228992" y="322474"/>
                  </a:lnTo>
                  <a:lnTo>
                    <a:pt x="233886" y="320435"/>
                  </a:lnTo>
                  <a:lnTo>
                    <a:pt x="238712" y="318241"/>
                  </a:lnTo>
                  <a:lnTo>
                    <a:pt x="243467" y="315896"/>
                  </a:lnTo>
                  <a:lnTo>
                    <a:pt x="248145" y="313401"/>
                  </a:lnTo>
                  <a:lnTo>
                    <a:pt x="252742" y="310759"/>
                  </a:lnTo>
                  <a:lnTo>
                    <a:pt x="257252" y="307972"/>
                  </a:lnTo>
                  <a:lnTo>
                    <a:pt x="261672" y="305044"/>
                  </a:lnTo>
                  <a:lnTo>
                    <a:pt x="265997" y="301977"/>
                  </a:lnTo>
                  <a:lnTo>
                    <a:pt x="270222" y="298775"/>
                  </a:lnTo>
                  <a:lnTo>
                    <a:pt x="274344" y="295440"/>
                  </a:lnTo>
                  <a:lnTo>
                    <a:pt x="278358" y="291976"/>
                  </a:lnTo>
                  <a:lnTo>
                    <a:pt x="282259" y="288387"/>
                  </a:lnTo>
                  <a:lnTo>
                    <a:pt x="286046" y="284676"/>
                  </a:lnTo>
                  <a:lnTo>
                    <a:pt x="289712" y="280846"/>
                  </a:lnTo>
                  <a:lnTo>
                    <a:pt x="293255" y="276902"/>
                  </a:lnTo>
                  <a:lnTo>
                    <a:pt x="296672" y="272848"/>
                  </a:lnTo>
                  <a:lnTo>
                    <a:pt x="299958" y="268688"/>
                  </a:lnTo>
                  <a:lnTo>
                    <a:pt x="303111" y="264425"/>
                  </a:lnTo>
                  <a:lnTo>
                    <a:pt x="306126" y="260065"/>
                  </a:lnTo>
                  <a:lnTo>
                    <a:pt x="309002" y="255611"/>
                  </a:lnTo>
                  <a:lnTo>
                    <a:pt x="311736" y="251068"/>
                  </a:lnTo>
                  <a:lnTo>
                    <a:pt x="314324" y="246440"/>
                  </a:lnTo>
                  <a:lnTo>
                    <a:pt x="316764" y="241733"/>
                  </a:lnTo>
                  <a:lnTo>
                    <a:pt x="319053" y="236951"/>
                  </a:lnTo>
                  <a:lnTo>
                    <a:pt x="321189" y="232099"/>
                  </a:lnTo>
                  <a:lnTo>
                    <a:pt x="323171" y="227182"/>
                  </a:lnTo>
                  <a:lnTo>
                    <a:pt x="324996" y="222204"/>
                  </a:lnTo>
                  <a:lnTo>
                    <a:pt x="326662" y="217171"/>
                  </a:lnTo>
                  <a:lnTo>
                    <a:pt x="328167" y="212087"/>
                  </a:lnTo>
                  <a:lnTo>
                    <a:pt x="329511" y="20695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2362" cy="39791"/>
            </a:xfrm>
            <a:custGeom>
              <a:avLst/>
              <a:pathLst>
                <a:path w="162362" h="39791">
                  <a:moveTo>
                    <a:pt x="162362" y="397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2531" cy="39791"/>
            </a:xfrm>
            <a:custGeom>
              <a:avLst/>
              <a:pathLst>
                <a:path w="162531" h="39791">
                  <a:moveTo>
                    <a:pt x="162362" y="39791"/>
                  </a:moveTo>
                  <a:lnTo>
                    <a:pt x="162531" y="39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58" cy="206261"/>
            </a:xfrm>
            <a:custGeom>
              <a:avLst/>
              <a:pathLst>
                <a:path w="167158" h="206261">
                  <a:moveTo>
                    <a:pt x="162531" y="206261"/>
                  </a:moveTo>
                  <a:lnTo>
                    <a:pt x="163708" y="200998"/>
                  </a:lnTo>
                  <a:lnTo>
                    <a:pt x="164714" y="195699"/>
                  </a:lnTo>
                  <a:lnTo>
                    <a:pt x="165549" y="190370"/>
                  </a:lnTo>
                  <a:lnTo>
                    <a:pt x="166211" y="185018"/>
                  </a:lnTo>
                  <a:lnTo>
                    <a:pt x="166700" y="179647"/>
                  </a:lnTo>
                  <a:lnTo>
                    <a:pt x="167016" y="174262"/>
                  </a:lnTo>
                  <a:lnTo>
                    <a:pt x="167158" y="168871"/>
                  </a:lnTo>
                  <a:lnTo>
                    <a:pt x="167126" y="163478"/>
                  </a:lnTo>
                  <a:lnTo>
                    <a:pt x="166920" y="158088"/>
                  </a:lnTo>
                  <a:lnTo>
                    <a:pt x="166540" y="152708"/>
                  </a:lnTo>
                  <a:lnTo>
                    <a:pt x="165987" y="147343"/>
                  </a:lnTo>
                  <a:lnTo>
                    <a:pt x="165261" y="141999"/>
                  </a:lnTo>
                  <a:lnTo>
                    <a:pt x="164364" y="136680"/>
                  </a:lnTo>
                  <a:lnTo>
                    <a:pt x="163294" y="131394"/>
                  </a:lnTo>
                  <a:lnTo>
                    <a:pt x="162055" y="126145"/>
                  </a:lnTo>
                  <a:lnTo>
                    <a:pt x="160648" y="120938"/>
                  </a:lnTo>
                  <a:lnTo>
                    <a:pt x="159073" y="115780"/>
                  </a:lnTo>
                  <a:lnTo>
                    <a:pt x="157332" y="110675"/>
                  </a:lnTo>
                  <a:lnTo>
                    <a:pt x="155428" y="105629"/>
                  </a:lnTo>
                  <a:lnTo>
                    <a:pt x="153362" y="100647"/>
                  </a:lnTo>
                  <a:lnTo>
                    <a:pt x="151136" y="95734"/>
                  </a:lnTo>
                  <a:lnTo>
                    <a:pt x="148753" y="90896"/>
                  </a:lnTo>
                  <a:lnTo>
                    <a:pt x="146215" y="86137"/>
                  </a:lnTo>
                  <a:lnTo>
                    <a:pt x="143525" y="81462"/>
                  </a:lnTo>
                  <a:lnTo>
                    <a:pt x="140686" y="76877"/>
                  </a:lnTo>
                  <a:lnTo>
                    <a:pt x="137700" y="72385"/>
                  </a:lnTo>
                  <a:lnTo>
                    <a:pt x="134570" y="67992"/>
                  </a:lnTo>
                  <a:lnTo>
                    <a:pt x="131301" y="63703"/>
                  </a:lnTo>
                  <a:lnTo>
                    <a:pt x="127895" y="59521"/>
                  </a:lnTo>
                  <a:lnTo>
                    <a:pt x="124356" y="55451"/>
                  </a:lnTo>
                  <a:lnTo>
                    <a:pt x="120687" y="51498"/>
                  </a:lnTo>
                  <a:lnTo>
                    <a:pt x="116893" y="47664"/>
                  </a:lnTo>
                  <a:lnTo>
                    <a:pt x="112977" y="43956"/>
                  </a:lnTo>
                  <a:lnTo>
                    <a:pt x="108944" y="40375"/>
                  </a:lnTo>
                  <a:lnTo>
                    <a:pt x="104797" y="36927"/>
                  </a:lnTo>
                  <a:lnTo>
                    <a:pt x="100541" y="33614"/>
                  </a:lnTo>
                  <a:lnTo>
                    <a:pt x="96180" y="30440"/>
                  </a:lnTo>
                  <a:lnTo>
                    <a:pt x="91719" y="27408"/>
                  </a:lnTo>
                  <a:lnTo>
                    <a:pt x="87163" y="24522"/>
                  </a:lnTo>
                  <a:lnTo>
                    <a:pt x="82516" y="21785"/>
                  </a:lnTo>
                  <a:lnTo>
                    <a:pt x="77783" y="19198"/>
                  </a:lnTo>
                  <a:lnTo>
                    <a:pt x="72969" y="16766"/>
                  </a:lnTo>
                  <a:lnTo>
                    <a:pt x="68079" y="14490"/>
                  </a:lnTo>
                  <a:lnTo>
                    <a:pt x="63119" y="12374"/>
                  </a:lnTo>
                  <a:lnTo>
                    <a:pt x="58092" y="10418"/>
                  </a:lnTo>
                  <a:lnTo>
                    <a:pt x="53005" y="8626"/>
                  </a:lnTo>
                  <a:lnTo>
                    <a:pt x="47863" y="6998"/>
                  </a:lnTo>
                  <a:lnTo>
                    <a:pt x="42671" y="5538"/>
                  </a:lnTo>
                  <a:lnTo>
                    <a:pt x="37435" y="4245"/>
                  </a:lnTo>
                  <a:lnTo>
                    <a:pt x="32160" y="3122"/>
                  </a:lnTo>
                  <a:lnTo>
                    <a:pt x="26851" y="2170"/>
                  </a:lnTo>
                  <a:lnTo>
                    <a:pt x="21514" y="1390"/>
                  </a:lnTo>
                  <a:lnTo>
                    <a:pt x="16155" y="782"/>
                  </a:lnTo>
                  <a:lnTo>
                    <a:pt x="10779" y="347"/>
                  </a:lnTo>
                  <a:lnTo>
                    <a:pt x="539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5640" y="941493"/>
              <a:ext cx="127903" cy="167167"/>
            </a:xfrm>
            <a:custGeom>
              <a:avLst/>
              <a:pathLst>
                <a:path w="127903" h="167167">
                  <a:moveTo>
                    <a:pt x="127903" y="0"/>
                  </a:moveTo>
                  <a:lnTo>
                    <a:pt x="122303" y="93"/>
                  </a:lnTo>
                  <a:lnTo>
                    <a:pt x="116708" y="375"/>
                  </a:lnTo>
                  <a:lnTo>
                    <a:pt x="111127" y="843"/>
                  </a:lnTo>
                  <a:lnTo>
                    <a:pt x="105564" y="1499"/>
                  </a:lnTo>
                  <a:lnTo>
                    <a:pt x="100026" y="2340"/>
                  </a:lnTo>
                  <a:lnTo>
                    <a:pt x="94520" y="3367"/>
                  </a:lnTo>
                  <a:lnTo>
                    <a:pt x="89051" y="4577"/>
                  </a:lnTo>
                  <a:lnTo>
                    <a:pt x="83625" y="5970"/>
                  </a:lnTo>
                  <a:lnTo>
                    <a:pt x="78250" y="7544"/>
                  </a:lnTo>
                  <a:lnTo>
                    <a:pt x="72930" y="9297"/>
                  </a:lnTo>
                  <a:lnTo>
                    <a:pt x="67671" y="11228"/>
                  </a:lnTo>
                  <a:lnTo>
                    <a:pt x="62481" y="13333"/>
                  </a:lnTo>
                  <a:lnTo>
                    <a:pt x="57364" y="15611"/>
                  </a:lnTo>
                  <a:lnTo>
                    <a:pt x="52326" y="18060"/>
                  </a:lnTo>
                  <a:lnTo>
                    <a:pt x="47373" y="20675"/>
                  </a:lnTo>
                  <a:lnTo>
                    <a:pt x="42510" y="23456"/>
                  </a:lnTo>
                  <a:lnTo>
                    <a:pt x="37743" y="26397"/>
                  </a:lnTo>
                  <a:lnTo>
                    <a:pt x="33078" y="29497"/>
                  </a:lnTo>
                  <a:lnTo>
                    <a:pt x="28519" y="32751"/>
                  </a:lnTo>
                  <a:lnTo>
                    <a:pt x="24071" y="36156"/>
                  </a:lnTo>
                  <a:lnTo>
                    <a:pt x="19740" y="39708"/>
                  </a:lnTo>
                  <a:lnTo>
                    <a:pt x="15531" y="43404"/>
                  </a:lnTo>
                  <a:lnTo>
                    <a:pt x="11447" y="47238"/>
                  </a:lnTo>
                  <a:lnTo>
                    <a:pt x="7495" y="51207"/>
                  </a:lnTo>
                  <a:lnTo>
                    <a:pt x="3677" y="55306"/>
                  </a:lnTo>
                  <a:lnTo>
                    <a:pt x="0" y="59531"/>
                  </a:lnTo>
                  <a:lnTo>
                    <a:pt x="12790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5640" y="1001024"/>
              <a:ext cx="127903" cy="107636"/>
            </a:xfrm>
            <a:custGeom>
              <a:avLst/>
              <a:pathLst>
                <a:path w="127903" h="107636">
                  <a:moveTo>
                    <a:pt x="0" y="0"/>
                  </a:moveTo>
                  <a:lnTo>
                    <a:pt x="127903" y="1076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76" y="958812"/>
              <a:ext cx="334334" cy="316995"/>
            </a:xfrm>
            <a:custGeom>
              <a:avLst/>
              <a:pathLst>
                <a:path w="334334" h="316995">
                  <a:moveTo>
                    <a:pt x="39263" y="42212"/>
                  </a:moveTo>
                  <a:lnTo>
                    <a:pt x="35911" y="46326"/>
                  </a:lnTo>
                  <a:lnTo>
                    <a:pt x="32691" y="50545"/>
                  </a:lnTo>
                  <a:lnTo>
                    <a:pt x="29606" y="54863"/>
                  </a:lnTo>
                  <a:lnTo>
                    <a:pt x="26661" y="59278"/>
                  </a:lnTo>
                  <a:lnTo>
                    <a:pt x="23856" y="63784"/>
                  </a:lnTo>
                  <a:lnTo>
                    <a:pt x="21197" y="68376"/>
                  </a:lnTo>
                  <a:lnTo>
                    <a:pt x="18684" y="73051"/>
                  </a:lnTo>
                  <a:lnTo>
                    <a:pt x="16321" y="77803"/>
                  </a:lnTo>
                  <a:lnTo>
                    <a:pt x="14110" y="82627"/>
                  </a:lnTo>
                  <a:lnTo>
                    <a:pt x="12054" y="87519"/>
                  </a:lnTo>
                  <a:lnTo>
                    <a:pt x="10153" y="92475"/>
                  </a:lnTo>
                  <a:lnTo>
                    <a:pt x="8411" y="97488"/>
                  </a:lnTo>
                  <a:lnTo>
                    <a:pt x="6829" y="102553"/>
                  </a:lnTo>
                  <a:lnTo>
                    <a:pt x="5409" y="107667"/>
                  </a:lnTo>
                  <a:lnTo>
                    <a:pt x="4151" y="112823"/>
                  </a:lnTo>
                  <a:lnTo>
                    <a:pt x="3058" y="118016"/>
                  </a:lnTo>
                  <a:lnTo>
                    <a:pt x="2130" y="123241"/>
                  </a:lnTo>
                  <a:lnTo>
                    <a:pt x="1369" y="128493"/>
                  </a:lnTo>
                  <a:lnTo>
                    <a:pt x="775" y="133767"/>
                  </a:lnTo>
                  <a:lnTo>
                    <a:pt x="348" y="139057"/>
                  </a:lnTo>
                  <a:lnTo>
                    <a:pt x="90" y="144358"/>
                  </a:lnTo>
                  <a:lnTo>
                    <a:pt x="0" y="149664"/>
                  </a:lnTo>
                  <a:lnTo>
                    <a:pt x="78" y="154971"/>
                  </a:lnTo>
                  <a:lnTo>
                    <a:pt x="325" y="160272"/>
                  </a:lnTo>
                  <a:lnTo>
                    <a:pt x="740" y="165563"/>
                  </a:lnTo>
                  <a:lnTo>
                    <a:pt x="1322" y="170838"/>
                  </a:lnTo>
                  <a:lnTo>
                    <a:pt x="2072" y="176091"/>
                  </a:lnTo>
                  <a:lnTo>
                    <a:pt x="2988" y="181319"/>
                  </a:lnTo>
                  <a:lnTo>
                    <a:pt x="4070" y="186514"/>
                  </a:lnTo>
                  <a:lnTo>
                    <a:pt x="5316" y="191673"/>
                  </a:lnTo>
                  <a:lnTo>
                    <a:pt x="6725" y="196790"/>
                  </a:lnTo>
                  <a:lnTo>
                    <a:pt x="8296" y="201859"/>
                  </a:lnTo>
                  <a:lnTo>
                    <a:pt x="10027" y="206876"/>
                  </a:lnTo>
                  <a:lnTo>
                    <a:pt x="11917" y="211835"/>
                  </a:lnTo>
                  <a:lnTo>
                    <a:pt x="13963" y="216732"/>
                  </a:lnTo>
                  <a:lnTo>
                    <a:pt x="16163" y="221561"/>
                  </a:lnTo>
                  <a:lnTo>
                    <a:pt x="18515" y="226318"/>
                  </a:lnTo>
                  <a:lnTo>
                    <a:pt x="21018" y="230999"/>
                  </a:lnTo>
                  <a:lnTo>
                    <a:pt x="23667" y="235597"/>
                  </a:lnTo>
                  <a:lnTo>
                    <a:pt x="26462" y="240109"/>
                  </a:lnTo>
                  <a:lnTo>
                    <a:pt x="29398" y="244530"/>
                  </a:lnTo>
                  <a:lnTo>
                    <a:pt x="32473" y="248855"/>
                  </a:lnTo>
                  <a:lnTo>
                    <a:pt x="35683" y="253081"/>
                  </a:lnTo>
                  <a:lnTo>
                    <a:pt x="39026" y="257202"/>
                  </a:lnTo>
                  <a:lnTo>
                    <a:pt x="42499" y="261216"/>
                  </a:lnTo>
                  <a:lnTo>
                    <a:pt x="46097" y="265117"/>
                  </a:lnTo>
                  <a:lnTo>
                    <a:pt x="49817" y="268902"/>
                  </a:lnTo>
                  <a:lnTo>
                    <a:pt x="53655" y="272567"/>
                  </a:lnTo>
                  <a:lnTo>
                    <a:pt x="57608" y="276109"/>
                  </a:lnTo>
                  <a:lnTo>
                    <a:pt x="61671" y="279523"/>
                  </a:lnTo>
                  <a:lnTo>
                    <a:pt x="65840" y="282806"/>
                  </a:lnTo>
                  <a:lnTo>
                    <a:pt x="70112" y="285956"/>
                  </a:lnTo>
                  <a:lnTo>
                    <a:pt x="74481" y="288968"/>
                  </a:lnTo>
                  <a:lnTo>
                    <a:pt x="78944" y="291840"/>
                  </a:lnTo>
                  <a:lnTo>
                    <a:pt x="83496" y="294569"/>
                  </a:lnTo>
                  <a:lnTo>
                    <a:pt x="88132" y="297152"/>
                  </a:lnTo>
                  <a:lnTo>
                    <a:pt x="92847" y="299586"/>
                  </a:lnTo>
                  <a:lnTo>
                    <a:pt x="97638" y="301870"/>
                  </a:lnTo>
                  <a:lnTo>
                    <a:pt x="102498" y="304000"/>
                  </a:lnTo>
                  <a:lnTo>
                    <a:pt x="107424" y="305975"/>
                  </a:lnTo>
                  <a:lnTo>
                    <a:pt x="112410" y="307793"/>
                  </a:lnTo>
                  <a:lnTo>
                    <a:pt x="117452" y="309452"/>
                  </a:lnTo>
                  <a:lnTo>
                    <a:pt x="122543" y="310949"/>
                  </a:lnTo>
                  <a:lnTo>
                    <a:pt x="127679" y="312285"/>
                  </a:lnTo>
                  <a:lnTo>
                    <a:pt x="132855" y="313456"/>
                  </a:lnTo>
                  <a:lnTo>
                    <a:pt x="138066" y="314463"/>
                  </a:lnTo>
                  <a:lnTo>
                    <a:pt x="143306" y="315304"/>
                  </a:lnTo>
                  <a:lnTo>
                    <a:pt x="148570" y="315978"/>
                  </a:lnTo>
                  <a:lnTo>
                    <a:pt x="153853" y="316484"/>
                  </a:lnTo>
                  <a:lnTo>
                    <a:pt x="159149" y="316823"/>
                  </a:lnTo>
                  <a:lnTo>
                    <a:pt x="164454" y="316993"/>
                  </a:lnTo>
                  <a:lnTo>
                    <a:pt x="169761" y="316995"/>
                  </a:lnTo>
                  <a:lnTo>
                    <a:pt x="175065" y="316829"/>
                  </a:lnTo>
                  <a:lnTo>
                    <a:pt x="180362" y="316494"/>
                  </a:lnTo>
                  <a:lnTo>
                    <a:pt x="185645" y="315991"/>
                  </a:lnTo>
                  <a:lnTo>
                    <a:pt x="190909" y="315321"/>
                  </a:lnTo>
                  <a:lnTo>
                    <a:pt x="196150" y="314484"/>
                  </a:lnTo>
                  <a:lnTo>
                    <a:pt x="201361" y="313481"/>
                  </a:lnTo>
                  <a:lnTo>
                    <a:pt x="206538" y="312313"/>
                  </a:lnTo>
                  <a:lnTo>
                    <a:pt x="211676" y="310981"/>
                  </a:lnTo>
                  <a:lnTo>
                    <a:pt x="216768" y="309487"/>
                  </a:lnTo>
                  <a:lnTo>
                    <a:pt x="221810" y="307832"/>
                  </a:lnTo>
                  <a:lnTo>
                    <a:pt x="226798" y="306018"/>
                  </a:lnTo>
                  <a:lnTo>
                    <a:pt x="231725" y="304047"/>
                  </a:lnTo>
                  <a:lnTo>
                    <a:pt x="236587" y="301920"/>
                  </a:lnTo>
                  <a:lnTo>
                    <a:pt x="241379" y="299639"/>
                  </a:lnTo>
                  <a:lnTo>
                    <a:pt x="246097" y="297208"/>
                  </a:lnTo>
                  <a:lnTo>
                    <a:pt x="250735" y="294628"/>
                  </a:lnTo>
                  <a:lnTo>
                    <a:pt x="255288" y="291903"/>
                  </a:lnTo>
                  <a:lnTo>
                    <a:pt x="259753" y="289034"/>
                  </a:lnTo>
                  <a:lnTo>
                    <a:pt x="264125" y="286025"/>
                  </a:lnTo>
                  <a:lnTo>
                    <a:pt x="268398" y="282879"/>
                  </a:lnTo>
                  <a:lnTo>
                    <a:pt x="272570" y="279598"/>
                  </a:lnTo>
                  <a:lnTo>
                    <a:pt x="276636" y="276187"/>
                  </a:lnTo>
                  <a:lnTo>
                    <a:pt x="280591" y="272648"/>
                  </a:lnTo>
                  <a:lnTo>
                    <a:pt x="284432" y="268986"/>
                  </a:lnTo>
                  <a:lnTo>
                    <a:pt x="288154" y="265204"/>
                  </a:lnTo>
                  <a:lnTo>
                    <a:pt x="291755" y="261305"/>
                  </a:lnTo>
                  <a:lnTo>
                    <a:pt x="295230" y="257294"/>
                  </a:lnTo>
                  <a:lnTo>
                    <a:pt x="298577" y="253175"/>
                  </a:lnTo>
                  <a:lnTo>
                    <a:pt x="301790" y="248951"/>
                  </a:lnTo>
                  <a:lnTo>
                    <a:pt x="304868" y="244628"/>
                  </a:lnTo>
                  <a:lnTo>
                    <a:pt x="307807" y="240209"/>
                  </a:lnTo>
                  <a:lnTo>
                    <a:pt x="310605" y="235699"/>
                  </a:lnTo>
                  <a:lnTo>
                    <a:pt x="313258" y="231103"/>
                  </a:lnTo>
                  <a:lnTo>
                    <a:pt x="315763" y="226425"/>
                  </a:lnTo>
                  <a:lnTo>
                    <a:pt x="318119" y="221669"/>
                  </a:lnTo>
                  <a:lnTo>
                    <a:pt x="320323" y="216841"/>
                  </a:lnTo>
                  <a:lnTo>
                    <a:pt x="322372" y="211946"/>
                  </a:lnTo>
                  <a:lnTo>
                    <a:pt x="324265" y="206988"/>
                  </a:lnTo>
                  <a:lnTo>
                    <a:pt x="326000" y="201972"/>
                  </a:lnTo>
                  <a:lnTo>
                    <a:pt x="327575" y="196904"/>
                  </a:lnTo>
                  <a:lnTo>
                    <a:pt x="328987" y="191789"/>
                  </a:lnTo>
                  <a:lnTo>
                    <a:pt x="330237" y="186631"/>
                  </a:lnTo>
                  <a:lnTo>
                    <a:pt x="331323" y="181436"/>
                  </a:lnTo>
                  <a:lnTo>
                    <a:pt x="332243" y="176210"/>
                  </a:lnTo>
                  <a:lnTo>
                    <a:pt x="332996" y="170956"/>
                  </a:lnTo>
                  <a:lnTo>
                    <a:pt x="333583" y="165682"/>
                  </a:lnTo>
                  <a:lnTo>
                    <a:pt x="334001" y="160391"/>
                  </a:lnTo>
                  <a:lnTo>
                    <a:pt x="334252" y="155090"/>
                  </a:lnTo>
                  <a:lnTo>
                    <a:pt x="334334" y="149784"/>
                  </a:lnTo>
                  <a:lnTo>
                    <a:pt x="334248" y="144477"/>
                  </a:lnTo>
                  <a:lnTo>
                    <a:pt x="333993" y="139176"/>
                  </a:lnTo>
                  <a:lnTo>
                    <a:pt x="333570" y="133886"/>
                  </a:lnTo>
                  <a:lnTo>
                    <a:pt x="332980" y="128612"/>
                  </a:lnTo>
                  <a:lnTo>
                    <a:pt x="332222" y="123359"/>
                  </a:lnTo>
                  <a:lnTo>
                    <a:pt x="331298" y="118133"/>
                  </a:lnTo>
                  <a:lnTo>
                    <a:pt x="330209" y="112939"/>
                  </a:lnTo>
                  <a:lnTo>
                    <a:pt x="328955" y="107782"/>
                  </a:lnTo>
                  <a:lnTo>
                    <a:pt x="327538" y="102668"/>
                  </a:lnTo>
                  <a:lnTo>
                    <a:pt x="325960" y="97601"/>
                  </a:lnTo>
                  <a:lnTo>
                    <a:pt x="324221" y="92587"/>
                  </a:lnTo>
                  <a:lnTo>
                    <a:pt x="322325" y="87630"/>
                  </a:lnTo>
                  <a:lnTo>
                    <a:pt x="320271" y="82737"/>
                  </a:lnTo>
                  <a:lnTo>
                    <a:pt x="318064" y="77910"/>
                  </a:lnTo>
                  <a:lnTo>
                    <a:pt x="315704" y="73157"/>
                  </a:lnTo>
                  <a:lnTo>
                    <a:pt x="313195" y="68480"/>
                  </a:lnTo>
                  <a:lnTo>
                    <a:pt x="310539" y="63886"/>
                  </a:lnTo>
                  <a:lnTo>
                    <a:pt x="307738" y="59378"/>
                  </a:lnTo>
                  <a:lnTo>
                    <a:pt x="304795" y="54962"/>
                  </a:lnTo>
                  <a:lnTo>
                    <a:pt x="301714" y="50641"/>
                  </a:lnTo>
                  <a:lnTo>
                    <a:pt x="298497" y="46420"/>
                  </a:lnTo>
                  <a:lnTo>
                    <a:pt x="295148" y="42303"/>
                  </a:lnTo>
                  <a:lnTo>
                    <a:pt x="291669" y="38295"/>
                  </a:lnTo>
                  <a:lnTo>
                    <a:pt x="288066" y="34399"/>
                  </a:lnTo>
                  <a:lnTo>
                    <a:pt x="284340" y="30620"/>
                  </a:lnTo>
                  <a:lnTo>
                    <a:pt x="280496" y="26960"/>
                  </a:lnTo>
                  <a:lnTo>
                    <a:pt x="276538" y="23425"/>
                  </a:lnTo>
                  <a:lnTo>
                    <a:pt x="272470" y="20017"/>
                  </a:lnTo>
                  <a:lnTo>
                    <a:pt x="268296" y="16740"/>
                  </a:lnTo>
                  <a:lnTo>
                    <a:pt x="264020" y="13596"/>
                  </a:lnTo>
                  <a:lnTo>
                    <a:pt x="259646" y="10591"/>
                  </a:lnTo>
                  <a:lnTo>
                    <a:pt x="255179" y="7725"/>
                  </a:lnTo>
                  <a:lnTo>
                    <a:pt x="250623" y="5003"/>
                  </a:lnTo>
                  <a:lnTo>
                    <a:pt x="245983" y="2427"/>
                  </a:lnTo>
                  <a:lnTo>
                    <a:pt x="241264" y="0"/>
                  </a:lnTo>
                  <a:lnTo>
                    <a:pt x="167167" y="149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4097" cy="167167"/>
            </a:xfrm>
            <a:custGeom>
              <a:avLst/>
              <a:pathLst>
                <a:path w="74097" h="167167">
                  <a:moveTo>
                    <a:pt x="74097" y="17318"/>
                  </a:moveTo>
                  <a:lnTo>
                    <a:pt x="68758" y="14795"/>
                  </a:lnTo>
                  <a:lnTo>
                    <a:pt x="63334" y="12462"/>
                  </a:lnTo>
                  <a:lnTo>
                    <a:pt x="57831" y="10321"/>
                  </a:lnTo>
                  <a:lnTo>
                    <a:pt x="52255" y="8377"/>
                  </a:lnTo>
                  <a:lnTo>
                    <a:pt x="46614" y="6630"/>
                  </a:lnTo>
                  <a:lnTo>
                    <a:pt x="40916" y="5084"/>
                  </a:lnTo>
                  <a:lnTo>
                    <a:pt x="35166" y="3740"/>
                  </a:lnTo>
                  <a:lnTo>
                    <a:pt x="29372" y="2600"/>
                  </a:lnTo>
                  <a:lnTo>
                    <a:pt x="23542" y="1666"/>
                  </a:lnTo>
                  <a:lnTo>
                    <a:pt x="17682" y="937"/>
                  </a:lnTo>
                  <a:lnTo>
                    <a:pt x="11800" y="417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0057" y="941493"/>
              <a:ext cx="116158" cy="167167"/>
            </a:xfrm>
            <a:custGeom>
              <a:avLst/>
              <a:pathLst>
                <a:path w="116158" h="167167">
                  <a:moveTo>
                    <a:pt x="116158" y="0"/>
                  </a:moveTo>
                  <a:lnTo>
                    <a:pt x="110576" y="93"/>
                  </a:lnTo>
                  <a:lnTo>
                    <a:pt x="104999" y="372"/>
                  </a:lnTo>
                  <a:lnTo>
                    <a:pt x="99435" y="838"/>
                  </a:lnTo>
                  <a:lnTo>
                    <a:pt x="93890" y="1489"/>
                  </a:lnTo>
                  <a:lnTo>
                    <a:pt x="88370" y="2325"/>
                  </a:lnTo>
                  <a:lnTo>
                    <a:pt x="82880" y="3345"/>
                  </a:lnTo>
                  <a:lnTo>
                    <a:pt x="77428" y="4548"/>
                  </a:lnTo>
                  <a:lnTo>
                    <a:pt x="72019" y="5932"/>
                  </a:lnTo>
                  <a:lnTo>
                    <a:pt x="66659" y="7496"/>
                  </a:lnTo>
                  <a:lnTo>
                    <a:pt x="61354" y="9238"/>
                  </a:lnTo>
                  <a:lnTo>
                    <a:pt x="56111" y="11156"/>
                  </a:lnTo>
                  <a:lnTo>
                    <a:pt x="50934" y="13249"/>
                  </a:lnTo>
                  <a:lnTo>
                    <a:pt x="45831" y="15513"/>
                  </a:lnTo>
                  <a:lnTo>
                    <a:pt x="40805" y="17946"/>
                  </a:lnTo>
                  <a:lnTo>
                    <a:pt x="35864" y="20546"/>
                  </a:lnTo>
                  <a:lnTo>
                    <a:pt x="31013" y="23309"/>
                  </a:lnTo>
                  <a:lnTo>
                    <a:pt x="26256" y="26232"/>
                  </a:lnTo>
                  <a:lnTo>
                    <a:pt x="21599" y="29313"/>
                  </a:lnTo>
                  <a:lnTo>
                    <a:pt x="17049" y="32548"/>
                  </a:lnTo>
                  <a:lnTo>
                    <a:pt x="12608" y="35933"/>
                  </a:lnTo>
                  <a:lnTo>
                    <a:pt x="8283" y="39464"/>
                  </a:lnTo>
                  <a:lnTo>
                    <a:pt x="4079" y="43138"/>
                  </a:lnTo>
                  <a:lnTo>
                    <a:pt x="0" y="46950"/>
                  </a:lnTo>
                  <a:lnTo>
                    <a:pt x="116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0057" y="988443"/>
              <a:ext cx="116158" cy="120216"/>
            </a:xfrm>
            <a:custGeom>
              <a:avLst/>
              <a:pathLst>
                <a:path w="116158" h="120216">
                  <a:moveTo>
                    <a:pt x="0" y="0"/>
                  </a:moveTo>
                  <a:lnTo>
                    <a:pt x="116158" y="1202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0" y="988443"/>
              <a:ext cx="167165" cy="258510"/>
            </a:xfrm>
            <a:custGeom>
              <a:avLst/>
              <a:pathLst>
                <a:path w="167165" h="258510">
                  <a:moveTo>
                    <a:pt x="51006" y="0"/>
                  </a:moveTo>
                  <a:lnTo>
                    <a:pt x="47184" y="3814"/>
                  </a:lnTo>
                  <a:lnTo>
                    <a:pt x="43487" y="7750"/>
                  </a:lnTo>
                  <a:lnTo>
                    <a:pt x="39918" y="11804"/>
                  </a:lnTo>
                  <a:lnTo>
                    <a:pt x="36483" y="15970"/>
                  </a:lnTo>
                  <a:lnTo>
                    <a:pt x="33184" y="20246"/>
                  </a:lnTo>
                  <a:lnTo>
                    <a:pt x="30025" y="24625"/>
                  </a:lnTo>
                  <a:lnTo>
                    <a:pt x="27009" y="29105"/>
                  </a:lnTo>
                  <a:lnTo>
                    <a:pt x="24139" y="33679"/>
                  </a:lnTo>
                  <a:lnTo>
                    <a:pt x="21419" y="38344"/>
                  </a:lnTo>
                  <a:lnTo>
                    <a:pt x="18850" y="43095"/>
                  </a:lnTo>
                  <a:lnTo>
                    <a:pt x="16437" y="47925"/>
                  </a:lnTo>
                  <a:lnTo>
                    <a:pt x="14180" y="52832"/>
                  </a:lnTo>
                  <a:lnTo>
                    <a:pt x="12084" y="57808"/>
                  </a:lnTo>
                  <a:lnTo>
                    <a:pt x="10149" y="62850"/>
                  </a:lnTo>
                  <a:lnTo>
                    <a:pt x="8378" y="67951"/>
                  </a:lnTo>
                  <a:lnTo>
                    <a:pt x="6772" y="73107"/>
                  </a:lnTo>
                  <a:lnTo>
                    <a:pt x="5335" y="78313"/>
                  </a:lnTo>
                  <a:lnTo>
                    <a:pt x="4066" y="83562"/>
                  </a:lnTo>
                  <a:lnTo>
                    <a:pt x="2967" y="88849"/>
                  </a:lnTo>
                  <a:lnTo>
                    <a:pt x="2039" y="94169"/>
                  </a:lnTo>
                  <a:lnTo>
                    <a:pt x="1284" y="99516"/>
                  </a:lnTo>
                  <a:lnTo>
                    <a:pt x="702" y="104885"/>
                  </a:lnTo>
                  <a:lnTo>
                    <a:pt x="294" y="110269"/>
                  </a:lnTo>
                  <a:lnTo>
                    <a:pt x="59" y="115664"/>
                  </a:lnTo>
                  <a:lnTo>
                    <a:pt x="0" y="121064"/>
                  </a:lnTo>
                  <a:lnTo>
                    <a:pt x="114" y="126463"/>
                  </a:lnTo>
                  <a:lnTo>
                    <a:pt x="403" y="131856"/>
                  </a:lnTo>
                  <a:lnTo>
                    <a:pt x="866" y="137236"/>
                  </a:lnTo>
                  <a:lnTo>
                    <a:pt x="1503" y="142599"/>
                  </a:lnTo>
                  <a:lnTo>
                    <a:pt x="2312" y="147938"/>
                  </a:lnTo>
                  <a:lnTo>
                    <a:pt x="3293" y="153248"/>
                  </a:lnTo>
                  <a:lnTo>
                    <a:pt x="4446" y="158524"/>
                  </a:lnTo>
                  <a:lnTo>
                    <a:pt x="5768" y="163760"/>
                  </a:lnTo>
                  <a:lnTo>
                    <a:pt x="7259" y="168950"/>
                  </a:lnTo>
                  <a:lnTo>
                    <a:pt x="8916" y="174090"/>
                  </a:lnTo>
                  <a:lnTo>
                    <a:pt x="10739" y="179173"/>
                  </a:lnTo>
                  <a:lnTo>
                    <a:pt x="12725" y="184195"/>
                  </a:lnTo>
                  <a:lnTo>
                    <a:pt x="14872" y="189150"/>
                  </a:lnTo>
                  <a:lnTo>
                    <a:pt x="17178" y="194033"/>
                  </a:lnTo>
                  <a:lnTo>
                    <a:pt x="19640" y="198839"/>
                  </a:lnTo>
                  <a:lnTo>
                    <a:pt x="22257" y="203563"/>
                  </a:lnTo>
                  <a:lnTo>
                    <a:pt x="25024" y="208200"/>
                  </a:lnTo>
                  <a:lnTo>
                    <a:pt x="27940" y="212745"/>
                  </a:lnTo>
                  <a:lnTo>
                    <a:pt x="31002" y="217194"/>
                  </a:lnTo>
                  <a:lnTo>
                    <a:pt x="34205" y="221541"/>
                  </a:lnTo>
                  <a:lnTo>
                    <a:pt x="37547" y="225783"/>
                  </a:lnTo>
                  <a:lnTo>
                    <a:pt x="41025" y="229914"/>
                  </a:lnTo>
                  <a:lnTo>
                    <a:pt x="44634" y="233931"/>
                  </a:lnTo>
                  <a:lnTo>
                    <a:pt x="48371" y="237830"/>
                  </a:lnTo>
                  <a:lnTo>
                    <a:pt x="52232" y="241606"/>
                  </a:lnTo>
                  <a:lnTo>
                    <a:pt x="56212" y="245255"/>
                  </a:lnTo>
                  <a:lnTo>
                    <a:pt x="60309" y="248773"/>
                  </a:lnTo>
                  <a:lnTo>
                    <a:pt x="64517" y="252157"/>
                  </a:lnTo>
                  <a:lnTo>
                    <a:pt x="68832" y="255404"/>
                  </a:lnTo>
                  <a:lnTo>
                    <a:pt x="73250" y="258510"/>
                  </a:lnTo>
                  <a:lnTo>
                    <a:pt x="167165" y="1202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2301" y="941493"/>
              <a:ext cx="261079" cy="334325"/>
            </a:xfrm>
            <a:custGeom>
              <a:avLst/>
              <a:pathLst>
                <a:path w="261079" h="334325">
                  <a:moveTo>
                    <a:pt x="0" y="305460"/>
                  </a:moveTo>
                  <a:lnTo>
                    <a:pt x="4465" y="308390"/>
                  </a:lnTo>
                  <a:lnTo>
                    <a:pt x="9022" y="311175"/>
                  </a:lnTo>
                  <a:lnTo>
                    <a:pt x="13666" y="313813"/>
                  </a:lnTo>
                  <a:lnTo>
                    <a:pt x="18391" y="316302"/>
                  </a:lnTo>
                  <a:lnTo>
                    <a:pt x="23194" y="318638"/>
                  </a:lnTo>
                  <a:lnTo>
                    <a:pt x="28069" y="320820"/>
                  </a:lnTo>
                  <a:lnTo>
                    <a:pt x="33011" y="322845"/>
                  </a:lnTo>
                  <a:lnTo>
                    <a:pt x="38015" y="324711"/>
                  </a:lnTo>
                  <a:lnTo>
                    <a:pt x="43076" y="326417"/>
                  </a:lnTo>
                  <a:lnTo>
                    <a:pt x="48189" y="327959"/>
                  </a:lnTo>
                  <a:lnTo>
                    <a:pt x="53349" y="329338"/>
                  </a:lnTo>
                  <a:lnTo>
                    <a:pt x="58550" y="330551"/>
                  </a:lnTo>
                  <a:lnTo>
                    <a:pt x="63787" y="331597"/>
                  </a:lnTo>
                  <a:lnTo>
                    <a:pt x="69055" y="332476"/>
                  </a:lnTo>
                  <a:lnTo>
                    <a:pt x="74349" y="333185"/>
                  </a:lnTo>
                  <a:lnTo>
                    <a:pt x="79662" y="333726"/>
                  </a:lnTo>
                  <a:lnTo>
                    <a:pt x="84990" y="334096"/>
                  </a:lnTo>
                  <a:lnTo>
                    <a:pt x="90327" y="334296"/>
                  </a:lnTo>
                  <a:lnTo>
                    <a:pt x="95668" y="334325"/>
                  </a:lnTo>
                  <a:lnTo>
                    <a:pt x="101007" y="334184"/>
                  </a:lnTo>
                  <a:lnTo>
                    <a:pt x="106338" y="333872"/>
                  </a:lnTo>
                  <a:lnTo>
                    <a:pt x="111657" y="333390"/>
                  </a:lnTo>
                  <a:lnTo>
                    <a:pt x="116958" y="332738"/>
                  </a:lnTo>
                  <a:lnTo>
                    <a:pt x="122236" y="331918"/>
                  </a:lnTo>
                  <a:lnTo>
                    <a:pt x="127484" y="330929"/>
                  </a:lnTo>
                  <a:lnTo>
                    <a:pt x="132698" y="329773"/>
                  </a:lnTo>
                  <a:lnTo>
                    <a:pt x="137873" y="328451"/>
                  </a:lnTo>
                  <a:lnTo>
                    <a:pt x="143003" y="326965"/>
                  </a:lnTo>
                  <a:lnTo>
                    <a:pt x="148082" y="325315"/>
                  </a:lnTo>
                  <a:lnTo>
                    <a:pt x="153106" y="323504"/>
                  </a:lnTo>
                  <a:lnTo>
                    <a:pt x="158070" y="321533"/>
                  </a:lnTo>
                  <a:lnTo>
                    <a:pt x="162969" y="319405"/>
                  </a:lnTo>
                  <a:lnTo>
                    <a:pt x="167797" y="317121"/>
                  </a:lnTo>
                  <a:lnTo>
                    <a:pt x="172549" y="314685"/>
                  </a:lnTo>
                  <a:lnTo>
                    <a:pt x="177221" y="312097"/>
                  </a:lnTo>
                  <a:lnTo>
                    <a:pt x="181809" y="309362"/>
                  </a:lnTo>
                  <a:lnTo>
                    <a:pt x="186306" y="306482"/>
                  </a:lnTo>
                  <a:lnTo>
                    <a:pt x="190709" y="303459"/>
                  </a:lnTo>
                  <a:lnTo>
                    <a:pt x="195014" y="300298"/>
                  </a:lnTo>
                  <a:lnTo>
                    <a:pt x="199215" y="297000"/>
                  </a:lnTo>
                  <a:lnTo>
                    <a:pt x="203309" y="293570"/>
                  </a:lnTo>
                  <a:lnTo>
                    <a:pt x="207291" y="290011"/>
                  </a:lnTo>
                  <a:lnTo>
                    <a:pt x="211157" y="286327"/>
                  </a:lnTo>
                  <a:lnTo>
                    <a:pt x="214904" y="282520"/>
                  </a:lnTo>
                  <a:lnTo>
                    <a:pt x="218527" y="278597"/>
                  </a:lnTo>
                  <a:lnTo>
                    <a:pt x="222023" y="274559"/>
                  </a:lnTo>
                  <a:lnTo>
                    <a:pt x="225388" y="270412"/>
                  </a:lnTo>
                  <a:lnTo>
                    <a:pt x="228619" y="266159"/>
                  </a:lnTo>
                  <a:lnTo>
                    <a:pt x="231713" y="261806"/>
                  </a:lnTo>
                  <a:lnTo>
                    <a:pt x="234666" y="257355"/>
                  </a:lnTo>
                  <a:lnTo>
                    <a:pt x="237475" y="252813"/>
                  </a:lnTo>
                  <a:lnTo>
                    <a:pt x="240137" y="248183"/>
                  </a:lnTo>
                  <a:lnTo>
                    <a:pt x="242651" y="243471"/>
                  </a:lnTo>
                  <a:lnTo>
                    <a:pt x="245012" y="238681"/>
                  </a:lnTo>
                  <a:lnTo>
                    <a:pt x="247220" y="233817"/>
                  </a:lnTo>
                  <a:lnTo>
                    <a:pt x="249271" y="228886"/>
                  </a:lnTo>
                  <a:lnTo>
                    <a:pt x="251163" y="223892"/>
                  </a:lnTo>
                  <a:lnTo>
                    <a:pt x="252895" y="218840"/>
                  </a:lnTo>
                  <a:lnTo>
                    <a:pt x="254464" y="213735"/>
                  </a:lnTo>
                  <a:lnTo>
                    <a:pt x="255870" y="208582"/>
                  </a:lnTo>
                  <a:lnTo>
                    <a:pt x="257110" y="203388"/>
                  </a:lnTo>
                  <a:lnTo>
                    <a:pt x="258184" y="198156"/>
                  </a:lnTo>
                  <a:lnTo>
                    <a:pt x="259090" y="192892"/>
                  </a:lnTo>
                  <a:lnTo>
                    <a:pt x="259828" y="187603"/>
                  </a:lnTo>
                  <a:lnTo>
                    <a:pt x="260396" y="182292"/>
                  </a:lnTo>
                  <a:lnTo>
                    <a:pt x="260794" y="176966"/>
                  </a:lnTo>
                  <a:lnTo>
                    <a:pt x="261022" y="171631"/>
                  </a:lnTo>
                  <a:lnTo>
                    <a:pt x="261079" y="166290"/>
                  </a:lnTo>
                  <a:lnTo>
                    <a:pt x="260966" y="160950"/>
                  </a:lnTo>
                  <a:lnTo>
                    <a:pt x="260682" y="155617"/>
                  </a:lnTo>
                  <a:lnTo>
                    <a:pt x="260228" y="150296"/>
                  </a:lnTo>
                  <a:lnTo>
                    <a:pt x="259604" y="144992"/>
                  </a:lnTo>
                  <a:lnTo>
                    <a:pt x="258811" y="139710"/>
                  </a:lnTo>
                  <a:lnTo>
                    <a:pt x="257850" y="134456"/>
                  </a:lnTo>
                  <a:lnTo>
                    <a:pt x="256721" y="129236"/>
                  </a:lnTo>
                  <a:lnTo>
                    <a:pt x="255427" y="124055"/>
                  </a:lnTo>
                  <a:lnTo>
                    <a:pt x="253967" y="118917"/>
                  </a:lnTo>
                  <a:lnTo>
                    <a:pt x="252344" y="113829"/>
                  </a:lnTo>
                  <a:lnTo>
                    <a:pt x="250559" y="108795"/>
                  </a:lnTo>
                  <a:lnTo>
                    <a:pt x="248615" y="103821"/>
                  </a:lnTo>
                  <a:lnTo>
                    <a:pt x="246512" y="98912"/>
                  </a:lnTo>
                  <a:lnTo>
                    <a:pt x="244254" y="94072"/>
                  </a:lnTo>
                  <a:lnTo>
                    <a:pt x="241842" y="89307"/>
                  </a:lnTo>
                  <a:lnTo>
                    <a:pt x="239279" y="84621"/>
                  </a:lnTo>
                  <a:lnTo>
                    <a:pt x="236568" y="80019"/>
                  </a:lnTo>
                  <a:lnTo>
                    <a:pt x="233712" y="75507"/>
                  </a:lnTo>
                  <a:lnTo>
                    <a:pt x="230712" y="71088"/>
                  </a:lnTo>
                  <a:lnTo>
                    <a:pt x="227573" y="66767"/>
                  </a:lnTo>
                  <a:lnTo>
                    <a:pt x="224298" y="62548"/>
                  </a:lnTo>
                  <a:lnTo>
                    <a:pt x="220889" y="58437"/>
                  </a:lnTo>
                  <a:lnTo>
                    <a:pt x="217351" y="54436"/>
                  </a:lnTo>
                  <a:lnTo>
                    <a:pt x="213687" y="50551"/>
                  </a:lnTo>
                  <a:lnTo>
                    <a:pt x="209901" y="46784"/>
                  </a:lnTo>
                  <a:lnTo>
                    <a:pt x="205996" y="43140"/>
                  </a:lnTo>
                  <a:lnTo>
                    <a:pt x="201977" y="39623"/>
                  </a:lnTo>
                  <a:lnTo>
                    <a:pt x="197847" y="36236"/>
                  </a:lnTo>
                  <a:lnTo>
                    <a:pt x="193612" y="32983"/>
                  </a:lnTo>
                  <a:lnTo>
                    <a:pt x="189274" y="29867"/>
                  </a:lnTo>
                  <a:lnTo>
                    <a:pt x="184840" y="26890"/>
                  </a:lnTo>
                  <a:lnTo>
                    <a:pt x="180312" y="24057"/>
                  </a:lnTo>
                  <a:lnTo>
                    <a:pt x="175696" y="21371"/>
                  </a:lnTo>
                  <a:lnTo>
                    <a:pt x="170997" y="18832"/>
                  </a:lnTo>
                  <a:lnTo>
                    <a:pt x="166219" y="16446"/>
                  </a:lnTo>
                  <a:lnTo>
                    <a:pt x="161368" y="14213"/>
                  </a:lnTo>
                  <a:lnTo>
                    <a:pt x="156447" y="12136"/>
                  </a:lnTo>
                  <a:lnTo>
                    <a:pt x="151463" y="10218"/>
                  </a:lnTo>
                  <a:lnTo>
                    <a:pt x="146420" y="8459"/>
                  </a:lnTo>
                  <a:lnTo>
                    <a:pt x="141323" y="6863"/>
                  </a:lnTo>
                  <a:lnTo>
                    <a:pt x="136178" y="5430"/>
                  </a:lnTo>
                  <a:lnTo>
                    <a:pt x="130990" y="4163"/>
                  </a:lnTo>
                  <a:lnTo>
                    <a:pt x="125764" y="3062"/>
                  </a:lnTo>
                  <a:lnTo>
                    <a:pt x="120506" y="2128"/>
                  </a:lnTo>
                  <a:lnTo>
                    <a:pt x="115220" y="1363"/>
                  </a:lnTo>
                  <a:lnTo>
                    <a:pt x="109913" y="767"/>
                  </a:lnTo>
                  <a:lnTo>
                    <a:pt x="104589" y="341"/>
                  </a:lnTo>
                  <a:lnTo>
                    <a:pt x="99254" y="85"/>
                  </a:lnTo>
                  <a:lnTo>
                    <a:pt x="93914" y="0"/>
                  </a:lnTo>
                  <a:lnTo>
                    <a:pt x="939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4" y="1071028"/>
              <a:ext cx="167166" cy="332857"/>
            </a:xfrm>
            <a:custGeom>
              <a:avLst/>
              <a:pathLst>
                <a:path w="167166" h="332857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69"/>
                  </a:lnTo>
                  <a:lnTo>
                    <a:pt x="145824" y="1368"/>
                  </a:lnTo>
                  <a:lnTo>
                    <a:pt x="140529" y="2135"/>
                  </a:lnTo>
                  <a:lnTo>
                    <a:pt x="135261" y="3072"/>
                  </a:lnTo>
                  <a:lnTo>
                    <a:pt x="130027" y="4177"/>
                  </a:lnTo>
                  <a:lnTo>
                    <a:pt x="124830" y="5449"/>
                  </a:lnTo>
                  <a:lnTo>
                    <a:pt x="119677" y="6887"/>
                  </a:lnTo>
                  <a:lnTo>
                    <a:pt x="114572" y="8489"/>
                  </a:lnTo>
                  <a:lnTo>
                    <a:pt x="109521" y="10253"/>
                  </a:lnTo>
                  <a:lnTo>
                    <a:pt x="104529" y="12178"/>
                  </a:lnTo>
                  <a:lnTo>
                    <a:pt x="99602" y="14262"/>
                  </a:lnTo>
                  <a:lnTo>
                    <a:pt x="94743" y="16502"/>
                  </a:lnTo>
                  <a:lnTo>
                    <a:pt x="89959" y="18897"/>
                  </a:lnTo>
                  <a:lnTo>
                    <a:pt x="85254" y="21444"/>
                  </a:lnTo>
                  <a:lnTo>
                    <a:pt x="80633" y="24139"/>
                  </a:lnTo>
                  <a:lnTo>
                    <a:pt x="76100" y="26982"/>
                  </a:lnTo>
                  <a:lnTo>
                    <a:pt x="71661" y="29968"/>
                  </a:lnTo>
                  <a:lnTo>
                    <a:pt x="67319" y="33094"/>
                  </a:lnTo>
                  <a:lnTo>
                    <a:pt x="63080" y="36358"/>
                  </a:lnTo>
                  <a:lnTo>
                    <a:pt x="58947" y="39756"/>
                  </a:lnTo>
                  <a:lnTo>
                    <a:pt x="54926" y="43284"/>
                  </a:lnTo>
                  <a:lnTo>
                    <a:pt x="51019" y="46939"/>
                  </a:lnTo>
                  <a:lnTo>
                    <a:pt x="47231" y="50718"/>
                  </a:lnTo>
                  <a:lnTo>
                    <a:pt x="43566" y="54615"/>
                  </a:lnTo>
                  <a:lnTo>
                    <a:pt x="40028" y="58628"/>
                  </a:lnTo>
                  <a:lnTo>
                    <a:pt x="36619" y="62752"/>
                  </a:lnTo>
                  <a:lnTo>
                    <a:pt x="33345" y="66983"/>
                  </a:lnTo>
                  <a:lnTo>
                    <a:pt x="30208" y="71317"/>
                  </a:lnTo>
                  <a:lnTo>
                    <a:pt x="27210" y="75749"/>
                  </a:lnTo>
                  <a:lnTo>
                    <a:pt x="24357" y="80274"/>
                  </a:lnTo>
                  <a:lnTo>
                    <a:pt x="21649" y="84889"/>
                  </a:lnTo>
                  <a:lnTo>
                    <a:pt x="19091" y="89587"/>
                  </a:lnTo>
                  <a:lnTo>
                    <a:pt x="16684" y="94366"/>
                  </a:lnTo>
                  <a:lnTo>
                    <a:pt x="14431" y="99218"/>
                  </a:lnTo>
                  <a:lnTo>
                    <a:pt x="12335" y="104141"/>
                  </a:lnTo>
                  <a:lnTo>
                    <a:pt x="10398" y="109128"/>
                  </a:lnTo>
                  <a:lnTo>
                    <a:pt x="8621" y="114174"/>
                  </a:lnTo>
                  <a:lnTo>
                    <a:pt x="7006" y="119275"/>
                  </a:lnTo>
                  <a:lnTo>
                    <a:pt x="5556" y="124424"/>
                  </a:lnTo>
                  <a:lnTo>
                    <a:pt x="4271" y="129618"/>
                  </a:lnTo>
                  <a:lnTo>
                    <a:pt x="3152" y="134850"/>
                  </a:lnTo>
                  <a:lnTo>
                    <a:pt x="2202" y="140115"/>
                  </a:lnTo>
                  <a:lnTo>
                    <a:pt x="1421" y="145408"/>
                  </a:lnTo>
                  <a:lnTo>
                    <a:pt x="810" y="150723"/>
                  </a:lnTo>
                  <a:lnTo>
                    <a:pt x="369" y="156055"/>
                  </a:lnTo>
                  <a:lnTo>
                    <a:pt x="99" y="161398"/>
                  </a:lnTo>
                  <a:lnTo>
                    <a:pt x="0" y="166747"/>
                  </a:lnTo>
                  <a:lnTo>
                    <a:pt x="72" y="172097"/>
                  </a:lnTo>
                  <a:lnTo>
                    <a:pt x="315" y="177441"/>
                  </a:lnTo>
                  <a:lnTo>
                    <a:pt x="729" y="182775"/>
                  </a:lnTo>
                  <a:lnTo>
                    <a:pt x="1314" y="188093"/>
                  </a:lnTo>
                  <a:lnTo>
                    <a:pt x="2069" y="193390"/>
                  </a:lnTo>
                  <a:lnTo>
                    <a:pt x="2992" y="198660"/>
                  </a:lnTo>
                  <a:lnTo>
                    <a:pt x="4084" y="203897"/>
                  </a:lnTo>
                  <a:lnTo>
                    <a:pt x="5343" y="209097"/>
                  </a:lnTo>
                  <a:lnTo>
                    <a:pt x="6768" y="214254"/>
                  </a:lnTo>
                  <a:lnTo>
                    <a:pt x="8357" y="219363"/>
                  </a:lnTo>
                  <a:lnTo>
                    <a:pt x="10108" y="224418"/>
                  </a:lnTo>
                  <a:lnTo>
                    <a:pt x="12021" y="229415"/>
                  </a:lnTo>
                  <a:lnTo>
                    <a:pt x="14092" y="234348"/>
                  </a:lnTo>
                  <a:lnTo>
                    <a:pt x="16320" y="239212"/>
                  </a:lnTo>
                  <a:lnTo>
                    <a:pt x="18703" y="244002"/>
                  </a:lnTo>
                  <a:lnTo>
                    <a:pt x="21238" y="248713"/>
                  </a:lnTo>
                  <a:lnTo>
                    <a:pt x="23922" y="253341"/>
                  </a:lnTo>
                  <a:lnTo>
                    <a:pt x="26753" y="257881"/>
                  </a:lnTo>
                  <a:lnTo>
                    <a:pt x="29728" y="262328"/>
                  </a:lnTo>
                  <a:lnTo>
                    <a:pt x="32843" y="266677"/>
                  </a:lnTo>
                  <a:lnTo>
                    <a:pt x="36097" y="270925"/>
                  </a:lnTo>
                  <a:lnTo>
                    <a:pt x="39484" y="275066"/>
                  </a:lnTo>
                  <a:lnTo>
                    <a:pt x="43002" y="279096"/>
                  </a:lnTo>
                  <a:lnTo>
                    <a:pt x="46648" y="283012"/>
                  </a:lnTo>
                  <a:lnTo>
                    <a:pt x="50416" y="286810"/>
                  </a:lnTo>
                  <a:lnTo>
                    <a:pt x="54305" y="290484"/>
                  </a:lnTo>
                  <a:lnTo>
                    <a:pt x="58309" y="294033"/>
                  </a:lnTo>
                  <a:lnTo>
                    <a:pt x="62424" y="297451"/>
                  </a:lnTo>
                  <a:lnTo>
                    <a:pt x="66647" y="300736"/>
                  </a:lnTo>
                  <a:lnTo>
                    <a:pt x="70973" y="303885"/>
                  </a:lnTo>
                  <a:lnTo>
                    <a:pt x="75397" y="306893"/>
                  </a:lnTo>
                  <a:lnTo>
                    <a:pt x="79915" y="309758"/>
                  </a:lnTo>
                  <a:lnTo>
                    <a:pt x="84523" y="312477"/>
                  </a:lnTo>
                  <a:lnTo>
                    <a:pt x="89215" y="315047"/>
                  </a:lnTo>
                  <a:lnTo>
                    <a:pt x="93987" y="317466"/>
                  </a:lnTo>
                  <a:lnTo>
                    <a:pt x="98835" y="319731"/>
                  </a:lnTo>
                  <a:lnTo>
                    <a:pt x="103752" y="321839"/>
                  </a:lnTo>
                  <a:lnTo>
                    <a:pt x="108734" y="323789"/>
                  </a:lnTo>
                  <a:lnTo>
                    <a:pt x="113776" y="325579"/>
                  </a:lnTo>
                  <a:lnTo>
                    <a:pt x="118872" y="327206"/>
                  </a:lnTo>
                  <a:lnTo>
                    <a:pt x="124018" y="328670"/>
                  </a:lnTo>
                  <a:lnTo>
                    <a:pt x="129209" y="329968"/>
                  </a:lnTo>
                  <a:lnTo>
                    <a:pt x="134438" y="331099"/>
                  </a:lnTo>
                  <a:lnTo>
                    <a:pt x="139700" y="332063"/>
                  </a:lnTo>
                  <a:lnTo>
                    <a:pt x="144991" y="33285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42326" y="1238196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42326" y="1089641"/>
              <a:ext cx="189328" cy="315719"/>
            </a:xfrm>
            <a:custGeom>
              <a:avLst/>
              <a:pathLst>
                <a:path w="189328" h="315719">
                  <a:moveTo>
                    <a:pt x="0" y="314244"/>
                  </a:moveTo>
                  <a:lnTo>
                    <a:pt x="5278" y="314865"/>
                  </a:lnTo>
                  <a:lnTo>
                    <a:pt x="10575" y="315318"/>
                  </a:lnTo>
                  <a:lnTo>
                    <a:pt x="15882" y="315603"/>
                  </a:lnTo>
                  <a:lnTo>
                    <a:pt x="21197" y="315719"/>
                  </a:lnTo>
                  <a:lnTo>
                    <a:pt x="26512" y="315665"/>
                  </a:lnTo>
                  <a:lnTo>
                    <a:pt x="31822" y="315443"/>
                  </a:lnTo>
                  <a:lnTo>
                    <a:pt x="37123" y="315052"/>
                  </a:lnTo>
                  <a:lnTo>
                    <a:pt x="42409" y="314492"/>
                  </a:lnTo>
                  <a:lnTo>
                    <a:pt x="47675" y="313765"/>
                  </a:lnTo>
                  <a:lnTo>
                    <a:pt x="52914" y="312871"/>
                  </a:lnTo>
                  <a:lnTo>
                    <a:pt x="58123" y="311810"/>
                  </a:lnTo>
                  <a:lnTo>
                    <a:pt x="63295" y="310585"/>
                  </a:lnTo>
                  <a:lnTo>
                    <a:pt x="68426" y="309196"/>
                  </a:lnTo>
                  <a:lnTo>
                    <a:pt x="73510" y="307644"/>
                  </a:lnTo>
                  <a:lnTo>
                    <a:pt x="78542" y="305932"/>
                  </a:lnTo>
                  <a:lnTo>
                    <a:pt x="83517" y="304060"/>
                  </a:lnTo>
                  <a:lnTo>
                    <a:pt x="88430" y="302031"/>
                  </a:lnTo>
                  <a:lnTo>
                    <a:pt x="93276" y="299847"/>
                  </a:lnTo>
                  <a:lnTo>
                    <a:pt x="98050" y="297510"/>
                  </a:lnTo>
                  <a:lnTo>
                    <a:pt x="102747" y="295023"/>
                  </a:lnTo>
                  <a:lnTo>
                    <a:pt x="107363" y="292387"/>
                  </a:lnTo>
                  <a:lnTo>
                    <a:pt x="111893" y="289606"/>
                  </a:lnTo>
                  <a:lnTo>
                    <a:pt x="116332" y="286682"/>
                  </a:lnTo>
                  <a:lnTo>
                    <a:pt x="120676" y="283619"/>
                  </a:lnTo>
                  <a:lnTo>
                    <a:pt x="124920" y="280419"/>
                  </a:lnTo>
                  <a:lnTo>
                    <a:pt x="129061" y="277086"/>
                  </a:lnTo>
                  <a:lnTo>
                    <a:pt x="133093" y="273622"/>
                  </a:lnTo>
                  <a:lnTo>
                    <a:pt x="137013" y="270033"/>
                  </a:lnTo>
                  <a:lnTo>
                    <a:pt x="140817" y="266320"/>
                  </a:lnTo>
                  <a:lnTo>
                    <a:pt x="144502" y="262489"/>
                  </a:lnTo>
                  <a:lnTo>
                    <a:pt x="148062" y="258542"/>
                  </a:lnTo>
                  <a:lnTo>
                    <a:pt x="151495" y="254484"/>
                  </a:lnTo>
                  <a:lnTo>
                    <a:pt x="154798" y="250319"/>
                  </a:lnTo>
                  <a:lnTo>
                    <a:pt x="157966" y="246051"/>
                  </a:lnTo>
                  <a:lnTo>
                    <a:pt x="160997" y="241685"/>
                  </a:lnTo>
                  <a:lnTo>
                    <a:pt x="163888" y="237224"/>
                  </a:lnTo>
                  <a:lnTo>
                    <a:pt x="166635" y="232674"/>
                  </a:lnTo>
                  <a:lnTo>
                    <a:pt x="169237" y="228038"/>
                  </a:lnTo>
                  <a:lnTo>
                    <a:pt x="171689" y="223323"/>
                  </a:lnTo>
                  <a:lnTo>
                    <a:pt x="173991" y="218531"/>
                  </a:lnTo>
                  <a:lnTo>
                    <a:pt x="176139" y="213669"/>
                  </a:lnTo>
                  <a:lnTo>
                    <a:pt x="178131" y="208741"/>
                  </a:lnTo>
                  <a:lnTo>
                    <a:pt x="179966" y="203753"/>
                  </a:lnTo>
                  <a:lnTo>
                    <a:pt x="181641" y="198708"/>
                  </a:lnTo>
                  <a:lnTo>
                    <a:pt x="183155" y="193613"/>
                  </a:lnTo>
                  <a:lnTo>
                    <a:pt x="184506" y="188472"/>
                  </a:lnTo>
                  <a:lnTo>
                    <a:pt x="185693" y="183291"/>
                  </a:lnTo>
                  <a:lnTo>
                    <a:pt x="186715" y="178075"/>
                  </a:lnTo>
                  <a:lnTo>
                    <a:pt x="187570" y="172828"/>
                  </a:lnTo>
                  <a:lnTo>
                    <a:pt x="188259" y="167558"/>
                  </a:lnTo>
                  <a:lnTo>
                    <a:pt x="188779" y="162268"/>
                  </a:lnTo>
                  <a:lnTo>
                    <a:pt x="189131" y="156964"/>
                  </a:lnTo>
                  <a:lnTo>
                    <a:pt x="189314" y="151652"/>
                  </a:lnTo>
                  <a:lnTo>
                    <a:pt x="189328" y="146336"/>
                  </a:lnTo>
                  <a:lnTo>
                    <a:pt x="189173" y="141023"/>
                  </a:lnTo>
                  <a:lnTo>
                    <a:pt x="188849" y="135718"/>
                  </a:lnTo>
                  <a:lnTo>
                    <a:pt x="188356" y="130425"/>
                  </a:lnTo>
                  <a:lnTo>
                    <a:pt x="187696" y="125151"/>
                  </a:lnTo>
                  <a:lnTo>
                    <a:pt x="186868" y="119900"/>
                  </a:lnTo>
                  <a:lnTo>
                    <a:pt x="185874" y="114679"/>
                  </a:lnTo>
                  <a:lnTo>
                    <a:pt x="184714" y="109491"/>
                  </a:lnTo>
                  <a:lnTo>
                    <a:pt x="183390" y="104344"/>
                  </a:lnTo>
                  <a:lnTo>
                    <a:pt x="181903" y="99240"/>
                  </a:lnTo>
                  <a:lnTo>
                    <a:pt x="180255" y="94187"/>
                  </a:lnTo>
                  <a:lnTo>
                    <a:pt x="178446" y="89189"/>
                  </a:lnTo>
                  <a:lnTo>
                    <a:pt x="176480" y="84250"/>
                  </a:lnTo>
                  <a:lnTo>
                    <a:pt x="174357" y="79377"/>
                  </a:lnTo>
                  <a:lnTo>
                    <a:pt x="172081" y="74574"/>
                  </a:lnTo>
                  <a:lnTo>
                    <a:pt x="169653" y="69845"/>
                  </a:lnTo>
                  <a:lnTo>
                    <a:pt x="167076" y="65196"/>
                  </a:lnTo>
                  <a:lnTo>
                    <a:pt x="164353" y="60632"/>
                  </a:lnTo>
                  <a:lnTo>
                    <a:pt x="161486" y="56156"/>
                  </a:lnTo>
                  <a:lnTo>
                    <a:pt x="158478" y="51773"/>
                  </a:lnTo>
                  <a:lnTo>
                    <a:pt x="155332" y="47489"/>
                  </a:lnTo>
                  <a:lnTo>
                    <a:pt x="152051" y="43306"/>
                  </a:lnTo>
                  <a:lnTo>
                    <a:pt x="148640" y="39231"/>
                  </a:lnTo>
                  <a:lnTo>
                    <a:pt x="145100" y="35265"/>
                  </a:lnTo>
                  <a:lnTo>
                    <a:pt x="141436" y="31414"/>
                  </a:lnTo>
                  <a:lnTo>
                    <a:pt x="137652" y="27682"/>
                  </a:lnTo>
                  <a:lnTo>
                    <a:pt x="133750" y="24072"/>
                  </a:lnTo>
                  <a:lnTo>
                    <a:pt x="129736" y="20587"/>
                  </a:lnTo>
                  <a:lnTo>
                    <a:pt x="125613" y="17232"/>
                  </a:lnTo>
                  <a:lnTo>
                    <a:pt x="121386" y="14010"/>
                  </a:lnTo>
                  <a:lnTo>
                    <a:pt x="117058" y="10924"/>
                  </a:lnTo>
                  <a:lnTo>
                    <a:pt x="112635" y="7977"/>
                  </a:lnTo>
                  <a:lnTo>
                    <a:pt x="108120" y="5172"/>
                  </a:lnTo>
                  <a:lnTo>
                    <a:pt x="103518" y="2512"/>
                  </a:lnTo>
                  <a:lnTo>
                    <a:pt x="98833" y="0"/>
                  </a:lnTo>
                  <a:lnTo>
                    <a:pt x="22175" y="1485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76658" cy="167167"/>
            </a:xfrm>
            <a:custGeom>
              <a:avLst/>
              <a:pathLst>
                <a:path w="76658" h="167167">
                  <a:moveTo>
                    <a:pt x="76658" y="18612"/>
                  </a:moveTo>
                  <a:lnTo>
                    <a:pt x="71560" y="16090"/>
                  </a:lnTo>
                  <a:lnTo>
                    <a:pt x="66378" y="13743"/>
                  </a:lnTo>
                  <a:lnTo>
                    <a:pt x="61120" y="11574"/>
                  </a:lnTo>
                  <a:lnTo>
                    <a:pt x="55791" y="9585"/>
                  </a:lnTo>
                  <a:lnTo>
                    <a:pt x="50398" y="7778"/>
                  </a:lnTo>
                  <a:lnTo>
                    <a:pt x="44946" y="6155"/>
                  </a:lnTo>
                  <a:lnTo>
                    <a:pt x="39442" y="4719"/>
                  </a:lnTo>
                  <a:lnTo>
                    <a:pt x="33893" y="3472"/>
                  </a:lnTo>
                  <a:lnTo>
                    <a:pt x="28304" y="2413"/>
                  </a:lnTo>
                  <a:lnTo>
                    <a:pt x="22683" y="1546"/>
                  </a:lnTo>
                  <a:lnTo>
                    <a:pt x="17035" y="870"/>
                  </a:lnTo>
                  <a:lnTo>
                    <a:pt x="11367" y="386"/>
                  </a:lnTo>
                  <a:lnTo>
                    <a:pt x="568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4157" y="1322571"/>
              <a:ext cx="134563" cy="167167"/>
            </a:xfrm>
            <a:custGeom>
              <a:avLst/>
              <a:pathLst>
                <a:path w="134563" h="167167">
                  <a:moveTo>
                    <a:pt x="134563" y="0"/>
                  </a:moveTo>
                  <a:lnTo>
                    <a:pt x="128978" y="93"/>
                  </a:lnTo>
                  <a:lnTo>
                    <a:pt x="123400" y="373"/>
                  </a:lnTo>
                  <a:lnTo>
                    <a:pt x="117833" y="839"/>
                  </a:lnTo>
                  <a:lnTo>
                    <a:pt x="112286" y="1490"/>
                  </a:lnTo>
                  <a:lnTo>
                    <a:pt x="106763" y="2327"/>
                  </a:lnTo>
                  <a:lnTo>
                    <a:pt x="101272" y="3348"/>
                  </a:lnTo>
                  <a:lnTo>
                    <a:pt x="95818" y="4552"/>
                  </a:lnTo>
                  <a:lnTo>
                    <a:pt x="90406" y="5937"/>
                  </a:lnTo>
                  <a:lnTo>
                    <a:pt x="85045" y="7502"/>
                  </a:lnTo>
                  <a:lnTo>
                    <a:pt x="79738" y="9245"/>
                  </a:lnTo>
                  <a:lnTo>
                    <a:pt x="74493" y="11165"/>
                  </a:lnTo>
                  <a:lnTo>
                    <a:pt x="69315" y="13259"/>
                  </a:lnTo>
                  <a:lnTo>
                    <a:pt x="64209" y="15525"/>
                  </a:lnTo>
                  <a:lnTo>
                    <a:pt x="59182" y="17960"/>
                  </a:lnTo>
                  <a:lnTo>
                    <a:pt x="54240" y="20562"/>
                  </a:lnTo>
                  <a:lnTo>
                    <a:pt x="49387" y="23327"/>
                  </a:lnTo>
                  <a:lnTo>
                    <a:pt x="44629" y="26253"/>
                  </a:lnTo>
                  <a:lnTo>
                    <a:pt x="39971" y="29336"/>
                  </a:lnTo>
                  <a:lnTo>
                    <a:pt x="35419" y="32573"/>
                  </a:lnTo>
                  <a:lnTo>
                    <a:pt x="30978" y="35961"/>
                  </a:lnTo>
                  <a:lnTo>
                    <a:pt x="26652" y="39494"/>
                  </a:lnTo>
                  <a:lnTo>
                    <a:pt x="22447" y="43171"/>
                  </a:lnTo>
                  <a:lnTo>
                    <a:pt x="18367" y="46986"/>
                  </a:lnTo>
                  <a:lnTo>
                    <a:pt x="14417" y="50935"/>
                  </a:lnTo>
                  <a:lnTo>
                    <a:pt x="10601" y="55013"/>
                  </a:lnTo>
                  <a:lnTo>
                    <a:pt x="6923" y="59217"/>
                  </a:lnTo>
                  <a:lnTo>
                    <a:pt x="3388" y="63542"/>
                  </a:lnTo>
                  <a:lnTo>
                    <a:pt x="0" y="67982"/>
                  </a:lnTo>
                  <a:lnTo>
                    <a:pt x="13456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4157" y="1390554"/>
              <a:ext cx="134563" cy="99184"/>
            </a:xfrm>
            <a:custGeom>
              <a:avLst/>
              <a:pathLst>
                <a:path w="134563" h="99184">
                  <a:moveTo>
                    <a:pt x="0" y="0"/>
                  </a:moveTo>
                  <a:lnTo>
                    <a:pt x="134563" y="991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3" y="1390554"/>
              <a:ext cx="334334" cy="266331"/>
            </a:xfrm>
            <a:custGeom>
              <a:avLst/>
              <a:pathLst>
                <a:path w="334334" h="266331">
                  <a:moveTo>
                    <a:pt x="32604" y="0"/>
                  </a:moveTo>
                  <a:lnTo>
                    <a:pt x="29524" y="4320"/>
                  </a:lnTo>
                  <a:lnTo>
                    <a:pt x="26582" y="8736"/>
                  </a:lnTo>
                  <a:lnTo>
                    <a:pt x="23783" y="13243"/>
                  </a:lnTo>
                  <a:lnTo>
                    <a:pt x="21128" y="17837"/>
                  </a:lnTo>
                  <a:lnTo>
                    <a:pt x="18620" y="22512"/>
                  </a:lnTo>
                  <a:lnTo>
                    <a:pt x="16261" y="27265"/>
                  </a:lnTo>
                  <a:lnTo>
                    <a:pt x="14055" y="32090"/>
                  </a:lnTo>
                  <a:lnTo>
                    <a:pt x="12003" y="36983"/>
                  </a:lnTo>
                  <a:lnTo>
                    <a:pt x="10107" y="41939"/>
                  </a:lnTo>
                  <a:lnTo>
                    <a:pt x="8369" y="46952"/>
                  </a:lnTo>
                  <a:lnTo>
                    <a:pt x="6792" y="52018"/>
                  </a:lnTo>
                  <a:lnTo>
                    <a:pt x="5376" y="57131"/>
                  </a:lnTo>
                  <a:lnTo>
                    <a:pt x="4122" y="62287"/>
                  </a:lnTo>
                  <a:lnTo>
                    <a:pt x="3034" y="67480"/>
                  </a:lnTo>
                  <a:lnTo>
                    <a:pt x="2110" y="72704"/>
                  </a:lnTo>
                  <a:lnTo>
                    <a:pt x="1353" y="77956"/>
                  </a:lnTo>
                  <a:lnTo>
                    <a:pt x="763" y="83229"/>
                  </a:lnTo>
                  <a:lnTo>
                    <a:pt x="340" y="88518"/>
                  </a:lnTo>
                  <a:lnTo>
                    <a:pt x="86" y="93817"/>
                  </a:lnTo>
                  <a:lnTo>
                    <a:pt x="0" y="99122"/>
                  </a:lnTo>
                  <a:lnTo>
                    <a:pt x="82" y="104428"/>
                  </a:lnTo>
                  <a:lnTo>
                    <a:pt x="332" y="109728"/>
                  </a:lnTo>
                  <a:lnTo>
                    <a:pt x="751" y="115017"/>
                  </a:lnTo>
                  <a:lnTo>
                    <a:pt x="1337" y="120290"/>
                  </a:lnTo>
                  <a:lnTo>
                    <a:pt x="2091" y="125542"/>
                  </a:lnTo>
                  <a:lnTo>
                    <a:pt x="3010" y="130768"/>
                  </a:lnTo>
                  <a:lnTo>
                    <a:pt x="4095" y="135961"/>
                  </a:lnTo>
                  <a:lnTo>
                    <a:pt x="5344" y="141118"/>
                  </a:lnTo>
                  <a:lnTo>
                    <a:pt x="6757" y="146232"/>
                  </a:lnTo>
                  <a:lnTo>
                    <a:pt x="8331" y="151299"/>
                  </a:lnTo>
                  <a:lnTo>
                    <a:pt x="10064" y="156314"/>
                  </a:lnTo>
                  <a:lnTo>
                    <a:pt x="11957" y="161271"/>
                  </a:lnTo>
                  <a:lnTo>
                    <a:pt x="14005" y="166165"/>
                  </a:lnTo>
                  <a:lnTo>
                    <a:pt x="16208" y="170992"/>
                  </a:lnTo>
                  <a:lnTo>
                    <a:pt x="18563" y="175747"/>
                  </a:lnTo>
                  <a:lnTo>
                    <a:pt x="21067" y="180424"/>
                  </a:lnTo>
                  <a:lnTo>
                    <a:pt x="23719" y="185020"/>
                  </a:lnTo>
                  <a:lnTo>
                    <a:pt x="26515" y="189529"/>
                  </a:lnTo>
                  <a:lnTo>
                    <a:pt x="29453" y="193947"/>
                  </a:lnTo>
                  <a:lnTo>
                    <a:pt x="32530" y="198270"/>
                  </a:lnTo>
                  <a:lnTo>
                    <a:pt x="35742" y="202492"/>
                  </a:lnTo>
                  <a:lnTo>
                    <a:pt x="39087" y="206611"/>
                  </a:lnTo>
                  <a:lnTo>
                    <a:pt x="42561" y="210622"/>
                  </a:lnTo>
                  <a:lnTo>
                    <a:pt x="46160" y="214520"/>
                  </a:lnTo>
                  <a:lnTo>
                    <a:pt x="49881" y="218302"/>
                  </a:lnTo>
                  <a:lnTo>
                    <a:pt x="53721" y="221964"/>
                  </a:lnTo>
                  <a:lnTo>
                    <a:pt x="57674" y="225503"/>
                  </a:lnTo>
                  <a:lnTo>
                    <a:pt x="61738" y="228914"/>
                  </a:lnTo>
                  <a:lnTo>
                    <a:pt x="65908" y="232194"/>
                  </a:lnTo>
                  <a:lnTo>
                    <a:pt x="70180" y="235341"/>
                  </a:lnTo>
                  <a:lnTo>
                    <a:pt x="74550" y="238350"/>
                  </a:lnTo>
                  <a:lnTo>
                    <a:pt x="79013" y="241219"/>
                  </a:lnTo>
                  <a:lnTo>
                    <a:pt x="83565" y="243945"/>
                  </a:lnTo>
                  <a:lnTo>
                    <a:pt x="88201" y="246526"/>
                  </a:lnTo>
                  <a:lnTo>
                    <a:pt x="92917" y="248957"/>
                  </a:lnTo>
                  <a:lnTo>
                    <a:pt x="97708" y="251238"/>
                  </a:lnTo>
                  <a:lnTo>
                    <a:pt x="102568" y="253366"/>
                  </a:lnTo>
                  <a:lnTo>
                    <a:pt x="107494" y="255338"/>
                  </a:lnTo>
                  <a:lnTo>
                    <a:pt x="112479" y="257153"/>
                  </a:lnTo>
                  <a:lnTo>
                    <a:pt x="117520" y="258809"/>
                  </a:lnTo>
                  <a:lnTo>
                    <a:pt x="122611" y="260305"/>
                  </a:lnTo>
                  <a:lnTo>
                    <a:pt x="127747" y="261637"/>
                  </a:lnTo>
                  <a:lnTo>
                    <a:pt x="132922" y="262807"/>
                  </a:lnTo>
                  <a:lnTo>
                    <a:pt x="138132" y="263811"/>
                  </a:lnTo>
                  <a:lnTo>
                    <a:pt x="143371" y="264650"/>
                  </a:lnTo>
                  <a:lnTo>
                    <a:pt x="148634" y="265321"/>
                  </a:lnTo>
                  <a:lnTo>
                    <a:pt x="153916" y="265826"/>
                  </a:lnTo>
                  <a:lnTo>
                    <a:pt x="159211" y="266162"/>
                  </a:lnTo>
                  <a:lnTo>
                    <a:pt x="164514" y="266331"/>
                  </a:lnTo>
                  <a:lnTo>
                    <a:pt x="169820" y="266331"/>
                  </a:lnTo>
                  <a:lnTo>
                    <a:pt x="175123" y="266162"/>
                  </a:lnTo>
                  <a:lnTo>
                    <a:pt x="180418" y="265826"/>
                  </a:lnTo>
                  <a:lnTo>
                    <a:pt x="185700" y="265321"/>
                  </a:lnTo>
                  <a:lnTo>
                    <a:pt x="190963" y="264650"/>
                  </a:lnTo>
                  <a:lnTo>
                    <a:pt x="196202" y="263811"/>
                  </a:lnTo>
                  <a:lnTo>
                    <a:pt x="201412" y="262807"/>
                  </a:lnTo>
                  <a:lnTo>
                    <a:pt x="206587" y="261637"/>
                  </a:lnTo>
                  <a:lnTo>
                    <a:pt x="211723" y="260305"/>
                  </a:lnTo>
                  <a:lnTo>
                    <a:pt x="216814" y="258809"/>
                  </a:lnTo>
                  <a:lnTo>
                    <a:pt x="221854" y="257153"/>
                  </a:lnTo>
                  <a:lnTo>
                    <a:pt x="226840" y="255338"/>
                  </a:lnTo>
                  <a:lnTo>
                    <a:pt x="231766" y="253366"/>
                  </a:lnTo>
                  <a:lnTo>
                    <a:pt x="236626" y="251238"/>
                  </a:lnTo>
                  <a:lnTo>
                    <a:pt x="241417" y="248957"/>
                  </a:lnTo>
                  <a:lnTo>
                    <a:pt x="246132" y="246526"/>
                  </a:lnTo>
                  <a:lnTo>
                    <a:pt x="250769" y="243945"/>
                  </a:lnTo>
                  <a:lnTo>
                    <a:pt x="255320" y="241219"/>
                  </a:lnTo>
                  <a:lnTo>
                    <a:pt x="259784" y="238350"/>
                  </a:lnTo>
                  <a:lnTo>
                    <a:pt x="264153" y="235341"/>
                  </a:lnTo>
                  <a:lnTo>
                    <a:pt x="268426" y="232194"/>
                  </a:lnTo>
                  <a:lnTo>
                    <a:pt x="272596" y="228914"/>
                  </a:lnTo>
                  <a:lnTo>
                    <a:pt x="276660" y="225503"/>
                  </a:lnTo>
                  <a:lnTo>
                    <a:pt x="280613" y="221964"/>
                  </a:lnTo>
                  <a:lnTo>
                    <a:pt x="284453" y="218302"/>
                  </a:lnTo>
                  <a:lnTo>
                    <a:pt x="288174" y="214520"/>
                  </a:lnTo>
                  <a:lnTo>
                    <a:pt x="291773" y="210622"/>
                  </a:lnTo>
                  <a:lnTo>
                    <a:pt x="295247" y="206611"/>
                  </a:lnTo>
                  <a:lnTo>
                    <a:pt x="298591" y="202492"/>
                  </a:lnTo>
                  <a:lnTo>
                    <a:pt x="301804" y="198270"/>
                  </a:lnTo>
                  <a:lnTo>
                    <a:pt x="304880" y="193947"/>
                  </a:lnTo>
                  <a:lnTo>
                    <a:pt x="307818" y="189529"/>
                  </a:lnTo>
                  <a:lnTo>
                    <a:pt x="310615" y="185020"/>
                  </a:lnTo>
                  <a:lnTo>
                    <a:pt x="313266" y="180424"/>
                  </a:lnTo>
                  <a:lnTo>
                    <a:pt x="315771" y="175747"/>
                  </a:lnTo>
                  <a:lnTo>
                    <a:pt x="318126" y="170992"/>
                  </a:lnTo>
                  <a:lnTo>
                    <a:pt x="320329" y="166165"/>
                  </a:lnTo>
                  <a:lnTo>
                    <a:pt x="322377" y="161271"/>
                  </a:lnTo>
                  <a:lnTo>
                    <a:pt x="324269" y="156314"/>
                  </a:lnTo>
                  <a:lnTo>
                    <a:pt x="326003" y="151299"/>
                  </a:lnTo>
                  <a:lnTo>
                    <a:pt x="327577" y="146232"/>
                  </a:lnTo>
                  <a:lnTo>
                    <a:pt x="328989" y="141118"/>
                  </a:lnTo>
                  <a:lnTo>
                    <a:pt x="330239" y="135961"/>
                  </a:lnTo>
                  <a:lnTo>
                    <a:pt x="331324" y="130768"/>
                  </a:lnTo>
                  <a:lnTo>
                    <a:pt x="332243" y="125542"/>
                  </a:lnTo>
                  <a:lnTo>
                    <a:pt x="332997" y="120290"/>
                  </a:lnTo>
                  <a:lnTo>
                    <a:pt x="333583" y="115017"/>
                  </a:lnTo>
                  <a:lnTo>
                    <a:pt x="334002" y="109728"/>
                  </a:lnTo>
                  <a:lnTo>
                    <a:pt x="334252" y="104428"/>
                  </a:lnTo>
                  <a:lnTo>
                    <a:pt x="334334" y="99122"/>
                  </a:lnTo>
                  <a:lnTo>
                    <a:pt x="334248" y="93817"/>
                  </a:lnTo>
                  <a:lnTo>
                    <a:pt x="333994" y="88518"/>
                  </a:lnTo>
                  <a:lnTo>
                    <a:pt x="333571" y="83229"/>
                  </a:lnTo>
                  <a:lnTo>
                    <a:pt x="332981" y="77956"/>
                  </a:lnTo>
                  <a:lnTo>
                    <a:pt x="332224" y="72704"/>
                  </a:lnTo>
                  <a:lnTo>
                    <a:pt x="331300" y="67480"/>
                  </a:lnTo>
                  <a:lnTo>
                    <a:pt x="330211" y="62287"/>
                  </a:lnTo>
                  <a:lnTo>
                    <a:pt x="328958" y="57131"/>
                  </a:lnTo>
                  <a:lnTo>
                    <a:pt x="327542" y="52018"/>
                  </a:lnTo>
                  <a:lnTo>
                    <a:pt x="325965" y="46952"/>
                  </a:lnTo>
                  <a:lnTo>
                    <a:pt x="324227" y="41939"/>
                  </a:lnTo>
                  <a:lnTo>
                    <a:pt x="322331" y="36983"/>
                  </a:lnTo>
                  <a:lnTo>
                    <a:pt x="320279" y="32090"/>
                  </a:lnTo>
                  <a:lnTo>
                    <a:pt x="318073" y="27265"/>
                  </a:lnTo>
                  <a:lnTo>
                    <a:pt x="315714" y="22512"/>
                  </a:lnTo>
                  <a:lnTo>
                    <a:pt x="313206" y="17837"/>
                  </a:lnTo>
                  <a:lnTo>
                    <a:pt x="310551" y="13243"/>
                  </a:lnTo>
                  <a:lnTo>
                    <a:pt x="307751" y="8736"/>
                  </a:lnTo>
                  <a:lnTo>
                    <a:pt x="304810" y="4320"/>
                  </a:lnTo>
                  <a:lnTo>
                    <a:pt x="301730" y="0"/>
                  </a:lnTo>
                  <a:lnTo>
                    <a:pt x="167167" y="991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34563" cy="167167"/>
            </a:xfrm>
            <a:custGeom>
              <a:avLst/>
              <a:pathLst>
                <a:path w="134563" h="167167">
                  <a:moveTo>
                    <a:pt x="134563" y="67982"/>
                  </a:moveTo>
                  <a:lnTo>
                    <a:pt x="131174" y="63542"/>
                  </a:lnTo>
                  <a:lnTo>
                    <a:pt x="127639" y="59217"/>
                  </a:lnTo>
                  <a:lnTo>
                    <a:pt x="123961" y="55013"/>
                  </a:lnTo>
                  <a:lnTo>
                    <a:pt x="120145" y="50935"/>
                  </a:lnTo>
                  <a:lnTo>
                    <a:pt x="116195" y="46986"/>
                  </a:lnTo>
                  <a:lnTo>
                    <a:pt x="112115" y="43171"/>
                  </a:lnTo>
                  <a:lnTo>
                    <a:pt x="107910" y="39494"/>
                  </a:lnTo>
                  <a:lnTo>
                    <a:pt x="103584" y="35961"/>
                  </a:lnTo>
                  <a:lnTo>
                    <a:pt x="99143" y="32573"/>
                  </a:lnTo>
                  <a:lnTo>
                    <a:pt x="94591" y="29336"/>
                  </a:lnTo>
                  <a:lnTo>
                    <a:pt x="89934" y="26253"/>
                  </a:lnTo>
                  <a:lnTo>
                    <a:pt x="85176" y="23327"/>
                  </a:lnTo>
                  <a:lnTo>
                    <a:pt x="80323" y="20562"/>
                  </a:lnTo>
                  <a:lnTo>
                    <a:pt x="75380" y="17960"/>
                  </a:lnTo>
                  <a:lnTo>
                    <a:pt x="70353" y="15525"/>
                  </a:lnTo>
                  <a:lnTo>
                    <a:pt x="65248" y="13259"/>
                  </a:lnTo>
                  <a:lnTo>
                    <a:pt x="60070" y="11165"/>
                  </a:lnTo>
                  <a:lnTo>
                    <a:pt x="54824" y="9245"/>
                  </a:lnTo>
                  <a:lnTo>
                    <a:pt x="49518" y="7502"/>
                  </a:lnTo>
                  <a:lnTo>
                    <a:pt x="44156" y="5937"/>
                  </a:lnTo>
                  <a:lnTo>
                    <a:pt x="38745" y="4552"/>
                  </a:lnTo>
                  <a:lnTo>
                    <a:pt x="33291" y="3348"/>
                  </a:lnTo>
                  <a:lnTo>
                    <a:pt x="27799" y="2327"/>
                  </a:lnTo>
                  <a:lnTo>
                    <a:pt x="22276" y="1490"/>
                  </a:lnTo>
                  <a:lnTo>
                    <a:pt x="16729" y="839"/>
                  </a:lnTo>
                  <a:lnTo>
                    <a:pt x="11163" y="373"/>
                  </a:lnTo>
                  <a:lnTo>
                    <a:pt x="558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8594" y="1681503"/>
              <a:ext cx="77930" cy="167167"/>
            </a:xfrm>
            <a:custGeom>
              <a:avLst/>
              <a:pathLst>
                <a:path w="77930" h="167167">
                  <a:moveTo>
                    <a:pt x="77930" y="0"/>
                  </a:moveTo>
                  <a:lnTo>
                    <a:pt x="72141" y="100"/>
                  </a:lnTo>
                  <a:lnTo>
                    <a:pt x="66358" y="401"/>
                  </a:lnTo>
                  <a:lnTo>
                    <a:pt x="60589" y="901"/>
                  </a:lnTo>
                  <a:lnTo>
                    <a:pt x="54841" y="1602"/>
                  </a:lnTo>
                  <a:lnTo>
                    <a:pt x="49121" y="2501"/>
                  </a:lnTo>
                  <a:lnTo>
                    <a:pt x="43435" y="3597"/>
                  </a:lnTo>
                  <a:lnTo>
                    <a:pt x="37791" y="4890"/>
                  </a:lnTo>
                  <a:lnTo>
                    <a:pt x="32194" y="6378"/>
                  </a:lnTo>
                  <a:lnTo>
                    <a:pt x="26653" y="8058"/>
                  </a:lnTo>
                  <a:lnTo>
                    <a:pt x="21173" y="9930"/>
                  </a:lnTo>
                  <a:lnTo>
                    <a:pt x="15762" y="11990"/>
                  </a:lnTo>
                  <a:lnTo>
                    <a:pt x="10424" y="14236"/>
                  </a:lnTo>
                  <a:lnTo>
                    <a:pt x="5168" y="16666"/>
                  </a:lnTo>
                  <a:lnTo>
                    <a:pt x="0" y="19276"/>
                  </a:lnTo>
                  <a:lnTo>
                    <a:pt x="779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08594" y="1700779"/>
              <a:ext cx="77930" cy="147890"/>
            </a:xfrm>
            <a:custGeom>
              <a:avLst/>
              <a:pathLst>
                <a:path w="77930" h="147890">
                  <a:moveTo>
                    <a:pt x="0" y="0"/>
                  </a:moveTo>
                  <a:lnTo>
                    <a:pt x="77930" y="147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63" y="1681503"/>
              <a:ext cx="334313" cy="334332"/>
            </a:xfrm>
            <a:custGeom>
              <a:avLst/>
              <a:pathLst>
                <a:path w="334313" h="334332">
                  <a:moveTo>
                    <a:pt x="89230" y="19276"/>
                  </a:moveTo>
                  <a:lnTo>
                    <a:pt x="84584" y="21819"/>
                  </a:lnTo>
                  <a:lnTo>
                    <a:pt x="80021" y="24508"/>
                  </a:lnTo>
                  <a:lnTo>
                    <a:pt x="75546" y="27340"/>
                  </a:lnTo>
                  <a:lnTo>
                    <a:pt x="71162" y="30312"/>
                  </a:lnTo>
                  <a:lnTo>
                    <a:pt x="66875" y="33422"/>
                  </a:lnTo>
                  <a:lnTo>
                    <a:pt x="62688" y="36666"/>
                  </a:lnTo>
                  <a:lnTo>
                    <a:pt x="58606" y="40041"/>
                  </a:lnTo>
                  <a:lnTo>
                    <a:pt x="54634" y="43544"/>
                  </a:lnTo>
                  <a:lnTo>
                    <a:pt x="50774" y="47171"/>
                  </a:lnTo>
                  <a:lnTo>
                    <a:pt x="47031" y="50918"/>
                  </a:lnTo>
                  <a:lnTo>
                    <a:pt x="43409" y="54782"/>
                  </a:lnTo>
                  <a:lnTo>
                    <a:pt x="39911" y="58759"/>
                  </a:lnTo>
                  <a:lnTo>
                    <a:pt x="36540" y="62844"/>
                  </a:lnTo>
                  <a:lnTo>
                    <a:pt x="33301" y="67035"/>
                  </a:lnTo>
                  <a:lnTo>
                    <a:pt x="30196" y="71325"/>
                  </a:lnTo>
                  <a:lnTo>
                    <a:pt x="27229" y="75712"/>
                  </a:lnTo>
                  <a:lnTo>
                    <a:pt x="24402" y="80191"/>
                  </a:lnTo>
                  <a:lnTo>
                    <a:pt x="21718" y="84757"/>
                  </a:lnTo>
                  <a:lnTo>
                    <a:pt x="19180" y="89406"/>
                  </a:lnTo>
                  <a:lnTo>
                    <a:pt x="16791" y="94133"/>
                  </a:lnTo>
                  <a:lnTo>
                    <a:pt x="14553" y="98933"/>
                  </a:lnTo>
                  <a:lnTo>
                    <a:pt x="12468" y="103802"/>
                  </a:lnTo>
                  <a:lnTo>
                    <a:pt x="10538" y="108734"/>
                  </a:lnTo>
                  <a:lnTo>
                    <a:pt x="8766" y="113725"/>
                  </a:lnTo>
                  <a:lnTo>
                    <a:pt x="7152" y="118770"/>
                  </a:lnTo>
                  <a:lnTo>
                    <a:pt x="5700" y="123863"/>
                  </a:lnTo>
                  <a:lnTo>
                    <a:pt x="4409" y="129000"/>
                  </a:lnTo>
                  <a:lnTo>
                    <a:pt x="3281" y="134175"/>
                  </a:lnTo>
                  <a:lnTo>
                    <a:pt x="2319" y="139383"/>
                  </a:lnTo>
                  <a:lnTo>
                    <a:pt x="1521" y="144619"/>
                  </a:lnTo>
                  <a:lnTo>
                    <a:pt x="890" y="149877"/>
                  </a:lnTo>
                  <a:lnTo>
                    <a:pt x="426" y="155153"/>
                  </a:lnTo>
                  <a:lnTo>
                    <a:pt x="129" y="160441"/>
                  </a:lnTo>
                  <a:lnTo>
                    <a:pt x="0" y="165736"/>
                  </a:lnTo>
                  <a:lnTo>
                    <a:pt x="38" y="171032"/>
                  </a:lnTo>
                  <a:lnTo>
                    <a:pt x="244" y="176325"/>
                  </a:lnTo>
                  <a:lnTo>
                    <a:pt x="618" y="181608"/>
                  </a:lnTo>
                  <a:lnTo>
                    <a:pt x="1159" y="186876"/>
                  </a:lnTo>
                  <a:lnTo>
                    <a:pt x="1867" y="192125"/>
                  </a:lnTo>
                  <a:lnTo>
                    <a:pt x="2741" y="197349"/>
                  </a:lnTo>
                  <a:lnTo>
                    <a:pt x="3779" y="202542"/>
                  </a:lnTo>
                  <a:lnTo>
                    <a:pt x="4982" y="207700"/>
                  </a:lnTo>
                  <a:lnTo>
                    <a:pt x="6347" y="212818"/>
                  </a:lnTo>
                  <a:lnTo>
                    <a:pt x="7874" y="217889"/>
                  </a:lnTo>
                  <a:lnTo>
                    <a:pt x="9561" y="222910"/>
                  </a:lnTo>
                  <a:lnTo>
                    <a:pt x="11406" y="227874"/>
                  </a:lnTo>
                  <a:lnTo>
                    <a:pt x="13407" y="232778"/>
                  </a:lnTo>
                  <a:lnTo>
                    <a:pt x="15563" y="237616"/>
                  </a:lnTo>
                  <a:lnTo>
                    <a:pt x="17871" y="242383"/>
                  </a:lnTo>
                  <a:lnTo>
                    <a:pt x="20329" y="247075"/>
                  </a:lnTo>
                  <a:lnTo>
                    <a:pt x="22934" y="251686"/>
                  </a:lnTo>
                  <a:lnTo>
                    <a:pt x="25683" y="256213"/>
                  </a:lnTo>
                  <a:lnTo>
                    <a:pt x="28575" y="260650"/>
                  </a:lnTo>
                  <a:lnTo>
                    <a:pt x="31606" y="264993"/>
                  </a:lnTo>
                  <a:lnTo>
                    <a:pt x="34773" y="269238"/>
                  </a:lnTo>
                  <a:lnTo>
                    <a:pt x="38073" y="273381"/>
                  </a:lnTo>
                  <a:lnTo>
                    <a:pt x="41503" y="277417"/>
                  </a:lnTo>
                  <a:lnTo>
                    <a:pt x="45059" y="281342"/>
                  </a:lnTo>
                  <a:lnTo>
                    <a:pt x="48737" y="285153"/>
                  </a:lnTo>
                  <a:lnTo>
                    <a:pt x="52534" y="288845"/>
                  </a:lnTo>
                  <a:lnTo>
                    <a:pt x="56446" y="292415"/>
                  </a:lnTo>
                  <a:lnTo>
                    <a:pt x="60469" y="295860"/>
                  </a:lnTo>
                  <a:lnTo>
                    <a:pt x="64600" y="299175"/>
                  </a:lnTo>
                  <a:lnTo>
                    <a:pt x="68833" y="302358"/>
                  </a:lnTo>
                  <a:lnTo>
                    <a:pt x="73165" y="305405"/>
                  </a:lnTo>
                  <a:lnTo>
                    <a:pt x="77592" y="308313"/>
                  </a:lnTo>
                  <a:lnTo>
                    <a:pt x="82108" y="311080"/>
                  </a:lnTo>
                  <a:lnTo>
                    <a:pt x="86710" y="313702"/>
                  </a:lnTo>
                  <a:lnTo>
                    <a:pt x="91392" y="316177"/>
                  </a:lnTo>
                  <a:lnTo>
                    <a:pt x="96151" y="318503"/>
                  </a:lnTo>
                  <a:lnTo>
                    <a:pt x="100980" y="320676"/>
                  </a:lnTo>
                  <a:lnTo>
                    <a:pt x="105877" y="322696"/>
                  </a:lnTo>
                  <a:lnTo>
                    <a:pt x="110834" y="324559"/>
                  </a:lnTo>
                  <a:lnTo>
                    <a:pt x="115849" y="326264"/>
                  </a:lnTo>
                  <a:lnTo>
                    <a:pt x="120914" y="327810"/>
                  </a:lnTo>
                  <a:lnTo>
                    <a:pt x="126027" y="329195"/>
                  </a:lnTo>
                  <a:lnTo>
                    <a:pt x="131180" y="330416"/>
                  </a:lnTo>
                  <a:lnTo>
                    <a:pt x="136370" y="331474"/>
                  </a:lnTo>
                  <a:lnTo>
                    <a:pt x="141590" y="332367"/>
                  </a:lnTo>
                  <a:lnTo>
                    <a:pt x="146836" y="333094"/>
                  </a:lnTo>
                  <a:lnTo>
                    <a:pt x="152103" y="333655"/>
                  </a:lnTo>
                  <a:lnTo>
                    <a:pt x="157385" y="334048"/>
                  </a:lnTo>
                  <a:lnTo>
                    <a:pt x="162676" y="334274"/>
                  </a:lnTo>
                  <a:lnTo>
                    <a:pt x="167972" y="334332"/>
                  </a:lnTo>
                  <a:lnTo>
                    <a:pt x="173268" y="334223"/>
                  </a:lnTo>
                  <a:lnTo>
                    <a:pt x="178557" y="333946"/>
                  </a:lnTo>
                  <a:lnTo>
                    <a:pt x="183834" y="333501"/>
                  </a:lnTo>
                  <a:lnTo>
                    <a:pt x="189095" y="332889"/>
                  </a:lnTo>
                  <a:lnTo>
                    <a:pt x="194334" y="332111"/>
                  </a:lnTo>
                  <a:lnTo>
                    <a:pt x="199546" y="331167"/>
                  </a:lnTo>
                  <a:lnTo>
                    <a:pt x="204725" y="330059"/>
                  </a:lnTo>
                  <a:lnTo>
                    <a:pt x="209866" y="328787"/>
                  </a:lnTo>
                  <a:lnTo>
                    <a:pt x="214965" y="327354"/>
                  </a:lnTo>
                  <a:lnTo>
                    <a:pt x="220015" y="325759"/>
                  </a:lnTo>
                  <a:lnTo>
                    <a:pt x="225013" y="324005"/>
                  </a:lnTo>
                  <a:lnTo>
                    <a:pt x="229952" y="322093"/>
                  </a:lnTo>
                  <a:lnTo>
                    <a:pt x="234829" y="320026"/>
                  </a:lnTo>
                  <a:lnTo>
                    <a:pt x="239637" y="317806"/>
                  </a:lnTo>
                  <a:lnTo>
                    <a:pt x="244373" y="315435"/>
                  </a:lnTo>
                  <a:lnTo>
                    <a:pt x="249031" y="312914"/>
                  </a:lnTo>
                  <a:lnTo>
                    <a:pt x="253607" y="310247"/>
                  </a:lnTo>
                  <a:lnTo>
                    <a:pt x="258096" y="307437"/>
                  </a:lnTo>
                  <a:lnTo>
                    <a:pt x="262494" y="304486"/>
                  </a:lnTo>
                  <a:lnTo>
                    <a:pt x="266796" y="301397"/>
                  </a:lnTo>
                  <a:lnTo>
                    <a:pt x="270999" y="298173"/>
                  </a:lnTo>
                  <a:lnTo>
                    <a:pt x="275097" y="294818"/>
                  </a:lnTo>
                  <a:lnTo>
                    <a:pt x="279086" y="291335"/>
                  </a:lnTo>
                  <a:lnTo>
                    <a:pt x="282964" y="287727"/>
                  </a:lnTo>
                  <a:lnTo>
                    <a:pt x="286725" y="283998"/>
                  </a:lnTo>
                  <a:lnTo>
                    <a:pt x="290366" y="280151"/>
                  </a:lnTo>
                  <a:lnTo>
                    <a:pt x="293883" y="276192"/>
                  </a:lnTo>
                  <a:lnTo>
                    <a:pt x="297273" y="272122"/>
                  </a:lnTo>
                  <a:lnTo>
                    <a:pt x="300533" y="267948"/>
                  </a:lnTo>
                  <a:lnTo>
                    <a:pt x="303659" y="263672"/>
                  </a:lnTo>
                  <a:lnTo>
                    <a:pt x="306647" y="259300"/>
                  </a:lnTo>
                  <a:lnTo>
                    <a:pt x="309496" y="254835"/>
                  </a:lnTo>
                  <a:lnTo>
                    <a:pt x="312202" y="250282"/>
                  </a:lnTo>
                  <a:lnTo>
                    <a:pt x="314762" y="245645"/>
                  </a:lnTo>
                  <a:lnTo>
                    <a:pt x="317174" y="240930"/>
                  </a:lnTo>
                  <a:lnTo>
                    <a:pt x="319435" y="236141"/>
                  </a:lnTo>
                  <a:lnTo>
                    <a:pt x="321544" y="231282"/>
                  </a:lnTo>
                  <a:lnTo>
                    <a:pt x="323498" y="226359"/>
                  </a:lnTo>
                  <a:lnTo>
                    <a:pt x="325294" y="221377"/>
                  </a:lnTo>
                  <a:lnTo>
                    <a:pt x="326932" y="216340"/>
                  </a:lnTo>
                  <a:lnTo>
                    <a:pt x="328410" y="211254"/>
                  </a:lnTo>
                  <a:lnTo>
                    <a:pt x="329726" y="206124"/>
                  </a:lnTo>
                  <a:lnTo>
                    <a:pt x="330878" y="200954"/>
                  </a:lnTo>
                  <a:lnTo>
                    <a:pt x="331866" y="195751"/>
                  </a:lnTo>
                  <a:lnTo>
                    <a:pt x="332689" y="190519"/>
                  </a:lnTo>
                  <a:lnTo>
                    <a:pt x="333346" y="185264"/>
                  </a:lnTo>
                  <a:lnTo>
                    <a:pt x="333836" y="179990"/>
                  </a:lnTo>
                  <a:lnTo>
                    <a:pt x="334158" y="174703"/>
                  </a:lnTo>
                  <a:lnTo>
                    <a:pt x="334313" y="169409"/>
                  </a:lnTo>
                  <a:lnTo>
                    <a:pt x="334300" y="164113"/>
                  </a:lnTo>
                  <a:lnTo>
                    <a:pt x="334120" y="158820"/>
                  </a:lnTo>
                  <a:lnTo>
                    <a:pt x="333772" y="153535"/>
                  </a:lnTo>
                  <a:lnTo>
                    <a:pt x="333256" y="148264"/>
                  </a:lnTo>
                  <a:lnTo>
                    <a:pt x="332574" y="143011"/>
                  </a:lnTo>
                  <a:lnTo>
                    <a:pt x="331726" y="137783"/>
                  </a:lnTo>
                  <a:lnTo>
                    <a:pt x="330712" y="132585"/>
                  </a:lnTo>
                  <a:lnTo>
                    <a:pt x="329535" y="127421"/>
                  </a:lnTo>
                  <a:lnTo>
                    <a:pt x="328194" y="122297"/>
                  </a:lnTo>
                  <a:lnTo>
                    <a:pt x="326692" y="117219"/>
                  </a:lnTo>
                  <a:lnTo>
                    <a:pt x="325029" y="112190"/>
                  </a:lnTo>
                  <a:lnTo>
                    <a:pt x="323208" y="107216"/>
                  </a:lnTo>
                  <a:lnTo>
                    <a:pt x="321231" y="102303"/>
                  </a:lnTo>
                  <a:lnTo>
                    <a:pt x="319099" y="97455"/>
                  </a:lnTo>
                  <a:lnTo>
                    <a:pt x="316814" y="92677"/>
                  </a:lnTo>
                  <a:lnTo>
                    <a:pt x="314379" y="87973"/>
                  </a:lnTo>
                  <a:lnTo>
                    <a:pt x="311797" y="83349"/>
                  </a:lnTo>
                  <a:lnTo>
                    <a:pt x="309069" y="78809"/>
                  </a:lnTo>
                  <a:lnTo>
                    <a:pt x="306198" y="74358"/>
                  </a:lnTo>
                  <a:lnTo>
                    <a:pt x="303189" y="70000"/>
                  </a:lnTo>
                  <a:lnTo>
                    <a:pt x="300042" y="65740"/>
                  </a:lnTo>
                  <a:lnTo>
                    <a:pt x="296762" y="61581"/>
                  </a:lnTo>
                  <a:lnTo>
                    <a:pt x="293352" y="57528"/>
                  </a:lnTo>
                  <a:lnTo>
                    <a:pt x="289816" y="53586"/>
                  </a:lnTo>
                  <a:lnTo>
                    <a:pt x="286156" y="49757"/>
                  </a:lnTo>
                  <a:lnTo>
                    <a:pt x="282377" y="46046"/>
                  </a:lnTo>
                  <a:lnTo>
                    <a:pt x="278482" y="42457"/>
                  </a:lnTo>
                  <a:lnTo>
                    <a:pt x="274476" y="38993"/>
                  </a:lnTo>
                  <a:lnTo>
                    <a:pt x="270362" y="35658"/>
                  </a:lnTo>
                  <a:lnTo>
                    <a:pt x="266144" y="32455"/>
                  </a:lnTo>
                  <a:lnTo>
                    <a:pt x="261826" y="29387"/>
                  </a:lnTo>
                  <a:lnTo>
                    <a:pt x="257414" y="26457"/>
                  </a:lnTo>
                  <a:lnTo>
                    <a:pt x="252911" y="23669"/>
                  </a:lnTo>
                  <a:lnTo>
                    <a:pt x="248322" y="21024"/>
                  </a:lnTo>
                  <a:lnTo>
                    <a:pt x="243652" y="18526"/>
                  </a:lnTo>
                  <a:lnTo>
                    <a:pt x="238905" y="16178"/>
                  </a:lnTo>
                  <a:lnTo>
                    <a:pt x="234086" y="13981"/>
                  </a:lnTo>
                  <a:lnTo>
                    <a:pt x="229199" y="11938"/>
                  </a:lnTo>
                  <a:lnTo>
                    <a:pt x="224251" y="10050"/>
                  </a:lnTo>
                  <a:lnTo>
                    <a:pt x="219245" y="8320"/>
                  </a:lnTo>
                  <a:lnTo>
                    <a:pt x="214187" y="6750"/>
                  </a:lnTo>
                  <a:lnTo>
                    <a:pt x="209081" y="5341"/>
                  </a:lnTo>
                  <a:lnTo>
                    <a:pt x="203934" y="4094"/>
                  </a:lnTo>
                  <a:lnTo>
                    <a:pt x="198749" y="3011"/>
                  </a:lnTo>
                  <a:lnTo>
                    <a:pt x="193533" y="2093"/>
                  </a:lnTo>
                  <a:lnTo>
                    <a:pt x="188290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0931" y="2126963"/>
              <a:ext cx="110355" cy="167167"/>
            </a:xfrm>
            <a:custGeom>
              <a:avLst/>
              <a:pathLst>
                <a:path w="110355" h="167167">
                  <a:moveTo>
                    <a:pt x="110355" y="0"/>
                  </a:moveTo>
                  <a:lnTo>
                    <a:pt x="104617" y="98"/>
                  </a:lnTo>
                  <a:lnTo>
                    <a:pt x="98885" y="393"/>
                  </a:lnTo>
                  <a:lnTo>
                    <a:pt x="93167" y="886"/>
                  </a:lnTo>
                  <a:lnTo>
                    <a:pt x="87469" y="1574"/>
                  </a:lnTo>
                  <a:lnTo>
                    <a:pt x="81798" y="2457"/>
                  </a:lnTo>
                  <a:lnTo>
                    <a:pt x="76161" y="3534"/>
                  </a:lnTo>
                  <a:lnTo>
                    <a:pt x="70564" y="4804"/>
                  </a:lnTo>
                  <a:lnTo>
                    <a:pt x="65014" y="6266"/>
                  </a:lnTo>
                  <a:lnTo>
                    <a:pt x="59517" y="7917"/>
                  </a:lnTo>
                  <a:lnTo>
                    <a:pt x="54081" y="9756"/>
                  </a:lnTo>
                  <a:lnTo>
                    <a:pt x="48710" y="11781"/>
                  </a:lnTo>
                  <a:lnTo>
                    <a:pt x="43413" y="13989"/>
                  </a:lnTo>
                  <a:lnTo>
                    <a:pt x="38194" y="16377"/>
                  </a:lnTo>
                  <a:lnTo>
                    <a:pt x="33060" y="18943"/>
                  </a:lnTo>
                  <a:lnTo>
                    <a:pt x="28017" y="21684"/>
                  </a:lnTo>
                  <a:lnTo>
                    <a:pt x="23072" y="24596"/>
                  </a:lnTo>
                  <a:lnTo>
                    <a:pt x="18229" y="27676"/>
                  </a:lnTo>
                  <a:lnTo>
                    <a:pt x="13495" y="30921"/>
                  </a:lnTo>
                  <a:lnTo>
                    <a:pt x="8875" y="34326"/>
                  </a:lnTo>
                  <a:lnTo>
                    <a:pt x="4375" y="37888"/>
                  </a:lnTo>
                  <a:lnTo>
                    <a:pt x="0" y="41602"/>
                  </a:lnTo>
                  <a:lnTo>
                    <a:pt x="1103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0931" y="2168566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2" y="2128084"/>
              <a:ext cx="334332" cy="333197"/>
            </a:xfrm>
            <a:custGeom>
              <a:avLst/>
              <a:pathLst>
                <a:path w="334332" h="333197">
                  <a:moveTo>
                    <a:pt x="56809" y="40481"/>
                  </a:moveTo>
                  <a:lnTo>
                    <a:pt x="52889" y="44038"/>
                  </a:lnTo>
                  <a:lnTo>
                    <a:pt x="49083" y="47717"/>
                  </a:lnTo>
                  <a:lnTo>
                    <a:pt x="45396" y="51514"/>
                  </a:lnTo>
                  <a:lnTo>
                    <a:pt x="41831" y="55427"/>
                  </a:lnTo>
                  <a:lnTo>
                    <a:pt x="38392" y="59450"/>
                  </a:lnTo>
                  <a:lnTo>
                    <a:pt x="35082" y="63581"/>
                  </a:lnTo>
                  <a:lnTo>
                    <a:pt x="31904" y="67814"/>
                  </a:lnTo>
                  <a:lnTo>
                    <a:pt x="28862" y="72145"/>
                  </a:lnTo>
                  <a:lnTo>
                    <a:pt x="25959" y="76571"/>
                  </a:lnTo>
                  <a:lnTo>
                    <a:pt x="23197" y="81086"/>
                  </a:lnTo>
                  <a:lnTo>
                    <a:pt x="20579" y="85687"/>
                  </a:lnTo>
                  <a:lnTo>
                    <a:pt x="18109" y="90368"/>
                  </a:lnTo>
                  <a:lnTo>
                    <a:pt x="15787" y="95125"/>
                  </a:lnTo>
                  <a:lnTo>
                    <a:pt x="13618" y="99953"/>
                  </a:lnTo>
                  <a:lnTo>
                    <a:pt x="11602" y="104847"/>
                  </a:lnTo>
                  <a:lnTo>
                    <a:pt x="9743" y="109802"/>
                  </a:lnTo>
                  <a:lnTo>
                    <a:pt x="8041" y="114815"/>
                  </a:lnTo>
                  <a:lnTo>
                    <a:pt x="6499" y="119878"/>
                  </a:lnTo>
                  <a:lnTo>
                    <a:pt x="5118" y="124988"/>
                  </a:lnTo>
                  <a:lnTo>
                    <a:pt x="3899" y="130138"/>
                  </a:lnTo>
                  <a:lnTo>
                    <a:pt x="2844" y="135325"/>
                  </a:lnTo>
                  <a:lnTo>
                    <a:pt x="1954" y="140543"/>
                  </a:lnTo>
                  <a:lnTo>
                    <a:pt x="1229" y="145786"/>
                  </a:lnTo>
                  <a:lnTo>
                    <a:pt x="671" y="151050"/>
                  </a:lnTo>
                  <a:lnTo>
                    <a:pt x="280" y="156328"/>
                  </a:lnTo>
                  <a:lnTo>
                    <a:pt x="56" y="161617"/>
                  </a:lnTo>
                  <a:lnTo>
                    <a:pt x="0" y="166909"/>
                  </a:lnTo>
                  <a:lnTo>
                    <a:pt x="111" y="172201"/>
                  </a:lnTo>
                  <a:lnTo>
                    <a:pt x="389" y="177487"/>
                  </a:lnTo>
                  <a:lnTo>
                    <a:pt x="835" y="182761"/>
                  </a:lnTo>
                  <a:lnTo>
                    <a:pt x="1448" y="188019"/>
                  </a:lnTo>
                  <a:lnTo>
                    <a:pt x="2226" y="193254"/>
                  </a:lnTo>
                  <a:lnTo>
                    <a:pt x="3170" y="198462"/>
                  </a:lnTo>
                  <a:lnTo>
                    <a:pt x="4279" y="203638"/>
                  </a:lnTo>
                  <a:lnTo>
                    <a:pt x="5551" y="208776"/>
                  </a:lnTo>
                  <a:lnTo>
                    <a:pt x="6984" y="213871"/>
                  </a:lnTo>
                  <a:lnTo>
                    <a:pt x="8579" y="218918"/>
                  </a:lnTo>
                  <a:lnTo>
                    <a:pt x="10332" y="223912"/>
                  </a:lnTo>
                  <a:lnTo>
                    <a:pt x="12243" y="228849"/>
                  </a:lnTo>
                  <a:lnTo>
                    <a:pt x="14309" y="233722"/>
                  </a:lnTo>
                  <a:lnTo>
                    <a:pt x="16528" y="238527"/>
                  </a:lnTo>
                  <a:lnTo>
                    <a:pt x="18898" y="243260"/>
                  </a:lnTo>
                  <a:lnTo>
                    <a:pt x="21417" y="247915"/>
                  </a:lnTo>
                  <a:lnTo>
                    <a:pt x="24082" y="252488"/>
                  </a:lnTo>
                  <a:lnTo>
                    <a:pt x="26890" y="256975"/>
                  </a:lnTo>
                  <a:lnTo>
                    <a:pt x="29840" y="261370"/>
                  </a:lnTo>
                  <a:lnTo>
                    <a:pt x="32926" y="265670"/>
                  </a:lnTo>
                  <a:lnTo>
                    <a:pt x="36148" y="269870"/>
                  </a:lnTo>
                  <a:lnTo>
                    <a:pt x="39500" y="273966"/>
                  </a:lnTo>
                  <a:lnTo>
                    <a:pt x="42981" y="277954"/>
                  </a:lnTo>
                  <a:lnTo>
                    <a:pt x="46586" y="281829"/>
                  </a:lnTo>
                  <a:lnTo>
                    <a:pt x="50312" y="285588"/>
                  </a:lnTo>
                  <a:lnTo>
                    <a:pt x="54155" y="289228"/>
                  </a:lnTo>
                  <a:lnTo>
                    <a:pt x="58112" y="292744"/>
                  </a:lnTo>
                  <a:lnTo>
                    <a:pt x="62178" y="296133"/>
                  </a:lnTo>
                  <a:lnTo>
                    <a:pt x="66349" y="299392"/>
                  </a:lnTo>
                  <a:lnTo>
                    <a:pt x="70621" y="302516"/>
                  </a:lnTo>
                  <a:lnTo>
                    <a:pt x="74990" y="305505"/>
                  </a:lnTo>
                  <a:lnTo>
                    <a:pt x="79451" y="308353"/>
                  </a:lnTo>
                  <a:lnTo>
                    <a:pt x="84000" y="311058"/>
                  </a:lnTo>
                  <a:lnTo>
                    <a:pt x="88633" y="313619"/>
                  </a:lnTo>
                  <a:lnTo>
                    <a:pt x="93344" y="316031"/>
                  </a:lnTo>
                  <a:lnTo>
                    <a:pt x="98130" y="318293"/>
                  </a:lnTo>
                  <a:lnTo>
                    <a:pt x="102984" y="320402"/>
                  </a:lnTo>
                  <a:lnTo>
                    <a:pt x="107903" y="322357"/>
                  </a:lnTo>
                  <a:lnTo>
                    <a:pt x="112882" y="324154"/>
                  </a:lnTo>
                  <a:lnTo>
                    <a:pt x="117915" y="325794"/>
                  </a:lnTo>
                  <a:lnTo>
                    <a:pt x="122997" y="327273"/>
                  </a:lnTo>
                  <a:lnTo>
                    <a:pt x="128123" y="328590"/>
                  </a:lnTo>
                  <a:lnTo>
                    <a:pt x="133289" y="329745"/>
                  </a:lnTo>
                  <a:lnTo>
                    <a:pt x="138488" y="330735"/>
                  </a:lnTo>
                  <a:lnTo>
                    <a:pt x="143717" y="331561"/>
                  </a:lnTo>
                  <a:lnTo>
                    <a:pt x="148968" y="332220"/>
                  </a:lnTo>
                  <a:lnTo>
                    <a:pt x="154239" y="332713"/>
                  </a:lnTo>
                  <a:lnTo>
                    <a:pt x="159522" y="333038"/>
                  </a:lnTo>
                  <a:lnTo>
                    <a:pt x="164812" y="333197"/>
                  </a:lnTo>
                  <a:lnTo>
                    <a:pt x="170105" y="333187"/>
                  </a:lnTo>
                  <a:lnTo>
                    <a:pt x="175395" y="333011"/>
                  </a:lnTo>
                  <a:lnTo>
                    <a:pt x="180677" y="332666"/>
                  </a:lnTo>
                  <a:lnTo>
                    <a:pt x="185945" y="332155"/>
                  </a:lnTo>
                  <a:lnTo>
                    <a:pt x="191195" y="331477"/>
                  </a:lnTo>
                  <a:lnTo>
                    <a:pt x="196420" y="330633"/>
                  </a:lnTo>
                  <a:lnTo>
                    <a:pt x="201616" y="329625"/>
                  </a:lnTo>
                  <a:lnTo>
                    <a:pt x="206778" y="328452"/>
                  </a:lnTo>
                  <a:lnTo>
                    <a:pt x="211900" y="327116"/>
                  </a:lnTo>
                  <a:lnTo>
                    <a:pt x="216977" y="325619"/>
                  </a:lnTo>
                  <a:lnTo>
                    <a:pt x="222004" y="323962"/>
                  </a:lnTo>
                  <a:lnTo>
                    <a:pt x="226976" y="322147"/>
                  </a:lnTo>
                  <a:lnTo>
                    <a:pt x="231888" y="320175"/>
                  </a:lnTo>
                  <a:lnTo>
                    <a:pt x="236735" y="318049"/>
                  </a:lnTo>
                  <a:lnTo>
                    <a:pt x="241512" y="315770"/>
                  </a:lnTo>
                  <a:lnTo>
                    <a:pt x="246215" y="313341"/>
                  </a:lnTo>
                  <a:lnTo>
                    <a:pt x="250839" y="310765"/>
                  </a:lnTo>
                  <a:lnTo>
                    <a:pt x="255378" y="308043"/>
                  </a:lnTo>
                  <a:lnTo>
                    <a:pt x="259830" y="305179"/>
                  </a:lnTo>
                  <a:lnTo>
                    <a:pt x="264188" y="302176"/>
                  </a:lnTo>
                  <a:lnTo>
                    <a:pt x="268449" y="299036"/>
                  </a:lnTo>
                  <a:lnTo>
                    <a:pt x="272609" y="295763"/>
                  </a:lnTo>
                  <a:lnTo>
                    <a:pt x="276663" y="292359"/>
                  </a:lnTo>
                  <a:lnTo>
                    <a:pt x="280607" y="288830"/>
                  </a:lnTo>
                  <a:lnTo>
                    <a:pt x="284437" y="285177"/>
                  </a:lnTo>
                  <a:lnTo>
                    <a:pt x="288150" y="281404"/>
                  </a:lnTo>
                  <a:lnTo>
                    <a:pt x="291741" y="277516"/>
                  </a:lnTo>
                  <a:lnTo>
                    <a:pt x="295208" y="273516"/>
                  </a:lnTo>
                  <a:lnTo>
                    <a:pt x="298546" y="269408"/>
                  </a:lnTo>
                  <a:lnTo>
                    <a:pt x="301753" y="265197"/>
                  </a:lnTo>
                  <a:lnTo>
                    <a:pt x="304824" y="260887"/>
                  </a:lnTo>
                  <a:lnTo>
                    <a:pt x="307758" y="256481"/>
                  </a:lnTo>
                  <a:lnTo>
                    <a:pt x="310551" y="251984"/>
                  </a:lnTo>
                  <a:lnTo>
                    <a:pt x="313199" y="247402"/>
                  </a:lnTo>
                  <a:lnTo>
                    <a:pt x="315702" y="242738"/>
                  </a:lnTo>
                  <a:lnTo>
                    <a:pt x="318055" y="237997"/>
                  </a:lnTo>
                  <a:lnTo>
                    <a:pt x="320258" y="233184"/>
                  </a:lnTo>
                  <a:lnTo>
                    <a:pt x="322307" y="228303"/>
                  </a:lnTo>
                  <a:lnTo>
                    <a:pt x="324200" y="223360"/>
                  </a:lnTo>
                  <a:lnTo>
                    <a:pt x="325936" y="218360"/>
                  </a:lnTo>
                  <a:lnTo>
                    <a:pt x="327512" y="213307"/>
                  </a:lnTo>
                  <a:lnTo>
                    <a:pt x="328928" y="208207"/>
                  </a:lnTo>
                  <a:lnTo>
                    <a:pt x="330182" y="203065"/>
                  </a:lnTo>
                  <a:lnTo>
                    <a:pt x="331272" y="197885"/>
                  </a:lnTo>
                  <a:lnTo>
                    <a:pt x="332198" y="192674"/>
                  </a:lnTo>
                  <a:lnTo>
                    <a:pt x="332958" y="187435"/>
                  </a:lnTo>
                  <a:lnTo>
                    <a:pt x="333552" y="182176"/>
                  </a:lnTo>
                  <a:lnTo>
                    <a:pt x="333979" y="176900"/>
                  </a:lnTo>
                  <a:lnTo>
                    <a:pt x="334239" y="171613"/>
                  </a:lnTo>
                  <a:lnTo>
                    <a:pt x="334332" y="166321"/>
                  </a:lnTo>
                  <a:lnTo>
                    <a:pt x="334257" y="161029"/>
                  </a:lnTo>
                  <a:lnTo>
                    <a:pt x="334014" y="155741"/>
                  </a:lnTo>
                  <a:lnTo>
                    <a:pt x="333604" y="150464"/>
                  </a:lnTo>
                  <a:lnTo>
                    <a:pt x="333028" y="145202"/>
                  </a:lnTo>
                  <a:lnTo>
                    <a:pt x="332285" y="139962"/>
                  </a:lnTo>
                  <a:lnTo>
                    <a:pt x="331376" y="134747"/>
                  </a:lnTo>
                  <a:lnTo>
                    <a:pt x="330303" y="129564"/>
                  </a:lnTo>
                  <a:lnTo>
                    <a:pt x="329066" y="124418"/>
                  </a:lnTo>
                  <a:lnTo>
                    <a:pt x="327667" y="119313"/>
                  </a:lnTo>
                  <a:lnTo>
                    <a:pt x="326107" y="114255"/>
                  </a:lnTo>
                  <a:lnTo>
                    <a:pt x="324388" y="109249"/>
                  </a:lnTo>
                  <a:lnTo>
                    <a:pt x="322511" y="104300"/>
                  </a:lnTo>
                  <a:lnTo>
                    <a:pt x="320478" y="99413"/>
                  </a:lnTo>
                  <a:lnTo>
                    <a:pt x="318292" y="94592"/>
                  </a:lnTo>
                  <a:lnTo>
                    <a:pt x="315954" y="89844"/>
                  </a:lnTo>
                  <a:lnTo>
                    <a:pt x="313467" y="85171"/>
                  </a:lnTo>
                  <a:lnTo>
                    <a:pt x="310833" y="80580"/>
                  </a:lnTo>
                  <a:lnTo>
                    <a:pt x="308055" y="76074"/>
                  </a:lnTo>
                  <a:lnTo>
                    <a:pt x="305136" y="71659"/>
                  </a:lnTo>
                  <a:lnTo>
                    <a:pt x="302079" y="67338"/>
                  </a:lnTo>
                  <a:lnTo>
                    <a:pt x="298886" y="63117"/>
                  </a:lnTo>
                  <a:lnTo>
                    <a:pt x="295561" y="58998"/>
                  </a:lnTo>
                  <a:lnTo>
                    <a:pt x="292108" y="54987"/>
                  </a:lnTo>
                  <a:lnTo>
                    <a:pt x="288529" y="51087"/>
                  </a:lnTo>
                  <a:lnTo>
                    <a:pt x="284829" y="47302"/>
                  </a:lnTo>
                  <a:lnTo>
                    <a:pt x="281011" y="43636"/>
                  </a:lnTo>
                  <a:lnTo>
                    <a:pt x="277078" y="40094"/>
                  </a:lnTo>
                  <a:lnTo>
                    <a:pt x="273036" y="36677"/>
                  </a:lnTo>
                  <a:lnTo>
                    <a:pt x="268887" y="33390"/>
                  </a:lnTo>
                  <a:lnTo>
                    <a:pt x="264636" y="30236"/>
                  </a:lnTo>
                  <a:lnTo>
                    <a:pt x="260288" y="27218"/>
                  </a:lnTo>
                  <a:lnTo>
                    <a:pt x="255846" y="24340"/>
                  </a:lnTo>
                  <a:lnTo>
                    <a:pt x="251315" y="21603"/>
                  </a:lnTo>
                  <a:lnTo>
                    <a:pt x="246700" y="19011"/>
                  </a:lnTo>
                  <a:lnTo>
                    <a:pt x="242005" y="16567"/>
                  </a:lnTo>
                  <a:lnTo>
                    <a:pt x="237235" y="14273"/>
                  </a:lnTo>
                  <a:lnTo>
                    <a:pt x="232395" y="12130"/>
                  </a:lnTo>
                  <a:lnTo>
                    <a:pt x="227489" y="10142"/>
                  </a:lnTo>
                  <a:lnTo>
                    <a:pt x="222523" y="8311"/>
                  </a:lnTo>
                  <a:lnTo>
                    <a:pt x="217502" y="6637"/>
                  </a:lnTo>
                  <a:lnTo>
                    <a:pt x="212430" y="5123"/>
                  </a:lnTo>
                  <a:lnTo>
                    <a:pt x="207313" y="3771"/>
                  </a:lnTo>
                  <a:lnTo>
                    <a:pt x="202155" y="2581"/>
                  </a:lnTo>
                  <a:lnTo>
                    <a:pt x="196962" y="1556"/>
                  </a:lnTo>
                  <a:lnTo>
                    <a:pt x="191740" y="695"/>
                  </a:lnTo>
                  <a:lnTo>
                    <a:pt x="186492" y="0"/>
                  </a:lnTo>
                  <a:lnTo>
                    <a:pt x="167165" y="1660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9327" cy="167167"/>
            </a:xfrm>
            <a:custGeom>
              <a:avLst/>
              <a:pathLst>
                <a:path w="19327" h="167167">
                  <a:moveTo>
                    <a:pt x="19327" y="1121"/>
                  </a:moveTo>
                  <a:lnTo>
                    <a:pt x="9680" y="2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5" y="2633064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5" y="2106"/>
                  </a:lnTo>
                  <a:lnTo>
                    <a:pt x="135463" y="3031"/>
                  </a:lnTo>
                  <a:lnTo>
                    <a:pt x="130262" y="4121"/>
                  </a:lnTo>
                  <a:lnTo>
                    <a:pt x="125099" y="5375"/>
                  </a:lnTo>
                  <a:lnTo>
                    <a:pt x="119978" y="6794"/>
                  </a:lnTo>
                  <a:lnTo>
                    <a:pt x="114905" y="8374"/>
                  </a:lnTo>
                  <a:lnTo>
                    <a:pt x="109885" y="10115"/>
                  </a:lnTo>
                  <a:lnTo>
                    <a:pt x="104922" y="12014"/>
                  </a:lnTo>
                  <a:lnTo>
                    <a:pt x="100023" y="14070"/>
                  </a:lnTo>
                  <a:lnTo>
                    <a:pt x="95191" y="16281"/>
                  </a:lnTo>
                  <a:lnTo>
                    <a:pt x="90432" y="18644"/>
                  </a:lnTo>
                  <a:lnTo>
                    <a:pt x="85751" y="21158"/>
                  </a:lnTo>
                  <a:lnTo>
                    <a:pt x="81151" y="23818"/>
                  </a:lnTo>
                  <a:lnTo>
                    <a:pt x="76639" y="26624"/>
                  </a:lnTo>
                  <a:lnTo>
                    <a:pt x="72218" y="29572"/>
                  </a:lnTo>
                  <a:lnTo>
                    <a:pt x="67893" y="32658"/>
                  </a:lnTo>
                  <a:lnTo>
                    <a:pt x="63668" y="35881"/>
                  </a:lnTo>
                  <a:lnTo>
                    <a:pt x="59548" y="39236"/>
                  </a:lnTo>
                  <a:lnTo>
                    <a:pt x="55536" y="42721"/>
                  </a:lnTo>
                  <a:lnTo>
                    <a:pt x="51638" y="46331"/>
                  </a:lnTo>
                  <a:lnTo>
                    <a:pt x="47856" y="50063"/>
                  </a:lnTo>
                  <a:lnTo>
                    <a:pt x="44194" y="53914"/>
                  </a:lnTo>
                  <a:lnTo>
                    <a:pt x="40657" y="57879"/>
                  </a:lnTo>
                  <a:lnTo>
                    <a:pt x="37248" y="61954"/>
                  </a:lnTo>
                  <a:lnTo>
                    <a:pt x="33969" y="66136"/>
                  </a:lnTo>
                  <a:lnTo>
                    <a:pt x="30826" y="70420"/>
                  </a:lnTo>
                  <a:lnTo>
                    <a:pt x="27820" y="74801"/>
                  </a:lnTo>
                  <a:lnTo>
                    <a:pt x="24955" y="79276"/>
                  </a:lnTo>
                  <a:lnTo>
                    <a:pt x="22233" y="83840"/>
                  </a:lnTo>
                  <a:lnTo>
                    <a:pt x="19658" y="88488"/>
                  </a:lnTo>
                  <a:lnTo>
                    <a:pt x="17232" y="93215"/>
                  </a:lnTo>
                  <a:lnTo>
                    <a:pt x="14957" y="98017"/>
                  </a:lnTo>
                  <a:lnTo>
                    <a:pt x="12837" y="102889"/>
                  </a:lnTo>
                  <a:lnTo>
                    <a:pt x="10872" y="107826"/>
                  </a:lnTo>
                  <a:lnTo>
                    <a:pt x="9065" y="112823"/>
                  </a:lnTo>
                  <a:lnTo>
                    <a:pt x="7417" y="117875"/>
                  </a:lnTo>
                  <a:lnTo>
                    <a:pt x="5932" y="122976"/>
                  </a:lnTo>
                  <a:lnTo>
                    <a:pt x="4609" y="128122"/>
                  </a:lnTo>
                  <a:lnTo>
                    <a:pt x="3450" y="133308"/>
                  </a:lnTo>
                  <a:lnTo>
                    <a:pt x="2456" y="138528"/>
                  </a:lnTo>
                  <a:lnTo>
                    <a:pt x="1629" y="143776"/>
                  </a:lnTo>
                  <a:lnTo>
                    <a:pt x="970" y="149049"/>
                  </a:lnTo>
                  <a:lnTo>
                    <a:pt x="478" y="154340"/>
                  </a:lnTo>
                  <a:lnTo>
                    <a:pt x="154" y="159643"/>
                  </a:lnTo>
                  <a:lnTo>
                    <a:pt x="0" y="164954"/>
                  </a:lnTo>
                  <a:lnTo>
                    <a:pt x="14" y="170268"/>
                  </a:lnTo>
                  <a:lnTo>
                    <a:pt x="197" y="175578"/>
                  </a:lnTo>
                  <a:lnTo>
                    <a:pt x="548" y="180880"/>
                  </a:lnTo>
                  <a:lnTo>
                    <a:pt x="1068" y="186168"/>
                  </a:lnTo>
                  <a:lnTo>
                    <a:pt x="1756" y="191437"/>
                  </a:lnTo>
                  <a:lnTo>
                    <a:pt x="2611" y="196681"/>
                  </a:lnTo>
                  <a:lnTo>
                    <a:pt x="3632" y="201896"/>
                  </a:lnTo>
                  <a:lnTo>
                    <a:pt x="4818" y="207075"/>
                  </a:lnTo>
                  <a:lnTo>
                    <a:pt x="6169" y="212214"/>
                  </a:lnTo>
                  <a:lnTo>
                    <a:pt x="7682" y="217308"/>
                  </a:lnTo>
                  <a:lnTo>
                    <a:pt x="9356" y="222351"/>
                  </a:lnTo>
                  <a:lnTo>
                    <a:pt x="11189" y="227338"/>
                  </a:lnTo>
                  <a:lnTo>
                    <a:pt x="13181" y="232264"/>
                  </a:lnTo>
                  <a:lnTo>
                    <a:pt x="15327" y="237125"/>
                  </a:lnTo>
                  <a:lnTo>
                    <a:pt x="17627" y="241915"/>
                  </a:lnTo>
                  <a:lnTo>
                    <a:pt x="20078" y="246629"/>
                  </a:lnTo>
                  <a:lnTo>
                    <a:pt x="22678" y="251263"/>
                  </a:lnTo>
                  <a:lnTo>
                    <a:pt x="25424" y="255812"/>
                  </a:lnTo>
                  <a:lnTo>
                    <a:pt x="28313" y="260272"/>
                  </a:lnTo>
                  <a:lnTo>
                    <a:pt x="31342" y="264637"/>
                  </a:lnTo>
                  <a:lnTo>
                    <a:pt x="34508" y="268904"/>
                  </a:lnTo>
                  <a:lnTo>
                    <a:pt x="37809" y="273069"/>
                  </a:lnTo>
                  <a:lnTo>
                    <a:pt x="41240" y="277126"/>
                  </a:lnTo>
                  <a:lnTo>
                    <a:pt x="44798" y="281072"/>
                  </a:lnTo>
                  <a:lnTo>
                    <a:pt x="48480" y="284903"/>
                  </a:lnTo>
                  <a:lnTo>
                    <a:pt x="52282" y="288615"/>
                  </a:lnTo>
                  <a:lnTo>
                    <a:pt x="56200" y="292205"/>
                  </a:lnTo>
                  <a:lnTo>
                    <a:pt x="60230" y="295668"/>
                  </a:lnTo>
                  <a:lnTo>
                    <a:pt x="64368" y="299001"/>
                  </a:lnTo>
                  <a:lnTo>
                    <a:pt x="68609" y="302201"/>
                  </a:lnTo>
                  <a:lnTo>
                    <a:pt x="72951" y="305265"/>
                  </a:lnTo>
                  <a:lnTo>
                    <a:pt x="77387" y="308189"/>
                  </a:lnTo>
                  <a:lnTo>
                    <a:pt x="81915" y="310971"/>
                  </a:lnTo>
                  <a:lnTo>
                    <a:pt x="86528" y="313607"/>
                  </a:lnTo>
                  <a:lnTo>
                    <a:pt x="91223" y="316095"/>
                  </a:lnTo>
                  <a:lnTo>
                    <a:pt x="95994" y="318433"/>
                  </a:lnTo>
                  <a:lnTo>
                    <a:pt x="100838" y="320618"/>
                  </a:lnTo>
                  <a:lnTo>
                    <a:pt x="105748" y="322648"/>
                  </a:lnTo>
                  <a:lnTo>
                    <a:pt x="110721" y="324521"/>
                  </a:lnTo>
                  <a:lnTo>
                    <a:pt x="115750" y="326235"/>
                  </a:lnTo>
                  <a:lnTo>
                    <a:pt x="120832" y="327789"/>
                  </a:lnTo>
                  <a:lnTo>
                    <a:pt x="125960" y="329180"/>
                  </a:lnTo>
                  <a:lnTo>
                    <a:pt x="131130" y="330407"/>
                  </a:lnTo>
                  <a:lnTo>
                    <a:pt x="136336" y="331469"/>
                  </a:lnTo>
                  <a:lnTo>
                    <a:pt x="141573" y="332366"/>
                  </a:lnTo>
                  <a:lnTo>
                    <a:pt x="146836" y="333095"/>
                  </a:lnTo>
                  <a:lnTo>
                    <a:pt x="152120" y="333657"/>
                  </a:lnTo>
                  <a:lnTo>
                    <a:pt x="157419" y="334051"/>
                  </a:lnTo>
                  <a:lnTo>
                    <a:pt x="162728" y="334276"/>
                  </a:lnTo>
                  <a:lnTo>
                    <a:pt x="168041" y="334332"/>
                  </a:lnTo>
                  <a:lnTo>
                    <a:pt x="173353" y="334219"/>
                  </a:lnTo>
                  <a:lnTo>
                    <a:pt x="178659" y="333938"/>
                  </a:lnTo>
                  <a:lnTo>
                    <a:pt x="183954" y="333488"/>
                  </a:lnTo>
                  <a:lnTo>
                    <a:pt x="189231" y="332870"/>
                  </a:lnTo>
                  <a:lnTo>
                    <a:pt x="194486" y="332084"/>
                  </a:lnTo>
                  <a:lnTo>
                    <a:pt x="199714" y="331132"/>
                  </a:lnTo>
                  <a:lnTo>
                    <a:pt x="204909" y="330015"/>
                  </a:lnTo>
                  <a:lnTo>
                    <a:pt x="210065" y="328733"/>
                  </a:lnTo>
                  <a:lnTo>
                    <a:pt x="215178" y="327287"/>
                  </a:lnTo>
                  <a:lnTo>
                    <a:pt x="220243" y="325680"/>
                  </a:lnTo>
                  <a:lnTo>
                    <a:pt x="225254" y="323912"/>
                  </a:lnTo>
                  <a:lnTo>
                    <a:pt x="230206" y="321987"/>
                  </a:lnTo>
                  <a:lnTo>
                    <a:pt x="235095" y="319905"/>
                  </a:lnTo>
                  <a:lnTo>
                    <a:pt x="239915" y="317668"/>
                  </a:lnTo>
                  <a:lnTo>
                    <a:pt x="244661" y="315280"/>
                  </a:lnTo>
                  <a:lnTo>
                    <a:pt x="249329" y="312741"/>
                  </a:lnTo>
                  <a:lnTo>
                    <a:pt x="253914" y="310056"/>
                  </a:lnTo>
                  <a:lnTo>
                    <a:pt x="258412" y="307227"/>
                  </a:lnTo>
                  <a:lnTo>
                    <a:pt x="262817" y="304255"/>
                  </a:lnTo>
                  <a:lnTo>
                    <a:pt x="267125" y="301146"/>
                  </a:lnTo>
                  <a:lnTo>
                    <a:pt x="271333" y="297901"/>
                  </a:lnTo>
                  <a:lnTo>
                    <a:pt x="275435" y="294524"/>
                  </a:lnTo>
                  <a:lnTo>
                    <a:pt x="279428" y="291018"/>
                  </a:lnTo>
                  <a:lnTo>
                    <a:pt x="283308" y="287387"/>
                  </a:lnTo>
                  <a:lnTo>
                    <a:pt x="287070" y="283635"/>
                  </a:lnTo>
                  <a:lnTo>
                    <a:pt x="290711" y="279765"/>
                  </a:lnTo>
                  <a:lnTo>
                    <a:pt x="294227" y="275781"/>
                  </a:lnTo>
                  <a:lnTo>
                    <a:pt x="297615" y="271688"/>
                  </a:lnTo>
                  <a:lnTo>
                    <a:pt x="300870" y="267488"/>
                  </a:lnTo>
                  <a:lnTo>
                    <a:pt x="303991" y="263188"/>
                  </a:lnTo>
                  <a:lnTo>
                    <a:pt x="306974" y="258790"/>
                  </a:lnTo>
                  <a:lnTo>
                    <a:pt x="309815" y="254300"/>
                  </a:lnTo>
                  <a:lnTo>
                    <a:pt x="312512" y="249722"/>
                  </a:lnTo>
                  <a:lnTo>
                    <a:pt x="315063" y="245061"/>
                  </a:lnTo>
                  <a:lnTo>
                    <a:pt x="317464" y="240321"/>
                  </a:lnTo>
                  <a:lnTo>
                    <a:pt x="319713" y="235507"/>
                  </a:lnTo>
                  <a:lnTo>
                    <a:pt x="321807" y="230623"/>
                  </a:lnTo>
                  <a:lnTo>
                    <a:pt x="323746" y="225676"/>
                  </a:lnTo>
                  <a:lnTo>
                    <a:pt x="325527" y="220670"/>
                  </a:lnTo>
                  <a:lnTo>
                    <a:pt x="327147" y="215609"/>
                  </a:lnTo>
                  <a:lnTo>
                    <a:pt x="328606" y="210500"/>
                  </a:lnTo>
                  <a:lnTo>
                    <a:pt x="329901" y="205347"/>
                  </a:lnTo>
                  <a:lnTo>
                    <a:pt x="331033" y="200155"/>
                  </a:lnTo>
                  <a:lnTo>
                    <a:pt x="331998" y="194930"/>
                  </a:lnTo>
                  <a:lnTo>
                    <a:pt x="332797" y="189677"/>
                  </a:lnTo>
                  <a:lnTo>
                    <a:pt x="333429" y="184401"/>
                  </a:lnTo>
                  <a:lnTo>
                    <a:pt x="333893" y="179108"/>
                  </a:lnTo>
                  <a:lnTo>
                    <a:pt x="334188" y="173803"/>
                  </a:lnTo>
                  <a:lnTo>
                    <a:pt x="334315" y="168491"/>
                  </a:lnTo>
                  <a:lnTo>
                    <a:pt x="334272" y="163177"/>
                  </a:lnTo>
                  <a:lnTo>
                    <a:pt x="334061" y="157868"/>
                  </a:lnTo>
                  <a:lnTo>
                    <a:pt x="333681" y="152568"/>
                  </a:lnTo>
                  <a:lnTo>
                    <a:pt x="333133" y="147283"/>
                  </a:lnTo>
                  <a:lnTo>
                    <a:pt x="332417" y="142018"/>
                  </a:lnTo>
                  <a:lnTo>
                    <a:pt x="331534" y="136778"/>
                  </a:lnTo>
                  <a:lnTo>
                    <a:pt x="330486" y="13156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64634"/>
              <a:ext cx="163333" cy="35597"/>
            </a:xfrm>
            <a:custGeom>
              <a:avLst/>
              <a:pathLst>
                <a:path w="163333" h="35597">
                  <a:moveTo>
                    <a:pt x="163333" y="0"/>
                  </a:moveTo>
                  <a:lnTo>
                    <a:pt x="0" y="355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0982"/>
              <a:ext cx="163333" cy="159249"/>
            </a:xfrm>
            <a:custGeom>
              <a:avLst/>
              <a:pathLst>
                <a:path w="163333" h="159249">
                  <a:moveTo>
                    <a:pt x="163333" y="123651"/>
                  </a:moveTo>
                  <a:lnTo>
                    <a:pt x="162081" y="118326"/>
                  </a:lnTo>
                  <a:lnTo>
                    <a:pt x="160655" y="113045"/>
                  </a:lnTo>
                  <a:lnTo>
                    <a:pt x="159057" y="107813"/>
                  </a:lnTo>
                  <a:lnTo>
                    <a:pt x="157289" y="102637"/>
                  </a:lnTo>
                  <a:lnTo>
                    <a:pt x="155352" y="97521"/>
                  </a:lnTo>
                  <a:lnTo>
                    <a:pt x="153250" y="92471"/>
                  </a:lnTo>
                  <a:lnTo>
                    <a:pt x="150983" y="87492"/>
                  </a:lnTo>
                  <a:lnTo>
                    <a:pt x="148554" y="82591"/>
                  </a:lnTo>
                  <a:lnTo>
                    <a:pt x="145966" y="77771"/>
                  </a:lnTo>
                  <a:lnTo>
                    <a:pt x="143222" y="73039"/>
                  </a:lnTo>
                  <a:lnTo>
                    <a:pt x="140325" y="68399"/>
                  </a:lnTo>
                  <a:lnTo>
                    <a:pt x="137277" y="63856"/>
                  </a:lnTo>
                  <a:lnTo>
                    <a:pt x="134082" y="59416"/>
                  </a:lnTo>
                  <a:lnTo>
                    <a:pt x="130744" y="55082"/>
                  </a:lnTo>
                  <a:lnTo>
                    <a:pt x="127266" y="50860"/>
                  </a:lnTo>
                  <a:lnTo>
                    <a:pt x="123651" y="46754"/>
                  </a:lnTo>
                  <a:lnTo>
                    <a:pt x="119904" y="42768"/>
                  </a:lnTo>
                  <a:lnTo>
                    <a:pt x="116029" y="38908"/>
                  </a:lnTo>
                  <a:lnTo>
                    <a:pt x="112030" y="35176"/>
                  </a:lnTo>
                  <a:lnTo>
                    <a:pt x="107910" y="31577"/>
                  </a:lnTo>
                  <a:lnTo>
                    <a:pt x="103675" y="28114"/>
                  </a:lnTo>
                  <a:lnTo>
                    <a:pt x="99329" y="24792"/>
                  </a:lnTo>
                  <a:lnTo>
                    <a:pt x="94876" y="21614"/>
                  </a:lnTo>
                  <a:lnTo>
                    <a:pt x="90322" y="18584"/>
                  </a:lnTo>
                  <a:lnTo>
                    <a:pt x="85671" y="15704"/>
                  </a:lnTo>
                  <a:lnTo>
                    <a:pt x="80929" y="12977"/>
                  </a:lnTo>
                  <a:lnTo>
                    <a:pt x="76100" y="10408"/>
                  </a:lnTo>
                  <a:lnTo>
                    <a:pt x="71189" y="7998"/>
                  </a:lnTo>
                  <a:lnTo>
                    <a:pt x="66202" y="5749"/>
                  </a:lnTo>
                  <a:lnTo>
                    <a:pt x="61144" y="3665"/>
                  </a:lnTo>
                  <a:lnTo>
                    <a:pt x="56021" y="1748"/>
                  </a:lnTo>
                  <a:lnTo>
                    <a:pt x="50838" y="0"/>
                  </a:lnTo>
                  <a:lnTo>
                    <a:pt x="0" y="1592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0838" cy="167167"/>
            </a:xfrm>
            <a:custGeom>
              <a:avLst/>
              <a:pathLst>
                <a:path w="50838" h="167167">
                  <a:moveTo>
                    <a:pt x="50838" y="7917"/>
                  </a:moveTo>
                  <a:lnTo>
                    <a:pt x="44650" y="6073"/>
                  </a:lnTo>
                  <a:lnTo>
                    <a:pt x="38396" y="4469"/>
                  </a:lnTo>
                  <a:lnTo>
                    <a:pt x="32084" y="3107"/>
                  </a:lnTo>
                  <a:lnTo>
                    <a:pt x="25725" y="1991"/>
                  </a:lnTo>
                  <a:lnTo>
                    <a:pt x="19327" y="1121"/>
                  </a:lnTo>
                  <a:lnTo>
                    <a:pt x="12901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3" y="3170392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6" y="2086"/>
                  </a:lnTo>
                  <a:lnTo>
                    <a:pt x="135617" y="3002"/>
                  </a:lnTo>
                  <a:lnTo>
                    <a:pt x="130441" y="4081"/>
                  </a:lnTo>
                  <a:lnTo>
                    <a:pt x="125301" y="5324"/>
                  </a:lnTo>
                  <a:lnTo>
                    <a:pt x="120203" y="6729"/>
                  </a:lnTo>
                  <a:lnTo>
                    <a:pt x="115152" y="8295"/>
                  </a:lnTo>
                  <a:lnTo>
                    <a:pt x="110153" y="10019"/>
                  </a:lnTo>
                  <a:lnTo>
                    <a:pt x="105211" y="11901"/>
                  </a:lnTo>
                  <a:lnTo>
                    <a:pt x="100331" y="13938"/>
                  </a:lnTo>
                  <a:lnTo>
                    <a:pt x="95518" y="16128"/>
                  </a:lnTo>
                  <a:lnTo>
                    <a:pt x="90776" y="18469"/>
                  </a:lnTo>
                  <a:lnTo>
                    <a:pt x="86111" y="20960"/>
                  </a:lnTo>
                  <a:lnTo>
                    <a:pt x="81527" y="23596"/>
                  </a:lnTo>
                  <a:lnTo>
                    <a:pt x="77029" y="26377"/>
                  </a:lnTo>
                  <a:lnTo>
                    <a:pt x="72621" y="29298"/>
                  </a:lnTo>
                  <a:lnTo>
                    <a:pt x="68308" y="32357"/>
                  </a:lnTo>
                  <a:lnTo>
                    <a:pt x="64093" y="35551"/>
                  </a:lnTo>
                  <a:lnTo>
                    <a:pt x="59982" y="38876"/>
                  </a:lnTo>
                  <a:lnTo>
                    <a:pt x="55978" y="42331"/>
                  </a:lnTo>
                  <a:lnTo>
                    <a:pt x="52085" y="45910"/>
                  </a:lnTo>
                  <a:lnTo>
                    <a:pt x="48307" y="49610"/>
                  </a:lnTo>
                  <a:lnTo>
                    <a:pt x="44648" y="53428"/>
                  </a:lnTo>
                  <a:lnTo>
                    <a:pt x="41112" y="57360"/>
                  </a:lnTo>
                  <a:lnTo>
                    <a:pt x="37702" y="61401"/>
                  </a:lnTo>
                  <a:lnTo>
                    <a:pt x="34421" y="65549"/>
                  </a:lnTo>
                  <a:lnTo>
                    <a:pt x="31274" y="69798"/>
                  </a:lnTo>
                  <a:lnTo>
                    <a:pt x="28262" y="74145"/>
                  </a:lnTo>
                  <a:lnTo>
                    <a:pt x="25389" y="78584"/>
                  </a:lnTo>
                  <a:lnTo>
                    <a:pt x="22658" y="83113"/>
                  </a:lnTo>
                  <a:lnTo>
                    <a:pt x="20072" y="87725"/>
                  </a:lnTo>
                  <a:lnTo>
                    <a:pt x="17633" y="92417"/>
                  </a:lnTo>
                  <a:lnTo>
                    <a:pt x="15344" y="97184"/>
                  </a:lnTo>
                  <a:lnTo>
                    <a:pt x="13206" y="102021"/>
                  </a:lnTo>
                  <a:lnTo>
                    <a:pt x="11222" y="106923"/>
                  </a:lnTo>
                  <a:lnTo>
                    <a:pt x="9395" y="111885"/>
                  </a:lnTo>
                  <a:lnTo>
                    <a:pt x="7725" y="116902"/>
                  </a:lnTo>
                  <a:lnTo>
                    <a:pt x="6215" y="121970"/>
                  </a:lnTo>
                  <a:lnTo>
                    <a:pt x="4866" y="127083"/>
                  </a:lnTo>
                  <a:lnTo>
                    <a:pt x="3680" y="132237"/>
                  </a:lnTo>
                  <a:lnTo>
                    <a:pt x="2657" y="137425"/>
                  </a:lnTo>
                  <a:lnTo>
                    <a:pt x="1798" y="142643"/>
                  </a:lnTo>
                  <a:lnTo>
                    <a:pt x="1105" y="147885"/>
                  </a:lnTo>
                  <a:lnTo>
                    <a:pt x="578" y="153147"/>
                  </a:lnTo>
                  <a:lnTo>
                    <a:pt x="218" y="158423"/>
                  </a:lnTo>
                  <a:lnTo>
                    <a:pt x="25" y="163707"/>
                  </a:lnTo>
                  <a:lnTo>
                    <a:pt x="0" y="168995"/>
                  </a:lnTo>
                  <a:lnTo>
                    <a:pt x="141" y="174281"/>
                  </a:lnTo>
                  <a:lnTo>
                    <a:pt x="450" y="179560"/>
                  </a:lnTo>
                  <a:lnTo>
                    <a:pt x="925" y="184827"/>
                  </a:lnTo>
                  <a:lnTo>
                    <a:pt x="1567" y="190076"/>
                  </a:lnTo>
                  <a:lnTo>
                    <a:pt x="2374" y="195302"/>
                  </a:lnTo>
                  <a:lnTo>
                    <a:pt x="3347" y="200500"/>
                  </a:lnTo>
                  <a:lnTo>
                    <a:pt x="4483" y="205665"/>
                  </a:lnTo>
                  <a:lnTo>
                    <a:pt x="5782" y="210791"/>
                  </a:lnTo>
                  <a:lnTo>
                    <a:pt x="7242" y="215873"/>
                  </a:lnTo>
                  <a:lnTo>
                    <a:pt x="8863" y="220907"/>
                  </a:lnTo>
                  <a:lnTo>
                    <a:pt x="10642" y="225886"/>
                  </a:lnTo>
                  <a:lnTo>
                    <a:pt x="12577" y="230808"/>
                  </a:lnTo>
                  <a:lnTo>
                    <a:pt x="14668" y="235665"/>
                  </a:lnTo>
                  <a:lnTo>
                    <a:pt x="16911" y="240454"/>
                  </a:lnTo>
                  <a:lnTo>
                    <a:pt x="19304" y="245169"/>
                  </a:lnTo>
                  <a:lnTo>
                    <a:pt x="21845" y="249807"/>
                  </a:lnTo>
                  <a:lnTo>
                    <a:pt x="24531" y="254362"/>
                  </a:lnTo>
                  <a:lnTo>
                    <a:pt x="27361" y="258829"/>
                  </a:lnTo>
                  <a:lnTo>
                    <a:pt x="30330" y="263205"/>
                  </a:lnTo>
                  <a:lnTo>
                    <a:pt x="33436" y="267485"/>
                  </a:lnTo>
                  <a:lnTo>
                    <a:pt x="36676" y="271664"/>
                  </a:lnTo>
                  <a:lnTo>
                    <a:pt x="40046" y="275739"/>
                  </a:lnTo>
                  <a:lnTo>
                    <a:pt x="43544" y="279705"/>
                  </a:lnTo>
                  <a:lnTo>
                    <a:pt x="47165" y="283558"/>
                  </a:lnTo>
                  <a:lnTo>
                    <a:pt x="50907" y="287295"/>
                  </a:lnTo>
                  <a:lnTo>
                    <a:pt x="54765" y="290912"/>
                  </a:lnTo>
                  <a:lnTo>
                    <a:pt x="58735" y="294405"/>
                  </a:lnTo>
                  <a:lnTo>
                    <a:pt x="62813" y="297771"/>
                  </a:lnTo>
                  <a:lnTo>
                    <a:pt x="66997" y="301006"/>
                  </a:lnTo>
                  <a:lnTo>
                    <a:pt x="71280" y="304107"/>
                  </a:lnTo>
                  <a:lnTo>
                    <a:pt x="75659" y="307071"/>
                  </a:lnTo>
                  <a:lnTo>
                    <a:pt x="80130" y="309895"/>
                  </a:lnTo>
                  <a:lnTo>
                    <a:pt x="84688" y="312576"/>
                  </a:lnTo>
                  <a:lnTo>
                    <a:pt x="89329" y="315112"/>
                  </a:lnTo>
                  <a:lnTo>
                    <a:pt x="94047" y="317499"/>
                  </a:lnTo>
                  <a:lnTo>
                    <a:pt x="98838" y="319737"/>
                  </a:lnTo>
                  <a:lnTo>
                    <a:pt x="103698" y="321821"/>
                  </a:lnTo>
                  <a:lnTo>
                    <a:pt x="108622" y="323751"/>
                  </a:lnTo>
                  <a:lnTo>
                    <a:pt x="113604" y="325524"/>
                  </a:lnTo>
                  <a:lnTo>
                    <a:pt x="118639" y="327139"/>
                  </a:lnTo>
                  <a:lnTo>
                    <a:pt x="123723" y="328593"/>
                  </a:lnTo>
                  <a:lnTo>
                    <a:pt x="128851" y="329886"/>
                  </a:lnTo>
                  <a:lnTo>
                    <a:pt x="134017" y="331016"/>
                  </a:lnTo>
                  <a:lnTo>
                    <a:pt x="139216" y="331983"/>
                  </a:lnTo>
                  <a:lnTo>
                    <a:pt x="144443" y="332784"/>
                  </a:lnTo>
                  <a:lnTo>
                    <a:pt x="149692" y="333420"/>
                  </a:lnTo>
                  <a:lnTo>
                    <a:pt x="154960" y="333889"/>
                  </a:lnTo>
                  <a:lnTo>
                    <a:pt x="160239" y="334191"/>
                  </a:lnTo>
                  <a:lnTo>
                    <a:pt x="165525" y="334326"/>
                  </a:lnTo>
                  <a:lnTo>
                    <a:pt x="170813" y="334294"/>
                  </a:lnTo>
                  <a:lnTo>
                    <a:pt x="176098" y="334095"/>
                  </a:lnTo>
                  <a:lnTo>
                    <a:pt x="181373" y="333729"/>
                  </a:lnTo>
                  <a:lnTo>
                    <a:pt x="186634" y="333196"/>
                  </a:lnTo>
                  <a:lnTo>
                    <a:pt x="191876" y="332497"/>
                  </a:lnTo>
                  <a:lnTo>
                    <a:pt x="197093" y="331632"/>
                  </a:lnTo>
                  <a:lnTo>
                    <a:pt x="202280" y="330603"/>
                  </a:lnTo>
                  <a:lnTo>
                    <a:pt x="207431" y="329410"/>
                  </a:lnTo>
                  <a:lnTo>
                    <a:pt x="212543" y="328055"/>
                  </a:lnTo>
                  <a:lnTo>
                    <a:pt x="217609" y="326539"/>
                  </a:lnTo>
                  <a:lnTo>
                    <a:pt x="222625" y="324864"/>
                  </a:lnTo>
                  <a:lnTo>
                    <a:pt x="227585" y="323030"/>
                  </a:lnTo>
                  <a:lnTo>
                    <a:pt x="232484" y="321041"/>
                  </a:lnTo>
                  <a:lnTo>
                    <a:pt x="237319" y="318898"/>
                  </a:lnTo>
                  <a:lnTo>
                    <a:pt x="242083" y="316603"/>
                  </a:lnTo>
                  <a:lnTo>
                    <a:pt x="246772" y="314158"/>
                  </a:lnTo>
                  <a:lnTo>
                    <a:pt x="251381" y="311566"/>
                  </a:lnTo>
                  <a:lnTo>
                    <a:pt x="255906" y="308830"/>
                  </a:lnTo>
                  <a:lnTo>
                    <a:pt x="260343" y="305952"/>
                  </a:lnTo>
                  <a:lnTo>
                    <a:pt x="264686" y="302935"/>
                  </a:lnTo>
                  <a:lnTo>
                    <a:pt x="268931" y="299783"/>
                  </a:lnTo>
                  <a:lnTo>
                    <a:pt x="273075" y="296497"/>
                  </a:lnTo>
                  <a:lnTo>
                    <a:pt x="277112" y="293083"/>
                  </a:lnTo>
                  <a:lnTo>
                    <a:pt x="281040" y="289542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0"/>
                  </a:lnTo>
                  <a:lnTo>
                    <a:pt x="308053" y="257129"/>
                  </a:lnTo>
                  <a:lnTo>
                    <a:pt x="310828" y="252628"/>
                  </a:lnTo>
                  <a:lnTo>
                    <a:pt x="313459" y="248041"/>
                  </a:lnTo>
                  <a:lnTo>
                    <a:pt x="315944" y="243373"/>
                  </a:lnTo>
                  <a:lnTo>
                    <a:pt x="318280" y="238628"/>
                  </a:lnTo>
                  <a:lnTo>
                    <a:pt x="320465" y="233813"/>
                  </a:lnTo>
                  <a:lnTo>
                    <a:pt x="322496" y="228930"/>
                  </a:lnTo>
                  <a:lnTo>
                    <a:pt x="324372" y="223986"/>
                  </a:lnTo>
                  <a:lnTo>
                    <a:pt x="326090" y="218985"/>
                  </a:lnTo>
                  <a:lnTo>
                    <a:pt x="327650" y="213932"/>
                  </a:lnTo>
                  <a:lnTo>
                    <a:pt x="329049" y="208833"/>
                  </a:lnTo>
                  <a:lnTo>
                    <a:pt x="330286" y="203691"/>
                  </a:lnTo>
                  <a:lnTo>
                    <a:pt x="331359" y="198513"/>
                  </a:lnTo>
                  <a:lnTo>
                    <a:pt x="332268" y="193304"/>
                  </a:lnTo>
                  <a:lnTo>
                    <a:pt x="333013" y="188069"/>
                  </a:lnTo>
                  <a:lnTo>
                    <a:pt x="333591" y="182812"/>
                  </a:lnTo>
                  <a:lnTo>
                    <a:pt x="334002" y="177540"/>
                  </a:lnTo>
                  <a:lnTo>
                    <a:pt x="334247" y="172258"/>
                  </a:lnTo>
                  <a:lnTo>
                    <a:pt x="334324" y="166970"/>
                  </a:lnTo>
                  <a:lnTo>
                    <a:pt x="334234" y="161683"/>
                  </a:lnTo>
                  <a:lnTo>
                    <a:pt x="333977" y="156401"/>
                  </a:lnTo>
                  <a:lnTo>
                    <a:pt x="333553" y="151130"/>
                  </a:lnTo>
                  <a:lnTo>
                    <a:pt x="332963" y="145875"/>
                  </a:lnTo>
                  <a:lnTo>
                    <a:pt x="332206" y="140641"/>
                  </a:lnTo>
                  <a:lnTo>
                    <a:pt x="331285" y="135434"/>
                  </a:lnTo>
                  <a:lnTo>
                    <a:pt x="330199" y="130259"/>
                  </a:lnTo>
                  <a:lnTo>
                    <a:pt x="328950" y="125120"/>
                  </a:lnTo>
                  <a:lnTo>
                    <a:pt x="327539" y="120024"/>
                  </a:lnTo>
                  <a:lnTo>
                    <a:pt x="325968" y="114975"/>
                  </a:lnTo>
                  <a:lnTo>
                    <a:pt x="324238" y="109978"/>
                  </a:lnTo>
                  <a:lnTo>
                    <a:pt x="322350" y="105038"/>
                  </a:lnTo>
                  <a:lnTo>
                    <a:pt x="320307" y="100160"/>
                  </a:lnTo>
                  <a:lnTo>
                    <a:pt x="318111" y="95350"/>
                  </a:lnTo>
                  <a:lnTo>
                    <a:pt x="315764" y="90611"/>
                  </a:lnTo>
                  <a:lnTo>
                    <a:pt x="313269" y="85949"/>
                  </a:lnTo>
                  <a:lnTo>
                    <a:pt x="310627" y="81368"/>
                  </a:lnTo>
                  <a:lnTo>
                    <a:pt x="307841" y="76873"/>
                  </a:lnTo>
                  <a:lnTo>
                    <a:pt x="304915" y="72469"/>
                  </a:lnTo>
                  <a:lnTo>
                    <a:pt x="301851" y="68159"/>
                  </a:lnTo>
                  <a:lnTo>
                    <a:pt x="298652" y="63948"/>
                  </a:lnTo>
                  <a:lnTo>
                    <a:pt x="295321" y="59841"/>
                  </a:lnTo>
                  <a:lnTo>
                    <a:pt x="291862" y="55841"/>
                  </a:lnTo>
                  <a:lnTo>
                    <a:pt x="288279" y="51952"/>
                  </a:lnTo>
                  <a:lnTo>
                    <a:pt x="284574" y="48179"/>
                  </a:lnTo>
                  <a:lnTo>
                    <a:pt x="280752" y="44525"/>
                  </a:lnTo>
                  <a:lnTo>
                    <a:pt x="276816" y="40993"/>
                  </a:lnTo>
                  <a:lnTo>
                    <a:pt x="272770" y="37588"/>
                  </a:lnTo>
                  <a:lnTo>
                    <a:pt x="268619" y="34312"/>
                  </a:lnTo>
                  <a:lnTo>
                    <a:pt x="264366" y="31169"/>
                  </a:lnTo>
                  <a:lnTo>
                    <a:pt x="260016" y="28163"/>
                  </a:lnTo>
                  <a:lnTo>
                    <a:pt x="255573" y="25295"/>
                  </a:lnTo>
                  <a:lnTo>
                    <a:pt x="251041" y="22570"/>
                  </a:lnTo>
                  <a:lnTo>
                    <a:pt x="246426" y="19989"/>
                  </a:lnTo>
                  <a:lnTo>
                    <a:pt x="241731" y="17555"/>
                  </a:lnTo>
                  <a:lnTo>
                    <a:pt x="236961" y="15271"/>
                  </a:lnTo>
                  <a:lnTo>
                    <a:pt x="232122" y="1313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3532"/>
              <a:ext cx="64965" cy="154027"/>
            </a:xfrm>
            <a:custGeom>
              <a:avLst/>
              <a:pathLst>
                <a:path w="64965" h="154027">
                  <a:moveTo>
                    <a:pt x="64965" y="0"/>
                  </a:moveTo>
                  <a:lnTo>
                    <a:pt x="0" y="154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9672"/>
              <a:ext cx="64965" cy="157887"/>
            </a:xfrm>
            <a:custGeom>
              <a:avLst/>
              <a:pathLst>
                <a:path w="64965" h="157887">
                  <a:moveTo>
                    <a:pt x="64965" y="3860"/>
                  </a:moveTo>
                  <a:lnTo>
                    <a:pt x="54921" y="0"/>
                  </a:lnTo>
                  <a:lnTo>
                    <a:pt x="0" y="1578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4921" cy="167167"/>
            </a:xfrm>
            <a:custGeom>
              <a:avLst/>
              <a:pathLst>
                <a:path w="54921" h="167167">
                  <a:moveTo>
                    <a:pt x="54921" y="9279"/>
                  </a:moveTo>
                  <a:lnTo>
                    <a:pt x="49012" y="7346"/>
                  </a:lnTo>
                  <a:lnTo>
                    <a:pt x="43035" y="5634"/>
                  </a:lnTo>
                  <a:lnTo>
                    <a:pt x="36998" y="4145"/>
                  </a:lnTo>
                  <a:lnTo>
                    <a:pt x="30910" y="2882"/>
                  </a:lnTo>
                  <a:lnTo>
                    <a:pt x="24779" y="1846"/>
                  </a:lnTo>
                  <a:lnTo>
                    <a:pt x="18614" y="1039"/>
                  </a:lnTo>
                  <a:lnTo>
                    <a:pt x="12424" y="462"/>
                  </a:lnTo>
                  <a:lnTo>
                    <a:pt x="621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63" y="4659281"/>
              <a:ext cx="167161" cy="168602"/>
            </a:xfrm>
            <a:custGeom>
              <a:avLst/>
              <a:pathLst>
                <a:path w="167161" h="168602">
                  <a:moveTo>
                    <a:pt x="167161" y="0"/>
                  </a:moveTo>
                  <a:lnTo>
                    <a:pt x="161774" y="86"/>
                  </a:lnTo>
                  <a:lnTo>
                    <a:pt x="156392" y="347"/>
                  </a:lnTo>
                  <a:lnTo>
                    <a:pt x="151021" y="780"/>
                  </a:lnTo>
                  <a:lnTo>
                    <a:pt x="145668" y="1387"/>
                  </a:lnTo>
                  <a:lnTo>
                    <a:pt x="140336" y="2166"/>
                  </a:lnTo>
                  <a:lnTo>
                    <a:pt x="135033" y="3116"/>
                  </a:lnTo>
                  <a:lnTo>
                    <a:pt x="129763" y="4236"/>
                  </a:lnTo>
                  <a:lnTo>
                    <a:pt x="124531" y="5526"/>
                  </a:lnTo>
                  <a:lnTo>
                    <a:pt x="119344" y="6984"/>
                  </a:lnTo>
                  <a:lnTo>
                    <a:pt x="114207" y="8608"/>
                  </a:lnTo>
                  <a:lnTo>
                    <a:pt x="109125" y="10397"/>
                  </a:lnTo>
                  <a:lnTo>
                    <a:pt x="104103" y="12349"/>
                  </a:lnTo>
                  <a:lnTo>
                    <a:pt x="99146" y="14461"/>
                  </a:lnTo>
                  <a:lnTo>
                    <a:pt x="94260" y="16733"/>
                  </a:lnTo>
                  <a:lnTo>
                    <a:pt x="89450" y="19160"/>
                  </a:lnTo>
                  <a:lnTo>
                    <a:pt x="84721" y="21741"/>
                  </a:lnTo>
                  <a:lnTo>
                    <a:pt x="80077" y="24474"/>
                  </a:lnTo>
                  <a:lnTo>
                    <a:pt x="75524" y="27354"/>
                  </a:lnTo>
                  <a:lnTo>
                    <a:pt x="71066" y="30380"/>
                  </a:lnTo>
                  <a:lnTo>
                    <a:pt x="66707" y="33548"/>
                  </a:lnTo>
                  <a:lnTo>
                    <a:pt x="62454" y="36854"/>
                  </a:lnTo>
                  <a:lnTo>
                    <a:pt x="58308" y="40297"/>
                  </a:lnTo>
                  <a:lnTo>
                    <a:pt x="54276" y="43870"/>
                  </a:lnTo>
                  <a:lnTo>
                    <a:pt x="50361" y="47572"/>
                  </a:lnTo>
                  <a:lnTo>
                    <a:pt x="46568" y="51398"/>
                  </a:lnTo>
                  <a:lnTo>
                    <a:pt x="42900" y="55345"/>
                  </a:lnTo>
                  <a:lnTo>
                    <a:pt x="39361" y="59408"/>
                  </a:lnTo>
                  <a:lnTo>
                    <a:pt x="35954" y="63582"/>
                  </a:lnTo>
                  <a:lnTo>
                    <a:pt x="32684" y="67864"/>
                  </a:lnTo>
                  <a:lnTo>
                    <a:pt x="29554" y="72250"/>
                  </a:lnTo>
                  <a:lnTo>
                    <a:pt x="26567" y="76733"/>
                  </a:lnTo>
                  <a:lnTo>
                    <a:pt x="23725" y="81311"/>
                  </a:lnTo>
                  <a:lnTo>
                    <a:pt x="21033" y="85978"/>
                  </a:lnTo>
                  <a:lnTo>
                    <a:pt x="18492" y="90730"/>
                  </a:lnTo>
                  <a:lnTo>
                    <a:pt x="16106" y="95560"/>
                  </a:lnTo>
                  <a:lnTo>
                    <a:pt x="13877" y="100466"/>
                  </a:lnTo>
                  <a:lnTo>
                    <a:pt x="11807" y="105440"/>
                  </a:lnTo>
                  <a:lnTo>
                    <a:pt x="9899" y="110479"/>
                  </a:lnTo>
                  <a:lnTo>
                    <a:pt x="8153" y="115576"/>
                  </a:lnTo>
                  <a:lnTo>
                    <a:pt x="6573" y="120727"/>
                  </a:lnTo>
                  <a:lnTo>
                    <a:pt x="5160" y="125927"/>
                  </a:lnTo>
                  <a:lnTo>
                    <a:pt x="3915" y="131169"/>
                  </a:lnTo>
                  <a:lnTo>
                    <a:pt x="2840" y="136448"/>
                  </a:lnTo>
                  <a:lnTo>
                    <a:pt x="1935" y="141760"/>
                  </a:lnTo>
                  <a:lnTo>
                    <a:pt x="1202" y="147098"/>
                  </a:lnTo>
                  <a:lnTo>
                    <a:pt x="642" y="152456"/>
                  </a:lnTo>
                  <a:lnTo>
                    <a:pt x="254" y="157830"/>
                  </a:lnTo>
                  <a:lnTo>
                    <a:pt x="40" y="163214"/>
                  </a:lnTo>
                  <a:lnTo>
                    <a:pt x="0" y="16860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363" y="4826449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63" y="4826449"/>
              <a:ext cx="167161" cy="17188"/>
            </a:xfrm>
            <a:custGeom>
              <a:avLst/>
              <a:pathLst>
                <a:path w="167161" h="17188">
                  <a:moveTo>
                    <a:pt x="0" y="1434"/>
                  </a:moveTo>
                  <a:lnTo>
                    <a:pt x="253" y="9321"/>
                  </a:lnTo>
                  <a:lnTo>
                    <a:pt x="879" y="17188"/>
                  </a:lnTo>
                  <a:lnTo>
                    <a:pt x="16716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0243" y="4659281"/>
              <a:ext cx="333434" cy="334332"/>
            </a:xfrm>
            <a:custGeom>
              <a:avLst/>
              <a:pathLst>
                <a:path w="333434" h="334332">
                  <a:moveTo>
                    <a:pt x="0" y="184355"/>
                  </a:moveTo>
                  <a:lnTo>
                    <a:pt x="630" y="189632"/>
                  </a:lnTo>
                  <a:lnTo>
                    <a:pt x="1428" y="194885"/>
                  </a:lnTo>
                  <a:lnTo>
                    <a:pt x="2392" y="200111"/>
                  </a:lnTo>
                  <a:lnTo>
                    <a:pt x="3522" y="205303"/>
                  </a:lnTo>
                  <a:lnTo>
                    <a:pt x="4816" y="210457"/>
                  </a:lnTo>
                  <a:lnTo>
                    <a:pt x="6273" y="215567"/>
                  </a:lnTo>
                  <a:lnTo>
                    <a:pt x="7893" y="220628"/>
                  </a:lnTo>
                  <a:lnTo>
                    <a:pt x="9672" y="225635"/>
                  </a:lnTo>
                  <a:lnTo>
                    <a:pt x="11609" y="230583"/>
                  </a:lnTo>
                  <a:lnTo>
                    <a:pt x="13703" y="235467"/>
                  </a:lnTo>
                  <a:lnTo>
                    <a:pt x="15951" y="240282"/>
                  </a:lnTo>
                  <a:lnTo>
                    <a:pt x="18351" y="245023"/>
                  </a:lnTo>
                  <a:lnTo>
                    <a:pt x="20900" y="249686"/>
                  </a:lnTo>
                  <a:lnTo>
                    <a:pt x="23596" y="254265"/>
                  </a:lnTo>
                  <a:lnTo>
                    <a:pt x="26437" y="258756"/>
                  </a:lnTo>
                  <a:lnTo>
                    <a:pt x="29418" y="263154"/>
                  </a:lnTo>
                  <a:lnTo>
                    <a:pt x="32538" y="267456"/>
                  </a:lnTo>
                  <a:lnTo>
                    <a:pt x="35793" y="271656"/>
                  </a:lnTo>
                  <a:lnTo>
                    <a:pt x="39180" y="275750"/>
                  </a:lnTo>
                  <a:lnTo>
                    <a:pt x="42696" y="279735"/>
                  </a:lnTo>
                  <a:lnTo>
                    <a:pt x="46336" y="283606"/>
                  </a:lnTo>
                  <a:lnTo>
                    <a:pt x="50097" y="287360"/>
                  </a:lnTo>
                  <a:lnTo>
                    <a:pt x="53976" y="290992"/>
                  </a:lnTo>
                  <a:lnTo>
                    <a:pt x="57969" y="294499"/>
                  </a:lnTo>
                  <a:lnTo>
                    <a:pt x="62070" y="297877"/>
                  </a:lnTo>
                  <a:lnTo>
                    <a:pt x="66277" y="301123"/>
                  </a:lnTo>
                  <a:lnTo>
                    <a:pt x="70586" y="304234"/>
                  </a:lnTo>
                  <a:lnTo>
                    <a:pt x="74990" y="307206"/>
                  </a:lnTo>
                  <a:lnTo>
                    <a:pt x="79487" y="310037"/>
                  </a:lnTo>
                  <a:lnTo>
                    <a:pt x="84072" y="312723"/>
                  </a:lnTo>
                  <a:lnTo>
                    <a:pt x="88740" y="315263"/>
                  </a:lnTo>
                  <a:lnTo>
                    <a:pt x="93486" y="317652"/>
                  </a:lnTo>
                  <a:lnTo>
                    <a:pt x="98306" y="319890"/>
                  </a:lnTo>
                  <a:lnTo>
                    <a:pt x="103194" y="321973"/>
                  </a:lnTo>
                  <a:lnTo>
                    <a:pt x="108146" y="323900"/>
                  </a:lnTo>
                  <a:lnTo>
                    <a:pt x="113157" y="325669"/>
                  </a:lnTo>
                  <a:lnTo>
                    <a:pt x="118222" y="327277"/>
                  </a:lnTo>
                  <a:lnTo>
                    <a:pt x="123335" y="328724"/>
                  </a:lnTo>
                  <a:lnTo>
                    <a:pt x="128492" y="330007"/>
                  </a:lnTo>
                  <a:lnTo>
                    <a:pt x="133686" y="331126"/>
                  </a:lnTo>
                  <a:lnTo>
                    <a:pt x="138914" y="332079"/>
                  </a:lnTo>
                  <a:lnTo>
                    <a:pt x="144169" y="332866"/>
                  </a:lnTo>
                  <a:lnTo>
                    <a:pt x="149447" y="333485"/>
                  </a:lnTo>
                  <a:lnTo>
                    <a:pt x="154742" y="333936"/>
                  </a:lnTo>
                  <a:lnTo>
                    <a:pt x="160048" y="334218"/>
                  </a:lnTo>
                  <a:lnTo>
                    <a:pt x="165361" y="334332"/>
                  </a:lnTo>
                  <a:lnTo>
                    <a:pt x="170674" y="334277"/>
                  </a:lnTo>
                  <a:lnTo>
                    <a:pt x="175983" y="334053"/>
                  </a:lnTo>
                  <a:lnTo>
                    <a:pt x="181283" y="333660"/>
                  </a:lnTo>
                  <a:lnTo>
                    <a:pt x="186567" y="333099"/>
                  </a:lnTo>
                  <a:lnTo>
                    <a:pt x="191830" y="332370"/>
                  </a:lnTo>
                  <a:lnTo>
                    <a:pt x="197068" y="331475"/>
                  </a:lnTo>
                  <a:lnTo>
                    <a:pt x="202275" y="330413"/>
                  </a:lnTo>
                  <a:lnTo>
                    <a:pt x="207445" y="329187"/>
                  </a:lnTo>
                  <a:lnTo>
                    <a:pt x="212574" y="327797"/>
                  </a:lnTo>
                  <a:lnTo>
                    <a:pt x="217656" y="326244"/>
                  </a:lnTo>
                  <a:lnTo>
                    <a:pt x="222686" y="324531"/>
                  </a:lnTo>
                  <a:lnTo>
                    <a:pt x="227659" y="322659"/>
                  </a:lnTo>
                  <a:lnTo>
                    <a:pt x="232570" y="320629"/>
                  </a:lnTo>
                  <a:lnTo>
                    <a:pt x="237414" y="318445"/>
                  </a:lnTo>
                  <a:lnTo>
                    <a:pt x="242187" y="316107"/>
                  </a:lnTo>
                  <a:lnTo>
                    <a:pt x="246882" y="313620"/>
                  </a:lnTo>
                  <a:lnTo>
                    <a:pt x="251496" y="310984"/>
                  </a:lnTo>
                  <a:lnTo>
                    <a:pt x="256024" y="308203"/>
                  </a:lnTo>
                  <a:lnTo>
                    <a:pt x="260461" y="305279"/>
                  </a:lnTo>
                  <a:lnTo>
                    <a:pt x="264803" y="302216"/>
                  </a:lnTo>
                  <a:lnTo>
                    <a:pt x="269046" y="299016"/>
                  </a:lnTo>
                  <a:lnTo>
                    <a:pt x="273185" y="295684"/>
                  </a:lnTo>
                  <a:lnTo>
                    <a:pt x="277215" y="292221"/>
                  </a:lnTo>
                  <a:lnTo>
                    <a:pt x="281134" y="288632"/>
                  </a:lnTo>
                  <a:lnTo>
                    <a:pt x="284937" y="284920"/>
                  </a:lnTo>
                  <a:lnTo>
                    <a:pt x="288619" y="281089"/>
                  </a:lnTo>
                  <a:lnTo>
                    <a:pt x="292178" y="277143"/>
                  </a:lnTo>
                  <a:lnTo>
                    <a:pt x="295610" y="273086"/>
                  </a:lnTo>
                  <a:lnTo>
                    <a:pt x="298911" y="268922"/>
                  </a:lnTo>
                  <a:lnTo>
                    <a:pt x="302078" y="264655"/>
                  </a:lnTo>
                  <a:lnTo>
                    <a:pt x="305108" y="260290"/>
                  </a:lnTo>
                  <a:lnTo>
                    <a:pt x="307998" y="255831"/>
                  </a:lnTo>
                  <a:lnTo>
                    <a:pt x="310744" y="251281"/>
                  </a:lnTo>
                  <a:lnTo>
                    <a:pt x="313345" y="246647"/>
                  </a:lnTo>
                  <a:lnTo>
                    <a:pt x="315797" y="241933"/>
                  </a:lnTo>
                  <a:lnTo>
                    <a:pt x="318098" y="237143"/>
                  </a:lnTo>
                  <a:lnTo>
                    <a:pt x="320245" y="232282"/>
                  </a:lnTo>
                  <a:lnTo>
                    <a:pt x="322237" y="227356"/>
                  </a:lnTo>
                  <a:lnTo>
                    <a:pt x="324071" y="222369"/>
                  </a:lnTo>
                  <a:lnTo>
                    <a:pt x="325746" y="217326"/>
                  </a:lnTo>
                  <a:lnTo>
                    <a:pt x="327259" y="212232"/>
                  </a:lnTo>
                  <a:lnTo>
                    <a:pt x="328610" y="207093"/>
                  </a:lnTo>
                  <a:lnTo>
                    <a:pt x="329797" y="201913"/>
                  </a:lnTo>
                  <a:lnTo>
                    <a:pt x="330819" y="196699"/>
                  </a:lnTo>
                  <a:lnTo>
                    <a:pt x="331675" y="191454"/>
                  </a:lnTo>
                  <a:lnTo>
                    <a:pt x="332363" y="186185"/>
                  </a:lnTo>
                  <a:lnTo>
                    <a:pt x="332884" y="180897"/>
                  </a:lnTo>
                  <a:lnTo>
                    <a:pt x="333236" y="175595"/>
                  </a:lnTo>
                  <a:lnTo>
                    <a:pt x="333419" y="170284"/>
                  </a:lnTo>
                  <a:lnTo>
                    <a:pt x="333434" y="164970"/>
                  </a:lnTo>
                  <a:lnTo>
                    <a:pt x="333280" y="159659"/>
                  </a:lnTo>
                  <a:lnTo>
                    <a:pt x="332957" y="154355"/>
                  </a:lnTo>
                  <a:lnTo>
                    <a:pt x="332465" y="149063"/>
                  </a:lnTo>
                  <a:lnTo>
                    <a:pt x="331806" y="143791"/>
                  </a:lnTo>
                  <a:lnTo>
                    <a:pt x="330979" y="138542"/>
                  </a:lnTo>
                  <a:lnTo>
                    <a:pt x="329986" y="133321"/>
                  </a:lnTo>
                  <a:lnTo>
                    <a:pt x="328828" y="128135"/>
                  </a:lnTo>
                  <a:lnTo>
                    <a:pt x="327505" y="122989"/>
                  </a:lnTo>
                  <a:lnTo>
                    <a:pt x="326020" y="117887"/>
                  </a:lnTo>
                  <a:lnTo>
                    <a:pt x="324373" y="112835"/>
                  </a:lnTo>
                  <a:lnTo>
                    <a:pt x="322566" y="107837"/>
                  </a:lnTo>
                  <a:lnTo>
                    <a:pt x="320601" y="102900"/>
                  </a:lnTo>
                  <a:lnTo>
                    <a:pt x="318481" y="98028"/>
                  </a:lnTo>
                  <a:lnTo>
                    <a:pt x="316206" y="93225"/>
                  </a:lnTo>
                  <a:lnTo>
                    <a:pt x="313780" y="88497"/>
                  </a:lnTo>
                  <a:lnTo>
                    <a:pt x="311205" y="83849"/>
                  </a:lnTo>
                  <a:lnTo>
                    <a:pt x="308484" y="79285"/>
                  </a:lnTo>
                  <a:lnTo>
                    <a:pt x="305619" y="74810"/>
                  </a:lnTo>
                  <a:lnTo>
                    <a:pt x="302613" y="70428"/>
                  </a:lnTo>
                  <a:lnTo>
                    <a:pt x="299469" y="66143"/>
                  </a:lnTo>
                  <a:lnTo>
                    <a:pt x="296191" y="61961"/>
                  </a:lnTo>
                  <a:lnTo>
                    <a:pt x="292782" y="57885"/>
                  </a:lnTo>
                  <a:lnTo>
                    <a:pt x="289245" y="53920"/>
                  </a:lnTo>
                  <a:lnTo>
                    <a:pt x="285583" y="50069"/>
                  </a:lnTo>
                  <a:lnTo>
                    <a:pt x="281801" y="46336"/>
                  </a:lnTo>
                  <a:lnTo>
                    <a:pt x="277902" y="42726"/>
                  </a:lnTo>
                  <a:lnTo>
                    <a:pt x="273891" y="39241"/>
                  </a:lnTo>
                  <a:lnTo>
                    <a:pt x="269770" y="35885"/>
                  </a:lnTo>
                  <a:lnTo>
                    <a:pt x="265545" y="32662"/>
                  </a:lnTo>
                  <a:lnTo>
                    <a:pt x="261220" y="29575"/>
                  </a:lnTo>
                  <a:lnTo>
                    <a:pt x="256799" y="26627"/>
                  </a:lnTo>
                  <a:lnTo>
                    <a:pt x="252287" y="23821"/>
                  </a:lnTo>
                  <a:lnTo>
                    <a:pt x="247687" y="21160"/>
                  </a:lnTo>
                  <a:lnTo>
                    <a:pt x="243005" y="18647"/>
                  </a:lnTo>
                  <a:lnTo>
                    <a:pt x="238246" y="16283"/>
                  </a:lnTo>
                  <a:lnTo>
                    <a:pt x="233414" y="14072"/>
                  </a:lnTo>
                  <a:lnTo>
                    <a:pt x="228514" y="12016"/>
                  </a:lnTo>
                  <a:lnTo>
                    <a:pt x="223552" y="10116"/>
                  </a:lnTo>
                  <a:lnTo>
                    <a:pt x="218531" y="8375"/>
                  </a:lnTo>
                  <a:lnTo>
                    <a:pt x="213458" y="6795"/>
                  </a:lnTo>
                  <a:lnTo>
                    <a:pt x="208337" y="5376"/>
                  </a:lnTo>
                  <a:lnTo>
                    <a:pt x="203173" y="4121"/>
                  </a:lnTo>
                  <a:lnTo>
                    <a:pt x="197972" y="3031"/>
                  </a:lnTo>
                  <a:lnTo>
                    <a:pt x="192740" y="2107"/>
                  </a:lnTo>
                  <a:lnTo>
                    <a:pt x="187480" y="1349"/>
                  </a:lnTo>
                  <a:lnTo>
                    <a:pt x="182199" y="759"/>
                  </a:lnTo>
                  <a:lnTo>
                    <a:pt x="176902" y="337"/>
                  </a:lnTo>
                  <a:lnTo>
                    <a:pt x="171594" y="84"/>
                  </a:lnTo>
                  <a:lnTo>
                    <a:pt x="166281" y="0"/>
                  </a:lnTo>
                  <a:lnTo>
                    <a:pt x="1662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286" y="5018213"/>
              <a:ext cx="1434" cy="167167"/>
            </a:xfrm>
            <a:custGeom>
              <a:avLst/>
              <a:pathLst>
                <a:path w="1434" h="167167">
                  <a:moveTo>
                    <a:pt x="1434" y="0"/>
                  </a:moveTo>
                  <a:lnTo>
                    <a:pt x="0" y="6"/>
                  </a:lnTo>
                  <a:lnTo>
                    <a:pt x="143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286" y="5018219"/>
              <a:ext cx="1434" cy="167161"/>
            </a:xfrm>
            <a:custGeom>
              <a:avLst/>
              <a:pathLst>
                <a:path w="1434" h="167161">
                  <a:moveTo>
                    <a:pt x="0" y="0"/>
                  </a:moveTo>
                  <a:lnTo>
                    <a:pt x="1434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64" y="5018219"/>
              <a:ext cx="334312" cy="334328"/>
            </a:xfrm>
            <a:custGeom>
              <a:avLst/>
              <a:pathLst>
                <a:path w="334312" h="334328">
                  <a:moveTo>
                    <a:pt x="165721" y="0"/>
                  </a:moveTo>
                  <a:lnTo>
                    <a:pt x="160432" y="129"/>
                  </a:lnTo>
                  <a:lnTo>
                    <a:pt x="155151" y="425"/>
                  </a:lnTo>
                  <a:lnTo>
                    <a:pt x="149881" y="888"/>
                  </a:lnTo>
                  <a:lnTo>
                    <a:pt x="144629" y="1518"/>
                  </a:lnTo>
                  <a:lnTo>
                    <a:pt x="139399" y="2314"/>
                  </a:lnTo>
                  <a:lnTo>
                    <a:pt x="134197" y="3275"/>
                  </a:lnTo>
                  <a:lnTo>
                    <a:pt x="129028" y="4400"/>
                  </a:lnTo>
                  <a:lnTo>
                    <a:pt x="123897" y="5688"/>
                  </a:lnTo>
                  <a:lnTo>
                    <a:pt x="118809" y="7137"/>
                  </a:lnTo>
                  <a:lnTo>
                    <a:pt x="113770" y="8747"/>
                  </a:lnTo>
                  <a:lnTo>
                    <a:pt x="108784" y="10516"/>
                  </a:lnTo>
                  <a:lnTo>
                    <a:pt x="103857" y="12441"/>
                  </a:lnTo>
                  <a:lnTo>
                    <a:pt x="98993" y="14521"/>
                  </a:lnTo>
                  <a:lnTo>
                    <a:pt x="94198" y="16754"/>
                  </a:lnTo>
                  <a:lnTo>
                    <a:pt x="89475" y="19138"/>
                  </a:lnTo>
                  <a:lnTo>
                    <a:pt x="84830" y="21670"/>
                  </a:lnTo>
                  <a:lnTo>
                    <a:pt x="80268" y="24348"/>
                  </a:lnTo>
                  <a:lnTo>
                    <a:pt x="75793" y="27169"/>
                  </a:lnTo>
                  <a:lnTo>
                    <a:pt x="71409" y="30130"/>
                  </a:lnTo>
                  <a:lnTo>
                    <a:pt x="67121" y="33228"/>
                  </a:lnTo>
                  <a:lnTo>
                    <a:pt x="62933" y="36460"/>
                  </a:lnTo>
                  <a:lnTo>
                    <a:pt x="58850" y="39823"/>
                  </a:lnTo>
                  <a:lnTo>
                    <a:pt x="54875" y="43314"/>
                  </a:lnTo>
                  <a:lnTo>
                    <a:pt x="51013" y="46929"/>
                  </a:lnTo>
                  <a:lnTo>
                    <a:pt x="47267" y="50664"/>
                  </a:lnTo>
                  <a:lnTo>
                    <a:pt x="43641" y="54516"/>
                  </a:lnTo>
                  <a:lnTo>
                    <a:pt x="40138" y="58480"/>
                  </a:lnTo>
                  <a:lnTo>
                    <a:pt x="36763" y="62554"/>
                  </a:lnTo>
                  <a:lnTo>
                    <a:pt x="33518" y="66732"/>
                  </a:lnTo>
                  <a:lnTo>
                    <a:pt x="30408" y="71011"/>
                  </a:lnTo>
                  <a:lnTo>
                    <a:pt x="27434" y="75386"/>
                  </a:lnTo>
                  <a:lnTo>
                    <a:pt x="24600" y="79852"/>
                  </a:lnTo>
                  <a:lnTo>
                    <a:pt x="21909" y="84407"/>
                  </a:lnTo>
                  <a:lnTo>
                    <a:pt x="19363" y="89044"/>
                  </a:lnTo>
                  <a:lnTo>
                    <a:pt x="16965" y="93760"/>
                  </a:lnTo>
                  <a:lnTo>
                    <a:pt x="14718" y="98549"/>
                  </a:lnTo>
                  <a:lnTo>
                    <a:pt x="12623" y="103406"/>
                  </a:lnTo>
                  <a:lnTo>
                    <a:pt x="10683" y="108328"/>
                  </a:lnTo>
                  <a:lnTo>
                    <a:pt x="8900" y="113308"/>
                  </a:lnTo>
                  <a:lnTo>
                    <a:pt x="7275" y="118343"/>
                  </a:lnTo>
                  <a:lnTo>
                    <a:pt x="5811" y="123426"/>
                  </a:lnTo>
                  <a:lnTo>
                    <a:pt x="4508" y="128553"/>
                  </a:lnTo>
                  <a:lnTo>
                    <a:pt x="3368" y="133719"/>
                  </a:lnTo>
                  <a:lnTo>
                    <a:pt x="2391" y="138918"/>
                  </a:lnTo>
                  <a:lnTo>
                    <a:pt x="1580" y="144145"/>
                  </a:lnTo>
                  <a:lnTo>
                    <a:pt x="935" y="149396"/>
                  </a:lnTo>
                  <a:lnTo>
                    <a:pt x="456" y="154664"/>
                  </a:lnTo>
                  <a:lnTo>
                    <a:pt x="144" y="159945"/>
                  </a:lnTo>
                  <a:lnTo>
                    <a:pt x="0" y="165233"/>
                  </a:lnTo>
                  <a:lnTo>
                    <a:pt x="22" y="170523"/>
                  </a:lnTo>
                  <a:lnTo>
                    <a:pt x="212" y="175810"/>
                  </a:lnTo>
                  <a:lnTo>
                    <a:pt x="570" y="181088"/>
                  </a:lnTo>
                  <a:lnTo>
                    <a:pt x="1094" y="186352"/>
                  </a:lnTo>
                  <a:lnTo>
                    <a:pt x="1784" y="191597"/>
                  </a:lnTo>
                  <a:lnTo>
                    <a:pt x="2640" y="196817"/>
                  </a:lnTo>
                  <a:lnTo>
                    <a:pt x="3661" y="202008"/>
                  </a:lnTo>
                  <a:lnTo>
                    <a:pt x="4845" y="207163"/>
                  </a:lnTo>
                  <a:lnTo>
                    <a:pt x="6192" y="212279"/>
                  </a:lnTo>
                  <a:lnTo>
                    <a:pt x="7700" y="217350"/>
                  </a:lnTo>
                  <a:lnTo>
                    <a:pt x="9368" y="222370"/>
                  </a:lnTo>
                  <a:lnTo>
                    <a:pt x="11194" y="227335"/>
                  </a:lnTo>
                  <a:lnTo>
                    <a:pt x="13176" y="232239"/>
                  </a:lnTo>
                  <a:lnTo>
                    <a:pt x="15312" y="237079"/>
                  </a:lnTo>
                  <a:lnTo>
                    <a:pt x="17601" y="241848"/>
                  </a:lnTo>
                  <a:lnTo>
                    <a:pt x="20039" y="246543"/>
                  </a:lnTo>
                  <a:lnTo>
                    <a:pt x="22624" y="251158"/>
                  </a:lnTo>
                  <a:lnTo>
                    <a:pt x="25354" y="255689"/>
                  </a:lnTo>
                  <a:lnTo>
                    <a:pt x="28227" y="260132"/>
                  </a:lnTo>
                  <a:lnTo>
                    <a:pt x="31238" y="264481"/>
                  </a:lnTo>
                  <a:lnTo>
                    <a:pt x="34385" y="268733"/>
                  </a:lnTo>
                  <a:lnTo>
                    <a:pt x="37666" y="272883"/>
                  </a:lnTo>
                  <a:lnTo>
                    <a:pt x="41076" y="276928"/>
                  </a:lnTo>
                  <a:lnTo>
                    <a:pt x="44612" y="280862"/>
                  </a:lnTo>
                  <a:lnTo>
                    <a:pt x="48271" y="284683"/>
                  </a:lnTo>
                  <a:lnTo>
                    <a:pt x="52049" y="288385"/>
                  </a:lnTo>
                  <a:lnTo>
                    <a:pt x="55942" y="291967"/>
                  </a:lnTo>
                  <a:lnTo>
                    <a:pt x="59947" y="295423"/>
                  </a:lnTo>
                  <a:lnTo>
                    <a:pt x="64059" y="298751"/>
                  </a:lnTo>
                  <a:lnTo>
                    <a:pt x="68275" y="301947"/>
                  </a:lnTo>
                  <a:lnTo>
                    <a:pt x="72589" y="305009"/>
                  </a:lnTo>
                  <a:lnTo>
                    <a:pt x="76998" y="307932"/>
                  </a:lnTo>
                  <a:lnTo>
                    <a:pt x="81497" y="310714"/>
                  </a:lnTo>
                  <a:lnTo>
                    <a:pt x="86082" y="313353"/>
                  </a:lnTo>
                  <a:lnTo>
                    <a:pt x="90749" y="315845"/>
                  </a:lnTo>
                  <a:lnTo>
                    <a:pt x="95491" y="318188"/>
                  </a:lnTo>
                  <a:lnTo>
                    <a:pt x="100306" y="320380"/>
                  </a:lnTo>
                  <a:lnTo>
                    <a:pt x="105187" y="322418"/>
                  </a:lnTo>
                  <a:lnTo>
                    <a:pt x="110131" y="324301"/>
                  </a:lnTo>
                  <a:lnTo>
                    <a:pt x="115132" y="326027"/>
                  </a:lnTo>
                  <a:lnTo>
                    <a:pt x="120184" y="327593"/>
                  </a:lnTo>
                  <a:lnTo>
                    <a:pt x="125284" y="328999"/>
                  </a:lnTo>
                  <a:lnTo>
                    <a:pt x="130426" y="330243"/>
                  </a:lnTo>
                  <a:lnTo>
                    <a:pt x="135605" y="331324"/>
                  </a:lnTo>
                  <a:lnTo>
                    <a:pt x="140815" y="332240"/>
                  </a:lnTo>
                  <a:lnTo>
                    <a:pt x="146051" y="332991"/>
                  </a:lnTo>
                  <a:lnTo>
                    <a:pt x="151309" y="333575"/>
                  </a:lnTo>
                  <a:lnTo>
                    <a:pt x="156582" y="333993"/>
                  </a:lnTo>
                  <a:lnTo>
                    <a:pt x="161866" y="334245"/>
                  </a:lnTo>
                  <a:lnTo>
                    <a:pt x="167156" y="334328"/>
                  </a:lnTo>
                  <a:lnTo>
                    <a:pt x="172445" y="334245"/>
                  </a:lnTo>
                  <a:lnTo>
                    <a:pt x="177729" y="333993"/>
                  </a:lnTo>
                  <a:lnTo>
                    <a:pt x="183003" y="333575"/>
                  </a:lnTo>
                  <a:lnTo>
                    <a:pt x="188260" y="332991"/>
                  </a:lnTo>
                  <a:lnTo>
                    <a:pt x="193497" y="332240"/>
                  </a:lnTo>
                  <a:lnTo>
                    <a:pt x="198707" y="331324"/>
                  </a:lnTo>
                  <a:lnTo>
                    <a:pt x="203886" y="330243"/>
                  </a:lnTo>
                  <a:lnTo>
                    <a:pt x="209027" y="328999"/>
                  </a:lnTo>
                  <a:lnTo>
                    <a:pt x="214127" y="327593"/>
                  </a:lnTo>
                  <a:lnTo>
                    <a:pt x="219180" y="326027"/>
                  </a:lnTo>
                  <a:lnTo>
                    <a:pt x="224181" y="324301"/>
                  </a:lnTo>
                  <a:lnTo>
                    <a:pt x="229124" y="322418"/>
                  </a:lnTo>
                  <a:lnTo>
                    <a:pt x="234006" y="320380"/>
                  </a:lnTo>
                  <a:lnTo>
                    <a:pt x="238820" y="318188"/>
                  </a:lnTo>
                  <a:lnTo>
                    <a:pt x="243563" y="315845"/>
                  </a:lnTo>
                  <a:lnTo>
                    <a:pt x="248229" y="313353"/>
                  </a:lnTo>
                  <a:lnTo>
                    <a:pt x="252814" y="310714"/>
                  </a:lnTo>
                  <a:lnTo>
                    <a:pt x="257314" y="307932"/>
                  </a:lnTo>
                  <a:lnTo>
                    <a:pt x="261723" y="305009"/>
                  </a:lnTo>
                  <a:lnTo>
                    <a:pt x="266037" y="301947"/>
                  </a:lnTo>
                  <a:lnTo>
                    <a:pt x="270252" y="298751"/>
                  </a:lnTo>
                  <a:lnTo>
                    <a:pt x="274365" y="295423"/>
                  </a:lnTo>
                  <a:lnTo>
                    <a:pt x="278369" y="291967"/>
                  </a:lnTo>
                  <a:lnTo>
                    <a:pt x="282263" y="288385"/>
                  </a:lnTo>
                  <a:lnTo>
                    <a:pt x="286041" y="284683"/>
                  </a:lnTo>
                  <a:lnTo>
                    <a:pt x="289700" y="280862"/>
                  </a:lnTo>
                  <a:lnTo>
                    <a:pt x="293236" y="276928"/>
                  </a:lnTo>
                  <a:lnTo>
                    <a:pt x="296646" y="272883"/>
                  </a:lnTo>
                  <a:lnTo>
                    <a:pt x="299926" y="268733"/>
                  </a:lnTo>
                  <a:lnTo>
                    <a:pt x="303074" y="264481"/>
                  </a:lnTo>
                  <a:lnTo>
                    <a:pt x="306085" y="260132"/>
                  </a:lnTo>
                  <a:lnTo>
                    <a:pt x="308957" y="255689"/>
                  </a:lnTo>
                  <a:lnTo>
                    <a:pt x="311687" y="251158"/>
                  </a:lnTo>
                  <a:lnTo>
                    <a:pt x="314273" y="246543"/>
                  </a:lnTo>
                  <a:lnTo>
                    <a:pt x="316711" y="241848"/>
                  </a:lnTo>
                  <a:lnTo>
                    <a:pt x="318999" y="237079"/>
                  </a:lnTo>
                  <a:lnTo>
                    <a:pt x="321135" y="232239"/>
                  </a:lnTo>
                  <a:lnTo>
                    <a:pt x="323118" y="227335"/>
                  </a:lnTo>
                  <a:lnTo>
                    <a:pt x="324943" y="222370"/>
                  </a:lnTo>
                  <a:lnTo>
                    <a:pt x="326611" y="217350"/>
                  </a:lnTo>
                  <a:lnTo>
                    <a:pt x="328119" y="212279"/>
                  </a:lnTo>
                  <a:lnTo>
                    <a:pt x="329466" y="207163"/>
                  </a:lnTo>
                  <a:lnTo>
                    <a:pt x="330651" y="202008"/>
                  </a:lnTo>
                  <a:lnTo>
                    <a:pt x="331672" y="196817"/>
                  </a:lnTo>
                  <a:lnTo>
                    <a:pt x="332528" y="191597"/>
                  </a:lnTo>
                  <a:lnTo>
                    <a:pt x="333218" y="186352"/>
                  </a:lnTo>
                  <a:lnTo>
                    <a:pt x="333742" y="181088"/>
                  </a:lnTo>
                  <a:lnTo>
                    <a:pt x="334099" y="175810"/>
                  </a:lnTo>
                  <a:lnTo>
                    <a:pt x="334289" y="170523"/>
                  </a:lnTo>
                  <a:lnTo>
                    <a:pt x="334312" y="165233"/>
                  </a:lnTo>
                  <a:lnTo>
                    <a:pt x="334167" y="159945"/>
                  </a:lnTo>
                  <a:lnTo>
                    <a:pt x="333856" y="154664"/>
                  </a:lnTo>
                  <a:lnTo>
                    <a:pt x="333377" y="149396"/>
                  </a:lnTo>
                  <a:lnTo>
                    <a:pt x="332731" y="144145"/>
                  </a:lnTo>
                  <a:lnTo>
                    <a:pt x="331920" y="138918"/>
                  </a:lnTo>
                  <a:lnTo>
                    <a:pt x="330944" y="133719"/>
                  </a:lnTo>
                  <a:lnTo>
                    <a:pt x="329804" y="128553"/>
                  </a:lnTo>
                  <a:lnTo>
                    <a:pt x="328501" y="123426"/>
                  </a:lnTo>
                  <a:lnTo>
                    <a:pt x="327036" y="118343"/>
                  </a:lnTo>
                  <a:lnTo>
                    <a:pt x="325411" y="113308"/>
                  </a:lnTo>
                  <a:lnTo>
                    <a:pt x="323628" y="108328"/>
                  </a:lnTo>
                  <a:lnTo>
                    <a:pt x="321688" y="103406"/>
                  </a:lnTo>
                  <a:lnTo>
                    <a:pt x="319594" y="98549"/>
                  </a:lnTo>
                  <a:lnTo>
                    <a:pt x="317346" y="93760"/>
                  </a:lnTo>
                  <a:lnTo>
                    <a:pt x="314949" y="89044"/>
                  </a:lnTo>
                  <a:lnTo>
                    <a:pt x="312403" y="84407"/>
                  </a:lnTo>
                  <a:lnTo>
                    <a:pt x="309712" y="79852"/>
                  </a:lnTo>
                  <a:lnTo>
                    <a:pt x="306878" y="75386"/>
                  </a:lnTo>
                  <a:lnTo>
                    <a:pt x="303904" y="71011"/>
                  </a:lnTo>
                  <a:lnTo>
                    <a:pt x="300793" y="66732"/>
                  </a:lnTo>
                  <a:lnTo>
                    <a:pt x="297549" y="62554"/>
                  </a:lnTo>
                  <a:lnTo>
                    <a:pt x="294173" y="58480"/>
                  </a:lnTo>
                  <a:lnTo>
                    <a:pt x="290671" y="54516"/>
                  </a:lnTo>
                  <a:lnTo>
                    <a:pt x="287045" y="50664"/>
                  </a:lnTo>
                  <a:lnTo>
                    <a:pt x="283299" y="46929"/>
                  </a:lnTo>
                  <a:lnTo>
                    <a:pt x="279436" y="43314"/>
                  </a:lnTo>
                  <a:lnTo>
                    <a:pt x="275462" y="39823"/>
                  </a:lnTo>
                  <a:lnTo>
                    <a:pt x="271378" y="36460"/>
                  </a:lnTo>
                  <a:lnTo>
                    <a:pt x="267190" y="33228"/>
                  </a:lnTo>
                  <a:lnTo>
                    <a:pt x="262903" y="30130"/>
                  </a:lnTo>
                  <a:lnTo>
                    <a:pt x="258519" y="27169"/>
                  </a:lnTo>
                  <a:lnTo>
                    <a:pt x="254043" y="24348"/>
                  </a:lnTo>
                  <a:lnTo>
                    <a:pt x="249481" y="21670"/>
                  </a:lnTo>
                  <a:lnTo>
                    <a:pt x="244836" y="19138"/>
                  </a:lnTo>
                  <a:lnTo>
                    <a:pt x="240114" y="16754"/>
                  </a:lnTo>
                  <a:lnTo>
                    <a:pt x="235318" y="14521"/>
                  </a:lnTo>
                  <a:lnTo>
                    <a:pt x="230455" y="12441"/>
                  </a:lnTo>
                  <a:lnTo>
                    <a:pt x="225527" y="10516"/>
                  </a:lnTo>
                  <a:lnTo>
                    <a:pt x="220542" y="8747"/>
                  </a:lnTo>
                  <a:lnTo>
                    <a:pt x="215503" y="7137"/>
                  </a:lnTo>
                  <a:lnTo>
                    <a:pt x="210415" y="5688"/>
                  </a:lnTo>
                  <a:lnTo>
                    <a:pt x="205284" y="4400"/>
                  </a:lnTo>
                  <a:lnTo>
                    <a:pt x="200115" y="3275"/>
                  </a:lnTo>
                  <a:lnTo>
                    <a:pt x="194913" y="2314"/>
                  </a:lnTo>
                  <a:lnTo>
                    <a:pt x="189683" y="1518"/>
                  </a:lnTo>
                  <a:lnTo>
                    <a:pt x="184431" y="888"/>
                  </a:lnTo>
                  <a:lnTo>
                    <a:pt x="179161" y="425"/>
                  </a:lnTo>
                  <a:lnTo>
                    <a:pt x="173879" y="129"/>
                  </a:lnTo>
                  <a:lnTo>
                    <a:pt x="168591" y="0"/>
                  </a:lnTo>
                  <a:lnTo>
                    <a:pt x="167156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48" y="5269756"/>
              <a:ext cx="167152" cy="175773"/>
            </a:xfrm>
            <a:custGeom>
              <a:avLst/>
              <a:pathLst>
                <a:path w="167152" h="175773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7" y="1405"/>
                  </a:lnTo>
                  <a:lnTo>
                    <a:pt x="140151" y="2194"/>
                  </a:lnTo>
                  <a:lnTo>
                    <a:pt x="134814" y="3157"/>
                  </a:lnTo>
                  <a:lnTo>
                    <a:pt x="129510" y="4293"/>
                  </a:lnTo>
                  <a:lnTo>
                    <a:pt x="124246" y="5599"/>
                  </a:lnTo>
                  <a:lnTo>
                    <a:pt x="119028" y="7076"/>
                  </a:lnTo>
                  <a:lnTo>
                    <a:pt x="113860" y="8722"/>
                  </a:lnTo>
                  <a:lnTo>
                    <a:pt x="108748" y="10534"/>
                  </a:lnTo>
                  <a:lnTo>
                    <a:pt x="103697" y="12511"/>
                  </a:lnTo>
                  <a:lnTo>
                    <a:pt x="98713" y="14651"/>
                  </a:lnTo>
                  <a:lnTo>
                    <a:pt x="93802" y="16951"/>
                  </a:lnTo>
                  <a:lnTo>
                    <a:pt x="88967" y="19410"/>
                  </a:lnTo>
                  <a:lnTo>
                    <a:pt x="84215" y="22024"/>
                  </a:lnTo>
                  <a:lnTo>
                    <a:pt x="79550" y="24791"/>
                  </a:lnTo>
                  <a:lnTo>
                    <a:pt x="74978" y="27708"/>
                  </a:lnTo>
                  <a:lnTo>
                    <a:pt x="70502" y="30771"/>
                  </a:lnTo>
                  <a:lnTo>
                    <a:pt x="66128" y="33978"/>
                  </a:lnTo>
                  <a:lnTo>
                    <a:pt x="61861" y="37326"/>
                  </a:lnTo>
                  <a:lnTo>
                    <a:pt x="57704" y="40810"/>
                  </a:lnTo>
                  <a:lnTo>
                    <a:pt x="53663" y="44427"/>
                  </a:lnTo>
                  <a:lnTo>
                    <a:pt x="49741" y="48173"/>
                  </a:lnTo>
                  <a:lnTo>
                    <a:pt x="45942" y="52044"/>
                  </a:lnTo>
                  <a:lnTo>
                    <a:pt x="42272" y="56037"/>
                  </a:lnTo>
                  <a:lnTo>
                    <a:pt x="38732" y="60147"/>
                  </a:lnTo>
                  <a:lnTo>
                    <a:pt x="35328" y="64369"/>
                  </a:lnTo>
                  <a:lnTo>
                    <a:pt x="32063" y="68700"/>
                  </a:lnTo>
                  <a:lnTo>
                    <a:pt x="28939" y="73134"/>
                  </a:lnTo>
                  <a:lnTo>
                    <a:pt x="25962" y="77667"/>
                  </a:lnTo>
                  <a:lnTo>
                    <a:pt x="23133" y="82294"/>
                  </a:lnTo>
                  <a:lnTo>
                    <a:pt x="20455" y="87011"/>
                  </a:lnTo>
                  <a:lnTo>
                    <a:pt x="17932" y="91812"/>
                  </a:lnTo>
                  <a:lnTo>
                    <a:pt x="15566" y="96692"/>
                  </a:lnTo>
                  <a:lnTo>
                    <a:pt x="13360" y="101647"/>
                  </a:lnTo>
                  <a:lnTo>
                    <a:pt x="11315" y="106670"/>
                  </a:lnTo>
                  <a:lnTo>
                    <a:pt x="9435" y="111758"/>
                  </a:lnTo>
                  <a:lnTo>
                    <a:pt x="7720" y="116903"/>
                  </a:lnTo>
                  <a:lnTo>
                    <a:pt x="6173" y="122102"/>
                  </a:lnTo>
                  <a:lnTo>
                    <a:pt x="4796" y="127348"/>
                  </a:lnTo>
                  <a:lnTo>
                    <a:pt x="3590" y="132635"/>
                  </a:lnTo>
                  <a:lnTo>
                    <a:pt x="2556" y="137960"/>
                  </a:lnTo>
                  <a:lnTo>
                    <a:pt x="1695" y="143315"/>
                  </a:lnTo>
                  <a:lnTo>
                    <a:pt x="1008" y="148695"/>
                  </a:lnTo>
                  <a:lnTo>
                    <a:pt x="496" y="154094"/>
                  </a:lnTo>
                  <a:lnTo>
                    <a:pt x="160" y="159507"/>
                  </a:lnTo>
                  <a:lnTo>
                    <a:pt x="0" y="164929"/>
                  </a:lnTo>
                  <a:lnTo>
                    <a:pt x="15" y="170352"/>
                  </a:lnTo>
                  <a:lnTo>
                    <a:pt x="206" y="17577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555" y="5269756"/>
              <a:ext cx="334095" cy="334334"/>
            </a:xfrm>
            <a:custGeom>
              <a:avLst/>
              <a:pathLst>
                <a:path w="334095" h="334334">
                  <a:moveTo>
                    <a:pt x="0" y="175773"/>
                  </a:moveTo>
                  <a:lnTo>
                    <a:pt x="356" y="181061"/>
                  </a:lnTo>
                  <a:lnTo>
                    <a:pt x="880" y="186335"/>
                  </a:lnTo>
                  <a:lnTo>
                    <a:pt x="1572" y="191590"/>
                  </a:lnTo>
                  <a:lnTo>
                    <a:pt x="2429" y="196820"/>
                  </a:lnTo>
                  <a:lnTo>
                    <a:pt x="3452" y="202020"/>
                  </a:lnTo>
                  <a:lnTo>
                    <a:pt x="4639" y="207186"/>
                  </a:lnTo>
                  <a:lnTo>
                    <a:pt x="5989" y="212311"/>
                  </a:lnTo>
                  <a:lnTo>
                    <a:pt x="7501" y="217391"/>
                  </a:lnTo>
                  <a:lnTo>
                    <a:pt x="9173" y="222420"/>
                  </a:lnTo>
                  <a:lnTo>
                    <a:pt x="11004" y="227394"/>
                  </a:lnTo>
                  <a:lnTo>
                    <a:pt x="12992" y="232307"/>
                  </a:lnTo>
                  <a:lnTo>
                    <a:pt x="15134" y="237155"/>
                  </a:lnTo>
                  <a:lnTo>
                    <a:pt x="17429" y="241933"/>
                  </a:lnTo>
                  <a:lnTo>
                    <a:pt x="19875" y="246635"/>
                  </a:lnTo>
                  <a:lnTo>
                    <a:pt x="22468" y="251257"/>
                  </a:lnTo>
                  <a:lnTo>
                    <a:pt x="25206" y="255795"/>
                  </a:lnTo>
                  <a:lnTo>
                    <a:pt x="28087" y="260244"/>
                  </a:lnTo>
                  <a:lnTo>
                    <a:pt x="31108" y="264599"/>
                  </a:lnTo>
                  <a:lnTo>
                    <a:pt x="34265" y="268857"/>
                  </a:lnTo>
                  <a:lnTo>
                    <a:pt x="37555" y="273012"/>
                  </a:lnTo>
                  <a:lnTo>
                    <a:pt x="40975" y="277060"/>
                  </a:lnTo>
                  <a:lnTo>
                    <a:pt x="44522" y="280998"/>
                  </a:lnTo>
                  <a:lnTo>
                    <a:pt x="48193" y="284822"/>
                  </a:lnTo>
                  <a:lnTo>
                    <a:pt x="51982" y="288528"/>
                  </a:lnTo>
                  <a:lnTo>
                    <a:pt x="55887" y="292111"/>
                  </a:lnTo>
                  <a:lnTo>
                    <a:pt x="59904" y="295569"/>
                  </a:lnTo>
                  <a:lnTo>
                    <a:pt x="64028" y="298898"/>
                  </a:lnTo>
                  <a:lnTo>
                    <a:pt x="68256" y="302094"/>
                  </a:lnTo>
                  <a:lnTo>
                    <a:pt x="72583" y="305155"/>
                  </a:lnTo>
                  <a:lnTo>
                    <a:pt x="77005" y="308077"/>
                  </a:lnTo>
                  <a:lnTo>
                    <a:pt x="81517" y="310858"/>
                  </a:lnTo>
                  <a:lnTo>
                    <a:pt x="86115" y="313494"/>
                  </a:lnTo>
                  <a:lnTo>
                    <a:pt x="90795" y="315982"/>
                  </a:lnTo>
                  <a:lnTo>
                    <a:pt x="95551" y="318322"/>
                  </a:lnTo>
                  <a:lnTo>
                    <a:pt x="100378" y="320509"/>
                  </a:lnTo>
                  <a:lnTo>
                    <a:pt x="105273" y="322542"/>
                  </a:lnTo>
                  <a:lnTo>
                    <a:pt x="110230" y="324419"/>
                  </a:lnTo>
                  <a:lnTo>
                    <a:pt x="115243" y="326138"/>
                  </a:lnTo>
                  <a:lnTo>
                    <a:pt x="120309" y="327697"/>
                  </a:lnTo>
                  <a:lnTo>
                    <a:pt x="125421" y="329095"/>
                  </a:lnTo>
                  <a:lnTo>
                    <a:pt x="130575" y="330330"/>
                  </a:lnTo>
                  <a:lnTo>
                    <a:pt x="135766" y="331401"/>
                  </a:lnTo>
                  <a:lnTo>
                    <a:pt x="140988" y="332307"/>
                  </a:lnTo>
                  <a:lnTo>
                    <a:pt x="146237" y="333047"/>
                  </a:lnTo>
                  <a:lnTo>
                    <a:pt x="151506" y="333620"/>
                  </a:lnTo>
                  <a:lnTo>
                    <a:pt x="156790" y="334026"/>
                  </a:lnTo>
                  <a:lnTo>
                    <a:pt x="162085" y="334264"/>
                  </a:lnTo>
                  <a:lnTo>
                    <a:pt x="167385" y="334334"/>
                  </a:lnTo>
                  <a:lnTo>
                    <a:pt x="172684" y="334236"/>
                  </a:lnTo>
                  <a:lnTo>
                    <a:pt x="177977" y="333970"/>
                  </a:lnTo>
                  <a:lnTo>
                    <a:pt x="183260" y="333536"/>
                  </a:lnTo>
                  <a:lnTo>
                    <a:pt x="188525" y="332936"/>
                  </a:lnTo>
                  <a:lnTo>
                    <a:pt x="193770" y="332168"/>
                  </a:lnTo>
                  <a:lnTo>
                    <a:pt x="198987" y="331235"/>
                  </a:lnTo>
                  <a:lnTo>
                    <a:pt x="204172" y="330137"/>
                  </a:lnTo>
                  <a:lnTo>
                    <a:pt x="209320" y="328875"/>
                  </a:lnTo>
                  <a:lnTo>
                    <a:pt x="214425" y="327450"/>
                  </a:lnTo>
                  <a:lnTo>
                    <a:pt x="219482" y="325864"/>
                  </a:lnTo>
                  <a:lnTo>
                    <a:pt x="224487" y="324119"/>
                  </a:lnTo>
                  <a:lnTo>
                    <a:pt x="229433" y="322216"/>
                  </a:lnTo>
                  <a:lnTo>
                    <a:pt x="234317" y="320157"/>
                  </a:lnTo>
                  <a:lnTo>
                    <a:pt x="239133" y="317944"/>
                  </a:lnTo>
                  <a:lnTo>
                    <a:pt x="243877" y="315580"/>
                  </a:lnTo>
                  <a:lnTo>
                    <a:pt x="248543" y="313067"/>
                  </a:lnTo>
                  <a:lnTo>
                    <a:pt x="253127" y="310407"/>
                  </a:lnTo>
                  <a:lnTo>
                    <a:pt x="257625" y="307603"/>
                  </a:lnTo>
                  <a:lnTo>
                    <a:pt x="262031" y="304657"/>
                  </a:lnTo>
                  <a:lnTo>
                    <a:pt x="266342" y="301574"/>
                  </a:lnTo>
                  <a:lnTo>
                    <a:pt x="270553" y="298355"/>
                  </a:lnTo>
                  <a:lnTo>
                    <a:pt x="274660" y="295005"/>
                  </a:lnTo>
                  <a:lnTo>
                    <a:pt x="278658" y="291526"/>
                  </a:lnTo>
                  <a:lnTo>
                    <a:pt x="282545" y="287922"/>
                  </a:lnTo>
                  <a:lnTo>
                    <a:pt x="286315" y="284196"/>
                  </a:lnTo>
                  <a:lnTo>
                    <a:pt x="289965" y="280353"/>
                  </a:lnTo>
                  <a:lnTo>
                    <a:pt x="293491" y="276397"/>
                  </a:lnTo>
                  <a:lnTo>
                    <a:pt x="296890" y="272330"/>
                  </a:lnTo>
                  <a:lnTo>
                    <a:pt x="300159" y="268158"/>
                  </a:lnTo>
                  <a:lnTo>
                    <a:pt x="303293" y="263884"/>
                  </a:lnTo>
                  <a:lnTo>
                    <a:pt x="306291" y="259513"/>
                  </a:lnTo>
                  <a:lnTo>
                    <a:pt x="309148" y="255049"/>
                  </a:lnTo>
                  <a:lnTo>
                    <a:pt x="311863" y="250497"/>
                  </a:lnTo>
                  <a:lnTo>
                    <a:pt x="314432" y="245861"/>
                  </a:lnTo>
                  <a:lnTo>
                    <a:pt x="316852" y="241146"/>
                  </a:lnTo>
                  <a:lnTo>
                    <a:pt x="319122" y="236356"/>
                  </a:lnTo>
                  <a:lnTo>
                    <a:pt x="321239" y="231497"/>
                  </a:lnTo>
                  <a:lnTo>
                    <a:pt x="323201" y="226574"/>
                  </a:lnTo>
                  <a:lnTo>
                    <a:pt x="325006" y="221590"/>
                  </a:lnTo>
                  <a:lnTo>
                    <a:pt x="326651" y="216552"/>
                  </a:lnTo>
                  <a:lnTo>
                    <a:pt x="328137" y="211465"/>
                  </a:lnTo>
                  <a:lnTo>
                    <a:pt x="329460" y="206332"/>
                  </a:lnTo>
                  <a:lnTo>
                    <a:pt x="330620" y="201161"/>
                  </a:lnTo>
                  <a:lnTo>
                    <a:pt x="331615" y="195955"/>
                  </a:lnTo>
                  <a:lnTo>
                    <a:pt x="332445" y="190720"/>
                  </a:lnTo>
                  <a:lnTo>
                    <a:pt x="333109" y="185462"/>
                  </a:lnTo>
                  <a:lnTo>
                    <a:pt x="333605" y="180185"/>
                  </a:lnTo>
                  <a:lnTo>
                    <a:pt x="333934" y="174895"/>
                  </a:lnTo>
                  <a:lnTo>
                    <a:pt x="334095" y="169597"/>
                  </a:lnTo>
                  <a:lnTo>
                    <a:pt x="334088" y="164297"/>
                  </a:lnTo>
                  <a:lnTo>
                    <a:pt x="333913" y="159000"/>
                  </a:lnTo>
                  <a:lnTo>
                    <a:pt x="333570" y="153711"/>
                  </a:lnTo>
                  <a:lnTo>
                    <a:pt x="333060" y="148436"/>
                  </a:lnTo>
                  <a:lnTo>
                    <a:pt x="332383" y="143179"/>
                  </a:lnTo>
                  <a:lnTo>
                    <a:pt x="331539" y="137946"/>
                  </a:lnTo>
                  <a:lnTo>
                    <a:pt x="330530" y="132743"/>
                  </a:lnTo>
                  <a:lnTo>
                    <a:pt x="329357" y="127575"/>
                  </a:lnTo>
                  <a:lnTo>
                    <a:pt x="328020" y="122446"/>
                  </a:lnTo>
                  <a:lnTo>
                    <a:pt x="326521" y="117362"/>
                  </a:lnTo>
                  <a:lnTo>
                    <a:pt x="324862" y="112328"/>
                  </a:lnTo>
                  <a:lnTo>
                    <a:pt x="323044" y="107350"/>
                  </a:lnTo>
                  <a:lnTo>
                    <a:pt x="321069" y="102431"/>
                  </a:lnTo>
                  <a:lnTo>
                    <a:pt x="318940" y="97578"/>
                  </a:lnTo>
                  <a:lnTo>
                    <a:pt x="316657" y="92794"/>
                  </a:lnTo>
                  <a:lnTo>
                    <a:pt x="314224" y="88086"/>
                  </a:lnTo>
                  <a:lnTo>
                    <a:pt x="311643" y="83456"/>
                  </a:lnTo>
                  <a:lnTo>
                    <a:pt x="308917" y="78911"/>
                  </a:lnTo>
                  <a:lnTo>
                    <a:pt x="306048" y="74455"/>
                  </a:lnTo>
                  <a:lnTo>
                    <a:pt x="303039" y="70092"/>
                  </a:lnTo>
                  <a:lnTo>
                    <a:pt x="299893" y="65826"/>
                  </a:lnTo>
                  <a:lnTo>
                    <a:pt x="296613" y="61663"/>
                  </a:lnTo>
                  <a:lnTo>
                    <a:pt x="293204" y="57605"/>
                  </a:lnTo>
                  <a:lnTo>
                    <a:pt x="289667" y="53658"/>
                  </a:lnTo>
                  <a:lnTo>
                    <a:pt x="286007" y="49824"/>
                  </a:lnTo>
                  <a:lnTo>
                    <a:pt x="282227" y="46109"/>
                  </a:lnTo>
                  <a:lnTo>
                    <a:pt x="278331" y="42515"/>
                  </a:lnTo>
                  <a:lnTo>
                    <a:pt x="274324" y="39047"/>
                  </a:lnTo>
                  <a:lnTo>
                    <a:pt x="270208" y="35707"/>
                  </a:lnTo>
                  <a:lnTo>
                    <a:pt x="265989" y="32499"/>
                  </a:lnTo>
                  <a:lnTo>
                    <a:pt x="261670" y="29427"/>
                  </a:lnTo>
                  <a:lnTo>
                    <a:pt x="257256" y="26494"/>
                  </a:lnTo>
                  <a:lnTo>
                    <a:pt x="252751" y="23701"/>
                  </a:lnTo>
                  <a:lnTo>
                    <a:pt x="248160" y="21053"/>
                  </a:lnTo>
                  <a:lnTo>
                    <a:pt x="243487" y="18552"/>
                  </a:lnTo>
                  <a:lnTo>
                    <a:pt x="238737" y="16200"/>
                  </a:lnTo>
                  <a:lnTo>
                    <a:pt x="233915" y="14000"/>
                  </a:lnTo>
                  <a:lnTo>
                    <a:pt x="229026" y="11954"/>
                  </a:lnTo>
                  <a:lnTo>
                    <a:pt x="224074" y="10064"/>
                  </a:lnTo>
                  <a:lnTo>
                    <a:pt x="219065" y="8332"/>
                  </a:lnTo>
                  <a:lnTo>
                    <a:pt x="214003" y="6760"/>
                  </a:lnTo>
                  <a:lnTo>
                    <a:pt x="208895" y="5349"/>
                  </a:lnTo>
                  <a:lnTo>
                    <a:pt x="203744" y="4100"/>
                  </a:lnTo>
                  <a:lnTo>
                    <a:pt x="198556" y="3015"/>
                  </a:lnTo>
                  <a:lnTo>
                    <a:pt x="193336" y="2096"/>
                  </a:lnTo>
                  <a:lnTo>
                    <a:pt x="188090" y="1342"/>
                  </a:lnTo>
                  <a:lnTo>
                    <a:pt x="182822" y="755"/>
                  </a:lnTo>
                  <a:lnTo>
                    <a:pt x="177539" y="335"/>
                  </a:lnTo>
                  <a:lnTo>
                    <a:pt x="172245" y="84"/>
                  </a:lnTo>
                  <a:lnTo>
                    <a:pt x="166945" y="0"/>
                  </a:lnTo>
                  <a:lnTo>
                    <a:pt x="1669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4835" y="5399291"/>
              <a:ext cx="31380" cy="167167"/>
            </a:xfrm>
            <a:custGeom>
              <a:avLst/>
              <a:pathLst>
                <a:path w="31380" h="167167">
                  <a:moveTo>
                    <a:pt x="31380" y="0"/>
                  </a:moveTo>
                  <a:lnTo>
                    <a:pt x="25068" y="119"/>
                  </a:lnTo>
                  <a:lnTo>
                    <a:pt x="18765" y="476"/>
                  </a:lnTo>
                  <a:lnTo>
                    <a:pt x="12480" y="1071"/>
                  </a:lnTo>
                  <a:lnTo>
                    <a:pt x="6222" y="1903"/>
                  </a:lnTo>
                  <a:lnTo>
                    <a:pt x="0" y="2971"/>
                  </a:lnTo>
                  <a:lnTo>
                    <a:pt x="313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4835" y="5402263"/>
              <a:ext cx="31380" cy="164195"/>
            </a:xfrm>
            <a:custGeom>
              <a:avLst/>
              <a:pathLst>
                <a:path w="31380" h="164195">
                  <a:moveTo>
                    <a:pt x="0" y="0"/>
                  </a:moveTo>
                  <a:lnTo>
                    <a:pt x="31380" y="1641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6" y="5402263"/>
              <a:ext cx="334295" cy="331363"/>
            </a:xfrm>
            <a:custGeom>
              <a:avLst/>
              <a:pathLst>
                <a:path w="334295" h="331363">
                  <a:moveTo>
                    <a:pt x="135768" y="0"/>
                  </a:moveTo>
                  <a:lnTo>
                    <a:pt x="130572" y="1078"/>
                  </a:lnTo>
                  <a:lnTo>
                    <a:pt x="125413" y="2321"/>
                  </a:lnTo>
                  <a:lnTo>
                    <a:pt x="120297" y="3728"/>
                  </a:lnTo>
                  <a:lnTo>
                    <a:pt x="115227" y="5296"/>
                  </a:lnTo>
                  <a:lnTo>
                    <a:pt x="110210" y="7024"/>
                  </a:lnTo>
                  <a:lnTo>
                    <a:pt x="105250" y="8910"/>
                  </a:lnTo>
                  <a:lnTo>
                    <a:pt x="100352" y="10953"/>
                  </a:lnTo>
                  <a:lnTo>
                    <a:pt x="95522" y="13150"/>
                  </a:lnTo>
                  <a:lnTo>
                    <a:pt x="90764" y="15500"/>
                  </a:lnTo>
                  <a:lnTo>
                    <a:pt x="86083" y="17999"/>
                  </a:lnTo>
                  <a:lnTo>
                    <a:pt x="81483" y="20646"/>
                  </a:lnTo>
                  <a:lnTo>
                    <a:pt x="76970" y="23437"/>
                  </a:lnTo>
                  <a:lnTo>
                    <a:pt x="72548" y="26370"/>
                  </a:lnTo>
                  <a:lnTo>
                    <a:pt x="68221" y="29442"/>
                  </a:lnTo>
                  <a:lnTo>
                    <a:pt x="63994" y="32650"/>
                  </a:lnTo>
                  <a:lnTo>
                    <a:pt x="59871" y="35991"/>
                  </a:lnTo>
                  <a:lnTo>
                    <a:pt x="55856" y="39460"/>
                  </a:lnTo>
                  <a:lnTo>
                    <a:pt x="51953" y="43055"/>
                  </a:lnTo>
                  <a:lnTo>
                    <a:pt x="48166" y="46773"/>
                  </a:lnTo>
                  <a:lnTo>
                    <a:pt x="44499" y="50608"/>
                  </a:lnTo>
                  <a:lnTo>
                    <a:pt x="40955" y="54559"/>
                  </a:lnTo>
                  <a:lnTo>
                    <a:pt x="37539" y="58619"/>
                  </a:lnTo>
                  <a:lnTo>
                    <a:pt x="34253" y="62786"/>
                  </a:lnTo>
                  <a:lnTo>
                    <a:pt x="31101" y="67055"/>
                  </a:lnTo>
                  <a:lnTo>
                    <a:pt x="28087" y="71422"/>
                  </a:lnTo>
                  <a:lnTo>
                    <a:pt x="25212" y="75883"/>
                  </a:lnTo>
                  <a:lnTo>
                    <a:pt x="22481" y="80433"/>
                  </a:lnTo>
                  <a:lnTo>
                    <a:pt x="19895" y="85067"/>
                  </a:lnTo>
                  <a:lnTo>
                    <a:pt x="17458" y="89780"/>
                  </a:lnTo>
                  <a:lnTo>
                    <a:pt x="15171" y="94569"/>
                  </a:lnTo>
                  <a:lnTo>
                    <a:pt x="13038" y="99428"/>
                  </a:lnTo>
                  <a:lnTo>
                    <a:pt x="11060" y="104352"/>
                  </a:lnTo>
                  <a:lnTo>
                    <a:pt x="9239" y="109336"/>
                  </a:lnTo>
                  <a:lnTo>
                    <a:pt x="7577" y="114376"/>
                  </a:lnTo>
                  <a:lnTo>
                    <a:pt x="6076" y="119466"/>
                  </a:lnTo>
                  <a:lnTo>
                    <a:pt x="4738" y="124601"/>
                  </a:lnTo>
                  <a:lnTo>
                    <a:pt x="3563" y="129776"/>
                  </a:lnTo>
                  <a:lnTo>
                    <a:pt x="2553" y="134985"/>
                  </a:lnTo>
                  <a:lnTo>
                    <a:pt x="1709" y="140224"/>
                  </a:lnTo>
                  <a:lnTo>
                    <a:pt x="1031" y="145487"/>
                  </a:lnTo>
                  <a:lnTo>
                    <a:pt x="521" y="150769"/>
                  </a:lnTo>
                  <a:lnTo>
                    <a:pt x="179" y="156065"/>
                  </a:lnTo>
                  <a:lnTo>
                    <a:pt x="5" y="161368"/>
                  </a:lnTo>
                  <a:lnTo>
                    <a:pt x="0" y="166675"/>
                  </a:lnTo>
                  <a:lnTo>
                    <a:pt x="162" y="171979"/>
                  </a:lnTo>
                  <a:lnTo>
                    <a:pt x="494" y="177275"/>
                  </a:lnTo>
                  <a:lnTo>
                    <a:pt x="993" y="182558"/>
                  </a:lnTo>
                  <a:lnTo>
                    <a:pt x="1659" y="187823"/>
                  </a:lnTo>
                  <a:lnTo>
                    <a:pt x="2493" y="193063"/>
                  </a:lnTo>
                  <a:lnTo>
                    <a:pt x="3492" y="198275"/>
                  </a:lnTo>
                  <a:lnTo>
                    <a:pt x="4656" y="203452"/>
                  </a:lnTo>
                  <a:lnTo>
                    <a:pt x="5984" y="208590"/>
                  </a:lnTo>
                  <a:lnTo>
                    <a:pt x="7474" y="213683"/>
                  </a:lnTo>
                  <a:lnTo>
                    <a:pt x="9125" y="218726"/>
                  </a:lnTo>
                  <a:lnTo>
                    <a:pt x="10936" y="223714"/>
                  </a:lnTo>
                  <a:lnTo>
                    <a:pt x="12904" y="228643"/>
                  </a:lnTo>
                  <a:lnTo>
                    <a:pt x="15027" y="233506"/>
                  </a:lnTo>
                  <a:lnTo>
                    <a:pt x="17303" y="238299"/>
                  </a:lnTo>
                  <a:lnTo>
                    <a:pt x="19731" y="243018"/>
                  </a:lnTo>
                  <a:lnTo>
                    <a:pt x="22307" y="247657"/>
                  </a:lnTo>
                  <a:lnTo>
                    <a:pt x="25029" y="252213"/>
                  </a:lnTo>
                  <a:lnTo>
                    <a:pt x="27894" y="256679"/>
                  </a:lnTo>
                  <a:lnTo>
                    <a:pt x="30900" y="261052"/>
                  </a:lnTo>
                  <a:lnTo>
                    <a:pt x="34043" y="265328"/>
                  </a:lnTo>
                  <a:lnTo>
                    <a:pt x="37320" y="269502"/>
                  </a:lnTo>
                  <a:lnTo>
                    <a:pt x="40728" y="273570"/>
                  </a:lnTo>
                  <a:lnTo>
                    <a:pt x="44263" y="277527"/>
                  </a:lnTo>
                  <a:lnTo>
                    <a:pt x="47922" y="281370"/>
                  </a:lnTo>
                  <a:lnTo>
                    <a:pt x="51701" y="285096"/>
                  </a:lnTo>
                  <a:lnTo>
                    <a:pt x="55597" y="288699"/>
                  </a:lnTo>
                  <a:lnTo>
                    <a:pt x="59605" y="292177"/>
                  </a:lnTo>
                  <a:lnTo>
                    <a:pt x="63721" y="295526"/>
                  </a:lnTo>
                  <a:lnTo>
                    <a:pt x="67942" y="298742"/>
                  </a:lnTo>
                  <a:lnTo>
                    <a:pt x="72262" y="301823"/>
                  </a:lnTo>
                  <a:lnTo>
                    <a:pt x="76678" y="304766"/>
                  </a:lnTo>
                  <a:lnTo>
                    <a:pt x="81186" y="307566"/>
                  </a:lnTo>
                  <a:lnTo>
                    <a:pt x="85779" y="310223"/>
                  </a:lnTo>
                  <a:lnTo>
                    <a:pt x="90455" y="312732"/>
                  </a:lnTo>
                  <a:lnTo>
                    <a:pt x="95209" y="315091"/>
                  </a:lnTo>
                  <a:lnTo>
                    <a:pt x="100034" y="317298"/>
                  </a:lnTo>
                  <a:lnTo>
                    <a:pt x="104928" y="319352"/>
                  </a:lnTo>
                  <a:lnTo>
                    <a:pt x="109884" y="321248"/>
                  </a:lnTo>
                  <a:lnTo>
                    <a:pt x="114897" y="322987"/>
                  </a:lnTo>
                  <a:lnTo>
                    <a:pt x="119964" y="324565"/>
                  </a:lnTo>
                  <a:lnTo>
                    <a:pt x="125078" y="325982"/>
                  </a:lnTo>
                  <a:lnTo>
                    <a:pt x="130234" y="327236"/>
                  </a:lnTo>
                  <a:lnTo>
                    <a:pt x="135427" y="328325"/>
                  </a:lnTo>
                  <a:lnTo>
                    <a:pt x="140653" y="329250"/>
                  </a:lnTo>
                  <a:lnTo>
                    <a:pt x="145905" y="330007"/>
                  </a:lnTo>
                  <a:lnTo>
                    <a:pt x="151179" y="330598"/>
                  </a:lnTo>
                  <a:lnTo>
                    <a:pt x="156468" y="331021"/>
                  </a:lnTo>
                  <a:lnTo>
                    <a:pt x="161769" y="331276"/>
                  </a:lnTo>
                  <a:lnTo>
                    <a:pt x="167074" y="331363"/>
                  </a:lnTo>
                  <a:lnTo>
                    <a:pt x="172380" y="331281"/>
                  </a:lnTo>
                  <a:lnTo>
                    <a:pt x="177681" y="331030"/>
                  </a:lnTo>
                  <a:lnTo>
                    <a:pt x="182971" y="330612"/>
                  </a:lnTo>
                  <a:lnTo>
                    <a:pt x="188245" y="330026"/>
                  </a:lnTo>
                  <a:lnTo>
                    <a:pt x="193498" y="329273"/>
                  </a:lnTo>
                  <a:lnTo>
                    <a:pt x="198724" y="328353"/>
                  </a:lnTo>
                  <a:lnTo>
                    <a:pt x="203919" y="327268"/>
                  </a:lnTo>
                  <a:lnTo>
                    <a:pt x="209076" y="326019"/>
                  </a:lnTo>
                  <a:lnTo>
                    <a:pt x="214191" y="324607"/>
                  </a:lnTo>
                  <a:lnTo>
                    <a:pt x="219259" y="323033"/>
                  </a:lnTo>
                  <a:lnTo>
                    <a:pt x="224274" y="321299"/>
                  </a:lnTo>
                  <a:lnTo>
                    <a:pt x="229232" y="319407"/>
                  </a:lnTo>
                  <a:lnTo>
                    <a:pt x="234127" y="317358"/>
                  </a:lnTo>
                  <a:lnTo>
                    <a:pt x="238955" y="315155"/>
                  </a:lnTo>
                  <a:lnTo>
                    <a:pt x="243710" y="312800"/>
                  </a:lnTo>
                  <a:lnTo>
                    <a:pt x="248388" y="310295"/>
                  </a:lnTo>
                  <a:lnTo>
                    <a:pt x="252984" y="307643"/>
                  </a:lnTo>
                  <a:lnTo>
                    <a:pt x="257494" y="304846"/>
                  </a:lnTo>
                  <a:lnTo>
                    <a:pt x="261913" y="301907"/>
                  </a:lnTo>
                  <a:lnTo>
                    <a:pt x="266236" y="298830"/>
                  </a:lnTo>
                  <a:lnTo>
                    <a:pt x="270460" y="295617"/>
                  </a:lnTo>
                  <a:lnTo>
                    <a:pt x="274579" y="292272"/>
                  </a:lnTo>
                  <a:lnTo>
                    <a:pt x="278590" y="288798"/>
                  </a:lnTo>
                  <a:lnTo>
                    <a:pt x="282489" y="285198"/>
                  </a:lnTo>
                  <a:lnTo>
                    <a:pt x="286271" y="281476"/>
                  </a:lnTo>
                  <a:lnTo>
                    <a:pt x="289934" y="277636"/>
                  </a:lnTo>
                  <a:lnTo>
                    <a:pt x="293472" y="273682"/>
                  </a:lnTo>
                  <a:lnTo>
                    <a:pt x="296884" y="269617"/>
                  </a:lnTo>
                  <a:lnTo>
                    <a:pt x="300164" y="265446"/>
                  </a:lnTo>
                  <a:lnTo>
                    <a:pt x="303311" y="261173"/>
                  </a:lnTo>
                  <a:lnTo>
                    <a:pt x="306321" y="256802"/>
                  </a:lnTo>
                  <a:lnTo>
                    <a:pt x="309190" y="252338"/>
                  </a:lnTo>
                  <a:lnTo>
                    <a:pt x="311916" y="247786"/>
                  </a:lnTo>
                  <a:lnTo>
                    <a:pt x="314496" y="243149"/>
                  </a:lnTo>
                  <a:lnTo>
                    <a:pt x="316928" y="238432"/>
                  </a:lnTo>
                  <a:lnTo>
                    <a:pt x="319209" y="233641"/>
                  </a:lnTo>
                  <a:lnTo>
                    <a:pt x="321336" y="228779"/>
                  </a:lnTo>
                  <a:lnTo>
                    <a:pt x="323308" y="223853"/>
                  </a:lnTo>
                  <a:lnTo>
                    <a:pt x="325123" y="218866"/>
                  </a:lnTo>
                  <a:lnTo>
                    <a:pt x="326779" y="213825"/>
                  </a:lnTo>
                  <a:lnTo>
                    <a:pt x="328274" y="208733"/>
                  </a:lnTo>
                  <a:lnTo>
                    <a:pt x="329606" y="203596"/>
                  </a:lnTo>
                  <a:lnTo>
                    <a:pt x="330775" y="198420"/>
                  </a:lnTo>
                  <a:lnTo>
                    <a:pt x="331779" y="193209"/>
                  </a:lnTo>
                  <a:lnTo>
                    <a:pt x="332617" y="187969"/>
                  </a:lnTo>
                  <a:lnTo>
                    <a:pt x="333288" y="182706"/>
                  </a:lnTo>
                  <a:lnTo>
                    <a:pt x="333792" y="177423"/>
                  </a:lnTo>
                  <a:lnTo>
                    <a:pt x="334128" y="172127"/>
                  </a:lnTo>
                  <a:lnTo>
                    <a:pt x="334295" y="166823"/>
                  </a:lnTo>
                  <a:lnTo>
                    <a:pt x="334295" y="161517"/>
                  </a:lnTo>
                  <a:lnTo>
                    <a:pt x="334125" y="156213"/>
                  </a:lnTo>
                  <a:lnTo>
                    <a:pt x="333788" y="150917"/>
                  </a:lnTo>
                  <a:lnTo>
                    <a:pt x="333282" y="145634"/>
                  </a:lnTo>
                  <a:lnTo>
                    <a:pt x="332610" y="140371"/>
                  </a:lnTo>
                  <a:lnTo>
                    <a:pt x="331770" y="135131"/>
                  </a:lnTo>
                  <a:lnTo>
                    <a:pt x="330765" y="129921"/>
                  </a:lnTo>
                  <a:lnTo>
                    <a:pt x="329594" y="124745"/>
                  </a:lnTo>
                  <a:lnTo>
                    <a:pt x="328260" y="119609"/>
                  </a:lnTo>
                  <a:lnTo>
                    <a:pt x="326764" y="114517"/>
                  </a:lnTo>
                  <a:lnTo>
                    <a:pt x="325107" y="109476"/>
                  </a:lnTo>
                  <a:lnTo>
                    <a:pt x="323290" y="104490"/>
                  </a:lnTo>
                  <a:lnTo>
                    <a:pt x="321317" y="99564"/>
                  </a:lnTo>
                  <a:lnTo>
                    <a:pt x="319188" y="94704"/>
                  </a:lnTo>
                  <a:lnTo>
                    <a:pt x="316905" y="89913"/>
                  </a:lnTo>
                  <a:lnTo>
                    <a:pt x="314472" y="85197"/>
                  </a:lnTo>
                  <a:lnTo>
                    <a:pt x="311891" y="80561"/>
                  </a:lnTo>
                  <a:lnTo>
                    <a:pt x="309163" y="76009"/>
                  </a:lnTo>
                  <a:lnTo>
                    <a:pt x="306292" y="71546"/>
                  </a:lnTo>
                  <a:lnTo>
                    <a:pt x="303282" y="67176"/>
                  </a:lnTo>
                  <a:lnTo>
                    <a:pt x="300134" y="62904"/>
                  </a:lnTo>
                  <a:lnTo>
                    <a:pt x="296852" y="58734"/>
                  </a:lnTo>
                  <a:lnTo>
                    <a:pt x="293439" y="54670"/>
                  </a:lnTo>
                  <a:lnTo>
                    <a:pt x="289899" y="50717"/>
                  </a:lnTo>
                  <a:lnTo>
                    <a:pt x="286235" y="46878"/>
                  </a:lnTo>
                  <a:lnTo>
                    <a:pt x="282452" y="43158"/>
                  </a:lnTo>
                  <a:lnTo>
                    <a:pt x="278552" y="39559"/>
                  </a:lnTo>
                  <a:lnTo>
                    <a:pt x="274540" y="36086"/>
                  </a:lnTo>
                  <a:lnTo>
                    <a:pt x="270420" y="32742"/>
                  </a:lnTo>
                  <a:lnTo>
                    <a:pt x="266195" y="29530"/>
                  </a:lnTo>
                  <a:lnTo>
                    <a:pt x="261871" y="26454"/>
                  </a:lnTo>
                  <a:lnTo>
                    <a:pt x="257452" y="23517"/>
                  </a:lnTo>
                  <a:lnTo>
                    <a:pt x="252941" y="20722"/>
                  </a:lnTo>
                  <a:lnTo>
                    <a:pt x="248344" y="18071"/>
                  </a:lnTo>
                  <a:lnTo>
                    <a:pt x="243665" y="15567"/>
                  </a:lnTo>
                  <a:lnTo>
                    <a:pt x="238909" y="13214"/>
                  </a:lnTo>
                  <a:lnTo>
                    <a:pt x="234081" y="11012"/>
                  </a:lnTo>
                  <a:lnTo>
                    <a:pt x="229185" y="8965"/>
                  </a:lnTo>
                  <a:lnTo>
                    <a:pt x="224227" y="7074"/>
                  </a:lnTo>
                  <a:lnTo>
                    <a:pt x="219211" y="5342"/>
                  </a:lnTo>
                  <a:lnTo>
                    <a:pt x="214143" y="3769"/>
                  </a:lnTo>
                  <a:lnTo>
                    <a:pt x="209027" y="2358"/>
                  </a:lnTo>
                  <a:lnTo>
                    <a:pt x="167149" y="1641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41878" cy="167167"/>
            </a:xfrm>
            <a:custGeom>
              <a:avLst/>
              <a:pathLst>
                <a:path w="41878" h="167167">
                  <a:moveTo>
                    <a:pt x="41878" y="5330"/>
                  </a:moveTo>
                  <a:lnTo>
                    <a:pt x="35998" y="3921"/>
                  </a:lnTo>
                  <a:lnTo>
                    <a:pt x="30070" y="2726"/>
                  </a:lnTo>
                  <a:lnTo>
                    <a:pt x="24103" y="1746"/>
                  </a:lnTo>
                  <a:lnTo>
                    <a:pt x="18105" y="983"/>
                  </a:lnTo>
                  <a:lnTo>
                    <a:pt x="12083" y="437"/>
                  </a:lnTo>
                  <a:lnTo>
                    <a:pt x="6045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85" y="5399291"/>
              <a:ext cx="167158" cy="331626"/>
            </a:xfrm>
            <a:custGeom>
              <a:avLst/>
              <a:pathLst>
                <a:path w="167158" h="331626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3" y="762"/>
                  </a:lnTo>
                  <a:lnTo>
                    <a:pt x="145923" y="1354"/>
                  </a:lnTo>
                  <a:lnTo>
                    <a:pt x="140655" y="2114"/>
                  </a:lnTo>
                  <a:lnTo>
                    <a:pt x="135414" y="3041"/>
                  </a:lnTo>
                  <a:lnTo>
                    <a:pt x="130204" y="4135"/>
                  </a:lnTo>
                  <a:lnTo>
                    <a:pt x="125033" y="5394"/>
                  </a:lnTo>
                  <a:lnTo>
                    <a:pt x="119904" y="6817"/>
                  </a:lnTo>
                  <a:lnTo>
                    <a:pt x="114823" y="8403"/>
                  </a:lnTo>
                  <a:lnTo>
                    <a:pt x="109795" y="10150"/>
                  </a:lnTo>
                  <a:lnTo>
                    <a:pt x="104825" y="12056"/>
                  </a:lnTo>
                  <a:lnTo>
                    <a:pt x="99918" y="14119"/>
                  </a:lnTo>
                  <a:lnTo>
                    <a:pt x="95080" y="16337"/>
                  </a:lnTo>
                  <a:lnTo>
                    <a:pt x="90314" y="18708"/>
                  </a:lnTo>
                  <a:lnTo>
                    <a:pt x="85627" y="21230"/>
                  </a:lnTo>
                  <a:lnTo>
                    <a:pt x="81022" y="23900"/>
                  </a:lnTo>
                  <a:lnTo>
                    <a:pt x="76504" y="26714"/>
                  </a:lnTo>
                  <a:lnTo>
                    <a:pt x="72079" y="29672"/>
                  </a:lnTo>
                  <a:lnTo>
                    <a:pt x="67749" y="32769"/>
                  </a:lnTo>
                  <a:lnTo>
                    <a:pt x="63521" y="36002"/>
                  </a:lnTo>
                  <a:lnTo>
                    <a:pt x="59398" y="39367"/>
                  </a:lnTo>
                  <a:lnTo>
                    <a:pt x="55383" y="42863"/>
                  </a:lnTo>
                  <a:lnTo>
                    <a:pt x="51483" y="46485"/>
                  </a:lnTo>
                  <a:lnTo>
                    <a:pt x="47699" y="50229"/>
                  </a:lnTo>
                  <a:lnTo>
                    <a:pt x="44037" y="54091"/>
                  </a:lnTo>
                  <a:lnTo>
                    <a:pt x="40499" y="58068"/>
                  </a:lnTo>
                  <a:lnTo>
                    <a:pt x="37090" y="62156"/>
                  </a:lnTo>
                  <a:lnTo>
                    <a:pt x="33813" y="66350"/>
                  </a:lnTo>
                  <a:lnTo>
                    <a:pt x="30671" y="70646"/>
                  </a:lnTo>
                  <a:lnTo>
                    <a:pt x="27667" y="75041"/>
                  </a:lnTo>
                  <a:lnTo>
                    <a:pt x="24804" y="79528"/>
                  </a:lnTo>
                  <a:lnTo>
                    <a:pt x="22087" y="84105"/>
                  </a:lnTo>
                  <a:lnTo>
                    <a:pt x="19516" y="88766"/>
                  </a:lnTo>
                  <a:lnTo>
                    <a:pt x="17094" y="93506"/>
                  </a:lnTo>
                  <a:lnTo>
                    <a:pt x="14825" y="98321"/>
                  </a:lnTo>
                  <a:lnTo>
                    <a:pt x="12711" y="103205"/>
                  </a:lnTo>
                  <a:lnTo>
                    <a:pt x="10753" y="108155"/>
                  </a:lnTo>
                  <a:lnTo>
                    <a:pt x="8953" y="113164"/>
                  </a:lnTo>
                  <a:lnTo>
                    <a:pt x="7314" y="118228"/>
                  </a:lnTo>
                  <a:lnTo>
                    <a:pt x="5837" y="123342"/>
                  </a:lnTo>
                  <a:lnTo>
                    <a:pt x="4524" y="128500"/>
                  </a:lnTo>
                  <a:lnTo>
                    <a:pt x="3375" y="133698"/>
                  </a:lnTo>
                  <a:lnTo>
                    <a:pt x="2392" y="138929"/>
                  </a:lnTo>
                  <a:lnTo>
                    <a:pt x="1577" y="144189"/>
                  </a:lnTo>
                  <a:lnTo>
                    <a:pt x="929" y="149472"/>
                  </a:lnTo>
                  <a:lnTo>
                    <a:pt x="450" y="154773"/>
                  </a:lnTo>
                  <a:lnTo>
                    <a:pt x="140" y="160087"/>
                  </a:lnTo>
                  <a:lnTo>
                    <a:pt x="0" y="165408"/>
                  </a:lnTo>
                  <a:lnTo>
                    <a:pt x="28" y="170731"/>
                  </a:lnTo>
                  <a:lnTo>
                    <a:pt x="226" y="176050"/>
                  </a:lnTo>
                  <a:lnTo>
                    <a:pt x="594" y="181360"/>
                  </a:lnTo>
                  <a:lnTo>
                    <a:pt x="1130" y="186656"/>
                  </a:lnTo>
                  <a:lnTo>
                    <a:pt x="1835" y="191932"/>
                  </a:lnTo>
                  <a:lnTo>
                    <a:pt x="2707" y="197182"/>
                  </a:lnTo>
                  <a:lnTo>
                    <a:pt x="3746" y="202403"/>
                  </a:lnTo>
                  <a:lnTo>
                    <a:pt x="4951" y="207587"/>
                  </a:lnTo>
                  <a:lnTo>
                    <a:pt x="6320" y="212731"/>
                  </a:lnTo>
                  <a:lnTo>
                    <a:pt x="7852" y="217829"/>
                  </a:lnTo>
                  <a:lnTo>
                    <a:pt x="9546" y="222875"/>
                  </a:lnTo>
                  <a:lnTo>
                    <a:pt x="11399" y="227864"/>
                  </a:lnTo>
                  <a:lnTo>
                    <a:pt x="13410" y="232793"/>
                  </a:lnTo>
                  <a:lnTo>
                    <a:pt x="15578" y="237654"/>
                  </a:lnTo>
                  <a:lnTo>
                    <a:pt x="17899" y="242444"/>
                  </a:lnTo>
                  <a:lnTo>
                    <a:pt x="20371" y="247158"/>
                  </a:lnTo>
                  <a:lnTo>
                    <a:pt x="22992" y="251791"/>
                  </a:lnTo>
                  <a:lnTo>
                    <a:pt x="25759" y="256338"/>
                  </a:lnTo>
                  <a:lnTo>
                    <a:pt x="28670" y="260794"/>
                  </a:lnTo>
                  <a:lnTo>
                    <a:pt x="31721" y="265156"/>
                  </a:lnTo>
                  <a:lnTo>
                    <a:pt x="34909" y="269418"/>
                  </a:lnTo>
                  <a:lnTo>
                    <a:pt x="38231" y="273576"/>
                  </a:lnTo>
                  <a:lnTo>
                    <a:pt x="41685" y="277627"/>
                  </a:lnTo>
                  <a:lnTo>
                    <a:pt x="45265" y="281566"/>
                  </a:lnTo>
                  <a:lnTo>
                    <a:pt x="48969" y="285389"/>
                  </a:lnTo>
                  <a:lnTo>
                    <a:pt x="52793" y="289091"/>
                  </a:lnTo>
                  <a:lnTo>
                    <a:pt x="56732" y="292671"/>
                  </a:lnTo>
                  <a:lnTo>
                    <a:pt x="60784" y="296123"/>
                  </a:lnTo>
                  <a:lnTo>
                    <a:pt x="64943" y="299444"/>
                  </a:lnTo>
                  <a:lnTo>
                    <a:pt x="69206" y="302631"/>
                  </a:lnTo>
                  <a:lnTo>
                    <a:pt x="73569" y="305681"/>
                  </a:lnTo>
                  <a:lnTo>
                    <a:pt x="78026" y="308590"/>
                  </a:lnTo>
                  <a:lnTo>
                    <a:pt x="82574" y="311356"/>
                  </a:lnTo>
                  <a:lnTo>
                    <a:pt x="87207" y="313976"/>
                  </a:lnTo>
                  <a:lnTo>
                    <a:pt x="91922" y="316447"/>
                  </a:lnTo>
                  <a:lnTo>
                    <a:pt x="96712" y="318767"/>
                  </a:lnTo>
                  <a:lnTo>
                    <a:pt x="101575" y="320932"/>
                  </a:lnTo>
                  <a:lnTo>
                    <a:pt x="106503" y="322942"/>
                  </a:lnTo>
                  <a:lnTo>
                    <a:pt x="111494" y="324795"/>
                  </a:lnTo>
                  <a:lnTo>
                    <a:pt x="116540" y="326487"/>
                  </a:lnTo>
                  <a:lnTo>
                    <a:pt x="121638" y="328018"/>
                  </a:lnTo>
                  <a:lnTo>
                    <a:pt x="126782" y="329385"/>
                  </a:lnTo>
                  <a:lnTo>
                    <a:pt x="131967" y="330588"/>
                  </a:lnTo>
                  <a:lnTo>
                    <a:pt x="137188" y="33162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93574" y="5566459"/>
              <a:ext cx="29969" cy="164458"/>
            </a:xfrm>
            <a:custGeom>
              <a:avLst/>
              <a:pathLst>
                <a:path w="29969" h="164458">
                  <a:moveTo>
                    <a:pt x="0" y="164458"/>
                  </a:moveTo>
                  <a:lnTo>
                    <a:pt x="299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93574" y="5566459"/>
              <a:ext cx="96254" cy="167162"/>
            </a:xfrm>
            <a:custGeom>
              <a:avLst/>
              <a:pathLst>
                <a:path w="96254" h="167162">
                  <a:moveTo>
                    <a:pt x="0" y="164458"/>
                  </a:moveTo>
                  <a:lnTo>
                    <a:pt x="5704" y="165396"/>
                  </a:lnTo>
                  <a:lnTo>
                    <a:pt x="11438" y="166137"/>
                  </a:lnTo>
                  <a:lnTo>
                    <a:pt x="17194" y="166678"/>
                  </a:lnTo>
                  <a:lnTo>
                    <a:pt x="22966" y="167020"/>
                  </a:lnTo>
                  <a:lnTo>
                    <a:pt x="28746" y="167162"/>
                  </a:lnTo>
                  <a:lnTo>
                    <a:pt x="34527" y="167105"/>
                  </a:lnTo>
                  <a:lnTo>
                    <a:pt x="40303" y="166847"/>
                  </a:lnTo>
                  <a:lnTo>
                    <a:pt x="46066" y="166390"/>
                  </a:lnTo>
                  <a:lnTo>
                    <a:pt x="51810" y="165734"/>
                  </a:lnTo>
                  <a:lnTo>
                    <a:pt x="57528" y="164880"/>
                  </a:lnTo>
                  <a:lnTo>
                    <a:pt x="63213" y="163828"/>
                  </a:lnTo>
                  <a:lnTo>
                    <a:pt x="68858" y="162581"/>
                  </a:lnTo>
                  <a:lnTo>
                    <a:pt x="74457" y="161139"/>
                  </a:lnTo>
                  <a:lnTo>
                    <a:pt x="80003" y="159504"/>
                  </a:lnTo>
                  <a:lnTo>
                    <a:pt x="85489" y="157678"/>
                  </a:lnTo>
                  <a:lnTo>
                    <a:pt x="90908" y="155664"/>
                  </a:lnTo>
                  <a:lnTo>
                    <a:pt x="96254" y="153464"/>
                  </a:lnTo>
                  <a:lnTo>
                    <a:pt x="2996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53" cy="320631"/>
            </a:xfrm>
            <a:custGeom>
              <a:avLst/>
              <a:pathLst>
                <a:path w="167153" h="320631">
                  <a:moveTo>
                    <a:pt x="66284" y="320631"/>
                  </a:moveTo>
                  <a:lnTo>
                    <a:pt x="71129" y="318447"/>
                  </a:lnTo>
                  <a:lnTo>
                    <a:pt x="75901" y="316110"/>
                  </a:lnTo>
                  <a:lnTo>
                    <a:pt x="80596" y="313622"/>
                  </a:lnTo>
                  <a:lnTo>
                    <a:pt x="85211" y="310986"/>
                  </a:lnTo>
                  <a:lnTo>
                    <a:pt x="89739" y="308205"/>
                  </a:lnTo>
                  <a:lnTo>
                    <a:pt x="94176" y="305282"/>
                  </a:lnTo>
                  <a:lnTo>
                    <a:pt x="98518" y="302219"/>
                  </a:lnTo>
                  <a:lnTo>
                    <a:pt x="102761" y="299019"/>
                  </a:lnTo>
                  <a:lnTo>
                    <a:pt x="106900" y="295686"/>
                  </a:lnTo>
                  <a:lnTo>
                    <a:pt x="110931" y="292224"/>
                  </a:lnTo>
                  <a:lnTo>
                    <a:pt x="114850" y="288635"/>
                  </a:lnTo>
                  <a:lnTo>
                    <a:pt x="118652" y="284923"/>
                  </a:lnTo>
                  <a:lnTo>
                    <a:pt x="122335" y="281092"/>
                  </a:lnTo>
                  <a:lnTo>
                    <a:pt x="125894" y="277146"/>
                  </a:lnTo>
                  <a:lnTo>
                    <a:pt x="129326" y="273089"/>
                  </a:lnTo>
                  <a:lnTo>
                    <a:pt x="132627" y="268925"/>
                  </a:lnTo>
                  <a:lnTo>
                    <a:pt x="135795" y="264659"/>
                  </a:lnTo>
                  <a:lnTo>
                    <a:pt x="138825" y="260293"/>
                  </a:lnTo>
                  <a:lnTo>
                    <a:pt x="141715" y="255834"/>
                  </a:lnTo>
                  <a:lnTo>
                    <a:pt x="144461" y="251285"/>
                  </a:lnTo>
                  <a:lnTo>
                    <a:pt x="147062" y="246651"/>
                  </a:lnTo>
                  <a:lnTo>
                    <a:pt x="149514" y="241936"/>
                  </a:lnTo>
                  <a:lnTo>
                    <a:pt x="151815" y="237146"/>
                  </a:lnTo>
                  <a:lnTo>
                    <a:pt x="153962" y="232286"/>
                  </a:lnTo>
                  <a:lnTo>
                    <a:pt x="155954" y="227359"/>
                  </a:lnTo>
                  <a:lnTo>
                    <a:pt x="157788" y="222372"/>
                  </a:lnTo>
                  <a:lnTo>
                    <a:pt x="159463" y="217329"/>
                  </a:lnTo>
                  <a:lnTo>
                    <a:pt x="160977" y="212235"/>
                  </a:lnTo>
                  <a:lnTo>
                    <a:pt x="162328" y="207096"/>
                  </a:lnTo>
                  <a:lnTo>
                    <a:pt x="163515" y="201916"/>
                  </a:lnTo>
                  <a:lnTo>
                    <a:pt x="164537" y="196702"/>
                  </a:lnTo>
                  <a:lnTo>
                    <a:pt x="165393" y="191457"/>
                  </a:lnTo>
                  <a:lnTo>
                    <a:pt x="166081" y="186188"/>
                  </a:lnTo>
                  <a:lnTo>
                    <a:pt x="166602" y="180900"/>
                  </a:lnTo>
                  <a:lnTo>
                    <a:pt x="166954" y="175598"/>
                  </a:lnTo>
                  <a:lnTo>
                    <a:pt x="167138" y="170287"/>
                  </a:lnTo>
                  <a:lnTo>
                    <a:pt x="167153" y="164973"/>
                  </a:lnTo>
                  <a:lnTo>
                    <a:pt x="166998" y="159661"/>
                  </a:lnTo>
                  <a:lnTo>
                    <a:pt x="166675" y="154357"/>
                  </a:lnTo>
                  <a:lnTo>
                    <a:pt x="166184" y="149066"/>
                  </a:lnTo>
                  <a:lnTo>
                    <a:pt x="165525" y="143793"/>
                  </a:lnTo>
                  <a:lnTo>
                    <a:pt x="164698" y="138544"/>
                  </a:lnTo>
                  <a:lnTo>
                    <a:pt x="163705" y="133324"/>
                  </a:lnTo>
                  <a:lnTo>
                    <a:pt x="162547" y="128138"/>
                  </a:lnTo>
                  <a:lnTo>
                    <a:pt x="161224" y="122991"/>
                  </a:lnTo>
                  <a:lnTo>
                    <a:pt x="159739" y="117889"/>
                  </a:lnTo>
                  <a:lnTo>
                    <a:pt x="158092" y="112837"/>
                  </a:lnTo>
                  <a:lnTo>
                    <a:pt x="156285" y="107839"/>
                  </a:lnTo>
                  <a:lnTo>
                    <a:pt x="154320" y="102902"/>
                  </a:lnTo>
                  <a:lnTo>
                    <a:pt x="152200" y="98030"/>
                  </a:lnTo>
                  <a:lnTo>
                    <a:pt x="149926" y="93227"/>
                  </a:lnTo>
                  <a:lnTo>
                    <a:pt x="147500" y="88499"/>
                  </a:lnTo>
                  <a:lnTo>
                    <a:pt x="144925" y="83851"/>
                  </a:lnTo>
                  <a:lnTo>
                    <a:pt x="142204" y="79286"/>
                  </a:lnTo>
                  <a:lnTo>
                    <a:pt x="139338" y="74811"/>
                  </a:lnTo>
                  <a:lnTo>
                    <a:pt x="136333" y="70429"/>
                  </a:lnTo>
                  <a:lnTo>
                    <a:pt x="133189" y="66145"/>
                  </a:lnTo>
                  <a:lnTo>
                    <a:pt x="129911" y="61962"/>
                  </a:lnTo>
                  <a:lnTo>
                    <a:pt x="126501" y="57887"/>
                  </a:lnTo>
                  <a:lnTo>
                    <a:pt x="122964" y="53921"/>
                  </a:lnTo>
                  <a:lnTo>
                    <a:pt x="119303" y="50070"/>
                  </a:lnTo>
                  <a:lnTo>
                    <a:pt x="115521" y="46337"/>
                  </a:lnTo>
                  <a:lnTo>
                    <a:pt x="111622" y="42727"/>
                  </a:lnTo>
                  <a:lnTo>
                    <a:pt x="107610" y="39242"/>
                  </a:lnTo>
                  <a:lnTo>
                    <a:pt x="103490" y="35886"/>
                  </a:lnTo>
                  <a:lnTo>
                    <a:pt x="99265" y="32663"/>
                  </a:lnTo>
                  <a:lnTo>
                    <a:pt x="94940" y="29576"/>
                  </a:lnTo>
                  <a:lnTo>
                    <a:pt x="90519" y="26628"/>
                  </a:lnTo>
                  <a:lnTo>
                    <a:pt x="86006" y="23822"/>
                  </a:lnTo>
                  <a:lnTo>
                    <a:pt x="81407" y="21161"/>
                  </a:lnTo>
                  <a:lnTo>
                    <a:pt x="76725" y="18647"/>
                  </a:lnTo>
                  <a:lnTo>
                    <a:pt x="71965" y="16283"/>
                  </a:lnTo>
                  <a:lnTo>
                    <a:pt x="67133" y="14072"/>
                  </a:lnTo>
                  <a:lnTo>
                    <a:pt x="62234" y="12016"/>
                  </a:lnTo>
                  <a:lnTo>
                    <a:pt x="57271" y="10116"/>
                  </a:lnTo>
                  <a:lnTo>
                    <a:pt x="52250" y="8375"/>
                  </a:lnTo>
                  <a:lnTo>
                    <a:pt x="47177" y="6795"/>
                  </a:lnTo>
                  <a:lnTo>
                    <a:pt x="42056" y="5376"/>
                  </a:lnTo>
                  <a:lnTo>
                    <a:pt x="36892" y="4121"/>
                  </a:lnTo>
                  <a:lnTo>
                    <a:pt x="31691" y="3031"/>
                  </a:lnTo>
                  <a:lnTo>
                    <a:pt x="26458" y="2107"/>
                  </a:lnTo>
                  <a:lnTo>
                    <a:pt x="21199" y="1349"/>
                  </a:lnTo>
                  <a:lnTo>
                    <a:pt x="15918" y="759"/>
                  </a:lnTo>
                  <a:lnTo>
                    <a:pt x="10621" y="337"/>
                  </a:lnTo>
                  <a:lnTo>
                    <a:pt x="531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1943" y="5269756"/>
              <a:ext cx="143315" cy="167167"/>
            </a:xfrm>
            <a:custGeom>
              <a:avLst/>
              <a:pathLst>
                <a:path w="143315" h="167167">
                  <a:moveTo>
                    <a:pt x="143315" y="0"/>
                  </a:moveTo>
                  <a:lnTo>
                    <a:pt x="137761" y="92"/>
                  </a:lnTo>
                  <a:lnTo>
                    <a:pt x="132214" y="368"/>
                  </a:lnTo>
                  <a:lnTo>
                    <a:pt x="126679" y="829"/>
                  </a:lnTo>
                  <a:lnTo>
                    <a:pt x="121162" y="1474"/>
                  </a:lnTo>
                  <a:lnTo>
                    <a:pt x="115670" y="2301"/>
                  </a:lnTo>
                  <a:lnTo>
                    <a:pt x="110208" y="3311"/>
                  </a:lnTo>
                  <a:lnTo>
                    <a:pt x="104783" y="4501"/>
                  </a:lnTo>
                  <a:lnTo>
                    <a:pt x="99401" y="5871"/>
                  </a:lnTo>
                  <a:lnTo>
                    <a:pt x="94066" y="7418"/>
                  </a:lnTo>
                  <a:lnTo>
                    <a:pt x="88787" y="9143"/>
                  </a:lnTo>
                  <a:lnTo>
                    <a:pt x="83567" y="11041"/>
                  </a:lnTo>
                  <a:lnTo>
                    <a:pt x="78413" y="13112"/>
                  </a:lnTo>
                  <a:lnTo>
                    <a:pt x="73331" y="15354"/>
                  </a:lnTo>
                  <a:lnTo>
                    <a:pt x="68327" y="17762"/>
                  </a:lnTo>
                  <a:lnTo>
                    <a:pt x="63405" y="20336"/>
                  </a:lnTo>
                  <a:lnTo>
                    <a:pt x="58571" y="23072"/>
                  </a:lnTo>
                  <a:lnTo>
                    <a:pt x="53831" y="25966"/>
                  </a:lnTo>
                  <a:lnTo>
                    <a:pt x="49190" y="29017"/>
                  </a:lnTo>
                  <a:lnTo>
                    <a:pt x="44652" y="32220"/>
                  </a:lnTo>
                  <a:lnTo>
                    <a:pt x="40223" y="35572"/>
                  </a:lnTo>
                  <a:lnTo>
                    <a:pt x="35909" y="39070"/>
                  </a:lnTo>
                  <a:lnTo>
                    <a:pt x="31713" y="42708"/>
                  </a:lnTo>
                  <a:lnTo>
                    <a:pt x="27640" y="46485"/>
                  </a:lnTo>
                  <a:lnTo>
                    <a:pt x="23694" y="50394"/>
                  </a:lnTo>
                  <a:lnTo>
                    <a:pt x="19881" y="54432"/>
                  </a:lnTo>
                  <a:lnTo>
                    <a:pt x="16204" y="58595"/>
                  </a:lnTo>
                  <a:lnTo>
                    <a:pt x="12667" y="62878"/>
                  </a:lnTo>
                  <a:lnTo>
                    <a:pt x="9275" y="67275"/>
                  </a:lnTo>
                  <a:lnTo>
                    <a:pt x="6030" y="71784"/>
                  </a:lnTo>
                  <a:lnTo>
                    <a:pt x="2937" y="76397"/>
                  </a:lnTo>
                  <a:lnTo>
                    <a:pt x="0" y="81110"/>
                  </a:lnTo>
                  <a:lnTo>
                    <a:pt x="1433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1943" y="5350867"/>
              <a:ext cx="143315" cy="86056"/>
            </a:xfrm>
            <a:custGeom>
              <a:avLst/>
              <a:pathLst>
                <a:path w="143315" h="86056">
                  <a:moveTo>
                    <a:pt x="0" y="0"/>
                  </a:moveTo>
                  <a:lnTo>
                    <a:pt x="143315" y="86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2079" y="5350867"/>
              <a:ext cx="163178" cy="86056"/>
            </a:xfrm>
            <a:custGeom>
              <a:avLst/>
              <a:pathLst>
                <a:path w="163178" h="86056">
                  <a:moveTo>
                    <a:pt x="19863" y="0"/>
                  </a:moveTo>
                  <a:lnTo>
                    <a:pt x="16878" y="5179"/>
                  </a:lnTo>
                  <a:lnTo>
                    <a:pt x="14080" y="10462"/>
                  </a:lnTo>
                  <a:lnTo>
                    <a:pt x="11472" y="15842"/>
                  </a:lnTo>
                  <a:lnTo>
                    <a:pt x="9058" y="21311"/>
                  </a:lnTo>
                  <a:lnTo>
                    <a:pt x="6842" y="26864"/>
                  </a:lnTo>
                  <a:lnTo>
                    <a:pt x="4825" y="32492"/>
                  </a:lnTo>
                  <a:lnTo>
                    <a:pt x="3011" y="38188"/>
                  </a:lnTo>
                  <a:lnTo>
                    <a:pt x="1402" y="43946"/>
                  </a:lnTo>
                  <a:lnTo>
                    <a:pt x="0" y="49758"/>
                  </a:lnTo>
                  <a:lnTo>
                    <a:pt x="163178" y="86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3987" y="130869"/>
                  </a:moveTo>
                  <a:lnTo>
                    <a:pt x="2915" y="136078"/>
                  </a:lnTo>
                  <a:lnTo>
                    <a:pt x="2009" y="141318"/>
                  </a:lnTo>
                  <a:lnTo>
                    <a:pt x="1270" y="146585"/>
                  </a:lnTo>
                  <a:lnTo>
                    <a:pt x="699" y="151872"/>
                  </a:lnTo>
                  <a:lnTo>
                    <a:pt x="297" y="157175"/>
                  </a:lnTo>
                  <a:lnTo>
                    <a:pt x="64" y="162488"/>
                  </a:lnTo>
                  <a:lnTo>
                    <a:pt x="0" y="167806"/>
                  </a:lnTo>
                  <a:lnTo>
                    <a:pt x="104" y="173123"/>
                  </a:lnTo>
                  <a:lnTo>
                    <a:pt x="378" y="178434"/>
                  </a:lnTo>
                  <a:lnTo>
                    <a:pt x="821" y="183734"/>
                  </a:lnTo>
                  <a:lnTo>
                    <a:pt x="1432" y="189017"/>
                  </a:lnTo>
                  <a:lnTo>
                    <a:pt x="2211" y="194277"/>
                  </a:lnTo>
                  <a:lnTo>
                    <a:pt x="3157" y="199511"/>
                  </a:lnTo>
                  <a:lnTo>
                    <a:pt x="4269" y="204711"/>
                  </a:lnTo>
                  <a:lnTo>
                    <a:pt x="5546" y="209874"/>
                  </a:lnTo>
                  <a:lnTo>
                    <a:pt x="6986" y="214993"/>
                  </a:lnTo>
                  <a:lnTo>
                    <a:pt x="8588" y="220064"/>
                  </a:lnTo>
                  <a:lnTo>
                    <a:pt x="10351" y="225082"/>
                  </a:lnTo>
                  <a:lnTo>
                    <a:pt x="12273" y="230041"/>
                  </a:lnTo>
                  <a:lnTo>
                    <a:pt x="14351" y="234936"/>
                  </a:lnTo>
                  <a:lnTo>
                    <a:pt x="16584" y="239763"/>
                  </a:lnTo>
                  <a:lnTo>
                    <a:pt x="18969" y="244516"/>
                  </a:lnTo>
                  <a:lnTo>
                    <a:pt x="21505" y="249191"/>
                  </a:lnTo>
                  <a:lnTo>
                    <a:pt x="24188" y="253782"/>
                  </a:lnTo>
                  <a:lnTo>
                    <a:pt x="27015" y="258287"/>
                  </a:lnTo>
                  <a:lnTo>
                    <a:pt x="29985" y="262699"/>
                  </a:lnTo>
                  <a:lnTo>
                    <a:pt x="33093" y="267014"/>
                  </a:lnTo>
                  <a:lnTo>
                    <a:pt x="36337" y="271228"/>
                  </a:lnTo>
                  <a:lnTo>
                    <a:pt x="39713" y="275337"/>
                  </a:lnTo>
                  <a:lnTo>
                    <a:pt x="43218" y="279336"/>
                  </a:lnTo>
                  <a:lnTo>
                    <a:pt x="46849" y="283222"/>
                  </a:lnTo>
                  <a:lnTo>
                    <a:pt x="50602" y="286991"/>
                  </a:lnTo>
                  <a:lnTo>
                    <a:pt x="54472" y="290638"/>
                  </a:lnTo>
                  <a:lnTo>
                    <a:pt x="58457" y="294160"/>
                  </a:lnTo>
                  <a:lnTo>
                    <a:pt x="62551" y="297554"/>
                  </a:lnTo>
                  <a:lnTo>
                    <a:pt x="66752" y="300816"/>
                  </a:lnTo>
                  <a:lnTo>
                    <a:pt x="71054" y="303942"/>
                  </a:lnTo>
                  <a:lnTo>
                    <a:pt x="75453" y="306930"/>
                  </a:lnTo>
                  <a:lnTo>
                    <a:pt x="79945" y="309777"/>
                  </a:lnTo>
                  <a:lnTo>
                    <a:pt x="84526" y="312479"/>
                  </a:lnTo>
                  <a:lnTo>
                    <a:pt x="89190" y="315034"/>
                  </a:lnTo>
                  <a:lnTo>
                    <a:pt x="93933" y="317440"/>
                  </a:lnTo>
                  <a:lnTo>
                    <a:pt x="98750" y="319693"/>
                  </a:lnTo>
                  <a:lnTo>
                    <a:pt x="103636" y="321792"/>
                  </a:lnTo>
                  <a:lnTo>
                    <a:pt x="108587" y="323735"/>
                  </a:lnTo>
                  <a:lnTo>
                    <a:pt x="113597" y="325519"/>
                  </a:lnTo>
                  <a:lnTo>
                    <a:pt x="118661" y="327143"/>
                  </a:lnTo>
                  <a:lnTo>
                    <a:pt x="123774" y="328605"/>
                  </a:lnTo>
                  <a:lnTo>
                    <a:pt x="128932" y="329903"/>
                  </a:lnTo>
                  <a:lnTo>
                    <a:pt x="134127" y="331037"/>
                  </a:lnTo>
                  <a:lnTo>
                    <a:pt x="139357" y="332005"/>
                  </a:lnTo>
                  <a:lnTo>
                    <a:pt x="144614" y="332806"/>
                  </a:lnTo>
                  <a:lnTo>
                    <a:pt x="149895" y="333440"/>
                  </a:lnTo>
                  <a:lnTo>
                    <a:pt x="155192" y="333905"/>
                  </a:lnTo>
                  <a:lnTo>
                    <a:pt x="160502" y="334202"/>
                  </a:lnTo>
                  <a:lnTo>
                    <a:pt x="165819" y="334329"/>
                  </a:lnTo>
                  <a:lnTo>
                    <a:pt x="171137" y="334287"/>
                  </a:lnTo>
                  <a:lnTo>
                    <a:pt x="176451" y="334076"/>
                  </a:lnTo>
                  <a:lnTo>
                    <a:pt x="181755" y="333697"/>
                  </a:lnTo>
                  <a:lnTo>
                    <a:pt x="187045" y="333148"/>
                  </a:lnTo>
                  <a:lnTo>
                    <a:pt x="192315" y="332432"/>
                  </a:lnTo>
                  <a:lnTo>
                    <a:pt x="197559" y="331548"/>
                  </a:lnTo>
                  <a:lnTo>
                    <a:pt x="202772" y="330498"/>
                  </a:lnTo>
                  <a:lnTo>
                    <a:pt x="207950" y="329283"/>
                  </a:lnTo>
                  <a:lnTo>
                    <a:pt x="213086" y="327904"/>
                  </a:lnTo>
                  <a:lnTo>
                    <a:pt x="218176" y="326362"/>
                  </a:lnTo>
                  <a:lnTo>
                    <a:pt x="223214" y="324658"/>
                  </a:lnTo>
                  <a:lnTo>
                    <a:pt x="228195" y="322796"/>
                  </a:lnTo>
                  <a:lnTo>
                    <a:pt x="233115" y="320776"/>
                  </a:lnTo>
                  <a:lnTo>
                    <a:pt x="237968" y="318600"/>
                  </a:lnTo>
                  <a:lnTo>
                    <a:pt x="242749" y="316272"/>
                  </a:lnTo>
                  <a:lnTo>
                    <a:pt x="247453" y="313792"/>
                  </a:lnTo>
                  <a:lnTo>
                    <a:pt x="252077" y="311164"/>
                  </a:lnTo>
                  <a:lnTo>
                    <a:pt x="256614" y="308390"/>
                  </a:lnTo>
                  <a:lnTo>
                    <a:pt x="261061" y="305473"/>
                  </a:lnTo>
                  <a:lnTo>
                    <a:pt x="265413" y="302416"/>
                  </a:lnTo>
                  <a:lnTo>
                    <a:pt x="269666" y="299223"/>
                  </a:lnTo>
                  <a:lnTo>
                    <a:pt x="273814" y="295896"/>
                  </a:lnTo>
                  <a:lnTo>
                    <a:pt x="277855" y="292438"/>
                  </a:lnTo>
                  <a:lnTo>
                    <a:pt x="281784" y="288854"/>
                  </a:lnTo>
                  <a:lnTo>
                    <a:pt x="285597" y="285146"/>
                  </a:lnTo>
                  <a:lnTo>
                    <a:pt x="289289" y="281319"/>
                  </a:lnTo>
                  <a:lnTo>
                    <a:pt x="292859" y="277377"/>
                  </a:lnTo>
                  <a:lnTo>
                    <a:pt x="296301" y="273323"/>
                  </a:lnTo>
                  <a:lnTo>
                    <a:pt x="299612" y="269161"/>
                  </a:lnTo>
                  <a:lnTo>
                    <a:pt x="302790" y="264897"/>
                  </a:lnTo>
                  <a:lnTo>
                    <a:pt x="305830" y="260533"/>
                  </a:lnTo>
                  <a:lnTo>
                    <a:pt x="308729" y="256075"/>
                  </a:lnTo>
                  <a:lnTo>
                    <a:pt x="311486" y="251527"/>
                  </a:lnTo>
                  <a:lnTo>
                    <a:pt x="314096" y="246894"/>
                  </a:lnTo>
                  <a:lnTo>
                    <a:pt x="316558" y="242180"/>
                  </a:lnTo>
                  <a:lnTo>
                    <a:pt x="318869" y="237390"/>
                  </a:lnTo>
                  <a:lnTo>
                    <a:pt x="321025" y="232528"/>
                  </a:lnTo>
                  <a:lnTo>
                    <a:pt x="323027" y="227601"/>
                  </a:lnTo>
                  <a:lnTo>
                    <a:pt x="324870" y="222613"/>
                  </a:lnTo>
                  <a:lnTo>
                    <a:pt x="326554" y="217568"/>
                  </a:lnTo>
                  <a:lnTo>
                    <a:pt x="328077" y="212473"/>
                  </a:lnTo>
                  <a:lnTo>
                    <a:pt x="329436" y="207331"/>
                  </a:lnTo>
                  <a:lnTo>
                    <a:pt x="330632" y="202149"/>
                  </a:lnTo>
                  <a:lnTo>
                    <a:pt x="331662" y="196932"/>
                  </a:lnTo>
                  <a:lnTo>
                    <a:pt x="332525" y="191684"/>
                  </a:lnTo>
                  <a:lnTo>
                    <a:pt x="333222" y="186412"/>
                  </a:lnTo>
                  <a:lnTo>
                    <a:pt x="333750" y="181120"/>
                  </a:lnTo>
                  <a:lnTo>
                    <a:pt x="334109" y="175814"/>
                  </a:lnTo>
                  <a:lnTo>
                    <a:pt x="334300" y="170499"/>
                  </a:lnTo>
                  <a:lnTo>
                    <a:pt x="334321" y="165181"/>
                  </a:lnTo>
                  <a:lnTo>
                    <a:pt x="334174" y="159865"/>
                  </a:lnTo>
                  <a:lnTo>
                    <a:pt x="333857" y="154556"/>
                  </a:lnTo>
                  <a:lnTo>
                    <a:pt x="333371" y="149261"/>
                  </a:lnTo>
                  <a:lnTo>
                    <a:pt x="332718" y="143983"/>
                  </a:lnTo>
                  <a:lnTo>
                    <a:pt x="331896" y="138728"/>
                  </a:lnTo>
                  <a:lnTo>
                    <a:pt x="330908" y="133503"/>
                  </a:lnTo>
                  <a:lnTo>
                    <a:pt x="329755" y="128311"/>
                  </a:lnTo>
                  <a:lnTo>
                    <a:pt x="328436" y="123159"/>
                  </a:lnTo>
                  <a:lnTo>
                    <a:pt x="326955" y="118051"/>
                  </a:lnTo>
                  <a:lnTo>
                    <a:pt x="325312" y="112994"/>
                  </a:lnTo>
                  <a:lnTo>
                    <a:pt x="323509" y="107990"/>
                  </a:lnTo>
                  <a:lnTo>
                    <a:pt x="321547" y="103047"/>
                  </a:lnTo>
                  <a:lnTo>
                    <a:pt x="319429" y="98169"/>
                  </a:lnTo>
                  <a:lnTo>
                    <a:pt x="317158" y="93360"/>
                  </a:lnTo>
                  <a:lnTo>
                    <a:pt x="314734" y="88627"/>
                  </a:lnTo>
                  <a:lnTo>
                    <a:pt x="312161" y="83972"/>
                  </a:lnTo>
                  <a:lnTo>
                    <a:pt x="309441" y="79402"/>
                  </a:lnTo>
                  <a:lnTo>
                    <a:pt x="306577" y="74921"/>
                  </a:lnTo>
                  <a:lnTo>
                    <a:pt x="303573" y="70533"/>
                  </a:lnTo>
                  <a:lnTo>
                    <a:pt x="300430" y="66243"/>
                  </a:lnTo>
                  <a:lnTo>
                    <a:pt x="297152" y="62055"/>
                  </a:lnTo>
                  <a:lnTo>
                    <a:pt x="293743" y="57973"/>
                  </a:lnTo>
                  <a:lnTo>
                    <a:pt x="290205" y="54002"/>
                  </a:lnTo>
                  <a:lnTo>
                    <a:pt x="286543" y="50146"/>
                  </a:lnTo>
                  <a:lnTo>
                    <a:pt x="282761" y="46408"/>
                  </a:lnTo>
                  <a:lnTo>
                    <a:pt x="278861" y="42792"/>
                  </a:lnTo>
                  <a:lnTo>
                    <a:pt x="274848" y="39302"/>
                  </a:lnTo>
                  <a:lnTo>
                    <a:pt x="270726" y="35941"/>
                  </a:lnTo>
                  <a:lnTo>
                    <a:pt x="266500" y="32713"/>
                  </a:lnTo>
                  <a:lnTo>
                    <a:pt x="262172" y="29622"/>
                  </a:lnTo>
                  <a:lnTo>
                    <a:pt x="257749" y="26669"/>
                  </a:lnTo>
                  <a:lnTo>
                    <a:pt x="253234" y="23859"/>
                  </a:lnTo>
                  <a:lnTo>
                    <a:pt x="248632" y="21194"/>
                  </a:lnTo>
                  <a:lnTo>
                    <a:pt x="243948" y="18676"/>
                  </a:lnTo>
                  <a:lnTo>
                    <a:pt x="239185" y="16309"/>
                  </a:lnTo>
                  <a:lnTo>
                    <a:pt x="234350" y="14094"/>
                  </a:lnTo>
                  <a:lnTo>
                    <a:pt x="229447" y="12035"/>
                  </a:lnTo>
                  <a:lnTo>
                    <a:pt x="224481" y="10132"/>
                  </a:lnTo>
                  <a:lnTo>
                    <a:pt x="219457" y="8388"/>
                  </a:lnTo>
                  <a:lnTo>
                    <a:pt x="214380" y="6805"/>
                  </a:lnTo>
                  <a:lnTo>
                    <a:pt x="209255" y="5385"/>
                  </a:lnTo>
                  <a:lnTo>
                    <a:pt x="204087" y="4128"/>
                  </a:lnTo>
                  <a:lnTo>
                    <a:pt x="198883" y="3036"/>
                  </a:lnTo>
                  <a:lnTo>
                    <a:pt x="193646" y="2110"/>
                  </a:lnTo>
                  <a:lnTo>
                    <a:pt x="188382" y="1351"/>
                  </a:lnTo>
                  <a:lnTo>
                    <a:pt x="183097" y="760"/>
                  </a:lnTo>
                  <a:lnTo>
                    <a:pt x="177795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7705" y="5018213"/>
              <a:ext cx="163333" cy="167167"/>
            </a:xfrm>
            <a:custGeom>
              <a:avLst/>
              <a:pathLst>
                <a:path w="163333" h="167167">
                  <a:moveTo>
                    <a:pt x="163333" y="0"/>
                  </a:moveTo>
                  <a:lnTo>
                    <a:pt x="157936" y="87"/>
                  </a:lnTo>
                  <a:lnTo>
                    <a:pt x="152544" y="348"/>
                  </a:lnTo>
                  <a:lnTo>
                    <a:pt x="147164" y="783"/>
                  </a:lnTo>
                  <a:lnTo>
                    <a:pt x="141801" y="1392"/>
                  </a:lnTo>
                  <a:lnTo>
                    <a:pt x="136460" y="2174"/>
                  </a:lnTo>
                  <a:lnTo>
                    <a:pt x="131147" y="3127"/>
                  </a:lnTo>
                  <a:lnTo>
                    <a:pt x="125868" y="4252"/>
                  </a:lnTo>
                  <a:lnTo>
                    <a:pt x="120628" y="5546"/>
                  </a:lnTo>
                  <a:lnTo>
                    <a:pt x="115432" y="7009"/>
                  </a:lnTo>
                  <a:lnTo>
                    <a:pt x="110287" y="8639"/>
                  </a:lnTo>
                  <a:lnTo>
                    <a:pt x="105196" y="10434"/>
                  </a:lnTo>
                  <a:lnTo>
                    <a:pt x="100166" y="12393"/>
                  </a:lnTo>
                  <a:lnTo>
                    <a:pt x="95202" y="14513"/>
                  </a:lnTo>
                  <a:lnTo>
                    <a:pt x="90309" y="16792"/>
                  </a:lnTo>
                  <a:lnTo>
                    <a:pt x="85493" y="19228"/>
                  </a:lnTo>
                  <a:lnTo>
                    <a:pt x="80757" y="21818"/>
                  </a:lnTo>
                  <a:lnTo>
                    <a:pt x="76107" y="24560"/>
                  </a:lnTo>
                  <a:lnTo>
                    <a:pt x="71549" y="27451"/>
                  </a:lnTo>
                  <a:lnTo>
                    <a:pt x="67086" y="30487"/>
                  </a:lnTo>
                  <a:lnTo>
                    <a:pt x="62723" y="33665"/>
                  </a:lnTo>
                  <a:lnTo>
                    <a:pt x="58466" y="36983"/>
                  </a:lnTo>
                  <a:lnTo>
                    <a:pt x="54317" y="40436"/>
                  </a:lnTo>
                  <a:lnTo>
                    <a:pt x="50283" y="44022"/>
                  </a:lnTo>
                  <a:lnTo>
                    <a:pt x="46366" y="47736"/>
                  </a:lnTo>
                  <a:lnTo>
                    <a:pt x="42571" y="51575"/>
                  </a:lnTo>
                  <a:lnTo>
                    <a:pt x="38902" y="55534"/>
                  </a:lnTo>
                  <a:lnTo>
                    <a:pt x="35363" y="59609"/>
                  </a:lnTo>
                  <a:lnTo>
                    <a:pt x="31957" y="63797"/>
                  </a:lnTo>
                  <a:lnTo>
                    <a:pt x="28688" y="68092"/>
                  </a:lnTo>
                  <a:lnTo>
                    <a:pt x="25560" y="72491"/>
                  </a:lnTo>
                  <a:lnTo>
                    <a:pt x="22575" y="76988"/>
                  </a:lnTo>
                  <a:lnTo>
                    <a:pt x="19737" y="81579"/>
                  </a:lnTo>
                  <a:lnTo>
                    <a:pt x="17049" y="86260"/>
                  </a:lnTo>
                  <a:lnTo>
                    <a:pt x="14513" y="91025"/>
                  </a:lnTo>
                  <a:lnTo>
                    <a:pt x="12132" y="95869"/>
                  </a:lnTo>
                  <a:lnTo>
                    <a:pt x="9909" y="100788"/>
                  </a:lnTo>
                  <a:lnTo>
                    <a:pt x="7846" y="105776"/>
                  </a:lnTo>
                  <a:lnTo>
                    <a:pt x="5945" y="110828"/>
                  </a:lnTo>
                  <a:lnTo>
                    <a:pt x="4208" y="115938"/>
                  </a:lnTo>
                  <a:lnTo>
                    <a:pt x="2637" y="121102"/>
                  </a:lnTo>
                  <a:lnTo>
                    <a:pt x="1234" y="126315"/>
                  </a:lnTo>
                  <a:lnTo>
                    <a:pt x="0" y="131569"/>
                  </a:lnTo>
                  <a:lnTo>
                    <a:pt x="16333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7705" y="5149783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7705" y="5149783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7705" y="5149783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91" y="5149783"/>
              <a:ext cx="167147" cy="46352"/>
            </a:xfrm>
            <a:custGeom>
              <a:avLst/>
              <a:pathLst>
                <a:path w="167147" h="46352">
                  <a:moveTo>
                    <a:pt x="3814" y="0"/>
                  </a:moveTo>
                  <a:lnTo>
                    <a:pt x="2525" y="6535"/>
                  </a:lnTo>
                  <a:lnTo>
                    <a:pt x="1498" y="13117"/>
                  </a:lnTo>
                  <a:lnTo>
                    <a:pt x="734" y="19735"/>
                  </a:lnTo>
                  <a:lnTo>
                    <a:pt x="234" y="26378"/>
                  </a:lnTo>
                  <a:lnTo>
                    <a:pt x="0" y="33035"/>
                  </a:lnTo>
                  <a:lnTo>
                    <a:pt x="30" y="39697"/>
                  </a:lnTo>
                  <a:lnTo>
                    <a:pt x="326" y="46352"/>
                  </a:lnTo>
                  <a:lnTo>
                    <a:pt x="167147" y="355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4217" y="5018213"/>
              <a:ext cx="333978" cy="334326"/>
            </a:xfrm>
            <a:custGeom>
              <a:avLst/>
              <a:pathLst>
                <a:path w="333978" h="334326">
                  <a:moveTo>
                    <a:pt x="0" y="177921"/>
                  </a:moveTo>
                  <a:lnTo>
                    <a:pt x="426" y="183226"/>
                  </a:lnTo>
                  <a:lnTo>
                    <a:pt x="1022" y="188514"/>
                  </a:lnTo>
                  <a:lnTo>
                    <a:pt x="1785" y="193781"/>
                  </a:lnTo>
                  <a:lnTo>
                    <a:pt x="2716" y="199020"/>
                  </a:lnTo>
                  <a:lnTo>
                    <a:pt x="3813" y="204228"/>
                  </a:lnTo>
                  <a:lnTo>
                    <a:pt x="5075" y="209397"/>
                  </a:lnTo>
                  <a:lnTo>
                    <a:pt x="6502" y="214524"/>
                  </a:lnTo>
                  <a:lnTo>
                    <a:pt x="8090" y="219603"/>
                  </a:lnTo>
                  <a:lnTo>
                    <a:pt x="9840" y="224629"/>
                  </a:lnTo>
                  <a:lnTo>
                    <a:pt x="11748" y="229597"/>
                  </a:lnTo>
                  <a:lnTo>
                    <a:pt x="13814" y="234501"/>
                  </a:lnTo>
                  <a:lnTo>
                    <a:pt x="16035" y="239337"/>
                  </a:lnTo>
                  <a:lnTo>
                    <a:pt x="18408" y="244100"/>
                  </a:lnTo>
                  <a:lnTo>
                    <a:pt x="20932" y="248785"/>
                  </a:lnTo>
                  <a:lnTo>
                    <a:pt x="23604" y="253388"/>
                  </a:lnTo>
                  <a:lnTo>
                    <a:pt x="26421" y="257903"/>
                  </a:lnTo>
                  <a:lnTo>
                    <a:pt x="29381" y="262326"/>
                  </a:lnTo>
                  <a:lnTo>
                    <a:pt x="32479" y="266652"/>
                  </a:lnTo>
                  <a:lnTo>
                    <a:pt x="35714" y="270878"/>
                  </a:lnTo>
                  <a:lnTo>
                    <a:pt x="39082" y="274999"/>
                  </a:lnTo>
                  <a:lnTo>
                    <a:pt x="42579" y="279010"/>
                  </a:lnTo>
                  <a:lnTo>
                    <a:pt x="46201" y="282908"/>
                  </a:lnTo>
                  <a:lnTo>
                    <a:pt x="49947" y="286689"/>
                  </a:lnTo>
                  <a:lnTo>
                    <a:pt x="53810" y="290348"/>
                  </a:lnTo>
                  <a:lnTo>
                    <a:pt x="57788" y="293883"/>
                  </a:lnTo>
                  <a:lnTo>
                    <a:pt x="61877" y="297289"/>
                  </a:lnTo>
                  <a:lnTo>
                    <a:pt x="66072" y="300564"/>
                  </a:lnTo>
                  <a:lnTo>
                    <a:pt x="70369" y="303703"/>
                  </a:lnTo>
                  <a:lnTo>
                    <a:pt x="74764" y="306704"/>
                  </a:lnTo>
                  <a:lnTo>
                    <a:pt x="79252" y="309563"/>
                  </a:lnTo>
                  <a:lnTo>
                    <a:pt x="83829" y="312279"/>
                  </a:lnTo>
                  <a:lnTo>
                    <a:pt x="88490" y="314847"/>
                  </a:lnTo>
                  <a:lnTo>
                    <a:pt x="93231" y="317265"/>
                  </a:lnTo>
                  <a:lnTo>
                    <a:pt x="98046" y="319531"/>
                  </a:lnTo>
                  <a:lnTo>
                    <a:pt x="102930" y="321643"/>
                  </a:lnTo>
                  <a:lnTo>
                    <a:pt x="107880" y="323599"/>
                  </a:lnTo>
                  <a:lnTo>
                    <a:pt x="112889" y="325396"/>
                  </a:lnTo>
                  <a:lnTo>
                    <a:pt x="117953" y="327032"/>
                  </a:lnTo>
                  <a:lnTo>
                    <a:pt x="123066" y="328507"/>
                  </a:lnTo>
                  <a:lnTo>
                    <a:pt x="128224" y="329818"/>
                  </a:lnTo>
                  <a:lnTo>
                    <a:pt x="133420" y="330964"/>
                  </a:lnTo>
                  <a:lnTo>
                    <a:pt x="138651" y="331944"/>
                  </a:lnTo>
                  <a:lnTo>
                    <a:pt x="143910" y="332757"/>
                  </a:lnTo>
                  <a:lnTo>
                    <a:pt x="149192" y="333402"/>
                  </a:lnTo>
                  <a:lnTo>
                    <a:pt x="154493" y="333879"/>
                  </a:lnTo>
                  <a:lnTo>
                    <a:pt x="159805" y="334187"/>
                  </a:lnTo>
                  <a:lnTo>
                    <a:pt x="165125" y="334326"/>
                  </a:lnTo>
                  <a:lnTo>
                    <a:pt x="170447" y="334295"/>
                  </a:lnTo>
                  <a:lnTo>
                    <a:pt x="175765" y="334095"/>
                  </a:lnTo>
                  <a:lnTo>
                    <a:pt x="181074" y="333726"/>
                  </a:lnTo>
                  <a:lnTo>
                    <a:pt x="186368" y="333188"/>
                  </a:lnTo>
                  <a:lnTo>
                    <a:pt x="191643" y="332481"/>
                  </a:lnTo>
                  <a:lnTo>
                    <a:pt x="196892" y="331607"/>
                  </a:lnTo>
                  <a:lnTo>
                    <a:pt x="202111" y="330567"/>
                  </a:lnTo>
                  <a:lnTo>
                    <a:pt x="207294" y="329361"/>
                  </a:lnTo>
                  <a:lnTo>
                    <a:pt x="212436" y="327990"/>
                  </a:lnTo>
                  <a:lnTo>
                    <a:pt x="217532" y="326457"/>
                  </a:lnTo>
                  <a:lnTo>
                    <a:pt x="222577" y="324762"/>
                  </a:lnTo>
                  <a:lnTo>
                    <a:pt x="227565" y="322907"/>
                  </a:lnTo>
                  <a:lnTo>
                    <a:pt x="232491" y="320895"/>
                  </a:lnTo>
                  <a:lnTo>
                    <a:pt x="237351" y="318727"/>
                  </a:lnTo>
                  <a:lnTo>
                    <a:pt x="242140" y="316405"/>
                  </a:lnTo>
                  <a:lnTo>
                    <a:pt x="246852" y="313932"/>
                  </a:lnTo>
                  <a:lnTo>
                    <a:pt x="251483" y="311310"/>
                  </a:lnTo>
                  <a:lnTo>
                    <a:pt x="256028" y="308542"/>
                  </a:lnTo>
                  <a:lnTo>
                    <a:pt x="260483" y="305631"/>
                  </a:lnTo>
                  <a:lnTo>
                    <a:pt x="264843" y="302580"/>
                  </a:lnTo>
                  <a:lnTo>
                    <a:pt x="269103" y="299391"/>
                  </a:lnTo>
                  <a:lnTo>
                    <a:pt x="273260" y="296068"/>
                  </a:lnTo>
                  <a:lnTo>
                    <a:pt x="277309" y="292615"/>
                  </a:lnTo>
                  <a:lnTo>
                    <a:pt x="281246" y="289034"/>
                  </a:lnTo>
                  <a:lnTo>
                    <a:pt x="285068" y="285330"/>
                  </a:lnTo>
                  <a:lnTo>
                    <a:pt x="288769" y="281507"/>
                  </a:lnTo>
                  <a:lnTo>
                    <a:pt x="292347" y="277567"/>
                  </a:lnTo>
                  <a:lnTo>
                    <a:pt x="295797" y="273516"/>
                  </a:lnTo>
                  <a:lnTo>
                    <a:pt x="299117" y="269356"/>
                  </a:lnTo>
                  <a:lnTo>
                    <a:pt x="302302" y="265094"/>
                  </a:lnTo>
                  <a:lnTo>
                    <a:pt x="305351" y="260732"/>
                  </a:lnTo>
                  <a:lnTo>
                    <a:pt x="308259" y="256275"/>
                  </a:lnTo>
                  <a:lnTo>
                    <a:pt x="311023" y="251728"/>
                  </a:lnTo>
                  <a:lnTo>
                    <a:pt x="313642" y="247095"/>
                  </a:lnTo>
                  <a:lnTo>
                    <a:pt x="316112" y="242381"/>
                  </a:lnTo>
                  <a:lnTo>
                    <a:pt x="318430" y="237591"/>
                  </a:lnTo>
                  <a:lnTo>
                    <a:pt x="320595" y="232729"/>
                  </a:lnTo>
                  <a:lnTo>
                    <a:pt x="322604" y="227801"/>
                  </a:lnTo>
                  <a:lnTo>
                    <a:pt x="324455" y="222812"/>
                  </a:lnTo>
                  <a:lnTo>
                    <a:pt x="326146" y="217766"/>
                  </a:lnTo>
                  <a:lnTo>
                    <a:pt x="327676" y="212669"/>
                  </a:lnTo>
                  <a:lnTo>
                    <a:pt x="329043" y="207526"/>
                  </a:lnTo>
                  <a:lnTo>
                    <a:pt x="330245" y="202342"/>
                  </a:lnTo>
                  <a:lnTo>
                    <a:pt x="331282" y="197122"/>
                  </a:lnTo>
                  <a:lnTo>
                    <a:pt x="332152" y="191872"/>
                  </a:lnTo>
                  <a:lnTo>
                    <a:pt x="332855" y="186597"/>
                  </a:lnTo>
                  <a:lnTo>
                    <a:pt x="333389" y="181302"/>
                  </a:lnTo>
                  <a:lnTo>
                    <a:pt x="333755" y="175993"/>
                  </a:lnTo>
                  <a:lnTo>
                    <a:pt x="333951" y="170675"/>
                  </a:lnTo>
                  <a:lnTo>
                    <a:pt x="333978" y="165354"/>
                  </a:lnTo>
                  <a:lnTo>
                    <a:pt x="333836" y="160034"/>
                  </a:lnTo>
                  <a:lnTo>
                    <a:pt x="333524" y="154721"/>
                  </a:lnTo>
                  <a:lnTo>
                    <a:pt x="333044" y="149421"/>
                  </a:lnTo>
                  <a:lnTo>
                    <a:pt x="332394" y="144140"/>
                  </a:lnTo>
                  <a:lnTo>
                    <a:pt x="331578" y="138881"/>
                  </a:lnTo>
                  <a:lnTo>
                    <a:pt x="330594" y="133651"/>
                  </a:lnTo>
                  <a:lnTo>
                    <a:pt x="329444" y="128455"/>
                  </a:lnTo>
                  <a:lnTo>
                    <a:pt x="328129" y="123298"/>
                  </a:lnTo>
                  <a:lnTo>
                    <a:pt x="326651" y="118186"/>
                  </a:lnTo>
                  <a:lnTo>
                    <a:pt x="325011" y="113123"/>
                  </a:lnTo>
                  <a:lnTo>
                    <a:pt x="323211" y="108116"/>
                  </a:lnTo>
                  <a:lnTo>
                    <a:pt x="321252" y="103167"/>
                  </a:lnTo>
                  <a:lnTo>
                    <a:pt x="319137" y="98284"/>
                  </a:lnTo>
                  <a:lnTo>
                    <a:pt x="316867" y="93471"/>
                  </a:lnTo>
                  <a:lnTo>
                    <a:pt x="314445" y="88732"/>
                  </a:lnTo>
                  <a:lnTo>
                    <a:pt x="311874" y="84073"/>
                  </a:lnTo>
                  <a:lnTo>
                    <a:pt x="309155" y="79498"/>
                  </a:lnTo>
                  <a:lnTo>
                    <a:pt x="306293" y="75012"/>
                  </a:lnTo>
                  <a:lnTo>
                    <a:pt x="303289" y="70619"/>
                  </a:lnTo>
                  <a:lnTo>
                    <a:pt x="300146" y="66324"/>
                  </a:lnTo>
                  <a:lnTo>
                    <a:pt x="296869" y="62132"/>
                  </a:lnTo>
                  <a:lnTo>
                    <a:pt x="293460" y="58045"/>
                  </a:lnTo>
                  <a:lnTo>
                    <a:pt x="289922" y="54070"/>
                  </a:lnTo>
                  <a:lnTo>
                    <a:pt x="286260" y="50209"/>
                  </a:lnTo>
                  <a:lnTo>
                    <a:pt x="282477" y="46466"/>
                  </a:lnTo>
                  <a:lnTo>
                    <a:pt x="278576" y="42846"/>
                  </a:lnTo>
                  <a:lnTo>
                    <a:pt x="274562" y="39352"/>
                  </a:lnTo>
                  <a:lnTo>
                    <a:pt x="270439" y="35987"/>
                  </a:lnTo>
                  <a:lnTo>
                    <a:pt x="266211" y="32755"/>
                  </a:lnTo>
                  <a:lnTo>
                    <a:pt x="261882" y="29660"/>
                  </a:lnTo>
                  <a:lnTo>
                    <a:pt x="257457" y="26704"/>
                  </a:lnTo>
                  <a:lnTo>
                    <a:pt x="252940" y="23890"/>
                  </a:lnTo>
                  <a:lnTo>
                    <a:pt x="248336" y="21221"/>
                  </a:lnTo>
                  <a:lnTo>
                    <a:pt x="243649" y="18700"/>
                  </a:lnTo>
                  <a:lnTo>
                    <a:pt x="238885" y="16330"/>
                  </a:lnTo>
                  <a:lnTo>
                    <a:pt x="234047" y="14113"/>
                  </a:lnTo>
                  <a:lnTo>
                    <a:pt x="229141" y="12051"/>
                  </a:lnTo>
                  <a:lnTo>
                    <a:pt x="224172" y="10145"/>
                  </a:lnTo>
                  <a:lnTo>
                    <a:pt x="219145" y="8400"/>
                  </a:lnTo>
                  <a:lnTo>
                    <a:pt x="214065" y="6814"/>
                  </a:lnTo>
                  <a:lnTo>
                    <a:pt x="208937" y="5392"/>
                  </a:lnTo>
                  <a:lnTo>
                    <a:pt x="203766" y="4133"/>
                  </a:lnTo>
                  <a:lnTo>
                    <a:pt x="198558" y="3040"/>
                  </a:lnTo>
                  <a:lnTo>
                    <a:pt x="193318" y="2113"/>
                  </a:lnTo>
                  <a:lnTo>
                    <a:pt x="188051" y="1353"/>
                  </a:lnTo>
                  <a:lnTo>
                    <a:pt x="182762" y="761"/>
                  </a:lnTo>
                  <a:lnTo>
                    <a:pt x="177457" y="338"/>
                  </a:lnTo>
                  <a:lnTo>
                    <a:pt x="172142" y="84"/>
                  </a:lnTo>
                  <a:lnTo>
                    <a:pt x="166821" y="0"/>
                  </a:lnTo>
                  <a:lnTo>
                    <a:pt x="1668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8" y="4659281"/>
              <a:ext cx="331216" cy="334327"/>
            </a:xfrm>
            <a:custGeom>
              <a:avLst/>
              <a:pathLst>
                <a:path w="331216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3" y="1352"/>
                  </a:lnTo>
                  <a:lnTo>
                    <a:pt x="140667" y="2112"/>
                  </a:lnTo>
                  <a:lnTo>
                    <a:pt x="135428" y="3038"/>
                  </a:lnTo>
                  <a:lnTo>
                    <a:pt x="130222" y="4131"/>
                  </a:lnTo>
                  <a:lnTo>
                    <a:pt x="125053" y="5389"/>
                  </a:lnTo>
                  <a:lnTo>
                    <a:pt x="119926" y="6810"/>
                  </a:lnTo>
                  <a:lnTo>
                    <a:pt x="114847" y="8394"/>
                  </a:lnTo>
                  <a:lnTo>
                    <a:pt x="109822" y="10139"/>
                  </a:lnTo>
                  <a:lnTo>
                    <a:pt x="104854" y="12043"/>
                  </a:lnTo>
                  <a:lnTo>
                    <a:pt x="99950" y="14104"/>
                  </a:lnTo>
                  <a:lnTo>
                    <a:pt x="95113" y="16320"/>
                  </a:lnTo>
                  <a:lnTo>
                    <a:pt x="90350" y="18689"/>
                  </a:lnTo>
                  <a:lnTo>
                    <a:pt x="85664" y="21208"/>
                  </a:lnTo>
                  <a:lnTo>
                    <a:pt x="81061" y="23875"/>
                  </a:lnTo>
                  <a:lnTo>
                    <a:pt x="76545" y="26687"/>
                  </a:lnTo>
                  <a:lnTo>
                    <a:pt x="72120" y="29642"/>
                  </a:lnTo>
                  <a:lnTo>
                    <a:pt x="67792" y="32736"/>
                  </a:lnTo>
                  <a:lnTo>
                    <a:pt x="63565" y="35965"/>
                  </a:lnTo>
                  <a:lnTo>
                    <a:pt x="59443" y="39328"/>
                  </a:lnTo>
                  <a:lnTo>
                    <a:pt x="55429" y="42820"/>
                  </a:lnTo>
                  <a:lnTo>
                    <a:pt x="51529" y="46439"/>
                  </a:lnTo>
                  <a:lnTo>
                    <a:pt x="47746" y="50179"/>
                  </a:lnTo>
                  <a:lnTo>
                    <a:pt x="44084" y="54038"/>
                  </a:lnTo>
                  <a:lnTo>
                    <a:pt x="40546" y="58011"/>
                  </a:lnTo>
                  <a:lnTo>
                    <a:pt x="37137" y="62095"/>
                  </a:lnTo>
                  <a:lnTo>
                    <a:pt x="33860" y="66286"/>
                  </a:lnTo>
                  <a:lnTo>
                    <a:pt x="30717" y="70579"/>
                  </a:lnTo>
                  <a:lnTo>
                    <a:pt x="27713" y="74969"/>
                  </a:lnTo>
                  <a:lnTo>
                    <a:pt x="24850" y="79453"/>
                  </a:lnTo>
                  <a:lnTo>
                    <a:pt x="22130" y="84026"/>
                  </a:lnTo>
                  <a:lnTo>
                    <a:pt x="19558" y="88682"/>
                  </a:lnTo>
                  <a:lnTo>
                    <a:pt x="17136" y="93419"/>
                  </a:lnTo>
                  <a:lnTo>
                    <a:pt x="14865" y="98230"/>
                  </a:lnTo>
                  <a:lnTo>
                    <a:pt x="12748" y="103111"/>
                  </a:lnTo>
                  <a:lnTo>
                    <a:pt x="10788" y="108056"/>
                  </a:lnTo>
                  <a:lnTo>
                    <a:pt x="8987" y="113062"/>
                  </a:lnTo>
                  <a:lnTo>
                    <a:pt x="7345" y="118123"/>
                  </a:lnTo>
                  <a:lnTo>
                    <a:pt x="5865" y="123233"/>
                  </a:lnTo>
                  <a:lnTo>
                    <a:pt x="4549" y="128387"/>
                  </a:lnTo>
                  <a:lnTo>
                    <a:pt x="3397" y="133581"/>
                  </a:lnTo>
                  <a:lnTo>
                    <a:pt x="2412" y="138809"/>
                  </a:lnTo>
                  <a:lnTo>
                    <a:pt x="1593" y="144066"/>
                  </a:lnTo>
                  <a:lnTo>
                    <a:pt x="941" y="149346"/>
                  </a:lnTo>
                  <a:lnTo>
                    <a:pt x="459" y="154644"/>
                  </a:lnTo>
                  <a:lnTo>
                    <a:pt x="144" y="159954"/>
                  </a:lnTo>
                  <a:lnTo>
                    <a:pt x="0" y="165272"/>
                  </a:lnTo>
                  <a:lnTo>
                    <a:pt x="24" y="170592"/>
                  </a:lnTo>
                  <a:lnTo>
                    <a:pt x="217" y="175909"/>
                  </a:lnTo>
                  <a:lnTo>
                    <a:pt x="580" y="181216"/>
                  </a:lnTo>
                  <a:lnTo>
                    <a:pt x="1112" y="186510"/>
                  </a:lnTo>
                  <a:lnTo>
                    <a:pt x="1811" y="191784"/>
                  </a:lnTo>
                  <a:lnTo>
                    <a:pt x="2678" y="197032"/>
                  </a:lnTo>
                  <a:lnTo>
                    <a:pt x="3712" y="202251"/>
                  </a:lnTo>
                  <a:lnTo>
                    <a:pt x="4911" y="207434"/>
                  </a:lnTo>
                  <a:lnTo>
                    <a:pt x="6274" y="212576"/>
                  </a:lnTo>
                  <a:lnTo>
                    <a:pt x="7801" y="217673"/>
                  </a:lnTo>
                  <a:lnTo>
                    <a:pt x="9489" y="222718"/>
                  </a:lnTo>
                  <a:lnTo>
                    <a:pt x="11336" y="227707"/>
                  </a:lnTo>
                  <a:lnTo>
                    <a:pt x="13342" y="232634"/>
                  </a:lnTo>
                  <a:lnTo>
                    <a:pt x="15503" y="237496"/>
                  </a:lnTo>
                  <a:lnTo>
                    <a:pt x="17817" y="242286"/>
                  </a:lnTo>
                  <a:lnTo>
                    <a:pt x="20283" y="247000"/>
                  </a:lnTo>
                  <a:lnTo>
                    <a:pt x="22898" y="251633"/>
                  </a:lnTo>
                  <a:lnTo>
                    <a:pt x="25659" y="256181"/>
                  </a:lnTo>
                  <a:lnTo>
                    <a:pt x="28563" y="260638"/>
                  </a:lnTo>
                  <a:lnTo>
                    <a:pt x="31607" y="265001"/>
                  </a:lnTo>
                  <a:lnTo>
                    <a:pt x="34789" y="269264"/>
                  </a:lnTo>
                  <a:lnTo>
                    <a:pt x="38105" y="273425"/>
                  </a:lnTo>
                  <a:lnTo>
                    <a:pt x="41551" y="277477"/>
                  </a:lnTo>
                  <a:lnTo>
                    <a:pt x="45125" y="281418"/>
                  </a:lnTo>
                  <a:lnTo>
                    <a:pt x="48822" y="285243"/>
                  </a:lnTo>
                  <a:lnTo>
                    <a:pt x="52640" y="288949"/>
                  </a:lnTo>
                  <a:lnTo>
                    <a:pt x="56573" y="292531"/>
                  </a:lnTo>
                  <a:lnTo>
                    <a:pt x="60618" y="295987"/>
                  </a:lnTo>
                  <a:lnTo>
                    <a:pt x="64771" y="299312"/>
                  </a:lnTo>
                  <a:lnTo>
                    <a:pt x="69028" y="302503"/>
                  </a:lnTo>
                  <a:lnTo>
                    <a:pt x="73384" y="305557"/>
                  </a:lnTo>
                  <a:lnTo>
                    <a:pt x="77835" y="308470"/>
                  </a:lnTo>
                  <a:lnTo>
                    <a:pt x="82376" y="311241"/>
                  </a:lnTo>
                  <a:lnTo>
                    <a:pt x="87004" y="313866"/>
                  </a:lnTo>
                  <a:lnTo>
                    <a:pt x="91712" y="316342"/>
                  </a:lnTo>
                  <a:lnTo>
                    <a:pt x="96498" y="318667"/>
                  </a:lnTo>
                  <a:lnTo>
                    <a:pt x="101354" y="320839"/>
                  </a:lnTo>
                  <a:lnTo>
                    <a:pt x="106277" y="322855"/>
                  </a:lnTo>
                  <a:lnTo>
                    <a:pt x="111262" y="324713"/>
                  </a:lnTo>
                  <a:lnTo>
                    <a:pt x="116304" y="326412"/>
                  </a:lnTo>
                  <a:lnTo>
                    <a:pt x="121397" y="327949"/>
                  </a:lnTo>
                  <a:lnTo>
                    <a:pt x="126536" y="329324"/>
                  </a:lnTo>
                  <a:lnTo>
                    <a:pt x="131716" y="330535"/>
                  </a:lnTo>
                  <a:lnTo>
                    <a:pt x="136933" y="331580"/>
                  </a:lnTo>
                  <a:lnTo>
                    <a:pt x="142180" y="332458"/>
                  </a:lnTo>
                  <a:lnTo>
                    <a:pt x="147452" y="333169"/>
                  </a:lnTo>
                  <a:lnTo>
                    <a:pt x="152744" y="333712"/>
                  </a:lnTo>
                  <a:lnTo>
                    <a:pt x="158051" y="334086"/>
                  </a:lnTo>
                  <a:lnTo>
                    <a:pt x="163367" y="334291"/>
                  </a:lnTo>
                  <a:lnTo>
                    <a:pt x="168687" y="334327"/>
                  </a:lnTo>
                  <a:lnTo>
                    <a:pt x="174005" y="334194"/>
                  </a:lnTo>
                  <a:lnTo>
                    <a:pt x="179317" y="333891"/>
                  </a:lnTo>
                  <a:lnTo>
                    <a:pt x="184616" y="333420"/>
                  </a:lnTo>
                  <a:lnTo>
                    <a:pt x="189897" y="332780"/>
                  </a:lnTo>
                  <a:lnTo>
                    <a:pt x="195156" y="331973"/>
                  </a:lnTo>
                  <a:lnTo>
                    <a:pt x="200386" y="330998"/>
                  </a:lnTo>
                  <a:lnTo>
                    <a:pt x="205582" y="329858"/>
                  </a:lnTo>
                  <a:lnTo>
                    <a:pt x="210739" y="328553"/>
                  </a:lnTo>
                  <a:lnTo>
                    <a:pt x="215853" y="327084"/>
                  </a:lnTo>
                  <a:lnTo>
                    <a:pt x="220917" y="325454"/>
                  </a:lnTo>
                  <a:lnTo>
                    <a:pt x="225926" y="323663"/>
                  </a:lnTo>
                  <a:lnTo>
                    <a:pt x="230876" y="321714"/>
                  </a:lnTo>
                  <a:lnTo>
                    <a:pt x="235762" y="319608"/>
                  </a:lnTo>
                  <a:lnTo>
                    <a:pt x="240578" y="317348"/>
                  </a:lnTo>
                  <a:lnTo>
                    <a:pt x="245319" y="314935"/>
                  </a:lnTo>
                  <a:lnTo>
                    <a:pt x="249982" y="312373"/>
                  </a:lnTo>
                  <a:lnTo>
                    <a:pt x="254560" y="309664"/>
                  </a:lnTo>
                  <a:lnTo>
                    <a:pt x="259050" y="306811"/>
                  </a:lnTo>
                  <a:lnTo>
                    <a:pt x="263447" y="303816"/>
                  </a:lnTo>
                  <a:lnTo>
                    <a:pt x="267747" y="300683"/>
                  </a:lnTo>
                  <a:lnTo>
                    <a:pt x="271944" y="297414"/>
                  </a:lnTo>
                  <a:lnTo>
                    <a:pt x="276036" y="294014"/>
                  </a:lnTo>
                  <a:lnTo>
                    <a:pt x="280017" y="290485"/>
                  </a:lnTo>
                  <a:lnTo>
                    <a:pt x="283884" y="286831"/>
                  </a:lnTo>
                  <a:lnTo>
                    <a:pt x="287633" y="283056"/>
                  </a:lnTo>
                  <a:lnTo>
                    <a:pt x="291259" y="279164"/>
                  </a:lnTo>
                  <a:lnTo>
                    <a:pt x="294760" y="275158"/>
                  </a:lnTo>
                  <a:lnTo>
                    <a:pt x="298132" y="271043"/>
                  </a:lnTo>
                  <a:lnTo>
                    <a:pt x="301371" y="266823"/>
                  </a:lnTo>
                  <a:lnTo>
                    <a:pt x="304474" y="262502"/>
                  </a:lnTo>
                  <a:lnTo>
                    <a:pt x="307438" y="258084"/>
                  </a:lnTo>
                  <a:lnTo>
                    <a:pt x="310260" y="253574"/>
                  </a:lnTo>
                  <a:lnTo>
                    <a:pt x="312937" y="248977"/>
                  </a:lnTo>
                  <a:lnTo>
                    <a:pt x="315467" y="244297"/>
                  </a:lnTo>
                  <a:lnTo>
                    <a:pt x="317846" y="239538"/>
                  </a:lnTo>
                  <a:lnTo>
                    <a:pt x="320072" y="234707"/>
                  </a:lnTo>
                  <a:lnTo>
                    <a:pt x="322144" y="229806"/>
                  </a:lnTo>
                  <a:lnTo>
                    <a:pt x="324059" y="224843"/>
                  </a:lnTo>
                  <a:lnTo>
                    <a:pt x="325815" y="219821"/>
                  </a:lnTo>
                  <a:lnTo>
                    <a:pt x="327410" y="214746"/>
                  </a:lnTo>
                  <a:lnTo>
                    <a:pt x="328843" y="209622"/>
                  </a:lnTo>
                  <a:lnTo>
                    <a:pt x="330112" y="204456"/>
                  </a:lnTo>
                  <a:lnTo>
                    <a:pt x="331216" y="19925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4059" cy="32084"/>
            </a:xfrm>
            <a:custGeom>
              <a:avLst/>
              <a:pathLst>
                <a:path w="164059" h="32084">
                  <a:moveTo>
                    <a:pt x="164059" y="3208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4059" cy="32084"/>
            </a:xfrm>
            <a:custGeom>
              <a:avLst/>
              <a:pathLst>
                <a:path w="164059" h="32084">
                  <a:moveTo>
                    <a:pt x="164059" y="3208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55584"/>
              <a:ext cx="167164" cy="102949"/>
            </a:xfrm>
            <a:custGeom>
              <a:avLst/>
              <a:pathLst>
                <a:path w="167164" h="102949">
                  <a:moveTo>
                    <a:pt x="164059" y="102949"/>
                  </a:moveTo>
                  <a:lnTo>
                    <a:pt x="165034" y="97485"/>
                  </a:lnTo>
                  <a:lnTo>
                    <a:pt x="165827" y="91991"/>
                  </a:lnTo>
                  <a:lnTo>
                    <a:pt x="166437" y="86474"/>
                  </a:lnTo>
                  <a:lnTo>
                    <a:pt x="166863" y="80940"/>
                  </a:lnTo>
                  <a:lnTo>
                    <a:pt x="167106" y="75395"/>
                  </a:lnTo>
                  <a:lnTo>
                    <a:pt x="167164" y="69845"/>
                  </a:lnTo>
                  <a:lnTo>
                    <a:pt x="167038" y="64296"/>
                  </a:lnTo>
                  <a:lnTo>
                    <a:pt x="166728" y="58754"/>
                  </a:lnTo>
                  <a:lnTo>
                    <a:pt x="166234" y="53225"/>
                  </a:lnTo>
                  <a:lnTo>
                    <a:pt x="165557" y="47716"/>
                  </a:lnTo>
                  <a:lnTo>
                    <a:pt x="164697" y="42233"/>
                  </a:lnTo>
                  <a:lnTo>
                    <a:pt x="163655" y="36781"/>
                  </a:lnTo>
                  <a:lnTo>
                    <a:pt x="162434" y="31366"/>
                  </a:lnTo>
                  <a:lnTo>
                    <a:pt x="161033" y="25995"/>
                  </a:lnTo>
                  <a:lnTo>
                    <a:pt x="159455" y="20674"/>
                  </a:lnTo>
                  <a:lnTo>
                    <a:pt x="157700" y="15408"/>
                  </a:lnTo>
                  <a:lnTo>
                    <a:pt x="155772" y="10203"/>
                  </a:lnTo>
                  <a:lnTo>
                    <a:pt x="153673" y="5065"/>
                  </a:lnTo>
                  <a:lnTo>
                    <a:pt x="151403" y="0"/>
                  </a:lnTo>
                  <a:lnTo>
                    <a:pt x="0" y="70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51403" cy="167167"/>
            </a:xfrm>
            <a:custGeom>
              <a:avLst/>
              <a:pathLst>
                <a:path w="151403" h="167167">
                  <a:moveTo>
                    <a:pt x="151403" y="96302"/>
                  </a:moveTo>
                  <a:lnTo>
                    <a:pt x="149030" y="91439"/>
                  </a:lnTo>
                  <a:lnTo>
                    <a:pt x="146501" y="86655"/>
                  </a:lnTo>
                  <a:lnTo>
                    <a:pt x="143819" y="81955"/>
                  </a:lnTo>
                  <a:lnTo>
                    <a:pt x="140985" y="77345"/>
                  </a:lnTo>
                  <a:lnTo>
                    <a:pt x="138004" y="72829"/>
                  </a:lnTo>
                  <a:lnTo>
                    <a:pt x="134878" y="68412"/>
                  </a:lnTo>
                  <a:lnTo>
                    <a:pt x="131611" y="64098"/>
                  </a:lnTo>
                  <a:lnTo>
                    <a:pt x="128206" y="59892"/>
                  </a:lnTo>
                  <a:lnTo>
                    <a:pt x="124667" y="55798"/>
                  </a:lnTo>
                  <a:lnTo>
                    <a:pt x="120997" y="51822"/>
                  </a:lnTo>
                  <a:lnTo>
                    <a:pt x="117200" y="47966"/>
                  </a:lnTo>
                  <a:lnTo>
                    <a:pt x="113281" y="44235"/>
                  </a:lnTo>
                  <a:lnTo>
                    <a:pt x="109243" y="40633"/>
                  </a:lnTo>
                  <a:lnTo>
                    <a:pt x="105090" y="37163"/>
                  </a:lnTo>
                  <a:lnTo>
                    <a:pt x="100827" y="33830"/>
                  </a:lnTo>
                  <a:lnTo>
                    <a:pt x="96458" y="30636"/>
                  </a:lnTo>
                  <a:lnTo>
                    <a:pt x="91989" y="27586"/>
                  </a:lnTo>
                  <a:lnTo>
                    <a:pt x="87423" y="24681"/>
                  </a:lnTo>
                  <a:lnTo>
                    <a:pt x="82765" y="21927"/>
                  </a:lnTo>
                  <a:lnTo>
                    <a:pt x="78021" y="19324"/>
                  </a:lnTo>
                  <a:lnTo>
                    <a:pt x="73195" y="16876"/>
                  </a:lnTo>
                  <a:lnTo>
                    <a:pt x="68292" y="14586"/>
                  </a:lnTo>
                  <a:lnTo>
                    <a:pt x="63318" y="12455"/>
                  </a:lnTo>
                  <a:lnTo>
                    <a:pt x="58277" y="10487"/>
                  </a:lnTo>
                  <a:lnTo>
                    <a:pt x="53175" y="8683"/>
                  </a:lnTo>
                  <a:lnTo>
                    <a:pt x="48018" y="7045"/>
                  </a:lnTo>
                  <a:lnTo>
                    <a:pt x="42810" y="5574"/>
                  </a:lnTo>
                  <a:lnTo>
                    <a:pt x="37557" y="4273"/>
                  </a:lnTo>
                  <a:lnTo>
                    <a:pt x="32265" y="3143"/>
                  </a:lnTo>
                  <a:lnTo>
                    <a:pt x="26940" y="2185"/>
                  </a:lnTo>
                  <a:lnTo>
                    <a:pt x="21585" y="1399"/>
                  </a:lnTo>
                  <a:lnTo>
                    <a:pt x="16209" y="787"/>
                  </a:lnTo>
                  <a:lnTo>
                    <a:pt x="10815" y="350"/>
                  </a:lnTo>
                  <a:lnTo>
                    <a:pt x="5410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25" y="4213821"/>
              <a:ext cx="319153" cy="334334"/>
            </a:xfrm>
            <a:custGeom>
              <a:avLst/>
              <a:pathLst>
                <a:path w="319153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0" y="5355"/>
                  </a:lnTo>
                  <a:lnTo>
                    <a:pt x="120058" y="6769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8" y="11970"/>
                  </a:lnTo>
                  <a:lnTo>
                    <a:pt x="100136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1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1"/>
                  </a:lnTo>
                  <a:lnTo>
                    <a:pt x="63827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5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6"/>
                  </a:lnTo>
                  <a:lnTo>
                    <a:pt x="30993" y="70177"/>
                  </a:lnTo>
                  <a:lnTo>
                    <a:pt x="27985" y="74545"/>
                  </a:lnTo>
                  <a:lnTo>
                    <a:pt x="25117" y="79006"/>
                  </a:lnTo>
                  <a:lnTo>
                    <a:pt x="22391" y="83556"/>
                  </a:lnTo>
                  <a:lnTo>
                    <a:pt x="19812" y="88190"/>
                  </a:lnTo>
                  <a:lnTo>
                    <a:pt x="17381" y="92903"/>
                  </a:lnTo>
                  <a:lnTo>
                    <a:pt x="15100" y="97691"/>
                  </a:lnTo>
                  <a:lnTo>
                    <a:pt x="12973" y="102550"/>
                  </a:lnTo>
                  <a:lnTo>
                    <a:pt x="11001" y="107473"/>
                  </a:lnTo>
                  <a:lnTo>
                    <a:pt x="9186" y="112456"/>
                  </a:lnTo>
                  <a:lnTo>
                    <a:pt x="7530" y="117495"/>
                  </a:lnTo>
                  <a:lnTo>
                    <a:pt x="6034" y="122583"/>
                  </a:lnTo>
                  <a:lnTo>
                    <a:pt x="4701" y="127716"/>
                  </a:lnTo>
                  <a:lnTo>
                    <a:pt x="3531" y="132889"/>
                  </a:lnTo>
                  <a:lnTo>
                    <a:pt x="2526" y="138097"/>
                  </a:lnTo>
                  <a:lnTo>
                    <a:pt x="1687" y="143333"/>
                  </a:lnTo>
                  <a:lnTo>
                    <a:pt x="1014" y="148594"/>
                  </a:lnTo>
                  <a:lnTo>
                    <a:pt x="509" y="153874"/>
                  </a:lnTo>
                  <a:lnTo>
                    <a:pt x="171" y="159166"/>
                  </a:lnTo>
                  <a:lnTo>
                    <a:pt x="1" y="164467"/>
                  </a:lnTo>
                  <a:lnTo>
                    <a:pt x="0" y="169771"/>
                  </a:lnTo>
                  <a:lnTo>
                    <a:pt x="166" y="175072"/>
                  </a:lnTo>
                  <a:lnTo>
                    <a:pt x="501" y="180365"/>
                  </a:lnTo>
                  <a:lnTo>
                    <a:pt x="1004" y="185645"/>
                  </a:lnTo>
                  <a:lnTo>
                    <a:pt x="1673" y="190906"/>
                  </a:lnTo>
                  <a:lnTo>
                    <a:pt x="2510" y="196143"/>
                  </a:lnTo>
                  <a:lnTo>
                    <a:pt x="3512" y="201351"/>
                  </a:lnTo>
                  <a:lnTo>
                    <a:pt x="4678" y="206525"/>
                  </a:lnTo>
                  <a:lnTo>
                    <a:pt x="6009" y="211659"/>
                  </a:lnTo>
                  <a:lnTo>
                    <a:pt x="7501" y="216748"/>
                  </a:lnTo>
                  <a:lnTo>
                    <a:pt x="9154" y="221787"/>
                  </a:lnTo>
                  <a:lnTo>
                    <a:pt x="10967" y="226772"/>
                  </a:lnTo>
                  <a:lnTo>
                    <a:pt x="12936" y="231696"/>
                  </a:lnTo>
                  <a:lnTo>
                    <a:pt x="15061" y="236555"/>
                  </a:lnTo>
                  <a:lnTo>
                    <a:pt x="17338" y="241345"/>
                  </a:lnTo>
                  <a:lnTo>
                    <a:pt x="19767" y="246060"/>
                  </a:lnTo>
                  <a:lnTo>
                    <a:pt x="22344" y="250695"/>
                  </a:lnTo>
                  <a:lnTo>
                    <a:pt x="25066" y="255247"/>
                  </a:lnTo>
                  <a:lnTo>
                    <a:pt x="27932" y="259710"/>
                  </a:lnTo>
                  <a:lnTo>
                    <a:pt x="30937" y="264079"/>
                  </a:lnTo>
                  <a:lnTo>
                    <a:pt x="34080" y="268351"/>
                  </a:lnTo>
                  <a:lnTo>
                    <a:pt x="37357" y="272522"/>
                  </a:lnTo>
                  <a:lnTo>
                    <a:pt x="40764" y="276586"/>
                  </a:lnTo>
                  <a:lnTo>
                    <a:pt x="44299" y="280540"/>
                  </a:lnTo>
                  <a:lnTo>
                    <a:pt x="47957" y="284380"/>
                  </a:lnTo>
                  <a:lnTo>
                    <a:pt x="51735" y="288102"/>
                  </a:lnTo>
                  <a:lnTo>
                    <a:pt x="55630" y="291702"/>
                  </a:lnTo>
                  <a:lnTo>
                    <a:pt x="59637" y="295177"/>
                  </a:lnTo>
                  <a:lnTo>
                    <a:pt x="63751" y="298523"/>
                  </a:lnTo>
                  <a:lnTo>
                    <a:pt x="67970" y="301737"/>
                  </a:lnTo>
                  <a:lnTo>
                    <a:pt x="72289" y="304815"/>
                  </a:lnTo>
                  <a:lnTo>
                    <a:pt x="76703" y="307755"/>
                  </a:lnTo>
                  <a:lnTo>
                    <a:pt x="81209" y="310553"/>
                  </a:lnTo>
                  <a:lnTo>
                    <a:pt x="85800" y="313207"/>
                  </a:lnTo>
                  <a:lnTo>
                    <a:pt x="90474" y="315714"/>
                  </a:lnTo>
                  <a:lnTo>
                    <a:pt x="95225" y="318072"/>
                  </a:lnTo>
                  <a:lnTo>
                    <a:pt x="100048" y="320277"/>
                  </a:lnTo>
                  <a:lnTo>
                    <a:pt x="104939" y="322329"/>
                  </a:lnTo>
                  <a:lnTo>
                    <a:pt x="109892" y="324224"/>
                  </a:lnTo>
                  <a:lnTo>
                    <a:pt x="114903" y="325961"/>
                  </a:lnTo>
                  <a:lnTo>
                    <a:pt x="119967" y="327538"/>
                  </a:lnTo>
                  <a:lnTo>
                    <a:pt x="125078" y="328954"/>
                  </a:lnTo>
                  <a:lnTo>
                    <a:pt x="130231" y="330207"/>
                  </a:lnTo>
                  <a:lnTo>
                    <a:pt x="135422" y="331296"/>
                  </a:lnTo>
                  <a:lnTo>
                    <a:pt x="140644" y="332220"/>
                  </a:lnTo>
                  <a:lnTo>
                    <a:pt x="145893" y="332978"/>
                  </a:lnTo>
                  <a:lnTo>
                    <a:pt x="151164" y="333569"/>
                  </a:lnTo>
                  <a:lnTo>
                    <a:pt x="156451" y="333992"/>
                  </a:lnTo>
                  <a:lnTo>
                    <a:pt x="161748" y="334247"/>
                  </a:lnTo>
                  <a:lnTo>
                    <a:pt x="167051" y="334334"/>
                  </a:lnTo>
                  <a:lnTo>
                    <a:pt x="172354" y="334253"/>
                  </a:lnTo>
                  <a:lnTo>
                    <a:pt x="177652" y="334004"/>
                  </a:lnTo>
                  <a:lnTo>
                    <a:pt x="182939" y="333587"/>
                  </a:lnTo>
                  <a:lnTo>
                    <a:pt x="188210" y="333002"/>
                  </a:lnTo>
                  <a:lnTo>
                    <a:pt x="193460" y="332250"/>
                  </a:lnTo>
                  <a:lnTo>
                    <a:pt x="198684" y="331333"/>
                  </a:lnTo>
                  <a:lnTo>
                    <a:pt x="203875" y="330250"/>
                  </a:lnTo>
                  <a:lnTo>
                    <a:pt x="209030" y="329002"/>
                  </a:lnTo>
                  <a:lnTo>
                    <a:pt x="214143" y="327592"/>
                  </a:lnTo>
                  <a:lnTo>
                    <a:pt x="219208" y="326021"/>
                  </a:lnTo>
                  <a:lnTo>
                    <a:pt x="224221" y="324289"/>
                  </a:lnTo>
                  <a:lnTo>
                    <a:pt x="229177" y="322400"/>
                  </a:lnTo>
                  <a:lnTo>
                    <a:pt x="234070" y="320354"/>
                  </a:lnTo>
                  <a:lnTo>
                    <a:pt x="238896" y="318154"/>
                  </a:lnTo>
                  <a:lnTo>
                    <a:pt x="243649" y="315802"/>
                  </a:lnTo>
                  <a:lnTo>
                    <a:pt x="248326" y="313300"/>
                  </a:lnTo>
                  <a:lnTo>
                    <a:pt x="252921" y="310651"/>
                  </a:lnTo>
                  <a:lnTo>
                    <a:pt x="257429" y="307858"/>
                  </a:lnTo>
                  <a:lnTo>
                    <a:pt x="261847" y="304923"/>
                  </a:lnTo>
                  <a:lnTo>
                    <a:pt x="266169" y="301850"/>
                  </a:lnTo>
                  <a:lnTo>
                    <a:pt x="270392" y="298641"/>
                  </a:lnTo>
                  <a:lnTo>
                    <a:pt x="274510" y="295300"/>
                  </a:lnTo>
                  <a:lnTo>
                    <a:pt x="278521" y="291829"/>
                  </a:lnTo>
                  <a:lnTo>
                    <a:pt x="282419" y="288234"/>
                  </a:lnTo>
                  <a:lnTo>
                    <a:pt x="286202" y="284516"/>
                  </a:lnTo>
                  <a:lnTo>
                    <a:pt x="289864" y="280680"/>
                  </a:lnTo>
                  <a:lnTo>
                    <a:pt x="293404" y="276730"/>
                  </a:lnTo>
                  <a:lnTo>
                    <a:pt x="296816" y="272670"/>
                  </a:lnTo>
                  <a:lnTo>
                    <a:pt x="300097" y="268504"/>
                  </a:lnTo>
                  <a:lnTo>
                    <a:pt x="303245" y="264235"/>
                  </a:lnTo>
                  <a:lnTo>
                    <a:pt x="306256" y="259869"/>
                  </a:lnTo>
                  <a:lnTo>
                    <a:pt x="309126" y="255409"/>
                  </a:lnTo>
                  <a:lnTo>
                    <a:pt x="311854" y="250861"/>
                  </a:lnTo>
                  <a:lnTo>
                    <a:pt x="314436" y="246229"/>
                  </a:lnTo>
                  <a:lnTo>
                    <a:pt x="316870" y="241516"/>
                  </a:lnTo>
                  <a:lnTo>
                    <a:pt x="319153" y="23672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2006" cy="69562"/>
            </a:xfrm>
            <a:custGeom>
              <a:avLst/>
              <a:pathLst>
                <a:path w="152006" h="69562">
                  <a:moveTo>
                    <a:pt x="152006" y="695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4554"/>
              <a:ext cx="167150" cy="95996"/>
            </a:xfrm>
            <a:custGeom>
              <a:avLst/>
              <a:pathLst>
                <a:path w="167150" h="95996">
                  <a:moveTo>
                    <a:pt x="152006" y="95996"/>
                  </a:moveTo>
                  <a:lnTo>
                    <a:pt x="154321" y="90698"/>
                  </a:lnTo>
                  <a:lnTo>
                    <a:pt x="156451" y="85323"/>
                  </a:lnTo>
                  <a:lnTo>
                    <a:pt x="158393" y="79878"/>
                  </a:lnTo>
                  <a:lnTo>
                    <a:pt x="160147" y="74369"/>
                  </a:lnTo>
                  <a:lnTo>
                    <a:pt x="161709" y="68802"/>
                  </a:lnTo>
                  <a:lnTo>
                    <a:pt x="163077" y="63185"/>
                  </a:lnTo>
                  <a:lnTo>
                    <a:pt x="164250" y="57524"/>
                  </a:lnTo>
                  <a:lnTo>
                    <a:pt x="165227" y="51825"/>
                  </a:lnTo>
                  <a:lnTo>
                    <a:pt x="166006" y="46097"/>
                  </a:lnTo>
                  <a:lnTo>
                    <a:pt x="166587" y="40344"/>
                  </a:lnTo>
                  <a:lnTo>
                    <a:pt x="166969" y="34576"/>
                  </a:lnTo>
                  <a:lnTo>
                    <a:pt x="167150" y="28797"/>
                  </a:lnTo>
                  <a:lnTo>
                    <a:pt x="167132" y="23015"/>
                  </a:lnTo>
                  <a:lnTo>
                    <a:pt x="166914" y="17238"/>
                  </a:lnTo>
                  <a:lnTo>
                    <a:pt x="166496" y="11472"/>
                  </a:lnTo>
                  <a:lnTo>
                    <a:pt x="165879" y="5723"/>
                  </a:lnTo>
                  <a:lnTo>
                    <a:pt x="165064" y="0"/>
                  </a:lnTo>
                  <a:lnTo>
                    <a:pt x="0" y="264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5064" cy="167167"/>
            </a:xfrm>
            <a:custGeom>
              <a:avLst/>
              <a:pathLst>
                <a:path w="165064" h="167167">
                  <a:moveTo>
                    <a:pt x="165064" y="140733"/>
                  </a:moveTo>
                  <a:lnTo>
                    <a:pt x="164107" y="135328"/>
                  </a:lnTo>
                  <a:lnTo>
                    <a:pt x="162973" y="129957"/>
                  </a:lnTo>
                  <a:lnTo>
                    <a:pt x="161664" y="124626"/>
                  </a:lnTo>
                  <a:lnTo>
                    <a:pt x="160180" y="119342"/>
                  </a:lnTo>
                  <a:lnTo>
                    <a:pt x="158523" y="114109"/>
                  </a:lnTo>
                  <a:lnTo>
                    <a:pt x="156696" y="108933"/>
                  </a:lnTo>
                  <a:lnTo>
                    <a:pt x="154699" y="103820"/>
                  </a:lnTo>
                  <a:lnTo>
                    <a:pt x="152536" y="98775"/>
                  </a:lnTo>
                  <a:lnTo>
                    <a:pt x="150209" y="93804"/>
                  </a:lnTo>
                  <a:lnTo>
                    <a:pt x="147719" y="88912"/>
                  </a:lnTo>
                  <a:lnTo>
                    <a:pt x="145070" y="84104"/>
                  </a:lnTo>
                  <a:lnTo>
                    <a:pt x="142265" y="79386"/>
                  </a:lnTo>
                  <a:lnTo>
                    <a:pt x="139306" y="74762"/>
                  </a:lnTo>
                  <a:lnTo>
                    <a:pt x="136197" y="70239"/>
                  </a:lnTo>
                  <a:lnTo>
                    <a:pt x="132942" y="65819"/>
                  </a:lnTo>
                  <a:lnTo>
                    <a:pt x="129543" y="61509"/>
                  </a:lnTo>
                  <a:lnTo>
                    <a:pt x="126004" y="57313"/>
                  </a:lnTo>
                  <a:lnTo>
                    <a:pt x="122329" y="53236"/>
                  </a:lnTo>
                  <a:lnTo>
                    <a:pt x="118523" y="49281"/>
                  </a:lnTo>
                  <a:lnTo>
                    <a:pt x="114589" y="45453"/>
                  </a:lnTo>
                  <a:lnTo>
                    <a:pt x="110531" y="41756"/>
                  </a:lnTo>
                  <a:lnTo>
                    <a:pt x="106354" y="38195"/>
                  </a:lnTo>
                  <a:lnTo>
                    <a:pt x="102062" y="34773"/>
                  </a:lnTo>
                  <a:lnTo>
                    <a:pt x="97660" y="31493"/>
                  </a:lnTo>
                  <a:lnTo>
                    <a:pt x="93153" y="28360"/>
                  </a:lnTo>
                  <a:lnTo>
                    <a:pt x="88546" y="25377"/>
                  </a:lnTo>
                  <a:lnTo>
                    <a:pt x="83843" y="22546"/>
                  </a:lnTo>
                  <a:lnTo>
                    <a:pt x="79050" y="19871"/>
                  </a:lnTo>
                  <a:lnTo>
                    <a:pt x="74171" y="17355"/>
                  </a:lnTo>
                  <a:lnTo>
                    <a:pt x="69213" y="15001"/>
                  </a:lnTo>
                  <a:lnTo>
                    <a:pt x="64180" y="12811"/>
                  </a:lnTo>
                  <a:lnTo>
                    <a:pt x="59077" y="10787"/>
                  </a:lnTo>
                  <a:lnTo>
                    <a:pt x="53911" y="8931"/>
                  </a:lnTo>
                  <a:lnTo>
                    <a:pt x="48687" y="7247"/>
                  </a:lnTo>
                  <a:lnTo>
                    <a:pt x="43411" y="5735"/>
                  </a:lnTo>
                  <a:lnTo>
                    <a:pt x="38087" y="4396"/>
                  </a:lnTo>
                  <a:lnTo>
                    <a:pt x="32723" y="3234"/>
                  </a:lnTo>
                  <a:lnTo>
                    <a:pt x="27323" y="2248"/>
                  </a:lnTo>
                  <a:lnTo>
                    <a:pt x="21894" y="1439"/>
                  </a:lnTo>
                  <a:lnTo>
                    <a:pt x="16441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58" y="3707720"/>
              <a:ext cx="178622" cy="334332"/>
            </a:xfrm>
            <a:custGeom>
              <a:avLst/>
              <a:pathLst>
                <a:path w="178622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2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5" y="3030"/>
                  </a:lnTo>
                  <a:lnTo>
                    <a:pt x="130265" y="4120"/>
                  </a:lnTo>
                  <a:lnTo>
                    <a:pt x="125102" y="5375"/>
                  </a:lnTo>
                  <a:lnTo>
                    <a:pt x="119981" y="6793"/>
                  </a:lnTo>
                  <a:lnTo>
                    <a:pt x="114908" y="8373"/>
                  </a:lnTo>
                  <a:lnTo>
                    <a:pt x="109888" y="10113"/>
                  </a:lnTo>
                  <a:lnTo>
                    <a:pt x="104926" y="12012"/>
                  </a:lnTo>
                  <a:lnTo>
                    <a:pt x="100027" y="14068"/>
                  </a:lnTo>
                  <a:lnTo>
                    <a:pt x="95196" y="16279"/>
                  </a:lnTo>
                  <a:lnTo>
                    <a:pt x="90437" y="18642"/>
                  </a:lnTo>
                  <a:lnTo>
                    <a:pt x="85755" y="21155"/>
                  </a:lnTo>
                  <a:lnTo>
                    <a:pt x="81156" y="23815"/>
                  </a:lnTo>
                  <a:lnTo>
                    <a:pt x="76644" y="26621"/>
                  </a:lnTo>
                  <a:lnTo>
                    <a:pt x="72223" y="29568"/>
                  </a:lnTo>
                  <a:lnTo>
                    <a:pt x="67899" y="32654"/>
                  </a:lnTo>
                  <a:lnTo>
                    <a:pt x="63674" y="35876"/>
                  </a:lnTo>
                  <a:lnTo>
                    <a:pt x="59554" y="39231"/>
                  </a:lnTo>
                  <a:lnTo>
                    <a:pt x="55542" y="42715"/>
                  </a:lnTo>
                  <a:lnTo>
                    <a:pt x="51644" y="46325"/>
                  </a:lnTo>
                  <a:lnTo>
                    <a:pt x="47862" y="50057"/>
                  </a:lnTo>
                  <a:lnTo>
                    <a:pt x="44200" y="53907"/>
                  </a:lnTo>
                  <a:lnTo>
                    <a:pt x="40663" y="57871"/>
                  </a:lnTo>
                  <a:lnTo>
                    <a:pt x="37254" y="61946"/>
                  </a:lnTo>
                  <a:lnTo>
                    <a:pt x="33976" y="66128"/>
                  </a:lnTo>
                  <a:lnTo>
                    <a:pt x="30832" y="70411"/>
                  </a:lnTo>
                  <a:lnTo>
                    <a:pt x="27826" y="74792"/>
                  </a:lnTo>
                  <a:lnTo>
                    <a:pt x="24961" y="79266"/>
                  </a:lnTo>
                  <a:lnTo>
                    <a:pt x="22239" y="83829"/>
                  </a:lnTo>
                  <a:lnTo>
                    <a:pt x="19664" y="88477"/>
                  </a:lnTo>
                  <a:lnTo>
                    <a:pt x="17237" y="93204"/>
                  </a:lnTo>
                  <a:lnTo>
                    <a:pt x="14963" y="98005"/>
                  </a:lnTo>
                  <a:lnTo>
                    <a:pt x="12842" y="102877"/>
                  </a:lnTo>
                  <a:lnTo>
                    <a:pt x="10876" y="107813"/>
                  </a:lnTo>
                  <a:lnTo>
                    <a:pt x="9069" y="112809"/>
                  </a:lnTo>
                  <a:lnTo>
                    <a:pt x="7422" y="117861"/>
                  </a:lnTo>
                  <a:lnTo>
                    <a:pt x="5935" y="122962"/>
                  </a:lnTo>
                  <a:lnTo>
                    <a:pt x="4612" y="128107"/>
                  </a:lnTo>
                  <a:lnTo>
                    <a:pt x="3453" y="133292"/>
                  </a:lnTo>
                  <a:lnTo>
                    <a:pt x="2459" y="138512"/>
                  </a:lnTo>
                  <a:lnTo>
                    <a:pt x="1631" y="143760"/>
                  </a:lnTo>
                  <a:lnTo>
                    <a:pt x="971" y="149032"/>
                  </a:lnTo>
                  <a:lnTo>
                    <a:pt x="479" y="154322"/>
                  </a:lnTo>
                  <a:lnTo>
                    <a:pt x="155" y="159626"/>
                  </a:lnTo>
                  <a:lnTo>
                    <a:pt x="0" y="164937"/>
                  </a:lnTo>
                  <a:lnTo>
                    <a:pt x="13" y="170250"/>
                  </a:lnTo>
                  <a:lnTo>
                    <a:pt x="195" y="175560"/>
                  </a:lnTo>
                  <a:lnTo>
                    <a:pt x="546" y="180861"/>
                  </a:lnTo>
                  <a:lnTo>
                    <a:pt x="1066" y="186149"/>
                  </a:lnTo>
                  <a:lnTo>
                    <a:pt x="1753" y="191417"/>
                  </a:lnTo>
                  <a:lnTo>
                    <a:pt x="2607" y="196662"/>
                  </a:lnTo>
                  <a:lnTo>
                    <a:pt x="3628" y="201876"/>
                  </a:lnTo>
                  <a:lnTo>
                    <a:pt x="4813" y="207055"/>
                  </a:lnTo>
                  <a:lnTo>
                    <a:pt x="6163" y="212194"/>
                  </a:lnTo>
                  <a:lnTo>
                    <a:pt x="7675" y="217287"/>
                  </a:lnTo>
                  <a:lnTo>
                    <a:pt x="9348" y="222330"/>
                  </a:lnTo>
                  <a:lnTo>
                    <a:pt x="11181" y="227317"/>
                  </a:lnTo>
                  <a:lnTo>
                    <a:pt x="13171" y="232243"/>
                  </a:lnTo>
                  <a:lnTo>
                    <a:pt x="15317" y="237104"/>
                  </a:lnTo>
                  <a:lnTo>
                    <a:pt x="17617" y="241894"/>
                  </a:lnTo>
                  <a:lnTo>
                    <a:pt x="20067" y="246608"/>
                  </a:lnTo>
                  <a:lnTo>
                    <a:pt x="22666" y="251242"/>
                  </a:lnTo>
                  <a:lnTo>
                    <a:pt x="25411" y="255792"/>
                  </a:lnTo>
                  <a:lnTo>
                    <a:pt x="28299" y="260251"/>
                  </a:lnTo>
                  <a:lnTo>
                    <a:pt x="31327" y="264617"/>
                  </a:lnTo>
                  <a:lnTo>
                    <a:pt x="34492" y="268884"/>
                  </a:lnTo>
                  <a:lnTo>
                    <a:pt x="37792" y="273049"/>
                  </a:lnTo>
                  <a:lnTo>
                    <a:pt x="41222" y="277106"/>
                  </a:lnTo>
                  <a:lnTo>
                    <a:pt x="44780" y="281053"/>
                  </a:lnTo>
                  <a:lnTo>
                    <a:pt x="48461" y="284884"/>
                  </a:lnTo>
                  <a:lnTo>
                    <a:pt x="52262" y="288596"/>
                  </a:lnTo>
                  <a:lnTo>
                    <a:pt x="56179" y="292186"/>
                  </a:lnTo>
                  <a:lnTo>
                    <a:pt x="60208" y="295650"/>
                  </a:lnTo>
                  <a:lnTo>
                    <a:pt x="64345" y="298984"/>
                  </a:lnTo>
                  <a:lnTo>
                    <a:pt x="68586" y="302184"/>
                  </a:lnTo>
                  <a:lnTo>
                    <a:pt x="72926" y="305248"/>
                  </a:lnTo>
                  <a:lnTo>
                    <a:pt x="77362" y="308173"/>
                  </a:lnTo>
                  <a:lnTo>
                    <a:pt x="81888" y="310955"/>
                  </a:lnTo>
                  <a:lnTo>
                    <a:pt x="86501" y="313592"/>
                  </a:lnTo>
                  <a:lnTo>
                    <a:pt x="91195" y="316081"/>
                  </a:lnTo>
                  <a:lnTo>
                    <a:pt x="95966" y="318420"/>
                  </a:lnTo>
                  <a:lnTo>
                    <a:pt x="100809" y="320606"/>
                  </a:lnTo>
                  <a:lnTo>
                    <a:pt x="105718" y="322637"/>
                  </a:lnTo>
                  <a:lnTo>
                    <a:pt x="110690" y="324510"/>
                  </a:lnTo>
                  <a:lnTo>
                    <a:pt x="115719" y="326225"/>
                  </a:lnTo>
                  <a:lnTo>
                    <a:pt x="120800" y="327780"/>
                  </a:lnTo>
                  <a:lnTo>
                    <a:pt x="125927" y="329171"/>
                  </a:lnTo>
                  <a:lnTo>
                    <a:pt x="131096" y="330400"/>
                  </a:lnTo>
                  <a:lnTo>
                    <a:pt x="136302" y="331463"/>
                  </a:lnTo>
                  <a:lnTo>
                    <a:pt x="141539" y="332361"/>
                  </a:lnTo>
                  <a:lnTo>
                    <a:pt x="146802" y="333091"/>
                  </a:lnTo>
                  <a:lnTo>
                    <a:pt x="152085" y="333654"/>
                  </a:lnTo>
                  <a:lnTo>
                    <a:pt x="157383" y="334049"/>
                  </a:lnTo>
                  <a:lnTo>
                    <a:pt x="162692" y="334275"/>
                  </a:lnTo>
                  <a:lnTo>
                    <a:pt x="168004" y="334332"/>
                  </a:lnTo>
                  <a:lnTo>
                    <a:pt x="173316" y="334221"/>
                  </a:lnTo>
                  <a:lnTo>
                    <a:pt x="178622" y="33394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399"/>
              <a:ext cx="167165" cy="333262"/>
            </a:xfrm>
            <a:custGeom>
              <a:avLst/>
              <a:pathLst>
                <a:path w="167165" h="333262">
                  <a:moveTo>
                    <a:pt x="11470" y="333262"/>
                  </a:moveTo>
                  <a:lnTo>
                    <a:pt x="16812" y="332808"/>
                  </a:lnTo>
                  <a:lnTo>
                    <a:pt x="22137" y="332184"/>
                  </a:lnTo>
                  <a:lnTo>
                    <a:pt x="27439" y="331389"/>
                  </a:lnTo>
                  <a:lnTo>
                    <a:pt x="32712" y="330424"/>
                  </a:lnTo>
                  <a:lnTo>
                    <a:pt x="37953" y="329291"/>
                  </a:lnTo>
                  <a:lnTo>
                    <a:pt x="43154" y="327990"/>
                  </a:lnTo>
                  <a:lnTo>
                    <a:pt x="48311" y="326523"/>
                  </a:lnTo>
                  <a:lnTo>
                    <a:pt x="53418" y="324891"/>
                  </a:lnTo>
                  <a:lnTo>
                    <a:pt x="58470" y="323097"/>
                  </a:lnTo>
                  <a:lnTo>
                    <a:pt x="63462" y="321141"/>
                  </a:lnTo>
                  <a:lnTo>
                    <a:pt x="68388" y="319027"/>
                  </a:lnTo>
                  <a:lnTo>
                    <a:pt x="73245" y="316755"/>
                  </a:lnTo>
                  <a:lnTo>
                    <a:pt x="78026" y="314329"/>
                  </a:lnTo>
                  <a:lnTo>
                    <a:pt x="82727" y="311751"/>
                  </a:lnTo>
                  <a:lnTo>
                    <a:pt x="87342" y="309023"/>
                  </a:lnTo>
                  <a:lnTo>
                    <a:pt x="91868" y="306149"/>
                  </a:lnTo>
                  <a:lnTo>
                    <a:pt x="96299" y="303131"/>
                  </a:lnTo>
                  <a:lnTo>
                    <a:pt x="100632" y="299973"/>
                  </a:lnTo>
                  <a:lnTo>
                    <a:pt x="104860" y="296677"/>
                  </a:lnTo>
                  <a:lnTo>
                    <a:pt x="108981" y="293248"/>
                  </a:lnTo>
                  <a:lnTo>
                    <a:pt x="112990" y="289688"/>
                  </a:lnTo>
                  <a:lnTo>
                    <a:pt x="116883" y="286001"/>
                  </a:lnTo>
                  <a:lnTo>
                    <a:pt x="120655" y="282191"/>
                  </a:lnTo>
                  <a:lnTo>
                    <a:pt x="124303" y="278263"/>
                  </a:lnTo>
                  <a:lnTo>
                    <a:pt x="127824" y="274219"/>
                  </a:lnTo>
                  <a:lnTo>
                    <a:pt x="131213" y="270065"/>
                  </a:lnTo>
                  <a:lnTo>
                    <a:pt x="134467" y="265804"/>
                  </a:lnTo>
                  <a:lnTo>
                    <a:pt x="137582" y="261441"/>
                  </a:lnTo>
                  <a:lnTo>
                    <a:pt x="140556" y="256980"/>
                  </a:lnTo>
                  <a:lnTo>
                    <a:pt x="143386" y="252426"/>
                  </a:lnTo>
                  <a:lnTo>
                    <a:pt x="146068" y="247784"/>
                  </a:lnTo>
                  <a:lnTo>
                    <a:pt x="148600" y="243058"/>
                  </a:lnTo>
                  <a:lnTo>
                    <a:pt x="150979" y="238253"/>
                  </a:lnTo>
                  <a:lnTo>
                    <a:pt x="153203" y="233375"/>
                  </a:lnTo>
                  <a:lnTo>
                    <a:pt x="155269" y="228427"/>
                  </a:lnTo>
                  <a:lnTo>
                    <a:pt x="157175" y="223417"/>
                  </a:lnTo>
                  <a:lnTo>
                    <a:pt x="158920" y="218347"/>
                  </a:lnTo>
                  <a:lnTo>
                    <a:pt x="160501" y="213224"/>
                  </a:lnTo>
                  <a:lnTo>
                    <a:pt x="161917" y="208053"/>
                  </a:lnTo>
                  <a:lnTo>
                    <a:pt x="163167" y="202840"/>
                  </a:lnTo>
                  <a:lnTo>
                    <a:pt x="164249" y="197588"/>
                  </a:lnTo>
                  <a:lnTo>
                    <a:pt x="165161" y="192305"/>
                  </a:lnTo>
                  <a:lnTo>
                    <a:pt x="165904" y="186996"/>
                  </a:lnTo>
                  <a:lnTo>
                    <a:pt x="166477" y="181665"/>
                  </a:lnTo>
                  <a:lnTo>
                    <a:pt x="166878" y="176319"/>
                  </a:lnTo>
                  <a:lnTo>
                    <a:pt x="167107" y="170962"/>
                  </a:lnTo>
                  <a:lnTo>
                    <a:pt x="167165" y="165601"/>
                  </a:lnTo>
                  <a:lnTo>
                    <a:pt x="167050" y="160241"/>
                  </a:lnTo>
                  <a:lnTo>
                    <a:pt x="166764" y="154887"/>
                  </a:lnTo>
                  <a:lnTo>
                    <a:pt x="166306" y="149546"/>
                  </a:lnTo>
                  <a:lnTo>
                    <a:pt x="165677" y="144221"/>
                  </a:lnTo>
                  <a:lnTo>
                    <a:pt x="164878" y="138920"/>
                  </a:lnTo>
                  <a:lnTo>
                    <a:pt x="163909" y="133647"/>
                  </a:lnTo>
                  <a:lnTo>
                    <a:pt x="162772" y="128408"/>
                  </a:lnTo>
                  <a:lnTo>
                    <a:pt x="161467" y="123207"/>
                  </a:lnTo>
                  <a:lnTo>
                    <a:pt x="159996" y="118052"/>
                  </a:lnTo>
                  <a:lnTo>
                    <a:pt x="158360" y="112946"/>
                  </a:lnTo>
                  <a:lnTo>
                    <a:pt x="156562" y="107895"/>
                  </a:lnTo>
                  <a:lnTo>
                    <a:pt x="154602" y="102905"/>
                  </a:lnTo>
                  <a:lnTo>
                    <a:pt x="152484" y="97980"/>
                  </a:lnTo>
                  <a:lnTo>
                    <a:pt x="150209" y="93125"/>
                  </a:lnTo>
                  <a:lnTo>
                    <a:pt x="147779" y="88346"/>
                  </a:lnTo>
                  <a:lnTo>
                    <a:pt x="145197" y="83647"/>
                  </a:lnTo>
                  <a:lnTo>
                    <a:pt x="142466" y="79034"/>
                  </a:lnTo>
                  <a:lnTo>
                    <a:pt x="139588" y="74510"/>
                  </a:lnTo>
                  <a:lnTo>
                    <a:pt x="136567" y="70081"/>
                  </a:lnTo>
                  <a:lnTo>
                    <a:pt x="133405" y="65752"/>
                  </a:lnTo>
                  <a:lnTo>
                    <a:pt x="130106" y="61525"/>
                  </a:lnTo>
                  <a:lnTo>
                    <a:pt x="126673" y="57407"/>
                  </a:lnTo>
                  <a:lnTo>
                    <a:pt x="123110" y="53401"/>
                  </a:lnTo>
                  <a:lnTo>
                    <a:pt x="119420" y="49511"/>
                  </a:lnTo>
                  <a:lnTo>
                    <a:pt x="115608" y="45742"/>
                  </a:lnTo>
                  <a:lnTo>
                    <a:pt x="111676" y="42097"/>
                  </a:lnTo>
                  <a:lnTo>
                    <a:pt x="107630" y="38580"/>
                  </a:lnTo>
                  <a:lnTo>
                    <a:pt x="103473" y="35194"/>
                  </a:lnTo>
                  <a:lnTo>
                    <a:pt x="99209" y="31943"/>
                  </a:lnTo>
                  <a:lnTo>
                    <a:pt x="94844" y="28831"/>
                  </a:lnTo>
                  <a:lnTo>
                    <a:pt x="90381" y="25861"/>
                  </a:lnTo>
                  <a:lnTo>
                    <a:pt x="85825" y="23035"/>
                  </a:lnTo>
                  <a:lnTo>
                    <a:pt x="81180" y="20356"/>
                  </a:lnTo>
                  <a:lnTo>
                    <a:pt x="76452" y="17828"/>
                  </a:lnTo>
                  <a:lnTo>
                    <a:pt x="71646" y="15453"/>
                  </a:lnTo>
                  <a:lnTo>
                    <a:pt x="66766" y="13233"/>
                  </a:lnTo>
                  <a:lnTo>
                    <a:pt x="61817" y="11171"/>
                  </a:lnTo>
                  <a:lnTo>
                    <a:pt x="56804" y="9268"/>
                  </a:lnTo>
                  <a:lnTo>
                    <a:pt x="51733" y="7528"/>
                  </a:lnTo>
                  <a:lnTo>
                    <a:pt x="46609" y="5950"/>
                  </a:lnTo>
                  <a:lnTo>
                    <a:pt x="41437" y="4538"/>
                  </a:lnTo>
                  <a:lnTo>
                    <a:pt x="36223" y="3293"/>
                  </a:lnTo>
                  <a:lnTo>
                    <a:pt x="30971" y="2215"/>
                  </a:lnTo>
                  <a:lnTo>
                    <a:pt x="25687" y="1306"/>
                  </a:lnTo>
                  <a:lnTo>
                    <a:pt x="20377" y="568"/>
                  </a:lnTo>
                  <a:lnTo>
                    <a:pt x="15046" y="0"/>
                  </a:lnTo>
                  <a:lnTo>
                    <a:pt x="0" y="166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5046" cy="167167"/>
            </a:xfrm>
            <a:custGeom>
              <a:avLst/>
              <a:pathLst>
                <a:path w="15046" h="167167">
                  <a:moveTo>
                    <a:pt x="15046" y="6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2025-06-05T18:34:01Z</dcterms:modified>
  <cp:category/>
</cp:coreProperties>
</file>