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40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45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29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40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14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9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0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6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29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3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80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40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92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95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0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52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7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40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64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4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0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6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47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0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6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47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40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45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29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9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80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7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45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7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45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7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71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45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7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71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45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80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76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29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95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27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29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97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68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29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4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29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47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29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47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29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1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61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59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33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7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68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92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21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52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64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64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7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1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6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71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68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68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61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93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22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92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27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7379" y="3170392"/>
              <a:ext cx="46399" cy="167167"/>
            </a:xfrm>
            <a:custGeom>
              <a:avLst/>
              <a:pathLst>
                <a:path w="46399" h="167167">
                  <a:moveTo>
                    <a:pt x="46399" y="0"/>
                  </a:moveTo>
                  <a:lnTo>
                    <a:pt x="39684" y="134"/>
                  </a:lnTo>
                  <a:lnTo>
                    <a:pt x="32980" y="539"/>
                  </a:lnTo>
                  <a:lnTo>
                    <a:pt x="26298" y="1212"/>
                  </a:lnTo>
                  <a:lnTo>
                    <a:pt x="19648" y="2154"/>
                  </a:lnTo>
                  <a:lnTo>
                    <a:pt x="13041" y="3362"/>
                  </a:lnTo>
                  <a:lnTo>
                    <a:pt x="6488" y="4834"/>
                  </a:lnTo>
                  <a:lnTo>
                    <a:pt x="0" y="6568"/>
                  </a:lnTo>
                  <a:lnTo>
                    <a:pt x="4639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37379" y="317696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816615" y="3170677"/>
              <a:ext cx="334329" cy="334031"/>
            </a:xfrm>
            <a:custGeom>
              <a:avLst/>
              <a:pathLst>
                <a:path w="334329" h="334031">
                  <a:moveTo>
                    <a:pt x="120764" y="6283"/>
                  </a:moveTo>
                  <a:lnTo>
                    <a:pt x="115710" y="7830"/>
                  </a:lnTo>
                  <a:lnTo>
                    <a:pt x="110709" y="9536"/>
                  </a:lnTo>
                  <a:lnTo>
                    <a:pt x="105763" y="11399"/>
                  </a:lnTo>
                  <a:lnTo>
                    <a:pt x="100879" y="13418"/>
                  </a:lnTo>
                  <a:lnTo>
                    <a:pt x="96061" y="15590"/>
                  </a:lnTo>
                  <a:lnTo>
                    <a:pt x="91315" y="17913"/>
                  </a:lnTo>
                  <a:lnTo>
                    <a:pt x="86644" y="20385"/>
                  </a:lnTo>
                  <a:lnTo>
                    <a:pt x="82053" y="23003"/>
                  </a:lnTo>
                  <a:lnTo>
                    <a:pt x="77548" y="25765"/>
                  </a:lnTo>
                  <a:lnTo>
                    <a:pt x="73132" y="28668"/>
                  </a:lnTo>
                  <a:lnTo>
                    <a:pt x="68810" y="31710"/>
                  </a:lnTo>
                  <a:lnTo>
                    <a:pt x="64586" y="34886"/>
                  </a:lnTo>
                  <a:lnTo>
                    <a:pt x="60465" y="38195"/>
                  </a:lnTo>
                  <a:lnTo>
                    <a:pt x="56451" y="41631"/>
                  </a:lnTo>
                  <a:lnTo>
                    <a:pt x="52547" y="45194"/>
                  </a:lnTo>
                  <a:lnTo>
                    <a:pt x="48758" y="48877"/>
                  </a:lnTo>
                  <a:lnTo>
                    <a:pt x="45087" y="52679"/>
                  </a:lnTo>
                  <a:lnTo>
                    <a:pt x="41538" y="56595"/>
                  </a:lnTo>
                  <a:lnTo>
                    <a:pt x="38115" y="60621"/>
                  </a:lnTo>
                  <a:lnTo>
                    <a:pt x="34820" y="64753"/>
                  </a:lnTo>
                  <a:lnTo>
                    <a:pt x="31658" y="68987"/>
                  </a:lnTo>
                  <a:lnTo>
                    <a:pt x="28632" y="73320"/>
                  </a:lnTo>
                  <a:lnTo>
                    <a:pt x="25743" y="77745"/>
                  </a:lnTo>
                  <a:lnTo>
                    <a:pt x="22997" y="82260"/>
                  </a:lnTo>
                  <a:lnTo>
                    <a:pt x="20394" y="86859"/>
                  </a:lnTo>
                  <a:lnTo>
                    <a:pt x="17938" y="91539"/>
                  </a:lnTo>
                  <a:lnTo>
                    <a:pt x="15631" y="96293"/>
                  </a:lnTo>
                  <a:lnTo>
                    <a:pt x="13475" y="101118"/>
                  </a:lnTo>
                  <a:lnTo>
                    <a:pt x="11473" y="106009"/>
                  </a:lnTo>
                  <a:lnTo>
                    <a:pt x="9627" y="110961"/>
                  </a:lnTo>
                  <a:lnTo>
                    <a:pt x="7938" y="115968"/>
                  </a:lnTo>
                  <a:lnTo>
                    <a:pt x="6408" y="121027"/>
                  </a:lnTo>
                  <a:lnTo>
                    <a:pt x="5039" y="126131"/>
                  </a:lnTo>
                  <a:lnTo>
                    <a:pt x="3832" y="131276"/>
                  </a:lnTo>
                  <a:lnTo>
                    <a:pt x="2788" y="136457"/>
                  </a:lnTo>
                  <a:lnTo>
                    <a:pt x="1908" y="141668"/>
                  </a:lnTo>
                  <a:lnTo>
                    <a:pt x="1194" y="146904"/>
                  </a:lnTo>
                  <a:lnTo>
                    <a:pt x="645" y="152160"/>
                  </a:lnTo>
                  <a:lnTo>
                    <a:pt x="263" y="157431"/>
                  </a:lnTo>
                  <a:lnTo>
                    <a:pt x="48" y="162711"/>
                  </a:lnTo>
                  <a:lnTo>
                    <a:pt x="0" y="167996"/>
                  </a:lnTo>
                  <a:lnTo>
                    <a:pt x="118" y="173279"/>
                  </a:lnTo>
                  <a:lnTo>
                    <a:pt x="404" y="178556"/>
                  </a:lnTo>
                  <a:lnTo>
                    <a:pt x="856" y="183822"/>
                  </a:lnTo>
                  <a:lnTo>
                    <a:pt x="1475" y="189070"/>
                  </a:lnTo>
                  <a:lnTo>
                    <a:pt x="2259" y="194296"/>
                  </a:lnTo>
                  <a:lnTo>
                    <a:pt x="3208" y="199495"/>
                  </a:lnTo>
                  <a:lnTo>
                    <a:pt x="4321" y="204661"/>
                  </a:lnTo>
                  <a:lnTo>
                    <a:pt x="5596" y="209790"/>
                  </a:lnTo>
                  <a:lnTo>
                    <a:pt x="7033" y="214875"/>
                  </a:lnTo>
                  <a:lnTo>
                    <a:pt x="8630" y="219913"/>
                  </a:lnTo>
                  <a:lnTo>
                    <a:pt x="10386" y="224898"/>
                  </a:lnTo>
                  <a:lnTo>
                    <a:pt x="12298" y="229824"/>
                  </a:lnTo>
                  <a:lnTo>
                    <a:pt x="14365" y="234688"/>
                  </a:lnTo>
                  <a:lnTo>
                    <a:pt x="16585" y="239484"/>
                  </a:lnTo>
                  <a:lnTo>
                    <a:pt x="18955" y="244207"/>
                  </a:lnTo>
                  <a:lnTo>
                    <a:pt x="21473" y="248853"/>
                  </a:lnTo>
                  <a:lnTo>
                    <a:pt x="24137" y="253418"/>
                  </a:lnTo>
                  <a:lnTo>
                    <a:pt x="26944" y="257895"/>
                  </a:lnTo>
                  <a:lnTo>
                    <a:pt x="29891" y="262282"/>
                  </a:lnTo>
                  <a:lnTo>
                    <a:pt x="32975" y="266574"/>
                  </a:lnTo>
                  <a:lnTo>
                    <a:pt x="36193" y="270765"/>
                  </a:lnTo>
                  <a:lnTo>
                    <a:pt x="39542" y="274853"/>
                  </a:lnTo>
                  <a:lnTo>
                    <a:pt x="43019" y="278833"/>
                  </a:lnTo>
                  <a:lnTo>
                    <a:pt x="46619" y="282702"/>
                  </a:lnTo>
                  <a:lnTo>
                    <a:pt x="50341" y="286454"/>
                  </a:lnTo>
                  <a:lnTo>
                    <a:pt x="54179" y="290087"/>
                  </a:lnTo>
                  <a:lnTo>
                    <a:pt x="58130" y="293597"/>
                  </a:lnTo>
                  <a:lnTo>
                    <a:pt x="62189" y="296980"/>
                  </a:lnTo>
                  <a:lnTo>
                    <a:pt x="66354" y="300233"/>
                  </a:lnTo>
                  <a:lnTo>
                    <a:pt x="70620" y="303353"/>
                  </a:lnTo>
                  <a:lnTo>
                    <a:pt x="74982" y="306337"/>
                  </a:lnTo>
                  <a:lnTo>
                    <a:pt x="79436" y="309181"/>
                  </a:lnTo>
                  <a:lnTo>
                    <a:pt x="83978" y="311883"/>
                  </a:lnTo>
                  <a:lnTo>
                    <a:pt x="88603" y="314440"/>
                  </a:lnTo>
                  <a:lnTo>
                    <a:pt x="93306" y="316849"/>
                  </a:lnTo>
                  <a:lnTo>
                    <a:pt x="98083" y="319109"/>
                  </a:lnTo>
                  <a:lnTo>
                    <a:pt x="102930" y="321216"/>
                  </a:lnTo>
                  <a:lnTo>
                    <a:pt x="107840" y="323169"/>
                  </a:lnTo>
                  <a:lnTo>
                    <a:pt x="112810" y="324967"/>
                  </a:lnTo>
                  <a:lnTo>
                    <a:pt x="117834" y="326606"/>
                  </a:lnTo>
                  <a:lnTo>
                    <a:pt x="122907" y="328085"/>
                  </a:lnTo>
                  <a:lnTo>
                    <a:pt x="128025" y="329403"/>
                  </a:lnTo>
                  <a:lnTo>
                    <a:pt x="133182" y="330559"/>
                  </a:lnTo>
                  <a:lnTo>
                    <a:pt x="138372" y="331552"/>
                  </a:lnTo>
                  <a:lnTo>
                    <a:pt x="143592" y="332379"/>
                  </a:lnTo>
                  <a:lnTo>
                    <a:pt x="148835" y="333042"/>
                  </a:lnTo>
                  <a:lnTo>
                    <a:pt x="154096" y="333538"/>
                  </a:lnTo>
                  <a:lnTo>
                    <a:pt x="159371" y="333868"/>
                  </a:lnTo>
                  <a:lnTo>
                    <a:pt x="164653" y="334031"/>
                  </a:lnTo>
                  <a:lnTo>
                    <a:pt x="169938" y="334027"/>
                  </a:lnTo>
                  <a:lnTo>
                    <a:pt x="175220" y="333855"/>
                  </a:lnTo>
                  <a:lnTo>
                    <a:pt x="180494" y="333517"/>
                  </a:lnTo>
                  <a:lnTo>
                    <a:pt x="185754" y="333013"/>
                  </a:lnTo>
                  <a:lnTo>
                    <a:pt x="190996" y="332342"/>
                  </a:lnTo>
                  <a:lnTo>
                    <a:pt x="196214" y="331506"/>
                  </a:lnTo>
                  <a:lnTo>
                    <a:pt x="201403" y="330505"/>
                  </a:lnTo>
                  <a:lnTo>
                    <a:pt x="206558" y="329341"/>
                  </a:lnTo>
                  <a:lnTo>
                    <a:pt x="211674" y="328015"/>
                  </a:lnTo>
                  <a:lnTo>
                    <a:pt x="216745" y="326527"/>
                  </a:lnTo>
                  <a:lnTo>
                    <a:pt x="221766" y="324880"/>
                  </a:lnTo>
                  <a:lnTo>
                    <a:pt x="226733" y="323076"/>
                  </a:lnTo>
                  <a:lnTo>
                    <a:pt x="231641" y="321114"/>
                  </a:lnTo>
                  <a:lnTo>
                    <a:pt x="236484" y="318999"/>
                  </a:lnTo>
                  <a:lnTo>
                    <a:pt x="241257" y="316732"/>
                  </a:lnTo>
                  <a:lnTo>
                    <a:pt x="245957" y="314315"/>
                  </a:lnTo>
                  <a:lnTo>
                    <a:pt x="250578" y="311751"/>
                  </a:lnTo>
                  <a:lnTo>
                    <a:pt x="255116" y="309042"/>
                  </a:lnTo>
                  <a:lnTo>
                    <a:pt x="259565" y="306191"/>
                  </a:lnTo>
                  <a:lnTo>
                    <a:pt x="263922" y="303200"/>
                  </a:lnTo>
                  <a:lnTo>
                    <a:pt x="268183" y="300074"/>
                  </a:lnTo>
                  <a:lnTo>
                    <a:pt x="272343" y="296814"/>
                  </a:lnTo>
                  <a:lnTo>
                    <a:pt x="276397" y="293424"/>
                  </a:lnTo>
                  <a:lnTo>
                    <a:pt x="280342" y="289908"/>
                  </a:lnTo>
                  <a:lnTo>
                    <a:pt x="284175" y="286269"/>
                  </a:lnTo>
                  <a:lnTo>
                    <a:pt x="287890" y="282511"/>
                  </a:lnTo>
                  <a:lnTo>
                    <a:pt x="291485" y="278637"/>
                  </a:lnTo>
                  <a:lnTo>
                    <a:pt x="294955" y="274652"/>
                  </a:lnTo>
                  <a:lnTo>
                    <a:pt x="298298" y="270558"/>
                  </a:lnTo>
                  <a:lnTo>
                    <a:pt x="301509" y="266361"/>
                  </a:lnTo>
                  <a:lnTo>
                    <a:pt x="304587" y="262065"/>
                  </a:lnTo>
                  <a:lnTo>
                    <a:pt x="307527" y="257674"/>
                  </a:lnTo>
                  <a:lnTo>
                    <a:pt x="310326" y="253191"/>
                  </a:lnTo>
                  <a:lnTo>
                    <a:pt x="312983" y="248623"/>
                  </a:lnTo>
                  <a:lnTo>
                    <a:pt x="315494" y="243973"/>
                  </a:lnTo>
                  <a:lnTo>
                    <a:pt x="317857" y="239246"/>
                  </a:lnTo>
                  <a:lnTo>
                    <a:pt x="320069" y="234446"/>
                  </a:lnTo>
                  <a:lnTo>
                    <a:pt x="322128" y="229579"/>
                  </a:lnTo>
                  <a:lnTo>
                    <a:pt x="324032" y="224650"/>
                  </a:lnTo>
                  <a:lnTo>
                    <a:pt x="325780" y="219662"/>
                  </a:lnTo>
                  <a:lnTo>
                    <a:pt x="327369" y="214622"/>
                  </a:lnTo>
                  <a:lnTo>
                    <a:pt x="328798" y="209534"/>
                  </a:lnTo>
                  <a:lnTo>
                    <a:pt x="330065" y="204404"/>
                  </a:lnTo>
                  <a:lnTo>
                    <a:pt x="331170" y="199236"/>
                  </a:lnTo>
                  <a:lnTo>
                    <a:pt x="332111" y="194035"/>
                  </a:lnTo>
                  <a:lnTo>
                    <a:pt x="332887" y="188808"/>
                  </a:lnTo>
                  <a:lnTo>
                    <a:pt x="333497" y="183559"/>
                  </a:lnTo>
                  <a:lnTo>
                    <a:pt x="333941" y="178293"/>
                  </a:lnTo>
                  <a:lnTo>
                    <a:pt x="334218" y="173015"/>
                  </a:lnTo>
                  <a:lnTo>
                    <a:pt x="334329" y="167732"/>
                  </a:lnTo>
                  <a:lnTo>
                    <a:pt x="334272" y="162447"/>
                  </a:lnTo>
                  <a:lnTo>
                    <a:pt x="334048" y="157167"/>
                  </a:lnTo>
                  <a:lnTo>
                    <a:pt x="333658" y="151897"/>
                  </a:lnTo>
                  <a:lnTo>
                    <a:pt x="333101" y="146642"/>
                  </a:lnTo>
                  <a:lnTo>
                    <a:pt x="332378" y="141407"/>
                  </a:lnTo>
                  <a:lnTo>
                    <a:pt x="331490" y="136197"/>
                  </a:lnTo>
                  <a:lnTo>
                    <a:pt x="330438" y="131018"/>
                  </a:lnTo>
                  <a:lnTo>
                    <a:pt x="329223" y="125875"/>
                  </a:lnTo>
                  <a:lnTo>
                    <a:pt x="327846" y="120773"/>
                  </a:lnTo>
                  <a:lnTo>
                    <a:pt x="326308" y="115717"/>
                  </a:lnTo>
                  <a:lnTo>
                    <a:pt x="324611" y="110712"/>
                  </a:lnTo>
                  <a:lnTo>
                    <a:pt x="322757" y="105763"/>
                  </a:lnTo>
                  <a:lnTo>
                    <a:pt x="320747" y="100875"/>
                  </a:lnTo>
                  <a:lnTo>
                    <a:pt x="318584" y="96054"/>
                  </a:lnTo>
                  <a:lnTo>
                    <a:pt x="316270" y="91303"/>
                  </a:lnTo>
                  <a:lnTo>
                    <a:pt x="313806" y="86627"/>
                  </a:lnTo>
                  <a:lnTo>
                    <a:pt x="311196" y="82032"/>
                  </a:lnTo>
                  <a:lnTo>
                    <a:pt x="308442" y="77522"/>
                  </a:lnTo>
                  <a:lnTo>
                    <a:pt x="305547" y="73101"/>
                  </a:lnTo>
                  <a:lnTo>
                    <a:pt x="302513" y="68773"/>
                  </a:lnTo>
                  <a:lnTo>
                    <a:pt x="299344" y="64544"/>
                  </a:lnTo>
                  <a:lnTo>
                    <a:pt x="296043" y="60417"/>
                  </a:lnTo>
                  <a:lnTo>
                    <a:pt x="292614" y="56396"/>
                  </a:lnTo>
                  <a:lnTo>
                    <a:pt x="289059" y="52486"/>
                  </a:lnTo>
                  <a:lnTo>
                    <a:pt x="285382" y="48690"/>
                  </a:lnTo>
                  <a:lnTo>
                    <a:pt x="281587" y="45013"/>
                  </a:lnTo>
                  <a:lnTo>
                    <a:pt x="277677" y="41457"/>
                  </a:lnTo>
                  <a:lnTo>
                    <a:pt x="273658" y="38026"/>
                  </a:lnTo>
                  <a:lnTo>
                    <a:pt x="269531" y="34724"/>
                  </a:lnTo>
                  <a:lnTo>
                    <a:pt x="265303" y="31554"/>
                  </a:lnTo>
                  <a:lnTo>
                    <a:pt x="260976" y="28520"/>
                  </a:lnTo>
                  <a:lnTo>
                    <a:pt x="256556" y="25624"/>
                  </a:lnTo>
                  <a:lnTo>
                    <a:pt x="252046" y="22869"/>
                  </a:lnTo>
                  <a:lnTo>
                    <a:pt x="247451" y="20258"/>
                  </a:lnTo>
                  <a:lnTo>
                    <a:pt x="242776" y="17793"/>
                  </a:lnTo>
                  <a:lnTo>
                    <a:pt x="238026" y="15477"/>
                  </a:lnTo>
                  <a:lnTo>
                    <a:pt x="233205" y="13313"/>
                  </a:lnTo>
                  <a:lnTo>
                    <a:pt x="228318" y="11302"/>
                  </a:lnTo>
                  <a:lnTo>
                    <a:pt x="223369" y="9447"/>
                  </a:lnTo>
                  <a:lnTo>
                    <a:pt x="218365" y="7749"/>
                  </a:lnTo>
                  <a:lnTo>
                    <a:pt x="213309" y="6210"/>
                  </a:lnTo>
                  <a:lnTo>
                    <a:pt x="208207" y="4832"/>
                  </a:lnTo>
                  <a:lnTo>
                    <a:pt x="203064" y="3615"/>
                  </a:lnTo>
                  <a:lnTo>
                    <a:pt x="197886" y="2562"/>
                  </a:lnTo>
                  <a:lnTo>
                    <a:pt x="192676" y="1673"/>
                  </a:lnTo>
                  <a:lnTo>
                    <a:pt x="187441" y="949"/>
                  </a:lnTo>
                  <a:lnTo>
                    <a:pt x="182186" y="391"/>
                  </a:lnTo>
                  <a:lnTo>
                    <a:pt x="176916" y="0"/>
                  </a:lnTo>
                  <a:lnTo>
                    <a:pt x="167163" y="166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83779" y="3170392"/>
              <a:ext cx="9752" cy="167167"/>
            </a:xfrm>
            <a:custGeom>
              <a:avLst/>
              <a:pathLst>
                <a:path w="9752" h="167167">
                  <a:moveTo>
                    <a:pt x="9752" y="28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49" y="2633064"/>
              <a:ext cx="167162" cy="205846"/>
            </a:xfrm>
            <a:custGeom>
              <a:avLst/>
              <a:pathLst>
                <a:path w="167162" h="205846">
                  <a:moveTo>
                    <a:pt x="167162" y="0"/>
                  </a:moveTo>
                  <a:lnTo>
                    <a:pt x="161777" y="86"/>
                  </a:lnTo>
                  <a:lnTo>
                    <a:pt x="156397" y="346"/>
                  </a:lnTo>
                  <a:lnTo>
                    <a:pt x="151029" y="780"/>
                  </a:lnTo>
                  <a:lnTo>
                    <a:pt x="145677" y="1386"/>
                  </a:lnTo>
                  <a:lnTo>
                    <a:pt x="140348" y="2164"/>
                  </a:lnTo>
                  <a:lnTo>
                    <a:pt x="135046" y="3113"/>
                  </a:lnTo>
                  <a:lnTo>
                    <a:pt x="129778" y="4233"/>
                  </a:lnTo>
                  <a:lnTo>
                    <a:pt x="124549" y="5522"/>
                  </a:lnTo>
                  <a:lnTo>
                    <a:pt x="119364" y="6979"/>
                  </a:lnTo>
                  <a:lnTo>
                    <a:pt x="114228" y="8602"/>
                  </a:lnTo>
                  <a:lnTo>
                    <a:pt x="109148" y="10389"/>
                  </a:lnTo>
                  <a:lnTo>
                    <a:pt x="104127" y="12339"/>
                  </a:lnTo>
                  <a:lnTo>
                    <a:pt x="99172" y="14450"/>
                  </a:lnTo>
                  <a:lnTo>
                    <a:pt x="94288" y="16720"/>
                  </a:lnTo>
                  <a:lnTo>
                    <a:pt x="89479" y="19145"/>
                  </a:lnTo>
                  <a:lnTo>
                    <a:pt x="84751" y="21725"/>
                  </a:lnTo>
                  <a:lnTo>
                    <a:pt x="80109" y="24455"/>
                  </a:lnTo>
                  <a:lnTo>
                    <a:pt x="75557" y="27333"/>
                  </a:lnTo>
                  <a:lnTo>
                    <a:pt x="71100" y="30357"/>
                  </a:lnTo>
                  <a:lnTo>
                    <a:pt x="66742" y="33522"/>
                  </a:lnTo>
                  <a:lnTo>
                    <a:pt x="62489" y="36827"/>
                  </a:lnTo>
                  <a:lnTo>
                    <a:pt x="58345" y="40266"/>
                  </a:lnTo>
                  <a:lnTo>
                    <a:pt x="54313" y="43837"/>
                  </a:lnTo>
                  <a:lnTo>
                    <a:pt x="50399" y="47537"/>
                  </a:lnTo>
                  <a:lnTo>
                    <a:pt x="46606" y="51360"/>
                  </a:lnTo>
                  <a:lnTo>
                    <a:pt x="42938" y="55304"/>
                  </a:lnTo>
                  <a:lnTo>
                    <a:pt x="39399" y="59364"/>
                  </a:lnTo>
                  <a:lnTo>
                    <a:pt x="35992" y="63535"/>
                  </a:lnTo>
                  <a:lnTo>
                    <a:pt x="32722" y="67815"/>
                  </a:lnTo>
                  <a:lnTo>
                    <a:pt x="29591" y="72197"/>
                  </a:lnTo>
                  <a:lnTo>
                    <a:pt x="26603" y="76678"/>
                  </a:lnTo>
                  <a:lnTo>
                    <a:pt x="23761" y="81253"/>
                  </a:lnTo>
                  <a:lnTo>
                    <a:pt x="21068" y="85917"/>
                  </a:lnTo>
                  <a:lnTo>
                    <a:pt x="18526" y="90665"/>
                  </a:lnTo>
                  <a:lnTo>
                    <a:pt x="16139" y="95493"/>
                  </a:lnTo>
                  <a:lnTo>
                    <a:pt x="13909" y="100395"/>
                  </a:lnTo>
                  <a:lnTo>
                    <a:pt x="11837" y="105367"/>
                  </a:lnTo>
                  <a:lnTo>
                    <a:pt x="9927" y="110403"/>
                  </a:lnTo>
                  <a:lnTo>
                    <a:pt x="8180" y="115497"/>
                  </a:lnTo>
                  <a:lnTo>
                    <a:pt x="6598" y="120646"/>
                  </a:lnTo>
                  <a:lnTo>
                    <a:pt x="5183" y="125842"/>
                  </a:lnTo>
                  <a:lnTo>
                    <a:pt x="3935" y="131082"/>
                  </a:lnTo>
                  <a:lnTo>
                    <a:pt x="2858" y="136358"/>
                  </a:lnTo>
                  <a:lnTo>
                    <a:pt x="1951" y="141667"/>
                  </a:lnTo>
                  <a:lnTo>
                    <a:pt x="1215" y="147003"/>
                  </a:lnTo>
                  <a:lnTo>
                    <a:pt x="651" y="152359"/>
                  </a:lnTo>
                  <a:lnTo>
                    <a:pt x="261" y="157731"/>
                  </a:lnTo>
                  <a:lnTo>
                    <a:pt x="43" y="163112"/>
                  </a:lnTo>
                  <a:lnTo>
                    <a:pt x="0" y="168498"/>
                  </a:lnTo>
                  <a:lnTo>
                    <a:pt x="129" y="173882"/>
                  </a:lnTo>
                  <a:lnTo>
                    <a:pt x="432" y="179259"/>
                  </a:lnTo>
                  <a:lnTo>
                    <a:pt x="908" y="184624"/>
                  </a:lnTo>
                  <a:lnTo>
                    <a:pt x="1557" y="189971"/>
                  </a:lnTo>
                  <a:lnTo>
                    <a:pt x="2377" y="195293"/>
                  </a:lnTo>
                  <a:lnTo>
                    <a:pt x="3369" y="200587"/>
                  </a:lnTo>
                  <a:lnTo>
                    <a:pt x="4531" y="205846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6380" y="2800231"/>
              <a:ext cx="162631" cy="38679"/>
            </a:xfrm>
            <a:custGeom>
              <a:avLst/>
              <a:pathLst>
                <a:path w="162631" h="38679">
                  <a:moveTo>
                    <a:pt x="0" y="38679"/>
                  </a:moveTo>
                  <a:lnTo>
                    <a:pt x="16263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6380" y="2667429"/>
              <a:ext cx="329794" cy="299969"/>
            </a:xfrm>
            <a:custGeom>
              <a:avLst/>
              <a:pathLst>
                <a:path w="329794" h="299969">
                  <a:moveTo>
                    <a:pt x="0" y="171481"/>
                  </a:moveTo>
                  <a:lnTo>
                    <a:pt x="1315" y="176646"/>
                  </a:lnTo>
                  <a:lnTo>
                    <a:pt x="2795" y="181767"/>
                  </a:lnTo>
                  <a:lnTo>
                    <a:pt x="4437" y="186837"/>
                  </a:lnTo>
                  <a:lnTo>
                    <a:pt x="6240" y="191853"/>
                  </a:lnTo>
                  <a:lnTo>
                    <a:pt x="8202" y="196809"/>
                  </a:lnTo>
                  <a:lnTo>
                    <a:pt x="10321" y="201699"/>
                  </a:lnTo>
                  <a:lnTo>
                    <a:pt x="12595" y="206520"/>
                  </a:lnTo>
                  <a:lnTo>
                    <a:pt x="15021" y="211265"/>
                  </a:lnTo>
                  <a:lnTo>
                    <a:pt x="17598" y="215931"/>
                  </a:lnTo>
                  <a:lnTo>
                    <a:pt x="20321" y="220512"/>
                  </a:lnTo>
                  <a:lnTo>
                    <a:pt x="23190" y="225004"/>
                  </a:lnTo>
                  <a:lnTo>
                    <a:pt x="26200" y="229403"/>
                  </a:lnTo>
                  <a:lnTo>
                    <a:pt x="29349" y="233703"/>
                  </a:lnTo>
                  <a:lnTo>
                    <a:pt x="32633" y="237901"/>
                  </a:lnTo>
                  <a:lnTo>
                    <a:pt x="36050" y="241991"/>
                  </a:lnTo>
                  <a:lnTo>
                    <a:pt x="39595" y="245971"/>
                  </a:lnTo>
                  <a:lnTo>
                    <a:pt x="43265" y="249836"/>
                  </a:lnTo>
                  <a:lnTo>
                    <a:pt x="47057" y="253582"/>
                  </a:lnTo>
                  <a:lnTo>
                    <a:pt x="50966" y="257205"/>
                  </a:lnTo>
                  <a:lnTo>
                    <a:pt x="54989" y="260701"/>
                  </a:lnTo>
                  <a:lnTo>
                    <a:pt x="59121" y="264068"/>
                  </a:lnTo>
                  <a:lnTo>
                    <a:pt x="63358" y="267301"/>
                  </a:lnTo>
                  <a:lnTo>
                    <a:pt x="67696" y="270397"/>
                  </a:lnTo>
                  <a:lnTo>
                    <a:pt x="72131" y="273354"/>
                  </a:lnTo>
                  <a:lnTo>
                    <a:pt x="76658" y="276167"/>
                  </a:lnTo>
                  <a:lnTo>
                    <a:pt x="81272" y="278835"/>
                  </a:lnTo>
                  <a:lnTo>
                    <a:pt x="85968" y="281355"/>
                  </a:lnTo>
                  <a:lnTo>
                    <a:pt x="90743" y="283723"/>
                  </a:lnTo>
                  <a:lnTo>
                    <a:pt x="95591" y="285938"/>
                  </a:lnTo>
                  <a:lnTo>
                    <a:pt x="100507" y="287998"/>
                  </a:lnTo>
                  <a:lnTo>
                    <a:pt x="105486" y="289899"/>
                  </a:lnTo>
                  <a:lnTo>
                    <a:pt x="110523" y="291641"/>
                  </a:lnTo>
                  <a:lnTo>
                    <a:pt x="115613" y="293221"/>
                  </a:lnTo>
                  <a:lnTo>
                    <a:pt x="120751" y="294639"/>
                  </a:lnTo>
                  <a:lnTo>
                    <a:pt x="125932" y="295892"/>
                  </a:lnTo>
                  <a:lnTo>
                    <a:pt x="131150" y="296979"/>
                  </a:lnTo>
                  <a:lnTo>
                    <a:pt x="136399" y="297899"/>
                  </a:lnTo>
                  <a:lnTo>
                    <a:pt x="141676" y="298651"/>
                  </a:lnTo>
                  <a:lnTo>
                    <a:pt x="146974" y="299235"/>
                  </a:lnTo>
                  <a:lnTo>
                    <a:pt x="152288" y="299649"/>
                  </a:lnTo>
                  <a:lnTo>
                    <a:pt x="157612" y="299894"/>
                  </a:lnTo>
                  <a:lnTo>
                    <a:pt x="162941" y="299969"/>
                  </a:lnTo>
                  <a:lnTo>
                    <a:pt x="168270" y="299874"/>
                  </a:lnTo>
                  <a:lnTo>
                    <a:pt x="173593" y="299610"/>
                  </a:lnTo>
                  <a:lnTo>
                    <a:pt x="178905" y="299175"/>
                  </a:lnTo>
                  <a:lnTo>
                    <a:pt x="184201" y="298572"/>
                  </a:lnTo>
                  <a:lnTo>
                    <a:pt x="189475" y="297800"/>
                  </a:lnTo>
                  <a:lnTo>
                    <a:pt x="194721" y="296861"/>
                  </a:lnTo>
                  <a:lnTo>
                    <a:pt x="199935" y="295754"/>
                  </a:lnTo>
                  <a:lnTo>
                    <a:pt x="205111" y="294482"/>
                  </a:lnTo>
                  <a:lnTo>
                    <a:pt x="210243" y="293046"/>
                  </a:lnTo>
                  <a:lnTo>
                    <a:pt x="215328" y="291446"/>
                  </a:lnTo>
                  <a:lnTo>
                    <a:pt x="220358" y="289686"/>
                  </a:lnTo>
                  <a:lnTo>
                    <a:pt x="225330" y="287766"/>
                  </a:lnTo>
                  <a:lnTo>
                    <a:pt x="230239" y="285688"/>
                  </a:lnTo>
                  <a:lnTo>
                    <a:pt x="235078" y="283455"/>
                  </a:lnTo>
                  <a:lnTo>
                    <a:pt x="239844" y="281069"/>
                  </a:lnTo>
                  <a:lnTo>
                    <a:pt x="244531" y="278532"/>
                  </a:lnTo>
                  <a:lnTo>
                    <a:pt x="249135" y="275847"/>
                  </a:lnTo>
                  <a:lnTo>
                    <a:pt x="253652" y="273017"/>
                  </a:lnTo>
                  <a:lnTo>
                    <a:pt x="258075" y="270044"/>
                  </a:lnTo>
                  <a:lnTo>
                    <a:pt x="262402" y="266931"/>
                  </a:lnTo>
                  <a:lnTo>
                    <a:pt x="266627" y="263682"/>
                  </a:lnTo>
                  <a:lnTo>
                    <a:pt x="270747" y="260301"/>
                  </a:lnTo>
                  <a:lnTo>
                    <a:pt x="274756" y="256789"/>
                  </a:lnTo>
                  <a:lnTo>
                    <a:pt x="278652" y="253152"/>
                  </a:lnTo>
                  <a:lnTo>
                    <a:pt x="282430" y="249392"/>
                  </a:lnTo>
                  <a:lnTo>
                    <a:pt x="286086" y="245513"/>
                  </a:lnTo>
                  <a:lnTo>
                    <a:pt x="289616" y="241520"/>
                  </a:lnTo>
                  <a:lnTo>
                    <a:pt x="293017" y="237417"/>
                  </a:lnTo>
                  <a:lnTo>
                    <a:pt x="296286" y="233207"/>
                  </a:lnTo>
                  <a:lnTo>
                    <a:pt x="299419" y="228895"/>
                  </a:lnTo>
                  <a:lnTo>
                    <a:pt x="302413" y="224486"/>
                  </a:lnTo>
                  <a:lnTo>
                    <a:pt x="305265" y="219983"/>
                  </a:lnTo>
                  <a:lnTo>
                    <a:pt x="307971" y="215392"/>
                  </a:lnTo>
                  <a:lnTo>
                    <a:pt x="310530" y="210716"/>
                  </a:lnTo>
                  <a:lnTo>
                    <a:pt x="312939" y="205962"/>
                  </a:lnTo>
                  <a:lnTo>
                    <a:pt x="315195" y="201133"/>
                  </a:lnTo>
                  <a:lnTo>
                    <a:pt x="317296" y="196234"/>
                  </a:lnTo>
                  <a:lnTo>
                    <a:pt x="319239" y="191272"/>
                  </a:lnTo>
                  <a:lnTo>
                    <a:pt x="321024" y="186249"/>
                  </a:lnTo>
                  <a:lnTo>
                    <a:pt x="322647" y="181173"/>
                  </a:lnTo>
                  <a:lnTo>
                    <a:pt x="324108" y="176047"/>
                  </a:lnTo>
                  <a:lnTo>
                    <a:pt x="325404" y="170877"/>
                  </a:lnTo>
                  <a:lnTo>
                    <a:pt x="326535" y="165669"/>
                  </a:lnTo>
                  <a:lnTo>
                    <a:pt x="327500" y="160427"/>
                  </a:lnTo>
                  <a:lnTo>
                    <a:pt x="328297" y="155157"/>
                  </a:lnTo>
                  <a:lnTo>
                    <a:pt x="328925" y="149864"/>
                  </a:lnTo>
                  <a:lnTo>
                    <a:pt x="329384" y="144554"/>
                  </a:lnTo>
                  <a:lnTo>
                    <a:pt x="329674" y="139232"/>
                  </a:lnTo>
                  <a:lnTo>
                    <a:pt x="329794" y="133904"/>
                  </a:lnTo>
                  <a:lnTo>
                    <a:pt x="329745" y="128574"/>
                  </a:lnTo>
                  <a:lnTo>
                    <a:pt x="329525" y="123249"/>
                  </a:lnTo>
                  <a:lnTo>
                    <a:pt x="329135" y="117933"/>
                  </a:lnTo>
                  <a:lnTo>
                    <a:pt x="328577" y="112633"/>
                  </a:lnTo>
                  <a:lnTo>
                    <a:pt x="327849" y="107353"/>
                  </a:lnTo>
                  <a:lnTo>
                    <a:pt x="326954" y="102098"/>
                  </a:lnTo>
                  <a:lnTo>
                    <a:pt x="325892" y="96876"/>
                  </a:lnTo>
                  <a:lnTo>
                    <a:pt x="324664" y="91689"/>
                  </a:lnTo>
                  <a:lnTo>
                    <a:pt x="323270" y="86545"/>
                  </a:lnTo>
                  <a:lnTo>
                    <a:pt x="321714" y="81447"/>
                  </a:lnTo>
                  <a:lnTo>
                    <a:pt x="319996" y="76402"/>
                  </a:lnTo>
                  <a:lnTo>
                    <a:pt x="318118" y="71414"/>
                  </a:lnTo>
                  <a:lnTo>
                    <a:pt x="316082" y="66488"/>
                  </a:lnTo>
                  <a:lnTo>
                    <a:pt x="313890" y="61630"/>
                  </a:lnTo>
                  <a:lnTo>
                    <a:pt x="311544" y="56844"/>
                  </a:lnTo>
                  <a:lnTo>
                    <a:pt x="309047" y="52135"/>
                  </a:lnTo>
                  <a:lnTo>
                    <a:pt x="306401" y="47509"/>
                  </a:lnTo>
                  <a:lnTo>
                    <a:pt x="303609" y="42969"/>
                  </a:lnTo>
                  <a:lnTo>
                    <a:pt x="300673" y="38520"/>
                  </a:lnTo>
                  <a:lnTo>
                    <a:pt x="297598" y="34167"/>
                  </a:lnTo>
                  <a:lnTo>
                    <a:pt x="294385" y="29915"/>
                  </a:lnTo>
                  <a:lnTo>
                    <a:pt x="291038" y="25767"/>
                  </a:lnTo>
                  <a:lnTo>
                    <a:pt x="287560" y="21728"/>
                  </a:lnTo>
                  <a:lnTo>
                    <a:pt x="283956" y="17801"/>
                  </a:lnTo>
                  <a:lnTo>
                    <a:pt x="280228" y="13992"/>
                  </a:lnTo>
                  <a:lnTo>
                    <a:pt x="276381" y="10304"/>
                  </a:lnTo>
                  <a:lnTo>
                    <a:pt x="272418" y="6740"/>
                  </a:lnTo>
                  <a:lnTo>
                    <a:pt x="268343" y="3304"/>
                  </a:lnTo>
                  <a:lnTo>
                    <a:pt x="264161" y="0"/>
                  </a:lnTo>
                  <a:lnTo>
                    <a:pt x="162631" y="1328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919011" y="2633064"/>
              <a:ext cx="101530" cy="167167"/>
            </a:xfrm>
            <a:custGeom>
              <a:avLst/>
              <a:pathLst>
                <a:path w="101530" h="167167">
                  <a:moveTo>
                    <a:pt x="101530" y="34364"/>
                  </a:moveTo>
                  <a:lnTo>
                    <a:pt x="96908" y="30955"/>
                  </a:lnTo>
                  <a:lnTo>
                    <a:pt x="92173" y="27707"/>
                  </a:lnTo>
                  <a:lnTo>
                    <a:pt x="87328" y="24624"/>
                  </a:lnTo>
                  <a:lnTo>
                    <a:pt x="82381" y="21708"/>
                  </a:lnTo>
                  <a:lnTo>
                    <a:pt x="77336" y="18964"/>
                  </a:lnTo>
                  <a:lnTo>
                    <a:pt x="72200" y="16395"/>
                  </a:lnTo>
                  <a:lnTo>
                    <a:pt x="66979" y="14005"/>
                  </a:lnTo>
                  <a:lnTo>
                    <a:pt x="61679" y="11794"/>
                  </a:lnTo>
                  <a:lnTo>
                    <a:pt x="56306" y="9767"/>
                  </a:lnTo>
                  <a:lnTo>
                    <a:pt x="50866" y="7926"/>
                  </a:lnTo>
                  <a:lnTo>
                    <a:pt x="45367" y="6273"/>
                  </a:lnTo>
                  <a:lnTo>
                    <a:pt x="39813" y="4810"/>
                  </a:lnTo>
                  <a:lnTo>
                    <a:pt x="34213" y="3538"/>
                  </a:lnTo>
                  <a:lnTo>
                    <a:pt x="28573" y="2460"/>
                  </a:lnTo>
                  <a:lnTo>
                    <a:pt x="22899" y="1575"/>
                  </a:lnTo>
                  <a:lnTo>
                    <a:pt x="17198" y="887"/>
                  </a:lnTo>
                  <a:lnTo>
                    <a:pt x="11476" y="394"/>
                  </a:lnTo>
                  <a:lnTo>
                    <a:pt x="5741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5538" y="2126963"/>
              <a:ext cx="102934" cy="167167"/>
            </a:xfrm>
            <a:custGeom>
              <a:avLst/>
              <a:pathLst>
                <a:path w="102934" h="167167">
                  <a:moveTo>
                    <a:pt x="102934" y="0"/>
                  </a:moveTo>
                  <a:lnTo>
                    <a:pt x="97390" y="91"/>
                  </a:lnTo>
                  <a:lnTo>
                    <a:pt x="91853" y="367"/>
                  </a:lnTo>
                  <a:lnTo>
                    <a:pt x="86328" y="826"/>
                  </a:lnTo>
                  <a:lnTo>
                    <a:pt x="80821" y="1468"/>
                  </a:lnTo>
                  <a:lnTo>
                    <a:pt x="75338" y="2293"/>
                  </a:lnTo>
                  <a:lnTo>
                    <a:pt x="69886" y="3299"/>
                  </a:lnTo>
                  <a:lnTo>
                    <a:pt x="64470" y="4485"/>
                  </a:lnTo>
                  <a:lnTo>
                    <a:pt x="59096" y="5850"/>
                  </a:lnTo>
                  <a:lnTo>
                    <a:pt x="53771" y="7392"/>
                  </a:lnTo>
                  <a:lnTo>
                    <a:pt x="48500" y="9110"/>
                  </a:lnTo>
                  <a:lnTo>
                    <a:pt x="43288" y="11002"/>
                  </a:lnTo>
                  <a:lnTo>
                    <a:pt x="38143" y="13066"/>
                  </a:lnTo>
                  <a:lnTo>
                    <a:pt x="33068" y="15299"/>
                  </a:lnTo>
                  <a:lnTo>
                    <a:pt x="28071" y="17700"/>
                  </a:lnTo>
                  <a:lnTo>
                    <a:pt x="23155" y="20264"/>
                  </a:lnTo>
                  <a:lnTo>
                    <a:pt x="18328" y="22991"/>
                  </a:lnTo>
                  <a:lnTo>
                    <a:pt x="13593" y="25876"/>
                  </a:lnTo>
                  <a:lnTo>
                    <a:pt x="8957" y="28916"/>
                  </a:lnTo>
                  <a:lnTo>
                    <a:pt x="4424" y="32108"/>
                  </a:lnTo>
                  <a:lnTo>
                    <a:pt x="0" y="35449"/>
                  </a:lnTo>
                  <a:lnTo>
                    <a:pt x="1029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25538" y="216241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561318" y="2162413"/>
              <a:ext cx="260026" cy="298868"/>
            </a:xfrm>
            <a:custGeom>
              <a:avLst/>
              <a:pathLst>
                <a:path w="260026" h="298868">
                  <a:moveTo>
                    <a:pt x="64219" y="0"/>
                  </a:moveTo>
                  <a:lnTo>
                    <a:pt x="60064" y="3355"/>
                  </a:lnTo>
                  <a:lnTo>
                    <a:pt x="56018" y="6842"/>
                  </a:lnTo>
                  <a:lnTo>
                    <a:pt x="52085" y="10456"/>
                  </a:lnTo>
                  <a:lnTo>
                    <a:pt x="48270" y="14193"/>
                  </a:lnTo>
                  <a:lnTo>
                    <a:pt x="44577" y="18051"/>
                  </a:lnTo>
                  <a:lnTo>
                    <a:pt x="41008" y="22025"/>
                  </a:lnTo>
                  <a:lnTo>
                    <a:pt x="37568" y="26111"/>
                  </a:lnTo>
                  <a:lnTo>
                    <a:pt x="34261" y="30304"/>
                  </a:lnTo>
                  <a:lnTo>
                    <a:pt x="31089" y="34601"/>
                  </a:lnTo>
                  <a:lnTo>
                    <a:pt x="28056" y="38998"/>
                  </a:lnTo>
                  <a:lnTo>
                    <a:pt x="25165" y="43488"/>
                  </a:lnTo>
                  <a:lnTo>
                    <a:pt x="22419" y="48069"/>
                  </a:lnTo>
                  <a:lnTo>
                    <a:pt x="19821" y="52736"/>
                  </a:lnTo>
                  <a:lnTo>
                    <a:pt x="17373" y="57483"/>
                  </a:lnTo>
                  <a:lnTo>
                    <a:pt x="15078" y="62305"/>
                  </a:lnTo>
                  <a:lnTo>
                    <a:pt x="12938" y="67199"/>
                  </a:lnTo>
                  <a:lnTo>
                    <a:pt x="10956" y="72158"/>
                  </a:lnTo>
                  <a:lnTo>
                    <a:pt x="9133" y="77179"/>
                  </a:lnTo>
                  <a:lnTo>
                    <a:pt x="7471" y="82254"/>
                  </a:lnTo>
                  <a:lnTo>
                    <a:pt x="5972" y="87381"/>
                  </a:lnTo>
                  <a:lnTo>
                    <a:pt x="4638" y="92552"/>
                  </a:lnTo>
                  <a:lnTo>
                    <a:pt x="3470" y="97764"/>
                  </a:lnTo>
                  <a:lnTo>
                    <a:pt x="2469" y="103010"/>
                  </a:lnTo>
                  <a:lnTo>
                    <a:pt x="1636" y="108286"/>
                  </a:lnTo>
                  <a:lnTo>
                    <a:pt x="972" y="113585"/>
                  </a:lnTo>
                  <a:lnTo>
                    <a:pt x="478" y="118903"/>
                  </a:lnTo>
                  <a:lnTo>
                    <a:pt x="153" y="124235"/>
                  </a:lnTo>
                  <a:lnTo>
                    <a:pt x="0" y="129573"/>
                  </a:lnTo>
                  <a:lnTo>
                    <a:pt x="16" y="134914"/>
                  </a:lnTo>
                  <a:lnTo>
                    <a:pt x="204" y="140252"/>
                  </a:lnTo>
                  <a:lnTo>
                    <a:pt x="562" y="145581"/>
                  </a:lnTo>
                  <a:lnTo>
                    <a:pt x="1090" y="150896"/>
                  </a:lnTo>
                  <a:lnTo>
                    <a:pt x="1787" y="156191"/>
                  </a:lnTo>
                  <a:lnTo>
                    <a:pt x="2653" y="161461"/>
                  </a:lnTo>
                  <a:lnTo>
                    <a:pt x="3687" y="166701"/>
                  </a:lnTo>
                  <a:lnTo>
                    <a:pt x="4888" y="171905"/>
                  </a:lnTo>
                  <a:lnTo>
                    <a:pt x="6255" y="177068"/>
                  </a:lnTo>
                  <a:lnTo>
                    <a:pt x="7786" y="182185"/>
                  </a:lnTo>
                  <a:lnTo>
                    <a:pt x="9479" y="187250"/>
                  </a:lnTo>
                  <a:lnTo>
                    <a:pt x="11334" y="192259"/>
                  </a:lnTo>
                  <a:lnTo>
                    <a:pt x="13348" y="197206"/>
                  </a:lnTo>
                  <a:lnTo>
                    <a:pt x="15518" y="202086"/>
                  </a:lnTo>
                  <a:lnTo>
                    <a:pt x="17843" y="206894"/>
                  </a:lnTo>
                  <a:lnTo>
                    <a:pt x="20321" y="211625"/>
                  </a:lnTo>
                  <a:lnTo>
                    <a:pt x="22949" y="216275"/>
                  </a:lnTo>
                  <a:lnTo>
                    <a:pt x="25724" y="220839"/>
                  </a:lnTo>
                  <a:lnTo>
                    <a:pt x="28643" y="225311"/>
                  </a:lnTo>
                  <a:lnTo>
                    <a:pt x="31704" y="229688"/>
                  </a:lnTo>
                  <a:lnTo>
                    <a:pt x="34903" y="233965"/>
                  </a:lnTo>
                  <a:lnTo>
                    <a:pt x="38236" y="238138"/>
                  </a:lnTo>
                  <a:lnTo>
                    <a:pt x="41702" y="242202"/>
                  </a:lnTo>
                  <a:lnTo>
                    <a:pt x="45295" y="246153"/>
                  </a:lnTo>
                  <a:lnTo>
                    <a:pt x="49013" y="249988"/>
                  </a:lnTo>
                  <a:lnTo>
                    <a:pt x="52852" y="253701"/>
                  </a:lnTo>
                  <a:lnTo>
                    <a:pt x="56807" y="257291"/>
                  </a:lnTo>
                  <a:lnTo>
                    <a:pt x="60875" y="260751"/>
                  </a:lnTo>
                  <a:lnTo>
                    <a:pt x="65051" y="264081"/>
                  </a:lnTo>
                  <a:lnTo>
                    <a:pt x="69332" y="267275"/>
                  </a:lnTo>
                  <a:lnTo>
                    <a:pt x="73712" y="270331"/>
                  </a:lnTo>
                  <a:lnTo>
                    <a:pt x="78188" y="273245"/>
                  </a:lnTo>
                  <a:lnTo>
                    <a:pt x="82755" y="276015"/>
                  </a:lnTo>
                  <a:lnTo>
                    <a:pt x="87407" y="278637"/>
                  </a:lnTo>
                  <a:lnTo>
                    <a:pt x="92141" y="281110"/>
                  </a:lnTo>
                  <a:lnTo>
                    <a:pt x="96952" y="283430"/>
                  </a:lnTo>
                  <a:lnTo>
                    <a:pt x="101835" y="285595"/>
                  </a:lnTo>
                  <a:lnTo>
                    <a:pt x="106784" y="287603"/>
                  </a:lnTo>
                  <a:lnTo>
                    <a:pt x="111794" y="289452"/>
                  </a:lnTo>
                  <a:lnTo>
                    <a:pt x="116861" y="291140"/>
                  </a:lnTo>
                  <a:lnTo>
                    <a:pt x="121980" y="292665"/>
                  </a:lnTo>
                  <a:lnTo>
                    <a:pt x="127145" y="294026"/>
                  </a:lnTo>
                  <a:lnTo>
                    <a:pt x="132350" y="295222"/>
                  </a:lnTo>
                  <a:lnTo>
                    <a:pt x="137591" y="296250"/>
                  </a:lnTo>
                  <a:lnTo>
                    <a:pt x="142862" y="297110"/>
                  </a:lnTo>
                  <a:lnTo>
                    <a:pt x="148158" y="297802"/>
                  </a:lnTo>
                  <a:lnTo>
                    <a:pt x="153474" y="298324"/>
                  </a:lnTo>
                  <a:lnTo>
                    <a:pt x="158803" y="298676"/>
                  </a:lnTo>
                  <a:lnTo>
                    <a:pt x="164141" y="298857"/>
                  </a:lnTo>
                  <a:lnTo>
                    <a:pt x="169482" y="298868"/>
                  </a:lnTo>
                  <a:lnTo>
                    <a:pt x="174820" y="298709"/>
                  </a:lnTo>
                  <a:lnTo>
                    <a:pt x="180151" y="298378"/>
                  </a:lnTo>
                  <a:lnTo>
                    <a:pt x="185469" y="297878"/>
                  </a:lnTo>
                  <a:lnTo>
                    <a:pt x="190767" y="297208"/>
                  </a:lnTo>
                  <a:lnTo>
                    <a:pt x="196042" y="296369"/>
                  </a:lnTo>
                  <a:lnTo>
                    <a:pt x="201287" y="295363"/>
                  </a:lnTo>
                  <a:lnTo>
                    <a:pt x="206497" y="294189"/>
                  </a:lnTo>
                  <a:lnTo>
                    <a:pt x="211668" y="292849"/>
                  </a:lnTo>
                  <a:lnTo>
                    <a:pt x="216792" y="291345"/>
                  </a:lnTo>
                  <a:lnTo>
                    <a:pt x="221866" y="289677"/>
                  </a:lnTo>
                  <a:lnTo>
                    <a:pt x="226885" y="287849"/>
                  </a:lnTo>
                  <a:lnTo>
                    <a:pt x="231842" y="285861"/>
                  </a:lnTo>
                  <a:lnTo>
                    <a:pt x="236733" y="283716"/>
                  </a:lnTo>
                  <a:lnTo>
                    <a:pt x="241553" y="281415"/>
                  </a:lnTo>
                  <a:lnTo>
                    <a:pt x="246297" y="278962"/>
                  </a:lnTo>
                  <a:lnTo>
                    <a:pt x="250961" y="276359"/>
                  </a:lnTo>
                  <a:lnTo>
                    <a:pt x="255539" y="273608"/>
                  </a:lnTo>
                  <a:lnTo>
                    <a:pt x="260026" y="270712"/>
                  </a:lnTo>
                  <a:lnTo>
                    <a:pt x="167153" y="131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728472" y="2126963"/>
              <a:ext cx="167162" cy="306162"/>
            </a:xfrm>
            <a:custGeom>
              <a:avLst/>
              <a:pathLst>
                <a:path w="167162" h="306162">
                  <a:moveTo>
                    <a:pt x="92873" y="306162"/>
                  </a:moveTo>
                  <a:lnTo>
                    <a:pt x="97260" y="303128"/>
                  </a:lnTo>
                  <a:lnTo>
                    <a:pt x="101547" y="299956"/>
                  </a:lnTo>
                  <a:lnTo>
                    <a:pt x="105732" y="296649"/>
                  </a:lnTo>
                  <a:lnTo>
                    <a:pt x="109809" y="293210"/>
                  </a:lnTo>
                  <a:lnTo>
                    <a:pt x="113774" y="289643"/>
                  </a:lnTo>
                  <a:lnTo>
                    <a:pt x="117623" y="285951"/>
                  </a:lnTo>
                  <a:lnTo>
                    <a:pt x="121353" y="282138"/>
                  </a:lnTo>
                  <a:lnTo>
                    <a:pt x="124959" y="278208"/>
                  </a:lnTo>
                  <a:lnTo>
                    <a:pt x="128437" y="274165"/>
                  </a:lnTo>
                  <a:lnTo>
                    <a:pt x="131785" y="270014"/>
                  </a:lnTo>
                  <a:lnTo>
                    <a:pt x="134999" y="265757"/>
                  </a:lnTo>
                  <a:lnTo>
                    <a:pt x="138076" y="261400"/>
                  </a:lnTo>
                  <a:lnTo>
                    <a:pt x="141012" y="256947"/>
                  </a:lnTo>
                  <a:lnTo>
                    <a:pt x="143804" y="252403"/>
                  </a:lnTo>
                  <a:lnTo>
                    <a:pt x="146450" y="247772"/>
                  </a:lnTo>
                  <a:lnTo>
                    <a:pt x="148947" y="243059"/>
                  </a:lnTo>
                  <a:lnTo>
                    <a:pt x="151292" y="238269"/>
                  </a:lnTo>
                  <a:lnTo>
                    <a:pt x="153483" y="233406"/>
                  </a:lnTo>
                  <a:lnTo>
                    <a:pt x="155518" y="228476"/>
                  </a:lnTo>
                  <a:lnTo>
                    <a:pt x="157395" y="223484"/>
                  </a:lnTo>
                  <a:lnTo>
                    <a:pt x="159111" y="218434"/>
                  </a:lnTo>
                  <a:lnTo>
                    <a:pt x="160666" y="213332"/>
                  </a:lnTo>
                  <a:lnTo>
                    <a:pt x="162057" y="208183"/>
                  </a:lnTo>
                  <a:lnTo>
                    <a:pt x="163283" y="202992"/>
                  </a:lnTo>
                  <a:lnTo>
                    <a:pt x="164343" y="197765"/>
                  </a:lnTo>
                  <a:lnTo>
                    <a:pt x="165235" y="192507"/>
                  </a:lnTo>
                  <a:lnTo>
                    <a:pt x="165959" y="187223"/>
                  </a:lnTo>
                  <a:lnTo>
                    <a:pt x="166515" y="181918"/>
                  </a:lnTo>
                  <a:lnTo>
                    <a:pt x="166901" y="176599"/>
                  </a:lnTo>
                  <a:lnTo>
                    <a:pt x="167117" y="171269"/>
                  </a:lnTo>
                  <a:lnTo>
                    <a:pt x="167162" y="165936"/>
                  </a:lnTo>
                  <a:lnTo>
                    <a:pt x="167038" y="160604"/>
                  </a:lnTo>
                  <a:lnTo>
                    <a:pt x="166744" y="155279"/>
                  </a:lnTo>
                  <a:lnTo>
                    <a:pt x="166280" y="149965"/>
                  </a:lnTo>
                  <a:lnTo>
                    <a:pt x="165646" y="144669"/>
                  </a:lnTo>
                  <a:lnTo>
                    <a:pt x="164844" y="139397"/>
                  </a:lnTo>
                  <a:lnTo>
                    <a:pt x="163874" y="134152"/>
                  </a:lnTo>
                  <a:lnTo>
                    <a:pt x="162738" y="128941"/>
                  </a:lnTo>
                  <a:lnTo>
                    <a:pt x="161435" y="123769"/>
                  </a:lnTo>
                  <a:lnTo>
                    <a:pt x="159969" y="118641"/>
                  </a:lnTo>
                  <a:lnTo>
                    <a:pt x="158339" y="113562"/>
                  </a:lnTo>
                  <a:lnTo>
                    <a:pt x="156549" y="108538"/>
                  </a:lnTo>
                  <a:lnTo>
                    <a:pt x="154599" y="103574"/>
                  </a:lnTo>
                  <a:lnTo>
                    <a:pt x="152491" y="98674"/>
                  </a:lnTo>
                  <a:lnTo>
                    <a:pt x="150229" y="93845"/>
                  </a:lnTo>
                  <a:lnTo>
                    <a:pt x="147813" y="89089"/>
                  </a:lnTo>
                  <a:lnTo>
                    <a:pt x="145247" y="84414"/>
                  </a:lnTo>
                  <a:lnTo>
                    <a:pt x="142533" y="79822"/>
                  </a:lnTo>
                  <a:lnTo>
                    <a:pt x="139674" y="75320"/>
                  </a:lnTo>
                  <a:lnTo>
                    <a:pt x="136673" y="70911"/>
                  </a:lnTo>
                  <a:lnTo>
                    <a:pt x="133533" y="66599"/>
                  </a:lnTo>
                  <a:lnTo>
                    <a:pt x="130257" y="62391"/>
                  </a:lnTo>
                  <a:lnTo>
                    <a:pt x="126848" y="58289"/>
                  </a:lnTo>
                  <a:lnTo>
                    <a:pt x="123310" y="54297"/>
                  </a:lnTo>
                  <a:lnTo>
                    <a:pt x="119646" y="50421"/>
                  </a:lnTo>
                  <a:lnTo>
                    <a:pt x="115861" y="46664"/>
                  </a:lnTo>
                  <a:lnTo>
                    <a:pt x="111958" y="43029"/>
                  </a:lnTo>
                  <a:lnTo>
                    <a:pt x="107941" y="39520"/>
                  </a:lnTo>
                  <a:lnTo>
                    <a:pt x="103814" y="36142"/>
                  </a:lnTo>
                  <a:lnTo>
                    <a:pt x="99581" y="32897"/>
                  </a:lnTo>
                  <a:lnTo>
                    <a:pt x="95247" y="29788"/>
                  </a:lnTo>
                  <a:lnTo>
                    <a:pt x="90816" y="26820"/>
                  </a:lnTo>
                  <a:lnTo>
                    <a:pt x="86292" y="23994"/>
                  </a:lnTo>
                  <a:lnTo>
                    <a:pt x="81681" y="21314"/>
                  </a:lnTo>
                  <a:lnTo>
                    <a:pt x="76987" y="18782"/>
                  </a:lnTo>
                  <a:lnTo>
                    <a:pt x="72214" y="16402"/>
                  </a:lnTo>
                  <a:lnTo>
                    <a:pt x="67367" y="14175"/>
                  </a:lnTo>
                  <a:lnTo>
                    <a:pt x="62452" y="12104"/>
                  </a:lnTo>
                  <a:lnTo>
                    <a:pt x="57474" y="10190"/>
                  </a:lnTo>
                  <a:lnTo>
                    <a:pt x="52437" y="8437"/>
                  </a:lnTo>
                  <a:lnTo>
                    <a:pt x="47346" y="6845"/>
                  </a:lnTo>
                  <a:lnTo>
                    <a:pt x="42208" y="5416"/>
                  </a:lnTo>
                  <a:lnTo>
                    <a:pt x="37026" y="4152"/>
                  </a:lnTo>
                  <a:lnTo>
                    <a:pt x="31807" y="3053"/>
                  </a:lnTo>
                  <a:lnTo>
                    <a:pt x="26555" y="2122"/>
                  </a:lnTo>
                  <a:lnTo>
                    <a:pt x="21277" y="1359"/>
                  </a:lnTo>
                  <a:lnTo>
                    <a:pt x="15976" y="765"/>
                  </a:lnTo>
                  <a:lnTo>
                    <a:pt x="10660" y="340"/>
                  </a:lnTo>
                  <a:lnTo>
                    <a:pt x="533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8016" y="1681503"/>
              <a:ext cx="35218" cy="167167"/>
            </a:xfrm>
            <a:custGeom>
              <a:avLst/>
              <a:pathLst>
                <a:path w="35218" h="167167">
                  <a:moveTo>
                    <a:pt x="35218" y="0"/>
                  </a:moveTo>
                  <a:lnTo>
                    <a:pt x="28123" y="150"/>
                  </a:lnTo>
                  <a:lnTo>
                    <a:pt x="21041" y="602"/>
                  </a:lnTo>
                  <a:lnTo>
                    <a:pt x="13985" y="1353"/>
                  </a:lnTo>
                  <a:lnTo>
                    <a:pt x="6967" y="2404"/>
                  </a:lnTo>
                  <a:lnTo>
                    <a:pt x="0" y="3752"/>
                  </a:lnTo>
                  <a:lnTo>
                    <a:pt x="3521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88016" y="1685255"/>
              <a:ext cx="35218" cy="163415"/>
            </a:xfrm>
            <a:custGeom>
              <a:avLst/>
              <a:pathLst>
                <a:path w="35218" h="163415">
                  <a:moveTo>
                    <a:pt x="0" y="0"/>
                  </a:moveTo>
                  <a:lnTo>
                    <a:pt x="35218" y="163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256069" y="1685255"/>
              <a:ext cx="334331" cy="330572"/>
            </a:xfrm>
            <a:custGeom>
              <a:avLst/>
              <a:pathLst>
                <a:path w="334331" h="330572">
                  <a:moveTo>
                    <a:pt x="131946" y="0"/>
                  </a:moveTo>
                  <a:lnTo>
                    <a:pt x="126781" y="1199"/>
                  </a:lnTo>
                  <a:lnTo>
                    <a:pt x="121657" y="2561"/>
                  </a:lnTo>
                  <a:lnTo>
                    <a:pt x="116579" y="4085"/>
                  </a:lnTo>
                  <a:lnTo>
                    <a:pt x="111551" y="5769"/>
                  </a:lnTo>
                  <a:lnTo>
                    <a:pt x="106580" y="7612"/>
                  </a:lnTo>
                  <a:lnTo>
                    <a:pt x="101669" y="9612"/>
                  </a:lnTo>
                  <a:lnTo>
                    <a:pt x="96825" y="11766"/>
                  </a:lnTo>
                  <a:lnTo>
                    <a:pt x="92051" y="14073"/>
                  </a:lnTo>
                  <a:lnTo>
                    <a:pt x="87353" y="16531"/>
                  </a:lnTo>
                  <a:lnTo>
                    <a:pt x="82735" y="19136"/>
                  </a:lnTo>
                  <a:lnTo>
                    <a:pt x="78201" y="21886"/>
                  </a:lnTo>
                  <a:lnTo>
                    <a:pt x="73758" y="24778"/>
                  </a:lnTo>
                  <a:lnTo>
                    <a:pt x="69408" y="27810"/>
                  </a:lnTo>
                  <a:lnTo>
                    <a:pt x="65157" y="30979"/>
                  </a:lnTo>
                  <a:lnTo>
                    <a:pt x="61008" y="34280"/>
                  </a:lnTo>
                  <a:lnTo>
                    <a:pt x="56966" y="37712"/>
                  </a:lnTo>
                  <a:lnTo>
                    <a:pt x="53035" y="41270"/>
                  </a:lnTo>
                  <a:lnTo>
                    <a:pt x="49219" y="44950"/>
                  </a:lnTo>
                  <a:lnTo>
                    <a:pt x="45522" y="48750"/>
                  </a:lnTo>
                  <a:lnTo>
                    <a:pt x="41946" y="52666"/>
                  </a:lnTo>
                  <a:lnTo>
                    <a:pt x="38497" y="56693"/>
                  </a:lnTo>
                  <a:lnTo>
                    <a:pt x="35177" y="60827"/>
                  </a:lnTo>
                  <a:lnTo>
                    <a:pt x="31990" y="65064"/>
                  </a:lnTo>
                  <a:lnTo>
                    <a:pt x="28939" y="69400"/>
                  </a:lnTo>
                  <a:lnTo>
                    <a:pt x="26027" y="73831"/>
                  </a:lnTo>
                  <a:lnTo>
                    <a:pt x="23257" y="78352"/>
                  </a:lnTo>
                  <a:lnTo>
                    <a:pt x="20632" y="82959"/>
                  </a:lnTo>
                  <a:lnTo>
                    <a:pt x="18154" y="87646"/>
                  </a:lnTo>
                  <a:lnTo>
                    <a:pt x="15826" y="92410"/>
                  </a:lnTo>
                  <a:lnTo>
                    <a:pt x="13651" y="97245"/>
                  </a:lnTo>
                  <a:lnTo>
                    <a:pt x="11630" y="102147"/>
                  </a:lnTo>
                  <a:lnTo>
                    <a:pt x="9765" y="107110"/>
                  </a:lnTo>
                  <a:lnTo>
                    <a:pt x="8058" y="112130"/>
                  </a:lnTo>
                  <a:lnTo>
                    <a:pt x="6512" y="117201"/>
                  </a:lnTo>
                  <a:lnTo>
                    <a:pt x="5127" y="122319"/>
                  </a:lnTo>
                  <a:lnTo>
                    <a:pt x="3905" y="127479"/>
                  </a:lnTo>
                  <a:lnTo>
                    <a:pt x="2848" y="132674"/>
                  </a:lnTo>
                  <a:lnTo>
                    <a:pt x="1956" y="137901"/>
                  </a:lnTo>
                  <a:lnTo>
                    <a:pt x="1230" y="143153"/>
                  </a:lnTo>
                  <a:lnTo>
                    <a:pt x="670" y="148425"/>
                  </a:lnTo>
                  <a:lnTo>
                    <a:pt x="279" y="153713"/>
                  </a:lnTo>
                  <a:lnTo>
                    <a:pt x="55" y="159010"/>
                  </a:lnTo>
                  <a:lnTo>
                    <a:pt x="0" y="164312"/>
                  </a:lnTo>
                  <a:lnTo>
                    <a:pt x="112" y="169613"/>
                  </a:lnTo>
                  <a:lnTo>
                    <a:pt x="393" y="174908"/>
                  </a:lnTo>
                  <a:lnTo>
                    <a:pt x="841" y="180191"/>
                  </a:lnTo>
                  <a:lnTo>
                    <a:pt x="1457" y="185457"/>
                  </a:lnTo>
                  <a:lnTo>
                    <a:pt x="2239" y="190701"/>
                  </a:lnTo>
                  <a:lnTo>
                    <a:pt x="3187" y="195918"/>
                  </a:lnTo>
                  <a:lnTo>
                    <a:pt x="4301" y="201102"/>
                  </a:lnTo>
                  <a:lnTo>
                    <a:pt x="5578" y="206248"/>
                  </a:lnTo>
                  <a:lnTo>
                    <a:pt x="7017" y="211350"/>
                  </a:lnTo>
                  <a:lnTo>
                    <a:pt x="8618" y="216405"/>
                  </a:lnTo>
                  <a:lnTo>
                    <a:pt x="10378" y="221406"/>
                  </a:lnTo>
                  <a:lnTo>
                    <a:pt x="12296" y="226349"/>
                  </a:lnTo>
                  <a:lnTo>
                    <a:pt x="14370" y="231229"/>
                  </a:lnTo>
                  <a:lnTo>
                    <a:pt x="16597" y="236041"/>
                  </a:lnTo>
                  <a:lnTo>
                    <a:pt x="18976" y="240779"/>
                  </a:lnTo>
                  <a:lnTo>
                    <a:pt x="21504" y="245440"/>
                  </a:lnTo>
                  <a:lnTo>
                    <a:pt x="24179" y="250018"/>
                  </a:lnTo>
                  <a:lnTo>
                    <a:pt x="26997" y="254509"/>
                  </a:lnTo>
                  <a:lnTo>
                    <a:pt x="29957" y="258908"/>
                  </a:lnTo>
                  <a:lnTo>
                    <a:pt x="33054" y="263211"/>
                  </a:lnTo>
                  <a:lnTo>
                    <a:pt x="36286" y="267414"/>
                  </a:lnTo>
                  <a:lnTo>
                    <a:pt x="39650" y="271512"/>
                  </a:lnTo>
                  <a:lnTo>
                    <a:pt x="43143" y="275502"/>
                  </a:lnTo>
                  <a:lnTo>
                    <a:pt x="46760" y="279379"/>
                  </a:lnTo>
                  <a:lnTo>
                    <a:pt x="50498" y="283139"/>
                  </a:lnTo>
                  <a:lnTo>
                    <a:pt x="54353" y="286778"/>
                  </a:lnTo>
                  <a:lnTo>
                    <a:pt x="58322" y="290294"/>
                  </a:lnTo>
                  <a:lnTo>
                    <a:pt x="62401" y="293682"/>
                  </a:lnTo>
                  <a:lnTo>
                    <a:pt x="66585" y="296939"/>
                  </a:lnTo>
                  <a:lnTo>
                    <a:pt x="70870" y="300061"/>
                  </a:lnTo>
                  <a:lnTo>
                    <a:pt x="75252" y="303046"/>
                  </a:lnTo>
                  <a:lnTo>
                    <a:pt x="79726" y="305891"/>
                  </a:lnTo>
                  <a:lnTo>
                    <a:pt x="84288" y="308592"/>
                  </a:lnTo>
                  <a:lnTo>
                    <a:pt x="88934" y="311148"/>
                  </a:lnTo>
                  <a:lnTo>
                    <a:pt x="93658" y="313554"/>
                  </a:lnTo>
                  <a:lnTo>
                    <a:pt x="98457" y="315810"/>
                  </a:lnTo>
                  <a:lnTo>
                    <a:pt x="103324" y="317912"/>
                  </a:lnTo>
                  <a:lnTo>
                    <a:pt x="108256" y="319859"/>
                  </a:lnTo>
                  <a:lnTo>
                    <a:pt x="113247" y="321648"/>
                  </a:lnTo>
                  <a:lnTo>
                    <a:pt x="118292" y="323279"/>
                  </a:lnTo>
                  <a:lnTo>
                    <a:pt x="123386" y="324748"/>
                  </a:lnTo>
                  <a:lnTo>
                    <a:pt x="128525" y="326055"/>
                  </a:lnTo>
                  <a:lnTo>
                    <a:pt x="133702" y="327199"/>
                  </a:lnTo>
                  <a:lnTo>
                    <a:pt x="138913" y="328178"/>
                  </a:lnTo>
                  <a:lnTo>
                    <a:pt x="144152" y="328991"/>
                  </a:lnTo>
                  <a:lnTo>
                    <a:pt x="149415" y="329637"/>
                  </a:lnTo>
                  <a:lnTo>
                    <a:pt x="154695" y="330117"/>
                  </a:lnTo>
                  <a:lnTo>
                    <a:pt x="159988" y="330428"/>
                  </a:lnTo>
                  <a:lnTo>
                    <a:pt x="165288" y="330572"/>
                  </a:lnTo>
                  <a:lnTo>
                    <a:pt x="170590" y="330547"/>
                  </a:lnTo>
                  <a:lnTo>
                    <a:pt x="175889" y="330355"/>
                  </a:lnTo>
                  <a:lnTo>
                    <a:pt x="181179" y="329994"/>
                  </a:lnTo>
                  <a:lnTo>
                    <a:pt x="186454" y="329466"/>
                  </a:lnTo>
                  <a:lnTo>
                    <a:pt x="191711" y="328770"/>
                  </a:lnTo>
                  <a:lnTo>
                    <a:pt x="196942" y="327909"/>
                  </a:lnTo>
                  <a:lnTo>
                    <a:pt x="202144" y="326882"/>
                  </a:lnTo>
                  <a:lnTo>
                    <a:pt x="207310" y="325690"/>
                  </a:lnTo>
                  <a:lnTo>
                    <a:pt x="212437" y="324335"/>
                  </a:lnTo>
                  <a:lnTo>
                    <a:pt x="217517" y="322819"/>
                  </a:lnTo>
                  <a:lnTo>
                    <a:pt x="222547" y="321142"/>
                  </a:lnTo>
                  <a:lnTo>
                    <a:pt x="227521" y="319306"/>
                  </a:lnTo>
                  <a:lnTo>
                    <a:pt x="232434" y="317314"/>
                  </a:lnTo>
                  <a:lnTo>
                    <a:pt x="237282" y="315166"/>
                  </a:lnTo>
                  <a:lnTo>
                    <a:pt x="242060" y="312866"/>
                  </a:lnTo>
                  <a:lnTo>
                    <a:pt x="246761" y="310416"/>
                  </a:lnTo>
                  <a:lnTo>
                    <a:pt x="251383" y="307818"/>
                  </a:lnTo>
                  <a:lnTo>
                    <a:pt x="255920" y="305074"/>
                  </a:lnTo>
                  <a:lnTo>
                    <a:pt x="260368" y="302188"/>
                  </a:lnTo>
                  <a:lnTo>
                    <a:pt x="264722" y="299163"/>
                  </a:lnTo>
                  <a:lnTo>
                    <a:pt x="268978" y="296001"/>
                  </a:lnTo>
                  <a:lnTo>
                    <a:pt x="273132" y="292705"/>
                  </a:lnTo>
                  <a:lnTo>
                    <a:pt x="277179" y="289279"/>
                  </a:lnTo>
                  <a:lnTo>
                    <a:pt x="281115" y="285727"/>
                  </a:lnTo>
                  <a:lnTo>
                    <a:pt x="284936" y="282052"/>
                  </a:lnTo>
                  <a:lnTo>
                    <a:pt x="288639" y="278257"/>
                  </a:lnTo>
                  <a:lnTo>
                    <a:pt x="292220" y="274347"/>
                  </a:lnTo>
                  <a:lnTo>
                    <a:pt x="295676" y="270326"/>
                  </a:lnTo>
                  <a:lnTo>
                    <a:pt x="299001" y="266196"/>
                  </a:lnTo>
                  <a:lnTo>
                    <a:pt x="302195" y="261964"/>
                  </a:lnTo>
                  <a:lnTo>
                    <a:pt x="305252" y="257632"/>
                  </a:lnTo>
                  <a:lnTo>
                    <a:pt x="308170" y="253205"/>
                  </a:lnTo>
                  <a:lnTo>
                    <a:pt x="310947" y="248688"/>
                  </a:lnTo>
                  <a:lnTo>
                    <a:pt x="313579" y="244086"/>
                  </a:lnTo>
                  <a:lnTo>
                    <a:pt x="316064" y="239402"/>
                  </a:lnTo>
                  <a:lnTo>
                    <a:pt x="318399" y="234642"/>
                  </a:lnTo>
                  <a:lnTo>
                    <a:pt x="320581" y="229810"/>
                  </a:lnTo>
                  <a:lnTo>
                    <a:pt x="322610" y="224911"/>
                  </a:lnTo>
                  <a:lnTo>
                    <a:pt x="324482" y="219950"/>
                  </a:lnTo>
                  <a:lnTo>
                    <a:pt x="326196" y="214933"/>
                  </a:lnTo>
                  <a:lnTo>
                    <a:pt x="327749" y="209864"/>
                  </a:lnTo>
                  <a:lnTo>
                    <a:pt x="329142" y="204748"/>
                  </a:lnTo>
                  <a:lnTo>
                    <a:pt x="330371" y="199590"/>
                  </a:lnTo>
                  <a:lnTo>
                    <a:pt x="331436" y="194396"/>
                  </a:lnTo>
                  <a:lnTo>
                    <a:pt x="332336" y="189171"/>
                  </a:lnTo>
                  <a:lnTo>
                    <a:pt x="333070" y="183920"/>
                  </a:lnTo>
                  <a:lnTo>
                    <a:pt x="333636" y="178648"/>
                  </a:lnTo>
                  <a:lnTo>
                    <a:pt x="334036" y="173361"/>
                  </a:lnTo>
                  <a:lnTo>
                    <a:pt x="334267" y="168064"/>
                  </a:lnTo>
                  <a:lnTo>
                    <a:pt x="334331" y="162762"/>
                  </a:lnTo>
                  <a:lnTo>
                    <a:pt x="334226" y="157461"/>
                  </a:lnTo>
                  <a:lnTo>
                    <a:pt x="333953" y="152166"/>
                  </a:lnTo>
                  <a:lnTo>
                    <a:pt x="333512" y="146882"/>
                  </a:lnTo>
                  <a:lnTo>
                    <a:pt x="332904" y="141615"/>
                  </a:lnTo>
                  <a:lnTo>
                    <a:pt x="332130" y="136370"/>
                  </a:lnTo>
                  <a:lnTo>
                    <a:pt x="331189" y="131152"/>
                  </a:lnTo>
                  <a:lnTo>
                    <a:pt x="330083" y="125967"/>
                  </a:lnTo>
                  <a:lnTo>
                    <a:pt x="328814" y="120819"/>
                  </a:lnTo>
                  <a:lnTo>
                    <a:pt x="327382" y="115714"/>
                  </a:lnTo>
                  <a:lnTo>
                    <a:pt x="325788" y="110657"/>
                  </a:lnTo>
                  <a:lnTo>
                    <a:pt x="324036" y="105653"/>
                  </a:lnTo>
                  <a:lnTo>
                    <a:pt x="322125" y="100707"/>
                  </a:lnTo>
                  <a:lnTo>
                    <a:pt x="320058" y="95824"/>
                  </a:lnTo>
                  <a:lnTo>
                    <a:pt x="317838" y="91010"/>
                  </a:lnTo>
                  <a:lnTo>
                    <a:pt x="315466" y="86268"/>
                  </a:lnTo>
                  <a:lnTo>
                    <a:pt x="312945" y="81603"/>
                  </a:lnTo>
                  <a:lnTo>
                    <a:pt x="310277" y="77021"/>
                  </a:lnTo>
                  <a:lnTo>
                    <a:pt x="307465" y="72526"/>
                  </a:lnTo>
                  <a:lnTo>
                    <a:pt x="304512" y="68123"/>
                  </a:lnTo>
                  <a:lnTo>
                    <a:pt x="301421" y="63815"/>
                  </a:lnTo>
                  <a:lnTo>
                    <a:pt x="298195" y="59607"/>
                  </a:lnTo>
                  <a:lnTo>
                    <a:pt x="294837" y="55504"/>
                  </a:lnTo>
                  <a:lnTo>
                    <a:pt x="291350" y="51510"/>
                  </a:lnTo>
                  <a:lnTo>
                    <a:pt x="287739" y="47628"/>
                  </a:lnTo>
                  <a:lnTo>
                    <a:pt x="284007" y="43862"/>
                  </a:lnTo>
                  <a:lnTo>
                    <a:pt x="280156" y="40217"/>
                  </a:lnTo>
                  <a:lnTo>
                    <a:pt x="276193" y="36695"/>
                  </a:lnTo>
                  <a:lnTo>
                    <a:pt x="272119" y="33301"/>
                  </a:lnTo>
                  <a:lnTo>
                    <a:pt x="267940" y="30038"/>
                  </a:lnTo>
                  <a:lnTo>
                    <a:pt x="263659" y="26910"/>
                  </a:lnTo>
                  <a:lnTo>
                    <a:pt x="259282" y="23918"/>
                  </a:lnTo>
                  <a:lnTo>
                    <a:pt x="254812" y="21067"/>
                  </a:lnTo>
                  <a:lnTo>
                    <a:pt x="167165" y="163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423235" y="1681503"/>
              <a:ext cx="87647" cy="167167"/>
            </a:xfrm>
            <a:custGeom>
              <a:avLst/>
              <a:pathLst>
                <a:path w="87647" h="167167">
                  <a:moveTo>
                    <a:pt x="87647" y="24819"/>
                  </a:moveTo>
                  <a:lnTo>
                    <a:pt x="82685" y="21881"/>
                  </a:lnTo>
                  <a:lnTo>
                    <a:pt x="77626" y="19116"/>
                  </a:lnTo>
                  <a:lnTo>
                    <a:pt x="72474" y="16527"/>
                  </a:lnTo>
                  <a:lnTo>
                    <a:pt x="67235" y="14117"/>
                  </a:ln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853890" y="1322571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1" y="3024"/>
                  </a:lnTo>
                  <a:lnTo>
                    <a:pt x="130296" y="4112"/>
                  </a:lnTo>
                  <a:lnTo>
                    <a:pt x="125138" y="5364"/>
                  </a:lnTo>
                  <a:lnTo>
                    <a:pt x="120022" y="6780"/>
                  </a:lnTo>
                  <a:lnTo>
                    <a:pt x="114954" y="8357"/>
                  </a:lnTo>
                  <a:lnTo>
                    <a:pt x="109938" y="10094"/>
                  </a:lnTo>
                  <a:lnTo>
                    <a:pt x="104980" y="11989"/>
                  </a:lnTo>
                  <a:lnTo>
                    <a:pt x="100085" y="14041"/>
                  </a:lnTo>
                  <a:lnTo>
                    <a:pt x="95257" y="16248"/>
                  </a:lnTo>
                  <a:lnTo>
                    <a:pt x="90502" y="18606"/>
                  </a:lnTo>
                  <a:lnTo>
                    <a:pt x="85824" y="21115"/>
                  </a:lnTo>
                  <a:lnTo>
                    <a:pt x="81228" y="23770"/>
                  </a:lnTo>
                  <a:lnTo>
                    <a:pt x="76719" y="26570"/>
                  </a:lnTo>
                  <a:lnTo>
                    <a:pt x="72300" y="29512"/>
                  </a:lnTo>
                  <a:lnTo>
                    <a:pt x="67978" y="32593"/>
                  </a:lnTo>
                  <a:lnTo>
                    <a:pt x="63755" y="35809"/>
                  </a:lnTo>
                  <a:lnTo>
                    <a:pt x="59637" y="39158"/>
                  </a:lnTo>
                  <a:lnTo>
                    <a:pt x="55627" y="42636"/>
                  </a:lnTo>
                  <a:lnTo>
                    <a:pt x="51730" y="46239"/>
                  </a:lnTo>
                  <a:lnTo>
                    <a:pt x="47949" y="49965"/>
                  </a:lnTo>
                  <a:lnTo>
                    <a:pt x="44288" y="53808"/>
                  </a:lnTo>
                  <a:lnTo>
                    <a:pt x="40751" y="57766"/>
                  </a:lnTo>
                  <a:lnTo>
                    <a:pt x="37341" y="61834"/>
                  </a:lnTo>
                  <a:lnTo>
                    <a:pt x="34062" y="66009"/>
                  </a:lnTo>
                  <a:lnTo>
                    <a:pt x="30918" y="70285"/>
                  </a:lnTo>
                  <a:lnTo>
                    <a:pt x="27911" y="74659"/>
                  </a:lnTo>
                  <a:lnTo>
                    <a:pt x="25044" y="79126"/>
                  </a:lnTo>
                  <a:lnTo>
                    <a:pt x="22320" y="83682"/>
                  </a:lnTo>
                  <a:lnTo>
                    <a:pt x="19743" y="88322"/>
                  </a:lnTo>
                  <a:lnTo>
                    <a:pt x="17314" y="93042"/>
                  </a:lnTo>
                  <a:lnTo>
                    <a:pt x="15036" y="97836"/>
                  </a:lnTo>
                  <a:lnTo>
                    <a:pt x="12912" y="102701"/>
                  </a:lnTo>
                  <a:lnTo>
                    <a:pt x="10943" y="107630"/>
                  </a:lnTo>
                  <a:lnTo>
                    <a:pt x="9131" y="112619"/>
                  </a:lnTo>
                  <a:lnTo>
                    <a:pt x="7479" y="117664"/>
                  </a:lnTo>
                  <a:lnTo>
                    <a:pt x="5988" y="122758"/>
                  </a:lnTo>
                  <a:lnTo>
                    <a:pt x="4659" y="127897"/>
                  </a:lnTo>
                  <a:lnTo>
                    <a:pt x="3494" y="133075"/>
                  </a:lnTo>
                  <a:lnTo>
                    <a:pt x="2494" y="138288"/>
                  </a:lnTo>
                  <a:lnTo>
                    <a:pt x="1661" y="143531"/>
                  </a:lnTo>
                  <a:lnTo>
                    <a:pt x="994" y="148796"/>
                  </a:lnTo>
                  <a:lnTo>
                    <a:pt x="494" y="154081"/>
                  </a:lnTo>
                  <a:lnTo>
                    <a:pt x="163" y="159379"/>
                  </a:lnTo>
                  <a:lnTo>
                    <a:pt x="0" y="164684"/>
                  </a:lnTo>
                  <a:lnTo>
                    <a:pt x="5" y="169992"/>
                  </a:lnTo>
                  <a:lnTo>
                    <a:pt x="179" y="175297"/>
                  </a:lnTo>
                  <a:lnTo>
                    <a:pt x="521" y="180594"/>
                  </a:lnTo>
                  <a:lnTo>
                    <a:pt x="1031" y="185878"/>
                  </a:lnTo>
                  <a:lnTo>
                    <a:pt x="1709" y="191142"/>
                  </a:lnTo>
                  <a:lnTo>
                    <a:pt x="2554" y="196383"/>
                  </a:lnTo>
                  <a:lnTo>
                    <a:pt x="3564" y="201593"/>
                  </a:lnTo>
                  <a:lnTo>
                    <a:pt x="4740" y="206770"/>
                  </a:lnTo>
                  <a:lnTo>
                    <a:pt x="6079" y="211906"/>
                  </a:lnTo>
                  <a:lnTo>
                    <a:pt x="7581" y="216997"/>
                  </a:lnTo>
                  <a:lnTo>
                    <a:pt x="9243" y="222038"/>
                  </a:lnTo>
                  <a:lnTo>
                    <a:pt x="11065" y="227024"/>
                  </a:lnTo>
                  <a:lnTo>
                    <a:pt x="13044" y="231949"/>
                  </a:lnTo>
                  <a:lnTo>
                    <a:pt x="15178" y="236809"/>
                  </a:lnTo>
                  <a:lnTo>
                    <a:pt x="17466" y="241599"/>
                  </a:lnTo>
                  <a:lnTo>
                    <a:pt x="19904" y="246313"/>
                  </a:lnTo>
                  <a:lnTo>
                    <a:pt x="22491" y="250948"/>
                  </a:lnTo>
                  <a:lnTo>
                    <a:pt x="25224" y="255499"/>
                  </a:lnTo>
                  <a:lnTo>
                    <a:pt x="28100" y="259960"/>
                  </a:lnTo>
                  <a:lnTo>
                    <a:pt x="31116" y="264328"/>
                  </a:lnTo>
                  <a:lnTo>
                    <a:pt x="34270" y="268598"/>
                  </a:lnTo>
                  <a:lnTo>
                    <a:pt x="37557" y="272765"/>
                  </a:lnTo>
                  <a:lnTo>
                    <a:pt x="40975" y="276826"/>
                  </a:lnTo>
                  <a:lnTo>
                    <a:pt x="44520" y="280777"/>
                  </a:lnTo>
                  <a:lnTo>
                    <a:pt x="48189" y="284613"/>
                  </a:lnTo>
                  <a:lnTo>
                    <a:pt x="51978" y="288331"/>
                  </a:lnTo>
                  <a:lnTo>
                    <a:pt x="55882" y="291926"/>
                  </a:lnTo>
                  <a:lnTo>
                    <a:pt x="59899" y="295396"/>
                  </a:lnTo>
                  <a:lnTo>
                    <a:pt x="64025" y="298736"/>
                  </a:lnTo>
                  <a:lnTo>
                    <a:pt x="68254" y="301944"/>
                  </a:lnTo>
                  <a:lnTo>
                    <a:pt x="72583" y="305016"/>
                  </a:lnTo>
                  <a:lnTo>
                    <a:pt x="77007" y="307948"/>
                  </a:lnTo>
                  <a:lnTo>
                    <a:pt x="81522" y="310739"/>
                  </a:lnTo>
                  <a:lnTo>
                    <a:pt x="86123" y="313385"/>
                  </a:lnTo>
                  <a:lnTo>
                    <a:pt x="90806" y="315884"/>
                  </a:lnTo>
                  <a:lnTo>
                    <a:pt x="95566" y="318233"/>
                  </a:lnTo>
                  <a:lnTo>
                    <a:pt x="100398" y="320429"/>
                  </a:lnTo>
                  <a:lnTo>
                    <a:pt x="105298" y="322471"/>
                  </a:lnTo>
                  <a:lnTo>
                    <a:pt x="110260" y="324357"/>
                  </a:lnTo>
                  <a:lnTo>
                    <a:pt x="115279" y="326084"/>
                  </a:lnTo>
                  <a:lnTo>
                    <a:pt x="120351" y="327650"/>
                  </a:lnTo>
                  <a:lnTo>
                    <a:pt x="125469" y="329055"/>
                  </a:lnTo>
                  <a:lnTo>
                    <a:pt x="130630" y="330297"/>
                  </a:lnTo>
                  <a:lnTo>
                    <a:pt x="135828" y="331374"/>
                  </a:lnTo>
                  <a:lnTo>
                    <a:pt x="141057" y="332286"/>
                  </a:lnTo>
                  <a:lnTo>
                    <a:pt x="146312" y="333031"/>
                  </a:lnTo>
                  <a:lnTo>
                    <a:pt x="151589" y="333609"/>
                  </a:lnTo>
                  <a:lnTo>
                    <a:pt x="156881" y="334019"/>
                  </a:lnTo>
                  <a:lnTo>
                    <a:pt x="162183" y="334261"/>
                  </a:lnTo>
                  <a:lnTo>
                    <a:pt x="167491" y="334334"/>
                  </a:lnTo>
                  <a:lnTo>
                    <a:pt x="172798" y="334239"/>
                  </a:lnTo>
                  <a:lnTo>
                    <a:pt x="178099" y="333975"/>
                  </a:lnTo>
                  <a:lnTo>
                    <a:pt x="183390" y="333544"/>
                  </a:lnTo>
                  <a:lnTo>
                    <a:pt x="188664" y="332944"/>
                  </a:lnTo>
                  <a:lnTo>
                    <a:pt x="193916" y="332177"/>
                  </a:lnTo>
                  <a:lnTo>
                    <a:pt x="199142" y="331244"/>
                  </a:lnTo>
                  <a:lnTo>
                    <a:pt x="204335" y="330146"/>
                  </a:lnTo>
                  <a:lnTo>
                    <a:pt x="209490" y="328883"/>
                  </a:lnTo>
                  <a:lnTo>
                    <a:pt x="214603" y="327457"/>
                  </a:lnTo>
                  <a:lnTo>
                    <a:pt x="219668" y="325870"/>
                  </a:lnTo>
                  <a:lnTo>
                    <a:pt x="224680" y="324122"/>
                  </a:lnTo>
                  <a:lnTo>
                    <a:pt x="229635" y="322217"/>
                  </a:lnTo>
                  <a:lnTo>
                    <a:pt x="234526" y="320155"/>
                  </a:lnTo>
                  <a:lnTo>
                    <a:pt x="239349" y="317939"/>
                  </a:lnTo>
                  <a:lnTo>
                    <a:pt x="244099" y="315570"/>
                  </a:lnTo>
                  <a:lnTo>
                    <a:pt x="248772" y="313052"/>
                  </a:lnTo>
                  <a:lnTo>
                    <a:pt x="253363" y="310387"/>
                  </a:lnTo>
                  <a:lnTo>
                    <a:pt x="257866" y="307578"/>
                  </a:lnTo>
                  <a:lnTo>
                    <a:pt x="262278" y="304627"/>
                  </a:lnTo>
                  <a:lnTo>
                    <a:pt x="266594" y="301538"/>
                  </a:lnTo>
                  <a:lnTo>
                    <a:pt x="270810" y="298313"/>
                  </a:lnTo>
                  <a:lnTo>
                    <a:pt x="274922" y="294955"/>
                  </a:lnTo>
                  <a:lnTo>
                    <a:pt x="278925" y="291469"/>
                  </a:lnTo>
                  <a:lnTo>
                    <a:pt x="282815" y="287858"/>
                  </a:lnTo>
                  <a:lnTo>
                    <a:pt x="286588" y="284125"/>
                  </a:lnTo>
                  <a:lnTo>
                    <a:pt x="290241" y="280274"/>
                  </a:lnTo>
                  <a:lnTo>
                    <a:pt x="293770" y="276309"/>
                  </a:lnTo>
                  <a:lnTo>
                    <a:pt x="297171" y="272234"/>
                  </a:lnTo>
                  <a:lnTo>
                    <a:pt x="300442" y="268053"/>
                  </a:lnTo>
                  <a:lnTo>
                    <a:pt x="303577" y="263770"/>
                  </a:lnTo>
                  <a:lnTo>
                    <a:pt x="306576" y="259390"/>
                  </a:lnTo>
                  <a:lnTo>
                    <a:pt x="309433" y="254917"/>
                  </a:lnTo>
                  <a:lnTo>
                    <a:pt x="312147" y="250355"/>
                  </a:lnTo>
                  <a:lnTo>
                    <a:pt x="314715" y="245710"/>
                  </a:lnTo>
                  <a:lnTo>
                    <a:pt x="317135" y="240985"/>
                  </a:lnTo>
                  <a:lnTo>
                    <a:pt x="319403" y="236186"/>
                  </a:lnTo>
                  <a:lnTo>
                    <a:pt x="321517" y="231317"/>
                  </a:lnTo>
                  <a:lnTo>
                    <a:pt x="323476" y="226384"/>
                  </a:lnTo>
                  <a:lnTo>
                    <a:pt x="325277" y="221391"/>
                  </a:lnTo>
                  <a:lnTo>
                    <a:pt x="326919" y="216343"/>
                  </a:lnTo>
                  <a:lnTo>
                    <a:pt x="328400" y="211246"/>
                  </a:lnTo>
                  <a:lnTo>
                    <a:pt x="329718" y="206104"/>
                  </a:lnTo>
                  <a:lnTo>
                    <a:pt x="330872" y="200923"/>
                  </a:lnTo>
                  <a:lnTo>
                    <a:pt x="331861" y="195708"/>
                  </a:lnTo>
                  <a:lnTo>
                    <a:pt x="332685" y="190464"/>
                  </a:lnTo>
                  <a:lnTo>
                    <a:pt x="333341" y="185197"/>
                  </a:lnTo>
                  <a:lnTo>
                    <a:pt x="333829" y="179912"/>
                  </a:lnTo>
                  <a:lnTo>
                    <a:pt x="334150" y="174613"/>
                  </a:lnTo>
                  <a:lnTo>
                    <a:pt x="334302" y="169308"/>
                  </a:lnTo>
                  <a:lnTo>
                    <a:pt x="334286" y="164000"/>
                  </a:lnTo>
                  <a:lnTo>
                    <a:pt x="334101" y="158695"/>
                  </a:lnTo>
                  <a:lnTo>
                    <a:pt x="333748" y="153399"/>
                  </a:lnTo>
                  <a:lnTo>
                    <a:pt x="333227" y="148116"/>
                  </a:lnTo>
                  <a:lnTo>
                    <a:pt x="332538" y="142853"/>
                  </a:lnTo>
                  <a:lnTo>
                    <a:pt x="331683" y="137614"/>
                  </a:lnTo>
                  <a:lnTo>
                    <a:pt x="330662" y="132406"/>
                  </a:lnTo>
                  <a:lnTo>
                    <a:pt x="329476" y="127232"/>
                  </a:lnTo>
                  <a:lnTo>
                    <a:pt x="328126" y="122098"/>
                  </a:lnTo>
                  <a:lnTo>
                    <a:pt x="326614" y="117010"/>
                  </a:lnTo>
                  <a:lnTo>
                    <a:pt x="324941" y="111973"/>
                  </a:lnTo>
                  <a:lnTo>
                    <a:pt x="323109" y="106991"/>
                  </a:lnTo>
                  <a:lnTo>
                    <a:pt x="321120" y="102070"/>
                  </a:lnTo>
                  <a:lnTo>
                    <a:pt x="318976" y="97214"/>
                  </a:lnTo>
                  <a:lnTo>
                    <a:pt x="316678" y="92429"/>
                  </a:lnTo>
                  <a:lnTo>
                    <a:pt x="314230" y="87719"/>
                  </a:lnTo>
                  <a:lnTo>
                    <a:pt x="311634" y="83090"/>
                  </a:lnTo>
                  <a:lnTo>
                    <a:pt x="308891" y="78545"/>
                  </a:lnTo>
                  <a:lnTo>
                    <a:pt x="306006" y="74089"/>
                  </a:lnTo>
                  <a:lnTo>
                    <a:pt x="302981" y="69728"/>
                  </a:lnTo>
                  <a:lnTo>
                    <a:pt x="299819" y="65464"/>
                  </a:lnTo>
                  <a:lnTo>
                    <a:pt x="296523" y="61303"/>
                  </a:lnTo>
                  <a:lnTo>
                    <a:pt x="293097" y="57249"/>
                  </a:lnTo>
                  <a:lnTo>
                    <a:pt x="289544" y="53306"/>
                  </a:lnTo>
                  <a:lnTo>
                    <a:pt x="285867" y="49478"/>
                  </a:lnTo>
                  <a:lnTo>
                    <a:pt x="282071" y="45768"/>
                  </a:lnTo>
                  <a:lnTo>
                    <a:pt x="278159" y="42180"/>
                  </a:lnTo>
                  <a:lnTo>
                    <a:pt x="274135" y="38719"/>
                  </a:lnTo>
                  <a:lnTo>
                    <a:pt x="270003" y="35387"/>
                  </a:lnTo>
                  <a:lnTo>
                    <a:pt x="265767" y="32188"/>
                  </a:lnTo>
                  <a:lnTo>
                    <a:pt x="261432" y="29125"/>
                  </a:lnTo>
                  <a:lnTo>
                    <a:pt x="257002" y="26201"/>
                  </a:lnTo>
                  <a:lnTo>
                    <a:pt x="252481" y="23420"/>
                  </a:lnTo>
                  <a:lnTo>
                    <a:pt x="247874" y="20783"/>
                  </a:lnTo>
                  <a:lnTo>
                    <a:pt x="243186" y="18294"/>
                  </a:lnTo>
                  <a:lnTo>
                    <a:pt x="238421" y="1595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22571"/>
              <a:ext cx="71272" cy="167167"/>
            </a:xfrm>
            <a:custGeom>
              <a:avLst/>
              <a:pathLst>
                <a:path w="71272" h="167167">
                  <a:moveTo>
                    <a:pt x="71272" y="15955"/>
                  </a:moveTo>
                  <a:lnTo>
                    <a:pt x="66109" y="13627"/>
                  </a:lnTo>
                  <a:lnTo>
                    <a:pt x="60870" y="11476"/>
                  </a:lnTo>
                  <a:lnTo>
                    <a:pt x="55561" y="9503"/>
                  </a:lnTo>
                  <a:lnTo>
                    <a:pt x="50188" y="7711"/>
                  </a:lnTo>
                  <a:lnTo>
                    <a:pt x="44758" y="6103"/>
                  </a:lnTo>
                  <a:lnTo>
                    <a:pt x="39276" y="4679"/>
                  </a:lnTo>
                  <a:lnTo>
                    <a:pt x="33749" y="3442"/>
                  </a:lnTo>
                  <a:lnTo>
                    <a:pt x="28184" y="2393"/>
                  </a:lnTo>
                  <a:lnTo>
                    <a:pt x="22586" y="1532"/>
                  </a:lnTo>
                  <a:lnTo>
                    <a:pt x="16962" y="862"/>
                  </a:lnTo>
                  <a:lnTo>
                    <a:pt x="11319" y="383"/>
                  </a:lnTo>
                  <a:lnTo>
                    <a:pt x="566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378109" y="1071028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4" y="3016"/>
                  </a:lnTo>
                  <a:lnTo>
                    <a:pt x="130345" y="4101"/>
                  </a:lnTo>
                  <a:lnTo>
                    <a:pt x="125194" y="5350"/>
                  </a:lnTo>
                  <a:lnTo>
                    <a:pt x="120084" y="6762"/>
                  </a:lnTo>
                  <a:lnTo>
                    <a:pt x="115022" y="8334"/>
                  </a:lnTo>
                  <a:lnTo>
                    <a:pt x="110013" y="10067"/>
                  </a:lnTo>
                  <a:lnTo>
                    <a:pt x="105060" y="11957"/>
                  </a:lnTo>
                  <a:lnTo>
                    <a:pt x="100170" y="14004"/>
                  </a:lnTo>
                  <a:lnTo>
                    <a:pt x="95348" y="16205"/>
                  </a:lnTo>
                  <a:lnTo>
                    <a:pt x="90598" y="18557"/>
                  </a:lnTo>
                  <a:lnTo>
                    <a:pt x="85924" y="21059"/>
                  </a:lnTo>
                  <a:lnTo>
                    <a:pt x="81333" y="23708"/>
                  </a:lnTo>
                  <a:lnTo>
                    <a:pt x="76827" y="26501"/>
                  </a:lnTo>
                  <a:lnTo>
                    <a:pt x="72413" y="29435"/>
                  </a:lnTo>
                  <a:lnTo>
                    <a:pt x="68094" y="32508"/>
                  </a:lnTo>
                  <a:lnTo>
                    <a:pt x="63874" y="35716"/>
                  </a:lnTo>
                  <a:lnTo>
                    <a:pt x="59758" y="39057"/>
                  </a:lnTo>
                  <a:lnTo>
                    <a:pt x="55750" y="42526"/>
                  </a:lnTo>
                  <a:lnTo>
                    <a:pt x="51855" y="46121"/>
                  </a:lnTo>
                  <a:lnTo>
                    <a:pt x="48075" y="49837"/>
                  </a:lnTo>
                  <a:lnTo>
                    <a:pt x="44414" y="53671"/>
                  </a:lnTo>
                  <a:lnTo>
                    <a:pt x="40878" y="57620"/>
                  </a:lnTo>
                  <a:lnTo>
                    <a:pt x="37468" y="61678"/>
                  </a:lnTo>
                  <a:lnTo>
                    <a:pt x="34189" y="65843"/>
                  </a:lnTo>
                  <a:lnTo>
                    <a:pt x="31043" y="70110"/>
                  </a:lnTo>
                  <a:lnTo>
                    <a:pt x="28034" y="74474"/>
                  </a:lnTo>
                  <a:lnTo>
                    <a:pt x="25165" y="78931"/>
                  </a:lnTo>
                  <a:lnTo>
                    <a:pt x="22439" y="83477"/>
                  </a:lnTo>
                  <a:lnTo>
                    <a:pt x="19858" y="88107"/>
                  </a:lnTo>
                  <a:lnTo>
                    <a:pt x="17426" y="92817"/>
                  </a:lnTo>
                  <a:lnTo>
                    <a:pt x="15144" y="97601"/>
                  </a:lnTo>
                  <a:lnTo>
                    <a:pt x="13014" y="102456"/>
                  </a:lnTo>
                  <a:lnTo>
                    <a:pt x="11040" y="107375"/>
                  </a:lnTo>
                  <a:lnTo>
                    <a:pt x="9223" y="112355"/>
                  </a:lnTo>
                  <a:lnTo>
                    <a:pt x="7564" y="117390"/>
                  </a:lnTo>
                  <a:lnTo>
                    <a:pt x="6066" y="122474"/>
                  </a:lnTo>
                  <a:lnTo>
                    <a:pt x="4730" y="127604"/>
                  </a:lnTo>
                  <a:lnTo>
                    <a:pt x="3558" y="132774"/>
                  </a:lnTo>
                  <a:lnTo>
                    <a:pt x="2549" y="137978"/>
                  </a:lnTo>
                  <a:lnTo>
                    <a:pt x="1707" y="143211"/>
                  </a:lnTo>
                  <a:lnTo>
                    <a:pt x="1030" y="148469"/>
                  </a:lnTo>
                  <a:lnTo>
                    <a:pt x="521" y="153745"/>
                  </a:lnTo>
                  <a:lnTo>
                    <a:pt x="179" y="159035"/>
                  </a:lnTo>
                  <a:lnTo>
                    <a:pt x="5" y="164333"/>
                  </a:lnTo>
                  <a:lnTo>
                    <a:pt x="0" y="169633"/>
                  </a:lnTo>
                  <a:lnTo>
                    <a:pt x="162" y="174932"/>
                  </a:lnTo>
                  <a:lnTo>
                    <a:pt x="492" y="180222"/>
                  </a:lnTo>
                  <a:lnTo>
                    <a:pt x="990" y="185500"/>
                  </a:lnTo>
                  <a:lnTo>
                    <a:pt x="1654" y="190759"/>
                  </a:lnTo>
                  <a:lnTo>
                    <a:pt x="2486" y="195994"/>
                  </a:lnTo>
                  <a:lnTo>
                    <a:pt x="3482" y="201200"/>
                  </a:lnTo>
                  <a:lnTo>
                    <a:pt x="4644" y="206372"/>
                  </a:lnTo>
                  <a:lnTo>
                    <a:pt x="5968" y="211505"/>
                  </a:lnTo>
                  <a:lnTo>
                    <a:pt x="7455" y="216593"/>
                  </a:lnTo>
                  <a:lnTo>
                    <a:pt x="9103" y="221631"/>
                  </a:lnTo>
                  <a:lnTo>
                    <a:pt x="10909" y="226615"/>
                  </a:lnTo>
                  <a:lnTo>
                    <a:pt x="12872" y="231539"/>
                  </a:lnTo>
                  <a:lnTo>
                    <a:pt x="14991" y="236398"/>
                  </a:lnTo>
                  <a:lnTo>
                    <a:pt x="17262" y="241187"/>
                  </a:lnTo>
                  <a:lnTo>
                    <a:pt x="19685" y="245902"/>
                  </a:lnTo>
                  <a:lnTo>
                    <a:pt x="22255" y="250538"/>
                  </a:lnTo>
                  <a:lnTo>
                    <a:pt x="24971" y="255090"/>
                  </a:lnTo>
                  <a:lnTo>
                    <a:pt x="27830" y="259554"/>
                  </a:lnTo>
                  <a:lnTo>
                    <a:pt x="30830" y="263925"/>
                  </a:lnTo>
                  <a:lnTo>
                    <a:pt x="33966" y="268198"/>
                  </a:lnTo>
                  <a:lnTo>
                    <a:pt x="37236" y="272370"/>
                  </a:lnTo>
                  <a:lnTo>
                    <a:pt x="40637" y="276436"/>
                  </a:lnTo>
                  <a:lnTo>
                    <a:pt x="44165" y="280392"/>
                  </a:lnTo>
                  <a:lnTo>
                    <a:pt x="47817" y="284235"/>
                  </a:lnTo>
                  <a:lnTo>
                    <a:pt x="51588" y="287959"/>
                  </a:lnTo>
                  <a:lnTo>
                    <a:pt x="55476" y="291562"/>
                  </a:lnTo>
                  <a:lnTo>
                    <a:pt x="59477" y="295041"/>
                  </a:lnTo>
                  <a:lnTo>
                    <a:pt x="63585" y="298390"/>
                  </a:lnTo>
                  <a:lnTo>
                    <a:pt x="67798" y="301608"/>
                  </a:lnTo>
                  <a:lnTo>
                    <a:pt x="72110" y="304690"/>
                  </a:lnTo>
                  <a:lnTo>
                    <a:pt x="76518" y="307634"/>
                  </a:lnTo>
                  <a:lnTo>
                    <a:pt x="81017" y="310437"/>
                  </a:lnTo>
                  <a:lnTo>
                    <a:pt x="85603" y="313096"/>
                  </a:lnTo>
                  <a:lnTo>
                    <a:pt x="90271" y="315608"/>
                  </a:lnTo>
                  <a:lnTo>
                    <a:pt x="95016" y="317971"/>
                  </a:lnTo>
                  <a:lnTo>
                    <a:pt x="99834" y="320182"/>
                  </a:lnTo>
                  <a:lnTo>
                    <a:pt x="104719" y="322239"/>
                  </a:lnTo>
                  <a:lnTo>
                    <a:pt x="109667" y="324141"/>
                  </a:lnTo>
                  <a:lnTo>
                    <a:pt x="114673" y="325884"/>
                  </a:lnTo>
                  <a:lnTo>
                    <a:pt x="119731" y="327468"/>
                  </a:lnTo>
                  <a:lnTo>
                    <a:pt x="124838" y="328891"/>
                  </a:lnTo>
                  <a:lnTo>
                    <a:pt x="129987" y="330151"/>
                  </a:lnTo>
                  <a:lnTo>
                    <a:pt x="135173" y="331248"/>
                  </a:lnTo>
                  <a:lnTo>
                    <a:pt x="140391" y="332179"/>
                  </a:lnTo>
                  <a:lnTo>
                    <a:pt x="145637" y="332944"/>
                  </a:lnTo>
                  <a:lnTo>
                    <a:pt x="150903" y="333543"/>
                  </a:lnTo>
                  <a:lnTo>
                    <a:pt x="156187" y="333975"/>
                  </a:lnTo>
                  <a:lnTo>
                    <a:pt x="161481" y="334238"/>
                  </a:lnTo>
                  <a:lnTo>
                    <a:pt x="166781" y="334334"/>
                  </a:lnTo>
                  <a:lnTo>
                    <a:pt x="172081" y="334262"/>
                  </a:lnTo>
                  <a:lnTo>
                    <a:pt x="177377" y="334021"/>
                  </a:lnTo>
                  <a:lnTo>
                    <a:pt x="182662" y="333613"/>
                  </a:lnTo>
                  <a:lnTo>
                    <a:pt x="187931" y="333038"/>
                  </a:lnTo>
                  <a:lnTo>
                    <a:pt x="193180" y="332295"/>
                  </a:lnTo>
                  <a:lnTo>
                    <a:pt x="198402" y="331387"/>
                  </a:lnTo>
                  <a:lnTo>
                    <a:pt x="203593" y="330313"/>
                  </a:lnTo>
                  <a:lnTo>
                    <a:pt x="208748" y="329076"/>
                  </a:lnTo>
                  <a:lnTo>
                    <a:pt x="213860" y="327676"/>
                  </a:lnTo>
                  <a:lnTo>
                    <a:pt x="218926" y="326114"/>
                  </a:lnTo>
                  <a:lnTo>
                    <a:pt x="223939" y="324392"/>
                  </a:lnTo>
                  <a:lnTo>
                    <a:pt x="228896" y="322513"/>
                  </a:lnTo>
                  <a:lnTo>
                    <a:pt x="233790" y="320477"/>
                  </a:lnTo>
                  <a:lnTo>
                    <a:pt x="238617" y="318287"/>
                  </a:lnTo>
                  <a:lnTo>
                    <a:pt x="243373" y="315945"/>
                  </a:lnTo>
                  <a:lnTo>
                    <a:pt x="248051" y="313453"/>
                  </a:lnTo>
                  <a:lnTo>
                    <a:pt x="252649" y="310815"/>
                  </a:lnTo>
                  <a:lnTo>
                    <a:pt x="257160" y="308032"/>
                  </a:lnTo>
                  <a:lnTo>
                    <a:pt x="261581" y="305107"/>
                  </a:lnTo>
                  <a:lnTo>
                    <a:pt x="265907" y="302044"/>
                  </a:lnTo>
                  <a:lnTo>
                    <a:pt x="270134" y="298845"/>
                  </a:lnTo>
                  <a:lnTo>
                    <a:pt x="274257" y="295513"/>
                  </a:lnTo>
                  <a:lnTo>
                    <a:pt x="278273" y="292053"/>
                  </a:lnTo>
                  <a:lnTo>
                    <a:pt x="282176" y="288467"/>
                  </a:lnTo>
                  <a:lnTo>
                    <a:pt x="285964" y="284759"/>
                  </a:lnTo>
                  <a:lnTo>
                    <a:pt x="289633" y="280932"/>
                  </a:lnTo>
                  <a:lnTo>
                    <a:pt x="293178" y="276992"/>
                  </a:lnTo>
                  <a:lnTo>
                    <a:pt x="296597" y="272941"/>
                  </a:lnTo>
                  <a:lnTo>
                    <a:pt x="299886" y="268783"/>
                  </a:lnTo>
                  <a:lnTo>
                    <a:pt x="303041" y="264524"/>
                  </a:lnTo>
                  <a:lnTo>
                    <a:pt x="306059" y="260166"/>
                  </a:lnTo>
                  <a:lnTo>
                    <a:pt x="308938" y="255715"/>
                  </a:lnTo>
                  <a:lnTo>
                    <a:pt x="311674" y="251175"/>
                  </a:lnTo>
                  <a:lnTo>
                    <a:pt x="314265" y="246551"/>
                  </a:lnTo>
                  <a:lnTo>
                    <a:pt x="316708" y="241846"/>
                  </a:lnTo>
                  <a:lnTo>
                    <a:pt x="319001" y="237067"/>
                  </a:lnTo>
                  <a:lnTo>
                    <a:pt x="321140" y="232217"/>
                  </a:lnTo>
                  <a:lnTo>
                    <a:pt x="323125" y="227302"/>
                  </a:lnTo>
                  <a:lnTo>
                    <a:pt x="324954" y="222326"/>
                  </a:lnTo>
                  <a:lnTo>
                    <a:pt x="326623" y="217295"/>
                  </a:lnTo>
                  <a:lnTo>
                    <a:pt x="328132" y="212214"/>
                  </a:lnTo>
                  <a:lnTo>
                    <a:pt x="329480" y="207087"/>
                  </a:lnTo>
                  <a:lnTo>
                    <a:pt x="330664" y="201920"/>
                  </a:lnTo>
                  <a:lnTo>
                    <a:pt x="331683" y="196718"/>
                  </a:lnTo>
                  <a:lnTo>
                    <a:pt x="332538" y="191487"/>
                  </a:lnTo>
                  <a:lnTo>
                    <a:pt x="333226" y="186231"/>
                  </a:lnTo>
                  <a:lnTo>
                    <a:pt x="333747" y="180956"/>
                  </a:lnTo>
                  <a:lnTo>
                    <a:pt x="334100" y="175667"/>
                  </a:lnTo>
                  <a:lnTo>
                    <a:pt x="334286" y="170369"/>
                  </a:lnTo>
                  <a:lnTo>
                    <a:pt x="334303" y="165068"/>
                  </a:lnTo>
                  <a:lnTo>
                    <a:pt x="334152" y="159770"/>
                  </a:lnTo>
                  <a:lnTo>
                    <a:pt x="333834" y="154478"/>
                  </a:lnTo>
                  <a:lnTo>
                    <a:pt x="333348" y="149200"/>
                  </a:lnTo>
                  <a:lnTo>
                    <a:pt x="332695" y="143939"/>
                  </a:lnTo>
                  <a:lnTo>
                    <a:pt x="331875" y="138702"/>
                  </a:lnTo>
                  <a:lnTo>
                    <a:pt x="330890" y="133494"/>
                  </a:lnTo>
                  <a:lnTo>
                    <a:pt x="329740" y="128319"/>
                  </a:lnTo>
                  <a:lnTo>
                    <a:pt x="328426" y="123184"/>
                  </a:lnTo>
                  <a:lnTo>
                    <a:pt x="326951" y="118092"/>
                  </a:lnTo>
                  <a:lnTo>
                    <a:pt x="325314" y="113050"/>
                  </a:lnTo>
                  <a:lnTo>
                    <a:pt x="323519" y="108063"/>
                  </a:lnTo>
                  <a:lnTo>
                    <a:pt x="321566" y="103135"/>
                  </a:lnTo>
                  <a:lnTo>
                    <a:pt x="319459" y="98271"/>
                  </a:lnTo>
                  <a:lnTo>
                    <a:pt x="317198" y="93477"/>
                  </a:lnTo>
                  <a:lnTo>
                    <a:pt x="314786" y="8875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59785"/>
              <a:ext cx="147637" cy="78410"/>
            </a:xfrm>
            <a:custGeom>
              <a:avLst/>
              <a:pathLst>
                <a:path w="147637" h="78410">
                  <a:moveTo>
                    <a:pt x="147637" y="0"/>
                  </a:moveTo>
                  <a:lnTo>
                    <a:pt x="0" y="78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59003"/>
              <a:ext cx="147637" cy="79193"/>
            </a:xfrm>
            <a:custGeom>
              <a:avLst/>
              <a:pathLst>
                <a:path w="147637" h="79193">
                  <a:moveTo>
                    <a:pt x="147637" y="782"/>
                  </a:moveTo>
                  <a:lnTo>
                    <a:pt x="147218" y="0"/>
                  </a:lnTo>
                  <a:lnTo>
                    <a:pt x="0" y="791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071028"/>
              <a:ext cx="147218" cy="167167"/>
            </a:xfrm>
            <a:custGeom>
              <a:avLst/>
              <a:pathLst>
                <a:path w="147218" h="167167">
                  <a:moveTo>
                    <a:pt x="147218" y="87974"/>
                  </a:moveTo>
                  <a:lnTo>
                    <a:pt x="144555" y="83211"/>
                  </a:lnTo>
                  <a:lnTo>
                    <a:pt x="141738" y="78538"/>
                  </a:lnTo>
                  <a:lnTo>
                    <a:pt x="138770" y="73959"/>
                  </a:lnTo>
                  <a:lnTo>
                    <a:pt x="135654" y="69479"/>
                  </a:lnTo>
                  <a:lnTo>
                    <a:pt x="132393" y="65104"/>
                  </a:lnTo>
                  <a:lnTo>
                    <a:pt x="128991" y="60837"/>
                  </a:lnTo>
                  <a:lnTo>
                    <a:pt x="125452" y="56683"/>
                  </a:lnTo>
                  <a:lnTo>
                    <a:pt x="121779" y="52648"/>
                  </a:lnTo>
                  <a:lnTo>
                    <a:pt x="117976" y="48734"/>
                  </a:lnTo>
                  <a:lnTo>
                    <a:pt x="114048" y="44946"/>
                  </a:lnTo>
                  <a:lnTo>
                    <a:pt x="109998" y="41289"/>
                  </a:lnTo>
                  <a:lnTo>
                    <a:pt x="105831" y="37766"/>
                  </a:lnTo>
                  <a:lnTo>
                    <a:pt x="101551" y="34381"/>
                  </a:lnTo>
                  <a:lnTo>
                    <a:pt x="97163" y="31137"/>
                  </a:lnTo>
                  <a:lnTo>
                    <a:pt x="92671" y="28038"/>
                  </a:lnTo>
                  <a:lnTo>
                    <a:pt x="88081" y="25087"/>
                  </a:lnTo>
                  <a:lnTo>
                    <a:pt x="83397" y="22288"/>
                  </a:lnTo>
                  <a:lnTo>
                    <a:pt x="78624" y="19643"/>
                  </a:lnTo>
                  <a:lnTo>
                    <a:pt x="73767" y="17156"/>
                  </a:lnTo>
                  <a:lnTo>
                    <a:pt x="68831" y="14828"/>
                  </a:lnTo>
                  <a:lnTo>
                    <a:pt x="63823" y="12663"/>
                  </a:lnTo>
                  <a:lnTo>
                    <a:pt x="58746" y="10662"/>
                  </a:lnTo>
                  <a:lnTo>
                    <a:pt x="53606" y="8828"/>
                  </a:lnTo>
                  <a:lnTo>
                    <a:pt x="48410" y="7163"/>
                  </a:lnTo>
                  <a:lnTo>
                    <a:pt x="43162" y="5668"/>
                  </a:lnTo>
                  <a:lnTo>
                    <a:pt x="37868" y="4345"/>
                  </a:lnTo>
                  <a:lnTo>
                    <a:pt x="32533" y="3196"/>
                  </a:lnTo>
                  <a:lnTo>
                    <a:pt x="27164" y="2221"/>
                  </a:lnTo>
                  <a:lnTo>
                    <a:pt x="21766" y="1423"/>
                  </a:lnTo>
                  <a:lnTo>
                    <a:pt x="16345" y="801"/>
                  </a:lnTo>
                  <a:lnTo>
                    <a:pt x="10906" y="356"/>
                  </a:lnTo>
                  <a:lnTo>
                    <a:pt x="545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60392" y="941493"/>
              <a:ext cx="63151" cy="167167"/>
            </a:xfrm>
            <a:custGeom>
              <a:avLst/>
              <a:pathLst>
                <a:path w="63151" h="167167">
                  <a:moveTo>
                    <a:pt x="63151" y="0"/>
                  </a:moveTo>
                  <a:lnTo>
                    <a:pt x="57265" y="103"/>
                  </a:lnTo>
                  <a:lnTo>
                    <a:pt x="51387" y="414"/>
                  </a:lnTo>
                  <a:lnTo>
                    <a:pt x="45522" y="932"/>
                  </a:lnTo>
                  <a:lnTo>
                    <a:pt x="39680" y="1655"/>
                  </a:lnTo>
                  <a:lnTo>
                    <a:pt x="33867" y="2584"/>
                  </a:lnTo>
                  <a:lnTo>
                    <a:pt x="28090" y="3718"/>
                  </a:lnTo>
                  <a:lnTo>
                    <a:pt x="22357" y="5053"/>
                  </a:lnTo>
                  <a:lnTo>
                    <a:pt x="16674" y="6590"/>
                  </a:lnTo>
                  <a:lnTo>
                    <a:pt x="11049" y="8326"/>
                  </a:lnTo>
                  <a:lnTo>
                    <a:pt x="5488" y="10259"/>
                  </a:lnTo>
                  <a:lnTo>
                    <a:pt x="0" y="12387"/>
                  </a:lnTo>
                  <a:lnTo>
                    <a:pt x="63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60392" y="953880"/>
              <a:ext cx="63151" cy="154779"/>
            </a:xfrm>
            <a:custGeom>
              <a:avLst/>
              <a:pathLst>
                <a:path w="63151" h="154779">
                  <a:moveTo>
                    <a:pt x="0" y="0"/>
                  </a:moveTo>
                  <a:lnTo>
                    <a:pt x="63151" y="1547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856380" y="953880"/>
              <a:ext cx="334331" cy="321933"/>
            </a:xfrm>
            <a:custGeom>
              <a:avLst/>
              <a:pathLst>
                <a:path w="334331" h="321933">
                  <a:moveTo>
                    <a:pt x="104012" y="0"/>
                  </a:moveTo>
                  <a:lnTo>
                    <a:pt x="99122" y="2086"/>
                  </a:lnTo>
                  <a:lnTo>
                    <a:pt x="94300" y="4327"/>
                  </a:lnTo>
                  <a:lnTo>
                    <a:pt x="89553" y="6720"/>
                  </a:lnTo>
                  <a:lnTo>
                    <a:pt x="84884" y="9263"/>
                  </a:lnTo>
                  <a:lnTo>
                    <a:pt x="80298" y="11953"/>
                  </a:lnTo>
                  <a:lnTo>
                    <a:pt x="75801" y="14787"/>
                  </a:lnTo>
                  <a:lnTo>
                    <a:pt x="71395" y="17763"/>
                  </a:lnTo>
                  <a:lnTo>
                    <a:pt x="67087" y="20878"/>
                  </a:lnTo>
                  <a:lnTo>
                    <a:pt x="62879" y="24128"/>
                  </a:lnTo>
                  <a:lnTo>
                    <a:pt x="58777" y="27510"/>
                  </a:lnTo>
                  <a:lnTo>
                    <a:pt x="54785" y="31021"/>
                  </a:lnTo>
                  <a:lnTo>
                    <a:pt x="50906" y="34657"/>
                  </a:lnTo>
                  <a:lnTo>
                    <a:pt x="47145" y="38415"/>
                  </a:lnTo>
                  <a:lnTo>
                    <a:pt x="43506" y="42290"/>
                  </a:lnTo>
                  <a:lnTo>
                    <a:pt x="39991" y="46279"/>
                  </a:lnTo>
                  <a:lnTo>
                    <a:pt x="36605" y="50378"/>
                  </a:lnTo>
                  <a:lnTo>
                    <a:pt x="33352" y="54583"/>
                  </a:lnTo>
                  <a:lnTo>
                    <a:pt x="30233" y="58888"/>
                  </a:lnTo>
                  <a:lnTo>
                    <a:pt x="27253" y="63291"/>
                  </a:lnTo>
                  <a:lnTo>
                    <a:pt x="24415" y="67787"/>
                  </a:lnTo>
                  <a:lnTo>
                    <a:pt x="21720" y="72370"/>
                  </a:lnTo>
                  <a:lnTo>
                    <a:pt x="19173" y="77036"/>
                  </a:lnTo>
                  <a:lnTo>
                    <a:pt x="16776" y="81782"/>
                  </a:lnTo>
                  <a:lnTo>
                    <a:pt x="14531" y="86601"/>
                  </a:lnTo>
                  <a:lnTo>
                    <a:pt x="12440" y="91489"/>
                  </a:lnTo>
                  <a:lnTo>
                    <a:pt x="10506" y="96441"/>
                  </a:lnTo>
                  <a:lnTo>
                    <a:pt x="8730" y="101452"/>
                  </a:lnTo>
                  <a:lnTo>
                    <a:pt x="7114" y="106517"/>
                  </a:lnTo>
                  <a:lnTo>
                    <a:pt x="5660" y="111631"/>
                  </a:lnTo>
                  <a:lnTo>
                    <a:pt x="4370" y="116788"/>
                  </a:lnTo>
                  <a:lnTo>
                    <a:pt x="3244" y="121984"/>
                  </a:lnTo>
                  <a:lnTo>
                    <a:pt x="2284" y="127213"/>
                  </a:lnTo>
                  <a:lnTo>
                    <a:pt x="1491" y="132470"/>
                  </a:lnTo>
                  <a:lnTo>
                    <a:pt x="865" y="137750"/>
                  </a:lnTo>
                  <a:lnTo>
                    <a:pt x="408" y="143047"/>
                  </a:lnTo>
                  <a:lnTo>
                    <a:pt x="119" y="148355"/>
                  </a:lnTo>
                  <a:lnTo>
                    <a:pt x="0" y="153671"/>
                  </a:lnTo>
                  <a:lnTo>
                    <a:pt x="49" y="158987"/>
                  </a:lnTo>
                  <a:lnTo>
                    <a:pt x="267" y="164299"/>
                  </a:lnTo>
                  <a:lnTo>
                    <a:pt x="654" y="169601"/>
                  </a:lnTo>
                  <a:lnTo>
                    <a:pt x="1210" y="174888"/>
                  </a:lnTo>
                  <a:lnTo>
                    <a:pt x="1933" y="180155"/>
                  </a:lnTo>
                  <a:lnTo>
                    <a:pt x="2824" y="185397"/>
                  </a:lnTo>
                  <a:lnTo>
                    <a:pt x="3880" y="190607"/>
                  </a:lnTo>
                  <a:lnTo>
                    <a:pt x="5102" y="195781"/>
                  </a:lnTo>
                  <a:lnTo>
                    <a:pt x="6488" y="200914"/>
                  </a:lnTo>
                  <a:lnTo>
                    <a:pt x="8036" y="206000"/>
                  </a:lnTo>
                  <a:lnTo>
                    <a:pt x="9746" y="211034"/>
                  </a:lnTo>
                  <a:lnTo>
                    <a:pt x="11614" y="216012"/>
                  </a:lnTo>
                  <a:lnTo>
                    <a:pt x="13640" y="220927"/>
                  </a:lnTo>
                  <a:lnTo>
                    <a:pt x="15821" y="225775"/>
                  </a:lnTo>
                  <a:lnTo>
                    <a:pt x="18155" y="230552"/>
                  </a:lnTo>
                  <a:lnTo>
                    <a:pt x="20640" y="235252"/>
                  </a:lnTo>
                  <a:lnTo>
                    <a:pt x="23273" y="239871"/>
                  </a:lnTo>
                  <a:lnTo>
                    <a:pt x="26052" y="244403"/>
                  </a:lnTo>
                  <a:lnTo>
                    <a:pt x="28973" y="248845"/>
                  </a:lnTo>
                  <a:lnTo>
                    <a:pt x="32034" y="253192"/>
                  </a:lnTo>
                  <a:lnTo>
                    <a:pt x="35232" y="257439"/>
                  </a:lnTo>
                  <a:lnTo>
                    <a:pt x="38563" y="261583"/>
                  </a:lnTo>
                  <a:lnTo>
                    <a:pt x="42024" y="265618"/>
                  </a:lnTo>
                  <a:lnTo>
                    <a:pt x="45612" y="269541"/>
                  </a:lnTo>
                  <a:lnTo>
                    <a:pt x="49323" y="273349"/>
                  </a:lnTo>
                  <a:lnTo>
                    <a:pt x="53153" y="277036"/>
                  </a:lnTo>
                  <a:lnTo>
                    <a:pt x="57098" y="280599"/>
                  </a:lnTo>
                  <a:lnTo>
                    <a:pt x="61155" y="284036"/>
                  </a:lnTo>
                  <a:lnTo>
                    <a:pt x="65319" y="287341"/>
                  </a:lnTo>
                  <a:lnTo>
                    <a:pt x="69586" y="290513"/>
                  </a:lnTo>
                  <a:lnTo>
                    <a:pt x="73951" y="293547"/>
                  </a:lnTo>
                  <a:lnTo>
                    <a:pt x="78411" y="296441"/>
                  </a:lnTo>
                  <a:lnTo>
                    <a:pt x="82961" y="299192"/>
                  </a:lnTo>
                  <a:lnTo>
                    <a:pt x="87596" y="301796"/>
                  </a:lnTo>
                  <a:lnTo>
                    <a:pt x="92311" y="304252"/>
                  </a:lnTo>
                  <a:lnTo>
                    <a:pt x="97102" y="306557"/>
                  </a:lnTo>
                  <a:lnTo>
                    <a:pt x="101964" y="308708"/>
                  </a:lnTo>
                  <a:lnTo>
                    <a:pt x="106891" y="310703"/>
                  </a:lnTo>
                  <a:lnTo>
                    <a:pt x="111880" y="312541"/>
                  </a:lnTo>
                  <a:lnTo>
                    <a:pt x="116925" y="314219"/>
                  </a:lnTo>
                  <a:lnTo>
                    <a:pt x="122020" y="315736"/>
                  </a:lnTo>
                  <a:lnTo>
                    <a:pt x="127162" y="317090"/>
                  </a:lnTo>
                  <a:lnTo>
                    <a:pt x="132343" y="318280"/>
                  </a:lnTo>
                  <a:lnTo>
                    <a:pt x="137560" y="319305"/>
                  </a:lnTo>
                  <a:lnTo>
                    <a:pt x="142807" y="320163"/>
                  </a:lnTo>
                  <a:lnTo>
                    <a:pt x="148078" y="320854"/>
                  </a:lnTo>
                  <a:lnTo>
                    <a:pt x="153369" y="321377"/>
                  </a:lnTo>
                  <a:lnTo>
                    <a:pt x="158673" y="321731"/>
                  </a:lnTo>
                  <a:lnTo>
                    <a:pt x="163987" y="321917"/>
                  </a:lnTo>
                  <a:lnTo>
                    <a:pt x="169303" y="321933"/>
                  </a:lnTo>
                  <a:lnTo>
                    <a:pt x="174617" y="321781"/>
                  </a:lnTo>
                  <a:lnTo>
                    <a:pt x="179924" y="321459"/>
                  </a:lnTo>
                  <a:lnTo>
                    <a:pt x="185218" y="320969"/>
                  </a:lnTo>
                  <a:lnTo>
                    <a:pt x="190494" y="320311"/>
                  </a:lnTo>
                  <a:lnTo>
                    <a:pt x="195745" y="319485"/>
                  </a:lnTo>
                  <a:lnTo>
                    <a:pt x="200969" y="318493"/>
                  </a:lnTo>
                  <a:lnTo>
                    <a:pt x="206157" y="317335"/>
                  </a:lnTo>
                  <a:lnTo>
                    <a:pt x="211307" y="316013"/>
                  </a:lnTo>
                  <a:lnTo>
                    <a:pt x="216412" y="314528"/>
                  </a:lnTo>
                  <a:lnTo>
                    <a:pt x="221467" y="312881"/>
                  </a:lnTo>
                  <a:lnTo>
                    <a:pt x="226467" y="311074"/>
                  </a:lnTo>
                  <a:lnTo>
                    <a:pt x="231407" y="309109"/>
                  </a:lnTo>
                  <a:lnTo>
                    <a:pt x="236282" y="306988"/>
                  </a:lnTo>
                  <a:lnTo>
                    <a:pt x="241087" y="304713"/>
                  </a:lnTo>
                  <a:lnTo>
                    <a:pt x="245817" y="302287"/>
                  </a:lnTo>
                  <a:lnTo>
                    <a:pt x="250468" y="299711"/>
                  </a:lnTo>
                  <a:lnTo>
                    <a:pt x="255035" y="296989"/>
                  </a:lnTo>
                  <a:lnTo>
                    <a:pt x="259513" y="294123"/>
                  </a:lnTo>
                  <a:lnTo>
                    <a:pt x="263897" y="291116"/>
                  </a:lnTo>
                  <a:lnTo>
                    <a:pt x="268183" y="287971"/>
                  </a:lnTo>
                  <a:lnTo>
                    <a:pt x="272368" y="284691"/>
                  </a:lnTo>
                  <a:lnTo>
                    <a:pt x="276446" y="281280"/>
                  </a:lnTo>
                  <a:lnTo>
                    <a:pt x="280413" y="277741"/>
                  </a:lnTo>
                  <a:lnTo>
                    <a:pt x="284266" y="274077"/>
                  </a:lnTo>
                  <a:lnTo>
                    <a:pt x="288000" y="270293"/>
                  </a:lnTo>
                  <a:lnTo>
                    <a:pt x="291612" y="266392"/>
                  </a:lnTo>
                  <a:lnTo>
                    <a:pt x="295098" y="262378"/>
                  </a:lnTo>
                  <a:lnTo>
                    <a:pt x="298455" y="258256"/>
                  </a:lnTo>
                  <a:lnTo>
                    <a:pt x="301679" y="254028"/>
                  </a:lnTo>
                  <a:lnTo>
                    <a:pt x="304767" y="249701"/>
                  </a:lnTo>
                  <a:lnTo>
                    <a:pt x="307716" y="245277"/>
                  </a:lnTo>
                  <a:lnTo>
                    <a:pt x="310523" y="240762"/>
                  </a:lnTo>
                  <a:lnTo>
                    <a:pt x="313185" y="236160"/>
                  </a:lnTo>
                  <a:lnTo>
                    <a:pt x="315699" y="231475"/>
                  </a:lnTo>
                  <a:lnTo>
                    <a:pt x="318062" y="226713"/>
                  </a:lnTo>
                  <a:lnTo>
                    <a:pt x="320273" y="221878"/>
                  </a:lnTo>
                  <a:lnTo>
                    <a:pt x="322330" y="216975"/>
                  </a:lnTo>
                  <a:lnTo>
                    <a:pt x="324229" y="212010"/>
                  </a:lnTo>
                  <a:lnTo>
                    <a:pt x="325969" y="206986"/>
                  </a:lnTo>
                  <a:lnTo>
                    <a:pt x="327549" y="201910"/>
                  </a:lnTo>
                  <a:lnTo>
                    <a:pt x="328967" y="196786"/>
                  </a:lnTo>
                  <a:lnTo>
                    <a:pt x="330221" y="191619"/>
                  </a:lnTo>
                  <a:lnTo>
                    <a:pt x="331310" y="186416"/>
                  </a:lnTo>
                  <a:lnTo>
                    <a:pt x="332233" y="181180"/>
                  </a:lnTo>
                  <a:lnTo>
                    <a:pt x="332989" y="175917"/>
                  </a:lnTo>
                  <a:lnTo>
                    <a:pt x="333577" y="170634"/>
                  </a:lnTo>
                  <a:lnTo>
                    <a:pt x="333997" y="165334"/>
                  </a:lnTo>
                  <a:lnTo>
                    <a:pt x="334248" y="160023"/>
                  </a:lnTo>
                  <a:lnTo>
                    <a:pt x="334331" y="154707"/>
                  </a:lnTo>
                  <a:lnTo>
                    <a:pt x="334244" y="149392"/>
                  </a:lnTo>
                  <a:lnTo>
                    <a:pt x="333988" y="144081"/>
                  </a:lnTo>
                  <a:lnTo>
                    <a:pt x="333563" y="138782"/>
                  </a:lnTo>
                  <a:lnTo>
                    <a:pt x="332971" y="133499"/>
                  </a:lnTo>
                  <a:lnTo>
                    <a:pt x="332210" y="128237"/>
                  </a:lnTo>
                  <a:lnTo>
                    <a:pt x="331283" y="123002"/>
                  </a:lnTo>
                  <a:lnTo>
                    <a:pt x="330189" y="117799"/>
                  </a:lnTo>
                  <a:lnTo>
                    <a:pt x="328931" y="112634"/>
                  </a:lnTo>
                  <a:lnTo>
                    <a:pt x="327509" y="107511"/>
                  </a:lnTo>
                  <a:lnTo>
                    <a:pt x="325924" y="102436"/>
                  </a:lnTo>
                  <a:lnTo>
                    <a:pt x="324180" y="97414"/>
                  </a:lnTo>
                  <a:lnTo>
                    <a:pt x="322276" y="92450"/>
                  </a:lnTo>
                  <a:lnTo>
                    <a:pt x="167163" y="1547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023544" y="941493"/>
              <a:ext cx="155112" cy="167167"/>
            </a:xfrm>
            <a:custGeom>
              <a:avLst/>
              <a:pathLst>
                <a:path w="155112" h="167167">
                  <a:moveTo>
                    <a:pt x="155112" y="104837"/>
                  </a:moveTo>
                  <a:lnTo>
                    <a:pt x="152970" y="99751"/>
                  </a:lnTo>
                  <a:lnTo>
                    <a:pt x="150661" y="94737"/>
                  </a:lnTo>
                  <a:lnTo>
                    <a:pt x="148188" y="89803"/>
                  </a:lnTo>
                  <a:lnTo>
                    <a:pt x="145553" y="84953"/>
                  </a:lnTo>
                  <a:lnTo>
                    <a:pt x="142759" y="80192"/>
                  </a:lnTo>
                  <a:lnTo>
                    <a:pt x="139810" y="75527"/>
                  </a:lnTo>
                  <a:lnTo>
                    <a:pt x="136709" y="70961"/>
                  </a:lnTo>
                  <a:lnTo>
                    <a:pt x="133458" y="66500"/>
                  </a:lnTo>
                  <a:lnTo>
                    <a:pt x="130062" y="62149"/>
                  </a:lnTo>
                  <a:lnTo>
                    <a:pt x="126524" y="57912"/>
                  </a:lnTo>
                  <a:lnTo>
                    <a:pt x="122848" y="53795"/>
                  </a:lnTo>
                  <a:lnTo>
                    <a:pt x="119038" y="49801"/>
                  </a:lnTo>
                  <a:lnTo>
                    <a:pt x="115099" y="45935"/>
                  </a:lnTo>
                  <a:lnTo>
                    <a:pt x="111034" y="42201"/>
                  </a:lnTo>
                  <a:lnTo>
                    <a:pt x="106847" y="38604"/>
                  </a:lnTo>
                  <a:lnTo>
                    <a:pt x="102545" y="35146"/>
                  </a:lnTo>
                  <a:lnTo>
                    <a:pt x="98130" y="31833"/>
                  </a:lnTo>
                  <a:lnTo>
                    <a:pt x="93609" y="28667"/>
                  </a:lnTo>
                  <a:lnTo>
                    <a:pt x="88986" y="25652"/>
                  </a:lnTo>
                  <a:lnTo>
                    <a:pt x="84265" y="22792"/>
                  </a:lnTo>
                  <a:lnTo>
                    <a:pt x="79453" y="20088"/>
                  </a:lnTo>
                  <a:lnTo>
                    <a:pt x="74554" y="17545"/>
                  </a:lnTo>
                  <a:lnTo>
                    <a:pt x="69574" y="15166"/>
                  </a:lnTo>
                  <a:lnTo>
                    <a:pt x="64518" y="12952"/>
                  </a:lnTo>
                  <a:lnTo>
                    <a:pt x="59391" y="10906"/>
                  </a:lnTo>
                  <a:lnTo>
                    <a:pt x="54200" y="9030"/>
                  </a:lnTo>
                  <a:lnTo>
                    <a:pt x="48950" y="7327"/>
                  </a:lnTo>
                  <a:lnTo>
                    <a:pt x="43646" y="5798"/>
                  </a:lnTo>
                  <a:lnTo>
                    <a:pt x="38295" y="4445"/>
                  </a:lnTo>
                  <a:lnTo>
                    <a:pt x="32902" y="3270"/>
                  </a:lnTo>
                  <a:lnTo>
                    <a:pt x="27473" y="2273"/>
                  </a:lnTo>
                  <a:lnTo>
                    <a:pt x="22015" y="1455"/>
                  </a:lnTo>
                  <a:lnTo>
                    <a:pt x="16532" y="819"/>
                  </a:lnTo>
                  <a:lnTo>
                    <a:pt x="11031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4081" y="941493"/>
              <a:ext cx="92134" cy="167167"/>
            </a:xfrm>
            <a:custGeom>
              <a:avLst/>
              <a:pathLst>
                <a:path w="92134" h="167167">
                  <a:moveTo>
                    <a:pt x="92134" y="0"/>
                  </a:moveTo>
                  <a:lnTo>
                    <a:pt x="86395" y="98"/>
                  </a:lnTo>
                  <a:lnTo>
                    <a:pt x="80663" y="394"/>
                  </a:lnTo>
                  <a:lnTo>
                    <a:pt x="74944" y="886"/>
                  </a:lnTo>
                  <a:lnTo>
                    <a:pt x="69245" y="1574"/>
                  </a:lnTo>
                  <a:lnTo>
                    <a:pt x="63574" y="2457"/>
                  </a:lnTo>
                  <a:lnTo>
                    <a:pt x="57936" y="3535"/>
                  </a:lnTo>
                  <a:lnTo>
                    <a:pt x="52339" y="4805"/>
                  </a:lnTo>
                  <a:lnTo>
                    <a:pt x="46788" y="6267"/>
                  </a:lnTo>
                  <a:lnTo>
                    <a:pt x="41291" y="7919"/>
                  </a:lnTo>
                  <a:lnTo>
                    <a:pt x="35854" y="9758"/>
                  </a:lnTo>
                  <a:lnTo>
                    <a:pt x="30483" y="11783"/>
                  </a:lnTo>
                  <a:lnTo>
                    <a:pt x="25185" y="13991"/>
                  </a:lnTo>
                  <a:lnTo>
                    <a:pt x="19966" y="16380"/>
                  </a:lnTo>
                  <a:lnTo>
                    <a:pt x="14831" y="18947"/>
                  </a:lnTo>
                  <a:lnTo>
                    <a:pt x="9788" y="21688"/>
                  </a:lnTo>
                  <a:lnTo>
                    <a:pt x="4842" y="24601"/>
                  </a:lnTo>
                  <a:lnTo>
                    <a:pt x="0" y="27681"/>
                  </a:lnTo>
                  <a:lnTo>
                    <a:pt x="9213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19065" y="969175"/>
              <a:ext cx="167150" cy="255155"/>
            </a:xfrm>
            <a:custGeom>
              <a:avLst/>
              <a:pathLst>
                <a:path w="167150" h="255155">
                  <a:moveTo>
                    <a:pt x="75016" y="0"/>
                  </a:moveTo>
                  <a:lnTo>
                    <a:pt x="70542" y="3060"/>
                  </a:lnTo>
                  <a:lnTo>
                    <a:pt x="66169" y="6264"/>
                  </a:lnTo>
                  <a:lnTo>
                    <a:pt x="61902" y="9609"/>
                  </a:lnTo>
                  <a:lnTo>
                    <a:pt x="57747" y="13090"/>
                  </a:lnTo>
                  <a:lnTo>
                    <a:pt x="53706" y="16703"/>
                  </a:lnTo>
                  <a:lnTo>
                    <a:pt x="49784" y="20446"/>
                  </a:lnTo>
                  <a:lnTo>
                    <a:pt x="45986" y="24315"/>
                  </a:lnTo>
                  <a:lnTo>
                    <a:pt x="42316" y="28304"/>
                  </a:lnTo>
                  <a:lnTo>
                    <a:pt x="38776" y="32410"/>
                  </a:lnTo>
                  <a:lnTo>
                    <a:pt x="35372" y="36629"/>
                  </a:lnTo>
                  <a:lnTo>
                    <a:pt x="32106" y="40956"/>
                  </a:lnTo>
                  <a:lnTo>
                    <a:pt x="28982" y="45386"/>
                  </a:lnTo>
                  <a:lnTo>
                    <a:pt x="26004" y="49916"/>
                  </a:lnTo>
                  <a:lnTo>
                    <a:pt x="23174" y="54539"/>
                  </a:lnTo>
                  <a:lnTo>
                    <a:pt x="20495" y="59252"/>
                  </a:lnTo>
                  <a:lnTo>
                    <a:pt x="17971" y="64050"/>
                  </a:lnTo>
                  <a:lnTo>
                    <a:pt x="15603" y="68926"/>
                  </a:lnTo>
                  <a:lnTo>
                    <a:pt x="13395" y="73877"/>
                  </a:lnTo>
                  <a:lnTo>
                    <a:pt x="11349" y="78897"/>
                  </a:lnTo>
                  <a:lnTo>
                    <a:pt x="9466" y="83981"/>
                  </a:lnTo>
                  <a:lnTo>
                    <a:pt x="7749" y="89123"/>
                  </a:lnTo>
                  <a:lnTo>
                    <a:pt x="6200" y="94318"/>
                  </a:lnTo>
                  <a:lnTo>
                    <a:pt x="4820" y="99560"/>
                  </a:lnTo>
                  <a:lnTo>
                    <a:pt x="3611" y="104845"/>
                  </a:lnTo>
                  <a:lnTo>
                    <a:pt x="2574" y="110166"/>
                  </a:lnTo>
                  <a:lnTo>
                    <a:pt x="1710" y="115517"/>
                  </a:lnTo>
                  <a:lnTo>
                    <a:pt x="1020" y="120894"/>
                  </a:lnTo>
                  <a:lnTo>
                    <a:pt x="504" y="126291"/>
                  </a:lnTo>
                  <a:lnTo>
                    <a:pt x="164" y="131701"/>
                  </a:lnTo>
                  <a:lnTo>
                    <a:pt x="0" y="137119"/>
                  </a:lnTo>
                  <a:lnTo>
                    <a:pt x="11" y="142540"/>
                  </a:lnTo>
                  <a:lnTo>
                    <a:pt x="198" y="147958"/>
                  </a:lnTo>
                  <a:lnTo>
                    <a:pt x="560" y="153367"/>
                  </a:lnTo>
                  <a:lnTo>
                    <a:pt x="1098" y="158761"/>
                  </a:lnTo>
                  <a:lnTo>
                    <a:pt x="1810" y="164135"/>
                  </a:lnTo>
                  <a:lnTo>
                    <a:pt x="2696" y="169484"/>
                  </a:lnTo>
                  <a:lnTo>
                    <a:pt x="3756" y="174800"/>
                  </a:lnTo>
                  <a:lnTo>
                    <a:pt x="4987" y="180080"/>
                  </a:lnTo>
                  <a:lnTo>
                    <a:pt x="6388" y="185316"/>
                  </a:lnTo>
                  <a:lnTo>
                    <a:pt x="7959" y="190505"/>
                  </a:lnTo>
                  <a:lnTo>
                    <a:pt x="9697" y="195640"/>
                  </a:lnTo>
                  <a:lnTo>
                    <a:pt x="11600" y="200715"/>
                  </a:lnTo>
                  <a:lnTo>
                    <a:pt x="13667" y="205727"/>
                  </a:lnTo>
                  <a:lnTo>
                    <a:pt x="15896" y="210669"/>
                  </a:lnTo>
                  <a:lnTo>
                    <a:pt x="18284" y="215536"/>
                  </a:lnTo>
                  <a:lnTo>
                    <a:pt x="20828" y="220322"/>
                  </a:lnTo>
                  <a:lnTo>
                    <a:pt x="23526" y="225024"/>
                  </a:lnTo>
                  <a:lnTo>
                    <a:pt x="26375" y="229636"/>
                  </a:lnTo>
                  <a:lnTo>
                    <a:pt x="29372" y="234153"/>
                  </a:lnTo>
                  <a:lnTo>
                    <a:pt x="32514" y="238571"/>
                  </a:lnTo>
                  <a:lnTo>
                    <a:pt x="35798" y="242884"/>
                  </a:lnTo>
                  <a:lnTo>
                    <a:pt x="39219" y="247089"/>
                  </a:lnTo>
                  <a:lnTo>
                    <a:pt x="42776" y="251181"/>
                  </a:lnTo>
                  <a:lnTo>
                    <a:pt x="46463" y="255155"/>
                  </a:lnTo>
                  <a:lnTo>
                    <a:pt x="167150" y="139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65528" y="941493"/>
              <a:ext cx="287845" cy="334325"/>
            </a:xfrm>
            <a:custGeom>
              <a:avLst/>
              <a:pathLst>
                <a:path w="287845" h="334325">
                  <a:moveTo>
                    <a:pt x="0" y="282837"/>
                  </a:moveTo>
                  <a:lnTo>
                    <a:pt x="3743" y="286620"/>
                  </a:lnTo>
                  <a:lnTo>
                    <a:pt x="7605" y="290282"/>
                  </a:lnTo>
                  <a:lnTo>
                    <a:pt x="11582" y="293820"/>
                  </a:lnTo>
                  <a:lnTo>
                    <a:pt x="15669" y="297229"/>
                  </a:lnTo>
                  <a:lnTo>
                    <a:pt x="19863" y="300507"/>
                  </a:lnTo>
                  <a:lnTo>
                    <a:pt x="24159" y="303649"/>
                  </a:lnTo>
                  <a:lnTo>
                    <a:pt x="28553" y="306652"/>
                  </a:lnTo>
                  <a:lnTo>
                    <a:pt x="33040" y="309515"/>
                  </a:lnTo>
                  <a:lnTo>
                    <a:pt x="37616" y="312233"/>
                  </a:lnTo>
                  <a:lnTo>
                    <a:pt x="42276" y="314804"/>
                  </a:lnTo>
                  <a:lnTo>
                    <a:pt x="47016" y="317225"/>
                  </a:lnTo>
                  <a:lnTo>
                    <a:pt x="51831" y="319495"/>
                  </a:lnTo>
                  <a:lnTo>
                    <a:pt x="56715" y="321610"/>
                  </a:lnTo>
                  <a:lnTo>
                    <a:pt x="61664" y="323568"/>
                  </a:lnTo>
                  <a:lnTo>
                    <a:pt x="66673" y="325368"/>
                  </a:lnTo>
                  <a:lnTo>
                    <a:pt x="71737" y="327007"/>
                  </a:lnTo>
                  <a:lnTo>
                    <a:pt x="76850" y="328484"/>
                  </a:lnTo>
                  <a:lnTo>
                    <a:pt x="82008" y="329798"/>
                  </a:lnTo>
                  <a:lnTo>
                    <a:pt x="87205" y="330947"/>
                  </a:lnTo>
                  <a:lnTo>
                    <a:pt x="92436" y="331930"/>
                  </a:lnTo>
                  <a:lnTo>
                    <a:pt x="97695" y="332746"/>
                  </a:lnTo>
                  <a:lnTo>
                    <a:pt x="102978" y="333394"/>
                  </a:lnTo>
                  <a:lnTo>
                    <a:pt x="108279" y="333873"/>
                  </a:lnTo>
                  <a:lnTo>
                    <a:pt x="113592" y="334184"/>
                  </a:lnTo>
                  <a:lnTo>
                    <a:pt x="118913" y="334325"/>
                  </a:lnTo>
                  <a:lnTo>
                    <a:pt x="124235" y="334297"/>
                  </a:lnTo>
                  <a:lnTo>
                    <a:pt x="129554" y="334099"/>
                  </a:lnTo>
                  <a:lnTo>
                    <a:pt x="134864" y="333732"/>
                  </a:lnTo>
                  <a:lnTo>
                    <a:pt x="140159" y="333196"/>
                  </a:lnTo>
                  <a:lnTo>
                    <a:pt x="145435" y="332492"/>
                  </a:lnTo>
                  <a:lnTo>
                    <a:pt x="150686" y="331621"/>
                  </a:lnTo>
                  <a:lnTo>
                    <a:pt x="155906" y="330582"/>
                  </a:lnTo>
                  <a:lnTo>
                    <a:pt x="161090" y="329378"/>
                  </a:lnTo>
                  <a:lnTo>
                    <a:pt x="166234" y="328010"/>
                  </a:lnTo>
                  <a:lnTo>
                    <a:pt x="171331" y="326478"/>
                  </a:lnTo>
                  <a:lnTo>
                    <a:pt x="176377" y="324785"/>
                  </a:lnTo>
                  <a:lnTo>
                    <a:pt x="181367" y="322933"/>
                  </a:lnTo>
                  <a:lnTo>
                    <a:pt x="186295" y="320922"/>
                  </a:lnTo>
                  <a:lnTo>
                    <a:pt x="191156" y="318755"/>
                  </a:lnTo>
                  <a:lnTo>
                    <a:pt x="195946" y="316435"/>
                  </a:lnTo>
                  <a:lnTo>
                    <a:pt x="200660" y="313964"/>
                  </a:lnTo>
                  <a:lnTo>
                    <a:pt x="205293" y="311343"/>
                  </a:lnTo>
                  <a:lnTo>
                    <a:pt x="209840" y="308577"/>
                  </a:lnTo>
                  <a:lnTo>
                    <a:pt x="214297" y="305667"/>
                  </a:lnTo>
                  <a:lnTo>
                    <a:pt x="218658" y="302617"/>
                  </a:lnTo>
                  <a:lnTo>
                    <a:pt x="222921" y="299429"/>
                  </a:lnTo>
                  <a:lnTo>
                    <a:pt x="227079" y="296107"/>
                  </a:lnTo>
                  <a:lnTo>
                    <a:pt x="231130" y="292655"/>
                  </a:lnTo>
                  <a:lnTo>
                    <a:pt x="235069" y="289075"/>
                  </a:lnTo>
                  <a:lnTo>
                    <a:pt x="238892" y="285372"/>
                  </a:lnTo>
                  <a:lnTo>
                    <a:pt x="242595" y="281549"/>
                  </a:lnTo>
                  <a:lnTo>
                    <a:pt x="246175" y="277610"/>
                  </a:lnTo>
                  <a:lnTo>
                    <a:pt x="249627" y="273559"/>
                  </a:lnTo>
                  <a:lnTo>
                    <a:pt x="252949" y="269401"/>
                  </a:lnTo>
                  <a:lnTo>
                    <a:pt x="256137" y="265138"/>
                  </a:lnTo>
                  <a:lnTo>
                    <a:pt x="259187" y="260776"/>
                  </a:lnTo>
                  <a:lnTo>
                    <a:pt x="262097" y="256320"/>
                  </a:lnTo>
                  <a:lnTo>
                    <a:pt x="264863" y="251773"/>
                  </a:lnTo>
                  <a:lnTo>
                    <a:pt x="267484" y="247140"/>
                  </a:lnTo>
                  <a:lnTo>
                    <a:pt x="269955" y="242426"/>
                  </a:lnTo>
                  <a:lnTo>
                    <a:pt x="272275" y="237636"/>
                  </a:lnTo>
                  <a:lnTo>
                    <a:pt x="274442" y="232775"/>
                  </a:lnTo>
                  <a:lnTo>
                    <a:pt x="276453" y="227847"/>
                  </a:lnTo>
                  <a:lnTo>
                    <a:pt x="278305" y="222857"/>
                  </a:lnTo>
                  <a:lnTo>
                    <a:pt x="279998" y="217811"/>
                  </a:lnTo>
                  <a:lnTo>
                    <a:pt x="281530" y="212714"/>
                  </a:lnTo>
                  <a:lnTo>
                    <a:pt x="282898" y="207570"/>
                  </a:lnTo>
                  <a:lnTo>
                    <a:pt x="284102" y="202386"/>
                  </a:lnTo>
                  <a:lnTo>
                    <a:pt x="285141" y="197165"/>
                  </a:lnTo>
                  <a:lnTo>
                    <a:pt x="286012" y="191915"/>
                  </a:lnTo>
                  <a:lnTo>
                    <a:pt x="286717" y="186639"/>
                  </a:lnTo>
                  <a:lnTo>
                    <a:pt x="287252" y="181344"/>
                  </a:lnTo>
                  <a:lnTo>
                    <a:pt x="287619" y="176034"/>
                  </a:lnTo>
                  <a:lnTo>
                    <a:pt x="287817" y="170715"/>
                  </a:lnTo>
                  <a:lnTo>
                    <a:pt x="287845" y="165393"/>
                  </a:lnTo>
                  <a:lnTo>
                    <a:pt x="287704" y="160072"/>
                  </a:lnTo>
                  <a:lnTo>
                    <a:pt x="287393" y="154759"/>
                  </a:lnTo>
                  <a:lnTo>
                    <a:pt x="286914" y="149458"/>
                  </a:lnTo>
                  <a:lnTo>
                    <a:pt x="286266" y="144175"/>
                  </a:lnTo>
                  <a:lnTo>
                    <a:pt x="285450" y="138916"/>
                  </a:lnTo>
                  <a:lnTo>
                    <a:pt x="284467" y="133685"/>
                  </a:lnTo>
                  <a:lnTo>
                    <a:pt x="283318" y="128488"/>
                  </a:lnTo>
                  <a:lnTo>
                    <a:pt x="282004" y="123330"/>
                  </a:lnTo>
                  <a:lnTo>
                    <a:pt x="280527" y="118217"/>
                  </a:lnTo>
                  <a:lnTo>
                    <a:pt x="278888" y="113153"/>
                  </a:lnTo>
                  <a:lnTo>
                    <a:pt x="277088" y="108144"/>
                  </a:lnTo>
                  <a:lnTo>
                    <a:pt x="275130" y="103195"/>
                  </a:lnTo>
                  <a:lnTo>
                    <a:pt x="273015" y="98310"/>
                  </a:lnTo>
                  <a:lnTo>
                    <a:pt x="270746" y="93496"/>
                  </a:lnTo>
                  <a:lnTo>
                    <a:pt x="268324" y="88756"/>
                  </a:lnTo>
                  <a:lnTo>
                    <a:pt x="265753" y="84096"/>
                  </a:lnTo>
                  <a:lnTo>
                    <a:pt x="263035" y="79520"/>
                  </a:lnTo>
                  <a:lnTo>
                    <a:pt x="260173" y="75033"/>
                  </a:lnTo>
                  <a:lnTo>
                    <a:pt x="257169" y="70639"/>
                  </a:lnTo>
                  <a:lnTo>
                    <a:pt x="254027" y="66343"/>
                  </a:lnTo>
                  <a:lnTo>
                    <a:pt x="250749" y="62149"/>
                  </a:lnTo>
                  <a:lnTo>
                    <a:pt x="247340" y="58062"/>
                  </a:lnTo>
                  <a:lnTo>
                    <a:pt x="243803" y="54085"/>
                  </a:lnTo>
                  <a:lnTo>
                    <a:pt x="240140" y="50223"/>
                  </a:lnTo>
                  <a:lnTo>
                    <a:pt x="236357" y="46479"/>
                  </a:lnTo>
                  <a:lnTo>
                    <a:pt x="232456" y="42858"/>
                  </a:lnTo>
                  <a:lnTo>
                    <a:pt x="228442" y="39363"/>
                  </a:lnTo>
                  <a:lnTo>
                    <a:pt x="224319" y="35997"/>
                  </a:lnTo>
                  <a:lnTo>
                    <a:pt x="220090" y="32765"/>
                  </a:lnTo>
                  <a:lnTo>
                    <a:pt x="215761" y="29668"/>
                  </a:lnTo>
                  <a:lnTo>
                    <a:pt x="211336" y="26711"/>
                  </a:lnTo>
                  <a:lnTo>
                    <a:pt x="206818" y="23897"/>
                  </a:lnTo>
                  <a:lnTo>
                    <a:pt x="202214" y="21227"/>
                  </a:lnTo>
                  <a:lnTo>
                    <a:pt x="197526" y="18706"/>
                  </a:lnTo>
                  <a:lnTo>
                    <a:pt x="192761" y="16335"/>
                  </a:lnTo>
                  <a:lnTo>
                    <a:pt x="187923" y="14117"/>
                  </a:lnTo>
                  <a:lnTo>
                    <a:pt x="183017" y="12054"/>
                  </a:lnTo>
                  <a:lnTo>
                    <a:pt x="178047" y="10148"/>
                  </a:lnTo>
                  <a:lnTo>
                    <a:pt x="173019" y="8402"/>
                  </a:lnTo>
                  <a:lnTo>
                    <a:pt x="167938" y="6816"/>
                  </a:lnTo>
                  <a:lnTo>
                    <a:pt x="162810" y="5394"/>
                  </a:lnTo>
                  <a:lnTo>
                    <a:pt x="157638" y="4135"/>
                  </a:lnTo>
                  <a:lnTo>
                    <a:pt x="152429" y="3041"/>
                  </a:lnTo>
                  <a:lnTo>
                    <a:pt x="147188" y="2113"/>
                  </a:lnTo>
                  <a:lnTo>
                    <a:pt x="141920" y="1353"/>
                  </a:lnTo>
                  <a:lnTo>
                    <a:pt x="136631" y="762"/>
                  </a:lnTo>
                  <a:lnTo>
                    <a:pt x="131325" y="338"/>
                  </a:lnTo>
                  <a:lnTo>
                    <a:pt x="126009" y="84"/>
                  </a:lnTo>
                  <a:lnTo>
                    <a:pt x="120687" y="0"/>
                  </a:lnTo>
                  <a:lnTo>
                    <a:pt x="1206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797343" y="1071028"/>
              <a:ext cx="190149" cy="334325"/>
            </a:xfrm>
            <a:custGeom>
              <a:avLst/>
              <a:pathLst>
                <a:path w="190149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22991" cy="165578"/>
            </a:xfrm>
            <a:custGeom>
              <a:avLst/>
              <a:pathLst>
                <a:path w="22991" h="165578">
                  <a:moveTo>
                    <a:pt x="22991" y="1655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073904"/>
              <a:ext cx="167161" cy="329871"/>
            </a:xfrm>
            <a:custGeom>
              <a:avLst/>
              <a:pathLst>
                <a:path w="167161" h="329871">
                  <a:moveTo>
                    <a:pt x="22991" y="329871"/>
                  </a:moveTo>
                  <a:lnTo>
                    <a:pt x="28281" y="329050"/>
                  </a:lnTo>
                  <a:lnTo>
                    <a:pt x="33541" y="328060"/>
                  </a:lnTo>
                  <a:lnTo>
                    <a:pt x="38767" y="326902"/>
                  </a:lnTo>
                  <a:lnTo>
                    <a:pt x="43953" y="325577"/>
                  </a:lnTo>
                  <a:lnTo>
                    <a:pt x="49094" y="324087"/>
                  </a:lnTo>
                  <a:lnTo>
                    <a:pt x="54185" y="322434"/>
                  </a:lnTo>
                  <a:lnTo>
                    <a:pt x="59221" y="320618"/>
                  </a:lnTo>
                  <a:lnTo>
                    <a:pt x="64195" y="318642"/>
                  </a:lnTo>
                  <a:lnTo>
                    <a:pt x="69104" y="316507"/>
                  </a:lnTo>
                  <a:lnTo>
                    <a:pt x="73942" y="314217"/>
                  </a:lnTo>
                  <a:lnTo>
                    <a:pt x="78704" y="311773"/>
                  </a:lnTo>
                  <a:lnTo>
                    <a:pt x="83385" y="309177"/>
                  </a:lnTo>
                  <a:lnTo>
                    <a:pt x="87981" y="306433"/>
                  </a:lnTo>
                  <a:lnTo>
                    <a:pt x="92487" y="303544"/>
                  </a:lnTo>
                  <a:lnTo>
                    <a:pt x="96898" y="300511"/>
                  </a:lnTo>
                  <a:lnTo>
                    <a:pt x="101209" y="297339"/>
                  </a:lnTo>
                  <a:lnTo>
                    <a:pt x="105417" y="294030"/>
                  </a:lnTo>
                  <a:lnTo>
                    <a:pt x="109517" y="290589"/>
                  </a:lnTo>
                  <a:lnTo>
                    <a:pt x="113504" y="287018"/>
                  </a:lnTo>
                  <a:lnTo>
                    <a:pt x="117375" y="283321"/>
                  </a:lnTo>
                  <a:lnTo>
                    <a:pt x="121126" y="279502"/>
                  </a:lnTo>
                  <a:lnTo>
                    <a:pt x="124752" y="275565"/>
                  </a:lnTo>
                  <a:lnTo>
                    <a:pt x="128251" y="271514"/>
                  </a:lnTo>
                  <a:lnTo>
                    <a:pt x="131618" y="267353"/>
                  </a:lnTo>
                  <a:lnTo>
                    <a:pt x="134850" y="263086"/>
                  </a:lnTo>
                  <a:lnTo>
                    <a:pt x="137944" y="258718"/>
                  </a:lnTo>
                  <a:lnTo>
                    <a:pt x="140896" y="254253"/>
                  </a:lnTo>
                  <a:lnTo>
                    <a:pt x="143704" y="249696"/>
                  </a:lnTo>
                  <a:lnTo>
                    <a:pt x="146365" y="245052"/>
                  </a:lnTo>
                  <a:lnTo>
                    <a:pt x="148875" y="240324"/>
                  </a:lnTo>
                  <a:lnTo>
                    <a:pt x="151233" y="235519"/>
                  </a:lnTo>
                  <a:lnTo>
                    <a:pt x="153436" y="230641"/>
                  </a:lnTo>
                  <a:lnTo>
                    <a:pt x="155482" y="225694"/>
                  </a:lnTo>
                  <a:lnTo>
                    <a:pt x="157368" y="220685"/>
                  </a:lnTo>
                  <a:lnTo>
                    <a:pt x="159093" y="215618"/>
                  </a:lnTo>
                  <a:lnTo>
                    <a:pt x="160654" y="210498"/>
                  </a:lnTo>
                  <a:lnTo>
                    <a:pt x="162051" y="205330"/>
                  </a:lnTo>
                  <a:lnTo>
                    <a:pt x="163282" y="200121"/>
                  </a:lnTo>
                  <a:lnTo>
                    <a:pt x="164345" y="194875"/>
                  </a:lnTo>
                  <a:lnTo>
                    <a:pt x="165240" y="189598"/>
                  </a:lnTo>
                  <a:lnTo>
                    <a:pt x="165966" y="184295"/>
                  </a:lnTo>
                  <a:lnTo>
                    <a:pt x="166521" y="178971"/>
                  </a:lnTo>
                  <a:lnTo>
                    <a:pt x="166906" y="173632"/>
                  </a:lnTo>
                  <a:lnTo>
                    <a:pt x="167119" y="168283"/>
                  </a:lnTo>
                  <a:lnTo>
                    <a:pt x="167161" y="162931"/>
                  </a:lnTo>
                  <a:lnTo>
                    <a:pt x="167032" y="157580"/>
                  </a:lnTo>
                  <a:lnTo>
                    <a:pt x="166732" y="152235"/>
                  </a:lnTo>
                  <a:lnTo>
                    <a:pt x="166260" y="146904"/>
                  </a:lnTo>
                  <a:lnTo>
                    <a:pt x="165618" y="141589"/>
                  </a:lnTo>
                  <a:lnTo>
                    <a:pt x="164806" y="136299"/>
                  </a:lnTo>
                  <a:lnTo>
                    <a:pt x="163826" y="131037"/>
                  </a:lnTo>
                  <a:lnTo>
                    <a:pt x="162677" y="125809"/>
                  </a:lnTo>
                  <a:lnTo>
                    <a:pt x="161362" y="120620"/>
                  </a:lnTo>
                  <a:lnTo>
                    <a:pt x="159881" y="115476"/>
                  </a:lnTo>
                  <a:lnTo>
                    <a:pt x="158236" y="110383"/>
                  </a:lnTo>
                  <a:lnTo>
                    <a:pt x="156429" y="105344"/>
                  </a:lnTo>
                  <a:lnTo>
                    <a:pt x="154461" y="100366"/>
                  </a:lnTo>
                  <a:lnTo>
                    <a:pt x="152336" y="95454"/>
                  </a:lnTo>
                  <a:lnTo>
                    <a:pt x="150054" y="90612"/>
                  </a:lnTo>
                  <a:lnTo>
                    <a:pt x="147618" y="85845"/>
                  </a:lnTo>
                  <a:lnTo>
                    <a:pt x="145030" y="81160"/>
                  </a:lnTo>
                  <a:lnTo>
                    <a:pt x="142295" y="76559"/>
                  </a:lnTo>
                  <a:lnTo>
                    <a:pt x="139413" y="72048"/>
                  </a:lnTo>
                  <a:lnTo>
                    <a:pt x="136388" y="67632"/>
                  </a:lnTo>
                  <a:lnTo>
                    <a:pt x="133223" y="63315"/>
                  </a:lnTo>
                  <a:lnTo>
                    <a:pt x="129922" y="59101"/>
                  </a:lnTo>
                  <a:lnTo>
                    <a:pt x="126488" y="54996"/>
                  </a:lnTo>
                  <a:lnTo>
                    <a:pt x="122924" y="51002"/>
                  </a:lnTo>
                  <a:lnTo>
                    <a:pt x="119234" y="47125"/>
                  </a:lnTo>
                  <a:lnTo>
                    <a:pt x="115421" y="43367"/>
                  </a:lnTo>
                  <a:lnTo>
                    <a:pt x="111491" y="39734"/>
                  </a:lnTo>
                  <a:lnTo>
                    <a:pt x="107446" y="36228"/>
                  </a:lnTo>
                  <a:lnTo>
                    <a:pt x="103291" y="32854"/>
                  </a:lnTo>
                  <a:lnTo>
                    <a:pt x="99030" y="29614"/>
                  </a:lnTo>
                  <a:lnTo>
                    <a:pt x="94667" y="26513"/>
                  </a:lnTo>
                  <a:lnTo>
                    <a:pt x="90207" y="23553"/>
                  </a:lnTo>
                  <a:lnTo>
                    <a:pt x="85655" y="20737"/>
                  </a:lnTo>
                  <a:lnTo>
                    <a:pt x="81015" y="18068"/>
                  </a:lnTo>
                  <a:lnTo>
                    <a:pt x="76292" y="15549"/>
                  </a:lnTo>
                  <a:lnTo>
                    <a:pt x="71491" y="13183"/>
                  </a:lnTo>
                  <a:lnTo>
                    <a:pt x="66616" y="10971"/>
                  </a:lnTo>
                  <a:lnTo>
                    <a:pt x="61674" y="8917"/>
                  </a:lnTo>
                  <a:lnTo>
                    <a:pt x="56668" y="7022"/>
                  </a:lnTo>
                  <a:lnTo>
                    <a:pt x="51603" y="5289"/>
                  </a:lnTo>
                  <a:lnTo>
                    <a:pt x="46486" y="3718"/>
                  </a:lnTo>
                  <a:lnTo>
                    <a:pt x="41322" y="2312"/>
                  </a:lnTo>
                  <a:lnTo>
                    <a:pt x="36114" y="1072"/>
                  </a:lnTo>
                  <a:lnTo>
                    <a:pt x="30870" y="0"/>
                  </a:lnTo>
                  <a:lnTo>
                    <a:pt x="0" y="1642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071028"/>
              <a:ext cx="30870" cy="167167"/>
            </a:xfrm>
            <a:custGeom>
              <a:avLst/>
              <a:pathLst>
                <a:path w="30870" h="167167">
                  <a:moveTo>
                    <a:pt x="30870" y="2875"/>
                  </a:moveTo>
                  <a:lnTo>
                    <a:pt x="23211" y="1619"/>
                  </a:lnTo>
                  <a:lnTo>
                    <a:pt x="15502" y="720"/>
                  </a:lnTo>
                  <a:lnTo>
                    <a:pt x="7759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9217" y="1322571"/>
              <a:ext cx="129503" cy="167167"/>
            </a:xfrm>
            <a:custGeom>
              <a:avLst/>
              <a:pathLst>
                <a:path w="129503" h="167167">
                  <a:moveTo>
                    <a:pt x="129503" y="0"/>
                  </a:moveTo>
                  <a:lnTo>
                    <a:pt x="124017" y="90"/>
                  </a:lnTo>
                  <a:lnTo>
                    <a:pt x="118537" y="360"/>
                  </a:lnTo>
                  <a:lnTo>
                    <a:pt x="113068" y="809"/>
                  </a:lnTo>
                  <a:lnTo>
                    <a:pt x="107618" y="1438"/>
                  </a:lnTo>
                  <a:lnTo>
                    <a:pt x="102191" y="2246"/>
                  </a:lnTo>
                  <a:lnTo>
                    <a:pt x="96793" y="3231"/>
                  </a:lnTo>
                  <a:lnTo>
                    <a:pt x="91431" y="4393"/>
                  </a:lnTo>
                  <a:lnTo>
                    <a:pt x="86110" y="5730"/>
                  </a:lnTo>
                  <a:lnTo>
                    <a:pt x="80835" y="7241"/>
                  </a:lnTo>
                  <a:lnTo>
                    <a:pt x="75613" y="8924"/>
                  </a:lnTo>
                  <a:lnTo>
                    <a:pt x="70449" y="10778"/>
                  </a:lnTo>
                  <a:lnTo>
                    <a:pt x="65348" y="12800"/>
                  </a:lnTo>
                  <a:lnTo>
                    <a:pt x="60317" y="14988"/>
                  </a:lnTo>
                  <a:lnTo>
                    <a:pt x="55360" y="17341"/>
                  </a:lnTo>
                  <a:lnTo>
                    <a:pt x="50483" y="19855"/>
                  </a:lnTo>
                  <a:lnTo>
                    <a:pt x="45691" y="22527"/>
                  </a:lnTo>
                  <a:lnTo>
                    <a:pt x="40990" y="25356"/>
                  </a:lnTo>
                  <a:lnTo>
                    <a:pt x="36384" y="28337"/>
                  </a:lnTo>
                  <a:lnTo>
                    <a:pt x="31878" y="31467"/>
                  </a:lnTo>
                  <a:lnTo>
                    <a:pt x="27477" y="34744"/>
                  </a:lnTo>
                  <a:lnTo>
                    <a:pt x="23186" y="38164"/>
                  </a:lnTo>
                  <a:lnTo>
                    <a:pt x="19010" y="41722"/>
                  </a:lnTo>
                  <a:lnTo>
                    <a:pt x="14953" y="45416"/>
                  </a:lnTo>
                  <a:lnTo>
                    <a:pt x="11019" y="49241"/>
                  </a:lnTo>
                  <a:lnTo>
                    <a:pt x="7213" y="53193"/>
                  </a:lnTo>
                  <a:lnTo>
                    <a:pt x="3538" y="57267"/>
                  </a:lnTo>
                  <a:lnTo>
                    <a:pt x="0" y="61460"/>
                  </a:lnTo>
                  <a:lnTo>
                    <a:pt x="12950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59217" y="1384032"/>
              <a:ext cx="129503" cy="105706"/>
            </a:xfrm>
            <a:custGeom>
              <a:avLst/>
              <a:pathLst>
                <a:path w="129503" h="105706">
                  <a:moveTo>
                    <a:pt x="0" y="0"/>
                  </a:moveTo>
                  <a:lnTo>
                    <a:pt x="129503" y="105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21572" y="1345562"/>
              <a:ext cx="334308" cy="311342"/>
            </a:xfrm>
            <a:custGeom>
              <a:avLst/>
              <a:pathLst>
                <a:path w="334308" h="311342">
                  <a:moveTo>
                    <a:pt x="37645" y="38469"/>
                  </a:moveTo>
                  <a:lnTo>
                    <a:pt x="34349" y="42641"/>
                  </a:lnTo>
                  <a:lnTo>
                    <a:pt x="31187" y="46915"/>
                  </a:lnTo>
                  <a:lnTo>
                    <a:pt x="28163" y="51288"/>
                  </a:lnTo>
                  <a:lnTo>
                    <a:pt x="25279" y="55755"/>
                  </a:lnTo>
                  <a:lnTo>
                    <a:pt x="22539" y="60311"/>
                  </a:lnTo>
                  <a:lnTo>
                    <a:pt x="19945" y="64952"/>
                  </a:lnTo>
                  <a:lnTo>
                    <a:pt x="17500" y="69673"/>
                  </a:lnTo>
                  <a:lnTo>
                    <a:pt x="15207" y="74470"/>
                  </a:lnTo>
                  <a:lnTo>
                    <a:pt x="13067" y="79337"/>
                  </a:lnTo>
                  <a:lnTo>
                    <a:pt x="11083" y="84269"/>
                  </a:lnTo>
                  <a:lnTo>
                    <a:pt x="9257" y="89263"/>
                  </a:lnTo>
                  <a:lnTo>
                    <a:pt x="7591" y="94311"/>
                  </a:lnTo>
                  <a:lnTo>
                    <a:pt x="6086" y="99411"/>
                  </a:lnTo>
                  <a:lnTo>
                    <a:pt x="4743" y="104555"/>
                  </a:lnTo>
                  <a:lnTo>
                    <a:pt x="3566" y="109740"/>
                  </a:lnTo>
                  <a:lnTo>
                    <a:pt x="2553" y="114959"/>
                  </a:lnTo>
                  <a:lnTo>
                    <a:pt x="1707" y="120208"/>
                  </a:lnTo>
                  <a:lnTo>
                    <a:pt x="1029" y="125481"/>
                  </a:lnTo>
                  <a:lnTo>
                    <a:pt x="518" y="130773"/>
                  </a:lnTo>
                  <a:lnTo>
                    <a:pt x="176" y="136079"/>
                  </a:lnTo>
                  <a:lnTo>
                    <a:pt x="3" y="141393"/>
                  </a:lnTo>
                  <a:lnTo>
                    <a:pt x="0" y="146709"/>
                  </a:lnTo>
                  <a:lnTo>
                    <a:pt x="165" y="152024"/>
                  </a:lnTo>
                  <a:lnTo>
                    <a:pt x="499" y="157330"/>
                  </a:lnTo>
                  <a:lnTo>
                    <a:pt x="1001" y="162623"/>
                  </a:lnTo>
                  <a:lnTo>
                    <a:pt x="1672" y="167897"/>
                  </a:lnTo>
                  <a:lnTo>
                    <a:pt x="2510" y="173147"/>
                  </a:lnTo>
                  <a:lnTo>
                    <a:pt x="3514" y="178368"/>
                  </a:lnTo>
                  <a:lnTo>
                    <a:pt x="4685" y="183554"/>
                  </a:lnTo>
                  <a:lnTo>
                    <a:pt x="6019" y="188701"/>
                  </a:lnTo>
                  <a:lnTo>
                    <a:pt x="7516" y="193802"/>
                  </a:lnTo>
                  <a:lnTo>
                    <a:pt x="9175" y="198853"/>
                  </a:lnTo>
                  <a:lnTo>
                    <a:pt x="10994" y="203849"/>
                  </a:lnTo>
                  <a:lnTo>
                    <a:pt x="12971" y="208785"/>
                  </a:lnTo>
                  <a:lnTo>
                    <a:pt x="15103" y="213655"/>
                  </a:lnTo>
                  <a:lnTo>
                    <a:pt x="17389" y="218455"/>
                  </a:lnTo>
                  <a:lnTo>
                    <a:pt x="19827" y="223180"/>
                  </a:lnTo>
                  <a:lnTo>
                    <a:pt x="22414" y="227825"/>
                  </a:lnTo>
                  <a:lnTo>
                    <a:pt x="25147" y="232385"/>
                  </a:lnTo>
                  <a:lnTo>
                    <a:pt x="28024" y="236856"/>
                  </a:lnTo>
                  <a:lnTo>
                    <a:pt x="31042" y="241233"/>
                  </a:lnTo>
                  <a:lnTo>
                    <a:pt x="34197" y="245512"/>
                  </a:lnTo>
                  <a:lnTo>
                    <a:pt x="37487" y="249689"/>
                  </a:lnTo>
                  <a:lnTo>
                    <a:pt x="40908" y="253759"/>
                  </a:lnTo>
                  <a:lnTo>
                    <a:pt x="44457" y="257718"/>
                  </a:lnTo>
                  <a:lnTo>
                    <a:pt x="48129" y="261562"/>
                  </a:lnTo>
                  <a:lnTo>
                    <a:pt x="51923" y="265288"/>
                  </a:lnTo>
                  <a:lnTo>
                    <a:pt x="55832" y="268891"/>
                  </a:lnTo>
                  <a:lnTo>
                    <a:pt x="59855" y="272367"/>
                  </a:lnTo>
                  <a:lnTo>
                    <a:pt x="63985" y="275715"/>
                  </a:lnTo>
                  <a:lnTo>
                    <a:pt x="68221" y="278929"/>
                  </a:lnTo>
                  <a:lnTo>
                    <a:pt x="72556" y="282006"/>
                  </a:lnTo>
                  <a:lnTo>
                    <a:pt x="76987" y="284945"/>
                  </a:lnTo>
                  <a:lnTo>
                    <a:pt x="81509" y="287741"/>
                  </a:lnTo>
                  <a:lnTo>
                    <a:pt x="86118" y="290392"/>
                  </a:lnTo>
                  <a:lnTo>
                    <a:pt x="90808" y="292894"/>
                  </a:lnTo>
                  <a:lnTo>
                    <a:pt x="95576" y="295247"/>
                  </a:lnTo>
                  <a:lnTo>
                    <a:pt x="100417" y="297446"/>
                  </a:lnTo>
                  <a:lnTo>
                    <a:pt x="105324" y="299491"/>
                  </a:lnTo>
                  <a:lnTo>
                    <a:pt x="110295" y="301378"/>
                  </a:lnTo>
                  <a:lnTo>
                    <a:pt x="115323" y="303107"/>
                  </a:lnTo>
                  <a:lnTo>
                    <a:pt x="120403" y="304675"/>
                  </a:lnTo>
                  <a:lnTo>
                    <a:pt x="125530" y="306080"/>
                  </a:lnTo>
                  <a:lnTo>
                    <a:pt x="130700" y="307321"/>
                  </a:lnTo>
                  <a:lnTo>
                    <a:pt x="135907" y="308398"/>
                  </a:lnTo>
                  <a:lnTo>
                    <a:pt x="141145" y="309308"/>
                  </a:lnTo>
                  <a:lnTo>
                    <a:pt x="146409" y="310052"/>
                  </a:lnTo>
                  <a:lnTo>
                    <a:pt x="151695" y="310627"/>
                  </a:lnTo>
                  <a:lnTo>
                    <a:pt x="156996" y="311035"/>
                  </a:lnTo>
                  <a:lnTo>
                    <a:pt x="162307" y="311273"/>
                  </a:lnTo>
                  <a:lnTo>
                    <a:pt x="167623" y="311342"/>
                  </a:lnTo>
                  <a:lnTo>
                    <a:pt x="172939" y="311243"/>
                  </a:lnTo>
                  <a:lnTo>
                    <a:pt x="178249" y="310974"/>
                  </a:lnTo>
                  <a:lnTo>
                    <a:pt x="183547" y="310537"/>
                  </a:lnTo>
                  <a:lnTo>
                    <a:pt x="188829" y="309931"/>
                  </a:lnTo>
                  <a:lnTo>
                    <a:pt x="194090" y="309158"/>
                  </a:lnTo>
                  <a:lnTo>
                    <a:pt x="199322" y="308218"/>
                  </a:lnTo>
                  <a:lnTo>
                    <a:pt x="204523" y="307111"/>
                  </a:lnTo>
                  <a:lnTo>
                    <a:pt x="209685" y="305841"/>
                  </a:lnTo>
                  <a:lnTo>
                    <a:pt x="214805" y="304406"/>
                  </a:lnTo>
                  <a:lnTo>
                    <a:pt x="219876" y="302809"/>
                  </a:lnTo>
                  <a:lnTo>
                    <a:pt x="224894" y="301052"/>
                  </a:lnTo>
                  <a:lnTo>
                    <a:pt x="229854" y="299137"/>
                  </a:lnTo>
                  <a:lnTo>
                    <a:pt x="234750" y="297064"/>
                  </a:lnTo>
                  <a:lnTo>
                    <a:pt x="239577" y="294837"/>
                  </a:lnTo>
                  <a:lnTo>
                    <a:pt x="244332" y="292458"/>
                  </a:lnTo>
                  <a:lnTo>
                    <a:pt x="249008" y="289928"/>
                  </a:lnTo>
                  <a:lnTo>
                    <a:pt x="253602" y="287251"/>
                  </a:lnTo>
                  <a:lnTo>
                    <a:pt x="258108" y="284430"/>
                  </a:lnTo>
                  <a:lnTo>
                    <a:pt x="262522" y="281466"/>
                  </a:lnTo>
                  <a:lnTo>
                    <a:pt x="266840" y="278364"/>
                  </a:lnTo>
                  <a:lnTo>
                    <a:pt x="271057" y="275126"/>
                  </a:lnTo>
                  <a:lnTo>
                    <a:pt x="275168" y="271755"/>
                  </a:lnTo>
                  <a:lnTo>
                    <a:pt x="279171" y="268255"/>
                  </a:lnTo>
                  <a:lnTo>
                    <a:pt x="283060" y="264630"/>
                  </a:lnTo>
                  <a:lnTo>
                    <a:pt x="286832" y="260883"/>
                  </a:lnTo>
                  <a:lnTo>
                    <a:pt x="290483" y="257018"/>
                  </a:lnTo>
                  <a:lnTo>
                    <a:pt x="294009" y="253039"/>
                  </a:lnTo>
                  <a:lnTo>
                    <a:pt x="297406" y="248950"/>
                  </a:lnTo>
                  <a:lnTo>
                    <a:pt x="300672" y="244755"/>
                  </a:lnTo>
                  <a:lnTo>
                    <a:pt x="303803" y="240458"/>
                  </a:lnTo>
                  <a:lnTo>
                    <a:pt x="306796" y="236063"/>
                  </a:lnTo>
                  <a:lnTo>
                    <a:pt x="309647" y="231576"/>
                  </a:lnTo>
                  <a:lnTo>
                    <a:pt x="312355" y="227000"/>
                  </a:lnTo>
                  <a:lnTo>
                    <a:pt x="314915" y="222341"/>
                  </a:lnTo>
                  <a:lnTo>
                    <a:pt x="317326" y="217602"/>
                  </a:lnTo>
                  <a:lnTo>
                    <a:pt x="319585" y="212789"/>
                  </a:lnTo>
                  <a:lnTo>
                    <a:pt x="321690" y="207907"/>
                  </a:lnTo>
                  <a:lnTo>
                    <a:pt x="323638" y="202960"/>
                  </a:lnTo>
                  <a:lnTo>
                    <a:pt x="325429" y="197954"/>
                  </a:lnTo>
                  <a:lnTo>
                    <a:pt x="327059" y="192893"/>
                  </a:lnTo>
                  <a:lnTo>
                    <a:pt x="328527" y="187783"/>
                  </a:lnTo>
                  <a:lnTo>
                    <a:pt x="329832" y="182629"/>
                  </a:lnTo>
                  <a:lnTo>
                    <a:pt x="330973" y="177437"/>
                  </a:lnTo>
                  <a:lnTo>
                    <a:pt x="331948" y="172210"/>
                  </a:lnTo>
                  <a:lnTo>
                    <a:pt x="332756" y="166955"/>
                  </a:lnTo>
                  <a:lnTo>
                    <a:pt x="333397" y="161677"/>
                  </a:lnTo>
                  <a:lnTo>
                    <a:pt x="333869" y="156382"/>
                  </a:lnTo>
                  <a:lnTo>
                    <a:pt x="334173" y="151074"/>
                  </a:lnTo>
                  <a:lnTo>
                    <a:pt x="334308" y="145759"/>
                  </a:lnTo>
                  <a:lnTo>
                    <a:pt x="334273" y="140442"/>
                  </a:lnTo>
                  <a:lnTo>
                    <a:pt x="334070" y="135129"/>
                  </a:lnTo>
                  <a:lnTo>
                    <a:pt x="333698" y="129826"/>
                  </a:lnTo>
                  <a:lnTo>
                    <a:pt x="333158" y="124537"/>
                  </a:lnTo>
                  <a:lnTo>
                    <a:pt x="332449" y="119267"/>
                  </a:lnTo>
                  <a:lnTo>
                    <a:pt x="331573" y="114023"/>
                  </a:lnTo>
                  <a:lnTo>
                    <a:pt x="330531" y="108810"/>
                  </a:lnTo>
                  <a:lnTo>
                    <a:pt x="329324" y="103632"/>
                  </a:lnTo>
                  <a:lnTo>
                    <a:pt x="327953" y="98495"/>
                  </a:lnTo>
                  <a:lnTo>
                    <a:pt x="326419" y="93405"/>
                  </a:lnTo>
                  <a:lnTo>
                    <a:pt x="324724" y="88365"/>
                  </a:lnTo>
                  <a:lnTo>
                    <a:pt x="322869" y="83383"/>
                  </a:lnTo>
                  <a:lnTo>
                    <a:pt x="320857" y="78461"/>
                  </a:lnTo>
                  <a:lnTo>
                    <a:pt x="318690" y="73607"/>
                  </a:lnTo>
                  <a:lnTo>
                    <a:pt x="316369" y="68823"/>
                  </a:lnTo>
                  <a:lnTo>
                    <a:pt x="313897" y="64116"/>
                  </a:lnTo>
                  <a:lnTo>
                    <a:pt x="311277" y="59490"/>
                  </a:lnTo>
                  <a:lnTo>
                    <a:pt x="308511" y="54949"/>
                  </a:lnTo>
                  <a:lnTo>
                    <a:pt x="305602" y="50499"/>
                  </a:lnTo>
                  <a:lnTo>
                    <a:pt x="302553" y="46143"/>
                  </a:lnTo>
                  <a:lnTo>
                    <a:pt x="299367" y="41887"/>
                  </a:lnTo>
                  <a:lnTo>
                    <a:pt x="296047" y="37734"/>
                  </a:lnTo>
                  <a:lnTo>
                    <a:pt x="292597" y="33689"/>
                  </a:lnTo>
                  <a:lnTo>
                    <a:pt x="289020" y="29755"/>
                  </a:lnTo>
                  <a:lnTo>
                    <a:pt x="285320" y="25938"/>
                  </a:lnTo>
                  <a:lnTo>
                    <a:pt x="281500" y="22240"/>
                  </a:lnTo>
                  <a:lnTo>
                    <a:pt x="277565" y="18665"/>
                  </a:lnTo>
                  <a:lnTo>
                    <a:pt x="273518" y="15217"/>
                  </a:lnTo>
                  <a:lnTo>
                    <a:pt x="269363" y="11900"/>
                  </a:lnTo>
                  <a:lnTo>
                    <a:pt x="265105" y="8716"/>
                  </a:lnTo>
                  <a:lnTo>
                    <a:pt x="260748" y="5669"/>
                  </a:lnTo>
                  <a:lnTo>
                    <a:pt x="256296" y="2763"/>
                  </a:lnTo>
                  <a:lnTo>
                    <a:pt x="251754" y="0"/>
                  </a:lnTo>
                  <a:lnTo>
                    <a:pt x="167148" y="144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488720" y="1322571"/>
              <a:ext cx="84605" cy="167167"/>
            </a:xfrm>
            <a:custGeom>
              <a:avLst/>
              <a:pathLst>
                <a:path w="84605" h="167167">
                  <a:moveTo>
                    <a:pt x="84605" y="22991"/>
                  </a:moveTo>
                  <a:lnTo>
                    <a:pt x="79453" y="20088"/>
                  </a:lnTo>
                  <a:lnTo>
                    <a:pt x="74201" y="17370"/>
                  </a:lnTo>
                  <a:lnTo>
                    <a:pt x="68856" y="14839"/>
                  </a:lnTo>
                  <a:lnTo>
                    <a:pt x="63425" y="12499"/>
                  </a:lnTo>
                  <a:lnTo>
                    <a:pt x="57914" y="10352"/>
                  </a:lnTo>
                  <a:lnTo>
                    <a:pt x="52332" y="8402"/>
                  </a:ln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7372" y="1681503"/>
              <a:ext cx="89152" cy="167167"/>
            </a:xfrm>
            <a:custGeom>
              <a:avLst/>
              <a:pathLst>
                <a:path w="89152" h="167167">
                  <a:moveTo>
                    <a:pt x="89152" y="0"/>
                  </a:moveTo>
                  <a:lnTo>
                    <a:pt x="83277" y="103"/>
                  </a:lnTo>
                  <a:lnTo>
                    <a:pt x="77408" y="413"/>
                  </a:lnTo>
                  <a:lnTo>
                    <a:pt x="71554" y="928"/>
                  </a:lnTo>
                  <a:lnTo>
                    <a:pt x="65721" y="1650"/>
                  </a:lnTo>
                  <a:lnTo>
                    <a:pt x="59918" y="2576"/>
                  </a:lnTo>
                  <a:lnTo>
                    <a:pt x="54151" y="3705"/>
                  </a:lnTo>
                  <a:lnTo>
                    <a:pt x="48427" y="5036"/>
                  </a:lnTo>
                  <a:lnTo>
                    <a:pt x="42753" y="6568"/>
                  </a:lnTo>
                  <a:lnTo>
                    <a:pt x="37136" y="8298"/>
                  </a:lnTo>
                  <a:lnTo>
                    <a:pt x="31584" y="10225"/>
                  </a:lnTo>
                  <a:lnTo>
                    <a:pt x="26103" y="12345"/>
                  </a:lnTo>
                  <a:lnTo>
                    <a:pt x="20700" y="14657"/>
                  </a:lnTo>
                  <a:lnTo>
                    <a:pt x="15382" y="17157"/>
                  </a:lnTo>
                  <a:lnTo>
                    <a:pt x="10155" y="19843"/>
                  </a:lnTo>
                  <a:lnTo>
                    <a:pt x="5025" y="22711"/>
                  </a:lnTo>
                  <a:lnTo>
                    <a:pt x="0" y="25757"/>
                  </a:lnTo>
                  <a:lnTo>
                    <a:pt x="8915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78013" y="25757"/>
                  </a:moveTo>
                  <a:lnTo>
                    <a:pt x="73589" y="28645"/>
                  </a:lnTo>
                  <a:lnTo>
                    <a:pt x="69258" y="31671"/>
                  </a:lnTo>
                  <a:lnTo>
                    <a:pt x="65026" y="34833"/>
                  </a:lnTo>
                  <a:lnTo>
                    <a:pt x="60895" y="38127"/>
                  </a:lnTo>
                  <a:lnTo>
                    <a:pt x="56870" y="41550"/>
                  </a:lnTo>
                  <a:lnTo>
                    <a:pt x="52956" y="45098"/>
                  </a:lnTo>
                  <a:lnTo>
                    <a:pt x="49155" y="48768"/>
                  </a:lnTo>
                  <a:lnTo>
                    <a:pt x="45473" y="52556"/>
                  </a:lnTo>
                  <a:lnTo>
                    <a:pt x="41912" y="56459"/>
                  </a:lnTo>
                  <a:lnTo>
                    <a:pt x="38476" y="60472"/>
                  </a:lnTo>
                  <a:lnTo>
                    <a:pt x="35168" y="64592"/>
                  </a:lnTo>
                  <a:lnTo>
                    <a:pt x="31993" y="68815"/>
                  </a:lnTo>
                  <a:lnTo>
                    <a:pt x="28952" y="73136"/>
                  </a:lnTo>
                  <a:lnTo>
                    <a:pt x="26050" y="77550"/>
                  </a:lnTo>
                  <a:lnTo>
                    <a:pt x="23288" y="82054"/>
                  </a:lnTo>
                  <a:lnTo>
                    <a:pt x="20671" y="86643"/>
                  </a:lnTo>
                  <a:lnTo>
                    <a:pt x="18199" y="91313"/>
                  </a:lnTo>
                  <a:lnTo>
                    <a:pt x="15877" y="96058"/>
                  </a:lnTo>
                  <a:lnTo>
                    <a:pt x="13705" y="100875"/>
                  </a:lnTo>
                  <a:lnTo>
                    <a:pt x="11687" y="105757"/>
                  </a:lnTo>
                  <a:lnTo>
                    <a:pt x="9824" y="110701"/>
                  </a:lnTo>
                  <a:lnTo>
                    <a:pt x="8118" y="115701"/>
                  </a:lnTo>
                  <a:lnTo>
                    <a:pt x="6571" y="120753"/>
                  </a:lnTo>
                  <a:lnTo>
                    <a:pt x="5185" y="125851"/>
                  </a:lnTo>
                  <a:lnTo>
                    <a:pt x="3960" y="130991"/>
                  </a:lnTo>
                  <a:lnTo>
                    <a:pt x="2898" y="136166"/>
                  </a:lnTo>
                  <a:lnTo>
                    <a:pt x="2001" y="141373"/>
                  </a:lnTo>
                  <a:lnTo>
                    <a:pt x="1268" y="146605"/>
                  </a:lnTo>
                  <a:lnTo>
                    <a:pt x="701" y="151858"/>
                  </a:lnTo>
                  <a:lnTo>
                    <a:pt x="301" y="157126"/>
                  </a:lnTo>
                  <a:lnTo>
                    <a:pt x="67" y="162404"/>
                  </a:lnTo>
                  <a:lnTo>
                    <a:pt x="0" y="167686"/>
                  </a:lnTo>
                  <a:lnTo>
                    <a:pt x="99" y="172969"/>
                  </a:lnTo>
                  <a:lnTo>
                    <a:pt x="366" y="178245"/>
                  </a:lnTo>
                  <a:lnTo>
                    <a:pt x="800" y="183511"/>
                  </a:lnTo>
                  <a:lnTo>
                    <a:pt x="1399" y="188760"/>
                  </a:lnTo>
                  <a:lnTo>
                    <a:pt x="2164" y="193987"/>
                  </a:lnTo>
                  <a:lnTo>
                    <a:pt x="3094" y="199188"/>
                  </a:lnTo>
                  <a:lnTo>
                    <a:pt x="4188" y="204357"/>
                  </a:lnTo>
                  <a:lnTo>
                    <a:pt x="5445" y="209489"/>
                  </a:lnTo>
                  <a:lnTo>
                    <a:pt x="6863" y="214578"/>
                  </a:lnTo>
                  <a:lnTo>
                    <a:pt x="8441" y="219620"/>
                  </a:lnTo>
                  <a:lnTo>
                    <a:pt x="10178" y="224610"/>
                  </a:lnTo>
                  <a:lnTo>
                    <a:pt x="12072" y="229542"/>
                  </a:lnTo>
                  <a:lnTo>
                    <a:pt x="14120" y="234412"/>
                  </a:lnTo>
                  <a:lnTo>
                    <a:pt x="16322" y="239215"/>
                  </a:lnTo>
                  <a:lnTo>
                    <a:pt x="18674" y="243945"/>
                  </a:lnTo>
                  <a:lnTo>
                    <a:pt x="21174" y="248600"/>
                  </a:lnTo>
                  <a:lnTo>
                    <a:pt x="23820" y="253172"/>
                  </a:lnTo>
                  <a:lnTo>
                    <a:pt x="26610" y="257659"/>
                  </a:lnTo>
                  <a:lnTo>
                    <a:pt x="29540" y="262056"/>
                  </a:lnTo>
                  <a:lnTo>
                    <a:pt x="32607" y="266357"/>
                  </a:lnTo>
                  <a:lnTo>
                    <a:pt x="35808" y="270560"/>
                  </a:lnTo>
                  <a:lnTo>
                    <a:pt x="39141" y="274659"/>
                  </a:lnTo>
                  <a:lnTo>
                    <a:pt x="42602" y="278651"/>
                  </a:lnTo>
                  <a:lnTo>
                    <a:pt x="46187" y="282532"/>
                  </a:lnTo>
                  <a:lnTo>
                    <a:pt x="49893" y="286297"/>
                  </a:lnTo>
                  <a:lnTo>
                    <a:pt x="53717" y="289944"/>
                  </a:lnTo>
                  <a:lnTo>
                    <a:pt x="57653" y="293467"/>
                  </a:lnTo>
                  <a:lnTo>
                    <a:pt x="61699" y="296865"/>
                  </a:lnTo>
                  <a:lnTo>
                    <a:pt x="65850" y="300133"/>
                  </a:lnTo>
                  <a:lnTo>
                    <a:pt x="70103" y="303268"/>
                  </a:lnTo>
                  <a:lnTo>
                    <a:pt x="74452" y="306268"/>
                  </a:lnTo>
                  <a:lnTo>
                    <a:pt x="78894" y="309128"/>
                  </a:lnTo>
                  <a:lnTo>
                    <a:pt x="83424" y="311847"/>
                  </a:lnTo>
                  <a:lnTo>
                    <a:pt x="88038" y="314421"/>
                  </a:lnTo>
                  <a:lnTo>
                    <a:pt x="92731" y="316848"/>
                  </a:lnTo>
                  <a:lnTo>
                    <a:pt x="97498" y="319125"/>
                  </a:lnTo>
                  <a:lnTo>
                    <a:pt x="102335" y="321251"/>
                  </a:lnTo>
                  <a:lnTo>
                    <a:pt x="107236" y="323223"/>
                  </a:lnTo>
                  <a:lnTo>
                    <a:pt x="112197" y="325038"/>
                  </a:lnTo>
                  <a:lnTo>
                    <a:pt x="117214" y="326697"/>
                  </a:lnTo>
                  <a:lnTo>
                    <a:pt x="122280" y="328195"/>
                  </a:lnTo>
                  <a:lnTo>
                    <a:pt x="127391" y="329533"/>
                  </a:lnTo>
                  <a:lnTo>
                    <a:pt x="132542" y="330709"/>
                  </a:lnTo>
                  <a:lnTo>
                    <a:pt x="137727" y="331722"/>
                  </a:lnTo>
                  <a:lnTo>
                    <a:pt x="142942" y="332570"/>
                  </a:lnTo>
                  <a:lnTo>
                    <a:pt x="148181" y="333253"/>
                  </a:lnTo>
                  <a:lnTo>
                    <a:pt x="153439" y="333770"/>
                  </a:lnTo>
                  <a:lnTo>
                    <a:pt x="158710" y="334120"/>
                  </a:lnTo>
                  <a:lnTo>
                    <a:pt x="163990" y="334304"/>
                  </a:lnTo>
                  <a:lnTo>
                    <a:pt x="169274" y="334321"/>
                  </a:lnTo>
                  <a:lnTo>
                    <a:pt x="174555" y="334171"/>
                  </a:lnTo>
                  <a:lnTo>
                    <a:pt x="179828" y="333854"/>
                  </a:lnTo>
                  <a:lnTo>
                    <a:pt x="185090" y="333371"/>
                  </a:lnTo>
                  <a:lnTo>
                    <a:pt x="190333" y="332721"/>
                  </a:lnTo>
                  <a:lnTo>
                    <a:pt x="195553" y="331907"/>
                  </a:lnTo>
                  <a:lnTo>
                    <a:pt x="200745" y="330927"/>
                  </a:lnTo>
                  <a:lnTo>
                    <a:pt x="205903" y="329784"/>
                  </a:lnTo>
                  <a:lnTo>
                    <a:pt x="211022" y="328479"/>
                  </a:lnTo>
                  <a:lnTo>
                    <a:pt x="216098" y="327013"/>
                  </a:lnTo>
                  <a:lnTo>
                    <a:pt x="221125" y="325387"/>
                  </a:lnTo>
                  <a:lnTo>
                    <a:pt x="226098" y="323602"/>
                  </a:lnTo>
                  <a:lnTo>
                    <a:pt x="231012" y="321662"/>
                  </a:lnTo>
                  <a:lnTo>
                    <a:pt x="235862" y="319567"/>
                  </a:lnTo>
                  <a:lnTo>
                    <a:pt x="240643" y="317320"/>
                  </a:lnTo>
                  <a:lnTo>
                    <a:pt x="245352" y="314923"/>
                  </a:lnTo>
                  <a:lnTo>
                    <a:pt x="249982" y="312379"/>
                  </a:lnTo>
                  <a:lnTo>
                    <a:pt x="254529" y="309689"/>
                  </a:lnTo>
                  <a:lnTo>
                    <a:pt x="258989" y="306857"/>
                  </a:lnTo>
                  <a:lnTo>
                    <a:pt x="263358" y="303886"/>
                  </a:lnTo>
                  <a:lnTo>
                    <a:pt x="267630" y="300778"/>
                  </a:lnTo>
                  <a:lnTo>
                    <a:pt x="271802" y="297537"/>
                  </a:lnTo>
                  <a:lnTo>
                    <a:pt x="275870" y="294165"/>
                  </a:lnTo>
                  <a:lnTo>
                    <a:pt x="279829" y="290666"/>
                  </a:lnTo>
                  <a:lnTo>
                    <a:pt x="283675" y="287044"/>
                  </a:lnTo>
                  <a:lnTo>
                    <a:pt x="287405" y="283303"/>
                  </a:lnTo>
                  <a:lnTo>
                    <a:pt x="291015" y="279445"/>
                  </a:lnTo>
                  <a:lnTo>
                    <a:pt x="294501" y="275475"/>
                  </a:lnTo>
                  <a:lnTo>
                    <a:pt x="297860" y="271397"/>
                  </a:lnTo>
                  <a:lnTo>
                    <a:pt x="301089" y="267215"/>
                  </a:lnTo>
                  <a:lnTo>
                    <a:pt x="304183" y="262933"/>
                  </a:lnTo>
                  <a:lnTo>
                    <a:pt x="307141" y="258556"/>
                  </a:lnTo>
                  <a:lnTo>
                    <a:pt x="309959" y="254087"/>
                  </a:lnTo>
                  <a:lnTo>
                    <a:pt x="312635" y="249531"/>
                  </a:lnTo>
                  <a:lnTo>
                    <a:pt x="315165" y="244893"/>
                  </a:lnTo>
                  <a:lnTo>
                    <a:pt x="317547" y="240177"/>
                  </a:lnTo>
                  <a:lnTo>
                    <a:pt x="319779" y="235389"/>
                  </a:lnTo>
                  <a:lnTo>
                    <a:pt x="321859" y="230532"/>
                  </a:lnTo>
                  <a:lnTo>
                    <a:pt x="323784" y="225612"/>
                  </a:lnTo>
                  <a:lnTo>
                    <a:pt x="325553" y="220633"/>
                  </a:lnTo>
                  <a:lnTo>
                    <a:pt x="327163" y="215602"/>
                  </a:lnTo>
                  <a:lnTo>
                    <a:pt x="328614" y="210521"/>
                  </a:lnTo>
                  <a:lnTo>
                    <a:pt x="329903" y="205398"/>
                  </a:lnTo>
                  <a:lnTo>
                    <a:pt x="331030" y="200236"/>
                  </a:lnTo>
                  <a:lnTo>
                    <a:pt x="331993" y="195042"/>
                  </a:lnTo>
                  <a:lnTo>
                    <a:pt x="332792" y="189819"/>
                  </a:lnTo>
                  <a:lnTo>
                    <a:pt x="333425" y="184574"/>
                  </a:lnTo>
                  <a:lnTo>
                    <a:pt x="333892" y="179311"/>
                  </a:lnTo>
                  <a:lnTo>
                    <a:pt x="334192" y="174036"/>
                  </a:lnTo>
                  <a:lnTo>
                    <a:pt x="334326" y="168755"/>
                  </a:lnTo>
                  <a:lnTo>
                    <a:pt x="334293" y="163472"/>
                  </a:lnTo>
                  <a:lnTo>
                    <a:pt x="334092" y="158192"/>
                  </a:lnTo>
                  <a:lnTo>
                    <a:pt x="333726" y="152922"/>
                  </a:lnTo>
                  <a:lnTo>
                    <a:pt x="333192" y="147666"/>
                  </a:lnTo>
                  <a:lnTo>
                    <a:pt x="332493" y="142429"/>
                  </a:lnTo>
                  <a:lnTo>
                    <a:pt x="331629" y="137217"/>
                  </a:lnTo>
                  <a:lnTo>
                    <a:pt x="330600" y="132034"/>
                  </a:lnTo>
                  <a:lnTo>
                    <a:pt x="329408" y="126887"/>
                  </a:lnTo>
                  <a:lnTo>
                    <a:pt x="328054" y="121781"/>
                  </a:lnTo>
                  <a:lnTo>
                    <a:pt x="326540" y="116719"/>
                  </a:lnTo>
                  <a:lnTo>
                    <a:pt x="324866" y="111708"/>
                  </a:lnTo>
                  <a:lnTo>
                    <a:pt x="323035" y="106752"/>
                  </a:lnTo>
                  <a:lnTo>
                    <a:pt x="321048" y="101857"/>
                  </a:lnTo>
                  <a:lnTo>
                    <a:pt x="318907" y="97027"/>
                  </a:lnTo>
                  <a:lnTo>
                    <a:pt x="316615" y="92267"/>
                  </a:lnTo>
                  <a:lnTo>
                    <a:pt x="314173" y="87581"/>
                  </a:lnTo>
                  <a:lnTo>
                    <a:pt x="311585" y="82976"/>
                  </a:lnTo>
                  <a:lnTo>
                    <a:pt x="308852" y="78454"/>
                  </a:lnTo>
                  <a:lnTo>
                    <a:pt x="305978" y="74021"/>
                  </a:lnTo>
                  <a:lnTo>
                    <a:pt x="302965" y="69681"/>
                  </a:lnTo>
                  <a:lnTo>
                    <a:pt x="299817" y="65438"/>
                  </a:lnTo>
                  <a:lnTo>
                    <a:pt x="296536" y="61297"/>
                  </a:lnTo>
                  <a:lnTo>
                    <a:pt x="293126" y="57262"/>
                  </a:lnTo>
                  <a:lnTo>
                    <a:pt x="289590" y="53336"/>
                  </a:lnTo>
                  <a:lnTo>
                    <a:pt x="285931" y="49524"/>
                  </a:lnTo>
                  <a:lnTo>
                    <a:pt x="282155" y="45830"/>
                  </a:lnTo>
                  <a:lnTo>
                    <a:pt x="278263" y="42257"/>
                  </a:lnTo>
                  <a:lnTo>
                    <a:pt x="274260" y="38809"/>
                  </a:lnTo>
                  <a:lnTo>
                    <a:pt x="270150" y="35489"/>
                  </a:lnTo>
                  <a:lnTo>
                    <a:pt x="265938" y="32300"/>
                  </a:lnTo>
                  <a:lnTo>
                    <a:pt x="261627" y="29246"/>
                  </a:lnTo>
                  <a:lnTo>
                    <a:pt x="257221" y="26330"/>
                  </a:lnTo>
                  <a:lnTo>
                    <a:pt x="252726" y="23554"/>
                  </a:lnTo>
                  <a:lnTo>
                    <a:pt x="248145" y="20922"/>
                  </a:lnTo>
                  <a:lnTo>
                    <a:pt x="243483" y="18437"/>
                  </a:lnTo>
                  <a:lnTo>
                    <a:pt x="238745" y="16099"/>
                  </a:lnTo>
                  <a:lnTo>
                    <a:pt x="233935" y="13913"/>
                  </a:lnTo>
                  <a:lnTo>
                    <a:pt x="229059" y="11879"/>
                  </a:lnTo>
                  <a:lnTo>
                    <a:pt x="224121" y="10001"/>
                  </a:lnTo>
                  <a:lnTo>
                    <a:pt x="219126" y="8280"/>
                  </a:lnTo>
                  <a:lnTo>
                    <a:pt x="214079" y="6717"/>
                  </a:lnTo>
                  <a:lnTo>
                    <a:pt x="208985" y="5315"/>
                  </a:lnTo>
                  <a:lnTo>
                    <a:pt x="203850" y="4074"/>
                  </a:lnTo>
                  <a:lnTo>
                    <a:pt x="198677" y="2996"/>
                  </a:lnTo>
                  <a:lnTo>
                    <a:pt x="193474" y="2083"/>
                  </a:lnTo>
                  <a:lnTo>
                    <a:pt x="188244" y="1334"/>
                  </a:lnTo>
                  <a:lnTo>
                    <a:pt x="182993" y="750"/>
                  </a:lnTo>
                  <a:lnTo>
                    <a:pt x="177726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2856" y="2126963"/>
              <a:ext cx="108431" cy="167167"/>
            </a:xfrm>
            <a:custGeom>
              <a:avLst/>
              <a:pathLst>
                <a:path w="108431" h="167167">
                  <a:moveTo>
                    <a:pt x="108431" y="0"/>
                  </a:moveTo>
                  <a:lnTo>
                    <a:pt x="102814" y="94"/>
                  </a:lnTo>
                  <a:lnTo>
                    <a:pt x="97203" y="377"/>
                  </a:lnTo>
                  <a:lnTo>
                    <a:pt x="91604" y="849"/>
                  </a:lnTo>
                  <a:lnTo>
                    <a:pt x="86025" y="1508"/>
                  </a:lnTo>
                  <a:lnTo>
                    <a:pt x="80471" y="2354"/>
                  </a:lnTo>
                  <a:lnTo>
                    <a:pt x="74949" y="3387"/>
                  </a:lnTo>
                  <a:lnTo>
                    <a:pt x="69464" y="4605"/>
                  </a:lnTo>
                  <a:lnTo>
                    <a:pt x="64024" y="6006"/>
                  </a:lnTo>
                  <a:lnTo>
                    <a:pt x="58633" y="7589"/>
                  </a:lnTo>
                  <a:lnTo>
                    <a:pt x="53299" y="9352"/>
                  </a:lnTo>
                  <a:lnTo>
                    <a:pt x="48027" y="11294"/>
                  </a:lnTo>
                  <a:lnTo>
                    <a:pt x="42823" y="13412"/>
                  </a:lnTo>
                  <a:lnTo>
                    <a:pt x="37694" y="15703"/>
                  </a:lnTo>
                  <a:lnTo>
                    <a:pt x="32644" y="18166"/>
                  </a:lnTo>
                  <a:lnTo>
                    <a:pt x="27680" y="20797"/>
                  </a:lnTo>
                  <a:lnTo>
                    <a:pt x="22807" y="23593"/>
                  </a:lnTo>
                  <a:lnTo>
                    <a:pt x="18031" y="26551"/>
                  </a:lnTo>
                  <a:lnTo>
                    <a:pt x="13357" y="29668"/>
                  </a:lnTo>
                  <a:lnTo>
                    <a:pt x="8790" y="32941"/>
                  </a:lnTo>
                  <a:lnTo>
                    <a:pt x="4336" y="36365"/>
                  </a:lnTo>
                  <a:lnTo>
                    <a:pt x="0" y="39937"/>
                  </a:lnTo>
                  <a:lnTo>
                    <a:pt x="10843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72856" y="2166900"/>
              <a:ext cx="108431" cy="127230"/>
            </a:xfrm>
            <a:custGeom>
              <a:avLst/>
              <a:pathLst>
                <a:path w="108431" h="127230">
                  <a:moveTo>
                    <a:pt x="0" y="0"/>
                  </a:moveTo>
                  <a:lnTo>
                    <a:pt x="108431" y="1272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14132" y="2127493"/>
              <a:ext cx="334319" cy="333804"/>
            </a:xfrm>
            <a:custGeom>
              <a:avLst/>
              <a:pathLst>
                <a:path w="334319" h="333804">
                  <a:moveTo>
                    <a:pt x="58724" y="39407"/>
                  </a:moveTo>
                  <a:lnTo>
                    <a:pt x="54758" y="42896"/>
                  </a:lnTo>
                  <a:lnTo>
                    <a:pt x="50905" y="46509"/>
                  </a:lnTo>
                  <a:lnTo>
                    <a:pt x="47168" y="50241"/>
                  </a:lnTo>
                  <a:lnTo>
                    <a:pt x="43551" y="54090"/>
                  </a:lnTo>
                  <a:lnTo>
                    <a:pt x="40057" y="58051"/>
                  </a:lnTo>
                  <a:lnTo>
                    <a:pt x="36690" y="62120"/>
                  </a:lnTo>
                  <a:lnTo>
                    <a:pt x="33454" y="66294"/>
                  </a:lnTo>
                  <a:lnTo>
                    <a:pt x="30350" y="70568"/>
                  </a:lnTo>
                  <a:lnTo>
                    <a:pt x="27384" y="74938"/>
                  </a:lnTo>
                  <a:lnTo>
                    <a:pt x="24556" y="79399"/>
                  </a:lnTo>
                  <a:lnTo>
                    <a:pt x="21872" y="83947"/>
                  </a:lnTo>
                  <a:lnTo>
                    <a:pt x="19332" y="88578"/>
                  </a:lnTo>
                  <a:lnTo>
                    <a:pt x="16940" y="93287"/>
                  </a:lnTo>
                  <a:lnTo>
                    <a:pt x="14697" y="98069"/>
                  </a:lnTo>
                  <a:lnTo>
                    <a:pt x="12607" y="102920"/>
                  </a:lnTo>
                  <a:lnTo>
                    <a:pt x="10672" y="107834"/>
                  </a:lnTo>
                  <a:lnTo>
                    <a:pt x="8892" y="112807"/>
                  </a:lnTo>
                  <a:lnTo>
                    <a:pt x="7270" y="117833"/>
                  </a:lnTo>
                  <a:lnTo>
                    <a:pt x="5808" y="122909"/>
                  </a:lnTo>
                  <a:lnTo>
                    <a:pt x="4508" y="128028"/>
                  </a:lnTo>
                  <a:lnTo>
                    <a:pt x="3369" y="133185"/>
                  </a:lnTo>
                  <a:lnTo>
                    <a:pt x="2394" y="138376"/>
                  </a:lnTo>
                  <a:lnTo>
                    <a:pt x="1583" y="143595"/>
                  </a:lnTo>
                  <a:lnTo>
                    <a:pt x="938" y="148837"/>
                  </a:lnTo>
                  <a:lnTo>
                    <a:pt x="459" y="154097"/>
                  </a:lnTo>
                  <a:lnTo>
                    <a:pt x="146" y="159370"/>
                  </a:lnTo>
                  <a:lnTo>
                    <a:pt x="0" y="164649"/>
                  </a:lnTo>
                  <a:lnTo>
                    <a:pt x="20" y="169931"/>
                  </a:lnTo>
                  <a:lnTo>
                    <a:pt x="208" y="175209"/>
                  </a:lnTo>
                  <a:lnTo>
                    <a:pt x="562" y="180479"/>
                  </a:lnTo>
                  <a:lnTo>
                    <a:pt x="1082" y="185735"/>
                  </a:lnTo>
                  <a:lnTo>
                    <a:pt x="1768" y="190972"/>
                  </a:lnTo>
                  <a:lnTo>
                    <a:pt x="2620" y="196185"/>
                  </a:lnTo>
                  <a:lnTo>
                    <a:pt x="3635" y="201368"/>
                  </a:lnTo>
                  <a:lnTo>
                    <a:pt x="4814" y="206516"/>
                  </a:lnTo>
                  <a:lnTo>
                    <a:pt x="6155" y="211625"/>
                  </a:lnTo>
                  <a:lnTo>
                    <a:pt x="7656" y="216689"/>
                  </a:lnTo>
                  <a:lnTo>
                    <a:pt x="9317" y="221702"/>
                  </a:lnTo>
                  <a:lnTo>
                    <a:pt x="11135" y="226661"/>
                  </a:lnTo>
                  <a:lnTo>
                    <a:pt x="13110" y="231560"/>
                  </a:lnTo>
                  <a:lnTo>
                    <a:pt x="15237" y="236394"/>
                  </a:lnTo>
                  <a:lnTo>
                    <a:pt x="17517" y="241159"/>
                  </a:lnTo>
                  <a:lnTo>
                    <a:pt x="19946" y="245849"/>
                  </a:lnTo>
                  <a:lnTo>
                    <a:pt x="22522" y="250460"/>
                  </a:lnTo>
                  <a:lnTo>
                    <a:pt x="25242" y="254987"/>
                  </a:lnTo>
                  <a:lnTo>
                    <a:pt x="28104" y="259426"/>
                  </a:lnTo>
                  <a:lnTo>
                    <a:pt x="31105" y="263773"/>
                  </a:lnTo>
                  <a:lnTo>
                    <a:pt x="34241" y="268022"/>
                  </a:lnTo>
                  <a:lnTo>
                    <a:pt x="37510" y="272170"/>
                  </a:lnTo>
                  <a:lnTo>
                    <a:pt x="40909" y="276213"/>
                  </a:lnTo>
                  <a:lnTo>
                    <a:pt x="44434" y="280147"/>
                  </a:lnTo>
                  <a:lnTo>
                    <a:pt x="48081" y="283967"/>
                  </a:lnTo>
                  <a:lnTo>
                    <a:pt x="51847" y="287670"/>
                  </a:lnTo>
                  <a:lnTo>
                    <a:pt x="55728" y="291253"/>
                  </a:lnTo>
                  <a:lnTo>
                    <a:pt x="59720" y="294711"/>
                  </a:lnTo>
                  <a:lnTo>
                    <a:pt x="63820" y="298041"/>
                  </a:lnTo>
                  <a:lnTo>
                    <a:pt x="68023" y="301240"/>
                  </a:lnTo>
                  <a:lnTo>
                    <a:pt x="72324" y="304304"/>
                  </a:lnTo>
                  <a:lnTo>
                    <a:pt x="76721" y="307231"/>
                  </a:lnTo>
                  <a:lnTo>
                    <a:pt x="81207" y="310018"/>
                  </a:lnTo>
                  <a:lnTo>
                    <a:pt x="85780" y="312662"/>
                  </a:lnTo>
                  <a:lnTo>
                    <a:pt x="90433" y="315159"/>
                  </a:lnTo>
                  <a:lnTo>
                    <a:pt x="95164" y="317509"/>
                  </a:lnTo>
                  <a:lnTo>
                    <a:pt x="99966" y="319708"/>
                  </a:lnTo>
                  <a:lnTo>
                    <a:pt x="104835" y="321754"/>
                  </a:lnTo>
                  <a:lnTo>
                    <a:pt x="109767" y="323646"/>
                  </a:lnTo>
                  <a:lnTo>
                    <a:pt x="114755" y="325380"/>
                  </a:lnTo>
                  <a:lnTo>
                    <a:pt x="119796" y="326956"/>
                  </a:lnTo>
                  <a:lnTo>
                    <a:pt x="124885" y="328372"/>
                  </a:lnTo>
                  <a:lnTo>
                    <a:pt x="130015" y="329627"/>
                  </a:lnTo>
                  <a:lnTo>
                    <a:pt x="135183" y="330719"/>
                  </a:lnTo>
                  <a:lnTo>
                    <a:pt x="140382" y="331647"/>
                  </a:lnTo>
                  <a:lnTo>
                    <a:pt x="145608" y="332411"/>
                  </a:lnTo>
                  <a:lnTo>
                    <a:pt x="150856" y="333009"/>
                  </a:lnTo>
                  <a:lnTo>
                    <a:pt x="156120" y="333440"/>
                  </a:lnTo>
                  <a:lnTo>
                    <a:pt x="161395" y="333706"/>
                  </a:lnTo>
                  <a:lnTo>
                    <a:pt x="166676" y="333804"/>
                  </a:lnTo>
                  <a:lnTo>
                    <a:pt x="171957" y="333736"/>
                  </a:lnTo>
                  <a:lnTo>
                    <a:pt x="177234" y="333501"/>
                  </a:lnTo>
                  <a:lnTo>
                    <a:pt x="182500" y="333099"/>
                  </a:lnTo>
                  <a:lnTo>
                    <a:pt x="187751" y="332531"/>
                  </a:lnTo>
                  <a:lnTo>
                    <a:pt x="192982" y="331798"/>
                  </a:lnTo>
                  <a:lnTo>
                    <a:pt x="198186" y="330900"/>
                  </a:lnTo>
                  <a:lnTo>
                    <a:pt x="203360" y="329837"/>
                  </a:lnTo>
                  <a:lnTo>
                    <a:pt x="208498" y="328612"/>
                  </a:lnTo>
                  <a:lnTo>
                    <a:pt x="213594" y="327225"/>
                  </a:lnTo>
                  <a:lnTo>
                    <a:pt x="218644" y="325678"/>
                  </a:lnTo>
                  <a:lnTo>
                    <a:pt x="223643" y="323972"/>
                  </a:lnTo>
                  <a:lnTo>
                    <a:pt x="228585" y="322109"/>
                  </a:lnTo>
                  <a:lnTo>
                    <a:pt x="233466" y="320091"/>
                  </a:lnTo>
                  <a:lnTo>
                    <a:pt x="238280" y="317919"/>
                  </a:lnTo>
                  <a:lnTo>
                    <a:pt x="243024" y="315597"/>
                  </a:lnTo>
                  <a:lnTo>
                    <a:pt x="247692" y="313126"/>
                  </a:lnTo>
                  <a:lnTo>
                    <a:pt x="252279" y="310508"/>
                  </a:lnTo>
                  <a:lnTo>
                    <a:pt x="256782" y="307747"/>
                  </a:lnTo>
                  <a:lnTo>
                    <a:pt x="261195" y="304846"/>
                  </a:lnTo>
                  <a:lnTo>
                    <a:pt x="265514" y="301806"/>
                  </a:lnTo>
                  <a:lnTo>
                    <a:pt x="269735" y="298631"/>
                  </a:lnTo>
                  <a:lnTo>
                    <a:pt x="273854" y="295324"/>
                  </a:lnTo>
                  <a:lnTo>
                    <a:pt x="277866" y="291890"/>
                  </a:lnTo>
                  <a:lnTo>
                    <a:pt x="281768" y="288329"/>
                  </a:lnTo>
                  <a:lnTo>
                    <a:pt x="285555" y="284648"/>
                  </a:lnTo>
                  <a:lnTo>
                    <a:pt x="289224" y="280849"/>
                  </a:lnTo>
                  <a:lnTo>
                    <a:pt x="292771" y="276935"/>
                  </a:lnTo>
                  <a:lnTo>
                    <a:pt x="296193" y="272912"/>
                  </a:lnTo>
                  <a:lnTo>
                    <a:pt x="299486" y="268782"/>
                  </a:lnTo>
                  <a:lnTo>
                    <a:pt x="302647" y="264551"/>
                  </a:lnTo>
                  <a:lnTo>
                    <a:pt x="305672" y="260222"/>
                  </a:lnTo>
                  <a:lnTo>
                    <a:pt x="308559" y="255799"/>
                  </a:lnTo>
                  <a:lnTo>
                    <a:pt x="311306" y="251288"/>
                  </a:lnTo>
                  <a:lnTo>
                    <a:pt x="313908" y="246691"/>
                  </a:lnTo>
                  <a:lnTo>
                    <a:pt x="316364" y="242015"/>
                  </a:lnTo>
                  <a:lnTo>
                    <a:pt x="318670" y="237264"/>
                  </a:lnTo>
                  <a:lnTo>
                    <a:pt x="320826" y="232442"/>
                  </a:lnTo>
                  <a:lnTo>
                    <a:pt x="322828" y="227555"/>
                  </a:lnTo>
                  <a:lnTo>
                    <a:pt x="324675" y="222606"/>
                  </a:lnTo>
                  <a:lnTo>
                    <a:pt x="326364" y="217602"/>
                  </a:lnTo>
                  <a:lnTo>
                    <a:pt x="327895" y="212547"/>
                  </a:lnTo>
                  <a:lnTo>
                    <a:pt x="329265" y="207446"/>
                  </a:lnTo>
                  <a:lnTo>
                    <a:pt x="330473" y="202305"/>
                  </a:lnTo>
                  <a:lnTo>
                    <a:pt x="331518" y="197128"/>
                  </a:lnTo>
                  <a:lnTo>
                    <a:pt x="332400" y="191920"/>
                  </a:lnTo>
                  <a:lnTo>
                    <a:pt x="333116" y="186687"/>
                  </a:lnTo>
                  <a:lnTo>
                    <a:pt x="333666" y="181434"/>
                  </a:lnTo>
                  <a:lnTo>
                    <a:pt x="334051" y="176166"/>
                  </a:lnTo>
                  <a:lnTo>
                    <a:pt x="334268" y="170889"/>
                  </a:lnTo>
                  <a:lnTo>
                    <a:pt x="334319" y="165608"/>
                  </a:lnTo>
                  <a:lnTo>
                    <a:pt x="334203" y="160327"/>
                  </a:lnTo>
                  <a:lnTo>
                    <a:pt x="333921" y="155053"/>
                  </a:lnTo>
                  <a:lnTo>
                    <a:pt x="333471" y="149791"/>
                  </a:lnTo>
                  <a:lnTo>
                    <a:pt x="332856" y="144545"/>
                  </a:lnTo>
                  <a:lnTo>
                    <a:pt x="332076" y="139321"/>
                  </a:lnTo>
                  <a:lnTo>
                    <a:pt x="331130" y="134125"/>
                  </a:lnTo>
                  <a:lnTo>
                    <a:pt x="330021" y="128961"/>
                  </a:lnTo>
                  <a:lnTo>
                    <a:pt x="328750" y="123835"/>
                  </a:lnTo>
                  <a:lnTo>
                    <a:pt x="327317" y="118751"/>
                  </a:lnTo>
                  <a:lnTo>
                    <a:pt x="325724" y="113715"/>
                  </a:lnTo>
                  <a:lnTo>
                    <a:pt x="323973" y="108732"/>
                  </a:lnTo>
                  <a:lnTo>
                    <a:pt x="322066" y="103807"/>
                  </a:lnTo>
                  <a:lnTo>
                    <a:pt x="320003" y="98945"/>
                  </a:lnTo>
                  <a:lnTo>
                    <a:pt x="317789" y="94150"/>
                  </a:lnTo>
                  <a:lnTo>
                    <a:pt x="315423" y="89427"/>
                  </a:lnTo>
                  <a:lnTo>
                    <a:pt x="312910" y="84782"/>
                  </a:lnTo>
                  <a:lnTo>
                    <a:pt x="310252" y="80218"/>
                  </a:lnTo>
                  <a:lnTo>
                    <a:pt x="307450" y="75741"/>
                  </a:lnTo>
                  <a:lnTo>
                    <a:pt x="304509" y="71354"/>
                  </a:lnTo>
                  <a:lnTo>
                    <a:pt x="301430" y="67062"/>
                  </a:lnTo>
                  <a:lnTo>
                    <a:pt x="298217" y="62870"/>
                  </a:lnTo>
                  <a:lnTo>
                    <a:pt x="294874" y="58781"/>
                  </a:lnTo>
                  <a:lnTo>
                    <a:pt x="291402" y="54800"/>
                  </a:lnTo>
                  <a:lnTo>
                    <a:pt x="287807" y="50931"/>
                  </a:lnTo>
                  <a:lnTo>
                    <a:pt x="284092" y="47177"/>
                  </a:lnTo>
                  <a:lnTo>
                    <a:pt x="280260" y="43543"/>
                  </a:lnTo>
                  <a:lnTo>
                    <a:pt x="276314" y="40031"/>
                  </a:lnTo>
                  <a:lnTo>
                    <a:pt x="272260" y="36646"/>
                  </a:lnTo>
                  <a:lnTo>
                    <a:pt x="268101" y="33390"/>
                  </a:lnTo>
                  <a:lnTo>
                    <a:pt x="263841" y="30268"/>
                  </a:lnTo>
                  <a:lnTo>
                    <a:pt x="259485" y="27281"/>
                  </a:lnTo>
                  <a:lnTo>
                    <a:pt x="255037" y="24434"/>
                  </a:lnTo>
                  <a:lnTo>
                    <a:pt x="250500" y="21729"/>
                  </a:lnTo>
                  <a:lnTo>
                    <a:pt x="245881" y="19168"/>
                  </a:lnTo>
                  <a:lnTo>
                    <a:pt x="241183" y="16755"/>
                  </a:lnTo>
                  <a:lnTo>
                    <a:pt x="236411" y="14491"/>
                  </a:lnTo>
                  <a:lnTo>
                    <a:pt x="231570" y="12379"/>
                  </a:lnTo>
                  <a:lnTo>
                    <a:pt x="226664" y="10421"/>
                  </a:lnTo>
                  <a:lnTo>
                    <a:pt x="221700" y="8619"/>
                  </a:lnTo>
                  <a:lnTo>
                    <a:pt x="216680" y="6975"/>
                  </a:lnTo>
                  <a:lnTo>
                    <a:pt x="211612" y="5490"/>
                  </a:lnTo>
                  <a:lnTo>
                    <a:pt x="206499" y="4166"/>
                  </a:lnTo>
                  <a:lnTo>
                    <a:pt x="201346" y="3004"/>
                  </a:lnTo>
                  <a:lnTo>
                    <a:pt x="196160" y="2006"/>
                  </a:lnTo>
                  <a:lnTo>
                    <a:pt x="190945" y="1172"/>
                  </a:lnTo>
                  <a:lnTo>
                    <a:pt x="185705" y="503"/>
                  </a:lnTo>
                  <a:lnTo>
                    <a:pt x="180448" y="0"/>
                  </a:lnTo>
                  <a:lnTo>
                    <a:pt x="167155" y="1666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781287" y="2126963"/>
              <a:ext cx="13292" cy="167167"/>
            </a:xfrm>
            <a:custGeom>
              <a:avLst/>
              <a:pathLst>
                <a:path w="13292" h="167167">
                  <a:moveTo>
                    <a:pt x="13292" y="5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423600" y="2633064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2" y="757"/>
                  </a:lnTo>
                  <a:lnTo>
                    <a:pt x="145979" y="1345"/>
                  </a:lnTo>
                  <a:lnTo>
                    <a:pt x="140727" y="2100"/>
                  </a:lnTo>
                  <a:lnTo>
                    <a:pt x="135502" y="3022"/>
                  </a:lnTo>
                  <a:lnTo>
                    <a:pt x="130308" y="4109"/>
                  </a:lnTo>
                  <a:lnTo>
                    <a:pt x="125152" y="5360"/>
                  </a:lnTo>
                  <a:lnTo>
                    <a:pt x="120038" y="6775"/>
                  </a:lnTo>
                  <a:lnTo>
                    <a:pt x="114971" y="8351"/>
                  </a:lnTo>
                  <a:lnTo>
                    <a:pt x="109957" y="10087"/>
                  </a:lnTo>
                  <a:lnTo>
                    <a:pt x="105001" y="11981"/>
                  </a:lnTo>
                  <a:lnTo>
                    <a:pt x="100107" y="14031"/>
                  </a:lnTo>
                  <a:lnTo>
                    <a:pt x="95280" y="16236"/>
                  </a:lnTo>
                  <a:lnTo>
                    <a:pt x="90527" y="18593"/>
                  </a:lnTo>
                  <a:lnTo>
                    <a:pt x="85850" y="21099"/>
                  </a:lnTo>
                  <a:lnTo>
                    <a:pt x="81255" y="23753"/>
                  </a:lnTo>
                  <a:lnTo>
                    <a:pt x="76747" y="26551"/>
                  </a:lnTo>
                  <a:lnTo>
                    <a:pt x="72330" y="29491"/>
                  </a:lnTo>
                  <a:lnTo>
                    <a:pt x="68008" y="32570"/>
                  </a:lnTo>
                  <a:lnTo>
                    <a:pt x="63786" y="35784"/>
                  </a:lnTo>
                  <a:lnTo>
                    <a:pt x="59669" y="39130"/>
                  </a:lnTo>
                  <a:lnTo>
                    <a:pt x="55659" y="42606"/>
                  </a:lnTo>
                  <a:lnTo>
                    <a:pt x="51762" y="46207"/>
                  </a:lnTo>
                  <a:lnTo>
                    <a:pt x="47982" y="49930"/>
                  </a:lnTo>
                  <a:lnTo>
                    <a:pt x="44321" y="53771"/>
                  </a:lnTo>
                  <a:lnTo>
                    <a:pt x="40784" y="57726"/>
                  </a:lnTo>
                  <a:lnTo>
                    <a:pt x="37374" y="61792"/>
                  </a:lnTo>
                  <a:lnTo>
                    <a:pt x="34095" y="65963"/>
                  </a:lnTo>
                  <a:lnTo>
                    <a:pt x="30950" y="70237"/>
                  </a:lnTo>
                  <a:lnTo>
                    <a:pt x="27943" y="74608"/>
                  </a:lnTo>
                  <a:lnTo>
                    <a:pt x="25075" y="79073"/>
                  </a:lnTo>
                  <a:lnTo>
                    <a:pt x="22351" y="83626"/>
                  </a:lnTo>
                  <a:lnTo>
                    <a:pt x="19773" y="88263"/>
                  </a:lnTo>
                  <a:lnTo>
                    <a:pt x="17343" y="92980"/>
                  </a:lnTo>
                  <a:lnTo>
                    <a:pt x="15064" y="97772"/>
                  </a:lnTo>
                  <a:lnTo>
                    <a:pt x="12938" y="102634"/>
                  </a:lnTo>
                  <a:lnTo>
                    <a:pt x="10968" y="107560"/>
                  </a:lnTo>
                  <a:lnTo>
                    <a:pt x="9155" y="112547"/>
                  </a:lnTo>
                  <a:lnTo>
                    <a:pt x="7501" y="117589"/>
                  </a:lnTo>
                  <a:lnTo>
                    <a:pt x="6008" y="122680"/>
                  </a:lnTo>
                  <a:lnTo>
                    <a:pt x="4677" y="127817"/>
                  </a:lnTo>
                  <a:lnTo>
                    <a:pt x="3510" y="132993"/>
                  </a:lnTo>
                  <a:lnTo>
                    <a:pt x="2508" y="138203"/>
                  </a:lnTo>
                  <a:lnTo>
                    <a:pt x="1672" y="143443"/>
                  </a:lnTo>
                  <a:lnTo>
                    <a:pt x="1002" y="148707"/>
                  </a:lnTo>
                  <a:lnTo>
                    <a:pt x="500" y="153989"/>
                  </a:lnTo>
                  <a:lnTo>
                    <a:pt x="166" y="159284"/>
                  </a:lnTo>
                  <a:lnTo>
                    <a:pt x="0" y="164588"/>
                  </a:lnTo>
                  <a:lnTo>
                    <a:pt x="2" y="169894"/>
                  </a:lnTo>
                  <a:lnTo>
                    <a:pt x="173" y="175197"/>
                  </a:lnTo>
                  <a:lnTo>
                    <a:pt x="512" y="180492"/>
                  </a:lnTo>
                  <a:lnTo>
                    <a:pt x="1018" y="185774"/>
                  </a:lnTo>
                  <a:lnTo>
                    <a:pt x="1693" y="191037"/>
                  </a:lnTo>
                  <a:lnTo>
                    <a:pt x="2534" y="196276"/>
                  </a:lnTo>
                  <a:lnTo>
                    <a:pt x="3540" y="201486"/>
                  </a:lnTo>
                  <a:lnTo>
                    <a:pt x="4712" y="206661"/>
                  </a:lnTo>
                  <a:lnTo>
                    <a:pt x="6047" y="211796"/>
                  </a:lnTo>
                  <a:lnTo>
                    <a:pt x="7545" y="216886"/>
                  </a:lnTo>
                  <a:lnTo>
                    <a:pt x="9203" y="221927"/>
                  </a:lnTo>
                  <a:lnTo>
                    <a:pt x="11020" y="226912"/>
                  </a:lnTo>
                  <a:lnTo>
                    <a:pt x="12995" y="231837"/>
                  </a:lnTo>
                  <a:lnTo>
                    <a:pt x="15125" y="236696"/>
                  </a:lnTo>
                  <a:lnTo>
                    <a:pt x="17409" y="241486"/>
                  </a:lnTo>
                  <a:lnTo>
                    <a:pt x="19843" y="246201"/>
                  </a:lnTo>
                  <a:lnTo>
                    <a:pt x="22425" y="250836"/>
                  </a:lnTo>
                  <a:lnTo>
                    <a:pt x="25153" y="255387"/>
                  </a:lnTo>
                  <a:lnTo>
                    <a:pt x="28025" y="259849"/>
                  </a:lnTo>
                  <a:lnTo>
                    <a:pt x="31036" y="264217"/>
                  </a:lnTo>
                  <a:lnTo>
                    <a:pt x="34185" y="268488"/>
                  </a:lnTo>
                  <a:lnTo>
                    <a:pt x="37468" y="272657"/>
                  </a:lnTo>
                  <a:lnTo>
                    <a:pt x="40881" y="276720"/>
                  </a:lnTo>
                  <a:lnTo>
                    <a:pt x="44421" y="280672"/>
                  </a:lnTo>
                  <a:lnTo>
                    <a:pt x="48085" y="284509"/>
                  </a:lnTo>
                  <a:lnTo>
                    <a:pt x="51869" y="288229"/>
                  </a:lnTo>
                  <a:lnTo>
                    <a:pt x="55770" y="291827"/>
                  </a:lnTo>
                  <a:lnTo>
                    <a:pt x="59782" y="295299"/>
                  </a:lnTo>
                  <a:lnTo>
                    <a:pt x="63903" y="298641"/>
                  </a:lnTo>
                  <a:lnTo>
                    <a:pt x="68127" y="301852"/>
                  </a:lnTo>
                  <a:lnTo>
                    <a:pt x="72452" y="304927"/>
                  </a:lnTo>
                  <a:lnTo>
                    <a:pt x="76871" y="307863"/>
                  </a:lnTo>
                  <a:lnTo>
                    <a:pt x="81382" y="310657"/>
                  </a:lnTo>
                  <a:lnTo>
                    <a:pt x="85979" y="313306"/>
                  </a:lnTo>
                  <a:lnTo>
                    <a:pt x="90658" y="315809"/>
                  </a:lnTo>
                  <a:lnTo>
                    <a:pt x="95414" y="318161"/>
                  </a:lnTo>
                  <a:lnTo>
                    <a:pt x="100242" y="320362"/>
                  </a:lnTo>
                  <a:lnTo>
                    <a:pt x="105138" y="322408"/>
                  </a:lnTo>
                  <a:lnTo>
                    <a:pt x="110096" y="324298"/>
                  </a:lnTo>
                  <a:lnTo>
                    <a:pt x="115112" y="326029"/>
                  </a:lnTo>
                  <a:lnTo>
                    <a:pt x="120180" y="327601"/>
                  </a:lnTo>
                  <a:lnTo>
                    <a:pt x="125295" y="329011"/>
                  </a:lnTo>
                  <a:lnTo>
                    <a:pt x="130452" y="330257"/>
                  </a:lnTo>
                  <a:lnTo>
                    <a:pt x="135647" y="331340"/>
                  </a:lnTo>
                  <a:lnTo>
                    <a:pt x="140873" y="332257"/>
                  </a:lnTo>
                  <a:lnTo>
                    <a:pt x="146126" y="333007"/>
                  </a:lnTo>
                  <a:lnTo>
                    <a:pt x="151399" y="333591"/>
                  </a:lnTo>
                  <a:lnTo>
                    <a:pt x="156689" y="334007"/>
                  </a:lnTo>
                  <a:lnTo>
                    <a:pt x="161989" y="334255"/>
                  </a:lnTo>
                  <a:lnTo>
                    <a:pt x="167295" y="334334"/>
                  </a:lnTo>
                  <a:lnTo>
                    <a:pt x="172600" y="334245"/>
                  </a:lnTo>
                  <a:lnTo>
                    <a:pt x="177900" y="333988"/>
                  </a:lnTo>
                  <a:lnTo>
                    <a:pt x="183189" y="333563"/>
                  </a:lnTo>
                  <a:lnTo>
                    <a:pt x="188462" y="332970"/>
                  </a:lnTo>
                  <a:lnTo>
                    <a:pt x="193713" y="332210"/>
                  </a:lnTo>
                  <a:lnTo>
                    <a:pt x="198938" y="331284"/>
                  </a:lnTo>
                  <a:lnTo>
                    <a:pt x="204130" y="330192"/>
                  </a:lnTo>
                  <a:lnTo>
                    <a:pt x="209285" y="328936"/>
                  </a:lnTo>
                  <a:lnTo>
                    <a:pt x="214398" y="327517"/>
                  </a:lnTo>
                  <a:lnTo>
                    <a:pt x="219464" y="325937"/>
                  </a:lnTo>
                  <a:lnTo>
                    <a:pt x="224476" y="324197"/>
                  </a:lnTo>
                  <a:lnTo>
                    <a:pt x="229431" y="322298"/>
                  </a:lnTo>
                  <a:lnTo>
                    <a:pt x="234323" y="320243"/>
                  </a:lnTo>
                  <a:lnTo>
                    <a:pt x="239147" y="318034"/>
                  </a:lnTo>
                  <a:lnTo>
                    <a:pt x="243899" y="315673"/>
                  </a:lnTo>
                  <a:lnTo>
                    <a:pt x="248573" y="313163"/>
                  </a:lnTo>
                  <a:lnTo>
                    <a:pt x="253166" y="310505"/>
                  </a:lnTo>
                  <a:lnTo>
                    <a:pt x="257672" y="307703"/>
                  </a:lnTo>
                  <a:lnTo>
                    <a:pt x="262086" y="304759"/>
                  </a:lnTo>
                  <a:lnTo>
                    <a:pt x="266405" y="301676"/>
                  </a:lnTo>
                  <a:lnTo>
                    <a:pt x="270624" y="298459"/>
                  </a:lnTo>
                  <a:lnTo>
                    <a:pt x="274739" y="295108"/>
                  </a:lnTo>
                  <a:lnTo>
                    <a:pt x="278745" y="291629"/>
                  </a:lnTo>
                  <a:lnTo>
                    <a:pt x="282639" y="288025"/>
                  </a:lnTo>
                  <a:lnTo>
                    <a:pt x="286416" y="284299"/>
                  </a:lnTo>
                  <a:lnTo>
                    <a:pt x="290073" y="280454"/>
                  </a:lnTo>
                  <a:lnTo>
                    <a:pt x="293607" y="276496"/>
                  </a:lnTo>
                  <a:lnTo>
                    <a:pt x="297013" y="272428"/>
                  </a:lnTo>
                  <a:lnTo>
                    <a:pt x="300288" y="268253"/>
                  </a:lnTo>
                  <a:lnTo>
                    <a:pt x="303429" y="263977"/>
                  </a:lnTo>
                  <a:lnTo>
                    <a:pt x="306433" y="259603"/>
                  </a:lnTo>
                  <a:lnTo>
                    <a:pt x="309297" y="255136"/>
                  </a:lnTo>
                  <a:lnTo>
                    <a:pt x="312017" y="250580"/>
                  </a:lnTo>
                  <a:lnTo>
                    <a:pt x="314591" y="245940"/>
                  </a:lnTo>
                  <a:lnTo>
                    <a:pt x="317017" y="241221"/>
                  </a:lnTo>
                  <a:lnTo>
                    <a:pt x="319292" y="236427"/>
                  </a:lnTo>
                  <a:lnTo>
                    <a:pt x="321413" y="231564"/>
                  </a:lnTo>
                  <a:lnTo>
                    <a:pt x="323379" y="226636"/>
                  </a:lnTo>
                  <a:lnTo>
                    <a:pt x="325188" y="221647"/>
                  </a:lnTo>
                  <a:lnTo>
                    <a:pt x="326837" y="216604"/>
                  </a:lnTo>
                  <a:lnTo>
                    <a:pt x="328326" y="211511"/>
                  </a:lnTo>
                  <a:lnTo>
                    <a:pt x="329652" y="206373"/>
                  </a:lnTo>
                  <a:lnTo>
                    <a:pt x="330814" y="201196"/>
                  </a:lnTo>
                  <a:lnTo>
                    <a:pt x="331812" y="195985"/>
                  </a:lnTo>
                  <a:lnTo>
                    <a:pt x="332643" y="190744"/>
                  </a:lnTo>
                  <a:lnTo>
                    <a:pt x="333308" y="185480"/>
                  </a:lnTo>
                  <a:lnTo>
                    <a:pt x="333806" y="180198"/>
                  </a:lnTo>
                  <a:lnTo>
                    <a:pt x="334135" y="174902"/>
                  </a:lnTo>
                  <a:lnTo>
                    <a:pt x="334297" y="169598"/>
                  </a:lnTo>
                  <a:lnTo>
                    <a:pt x="334290" y="164292"/>
                  </a:lnTo>
                  <a:lnTo>
                    <a:pt x="334114" y="158989"/>
                  </a:lnTo>
                  <a:lnTo>
                    <a:pt x="333771" y="153694"/>
                  </a:lnTo>
                  <a:lnTo>
                    <a:pt x="333259" y="148413"/>
                  </a:lnTo>
                  <a:lnTo>
                    <a:pt x="332580" y="143150"/>
                  </a:lnTo>
                  <a:lnTo>
                    <a:pt x="331735" y="137912"/>
                  </a:lnTo>
                  <a:lnTo>
                    <a:pt x="330723" y="132703"/>
                  </a:lnTo>
                  <a:lnTo>
                    <a:pt x="329547" y="127529"/>
                  </a:lnTo>
                  <a:lnTo>
                    <a:pt x="328207" y="122395"/>
                  </a:lnTo>
                  <a:lnTo>
                    <a:pt x="326705" y="117306"/>
                  </a:lnTo>
                  <a:lnTo>
                    <a:pt x="325043" y="112267"/>
                  </a:lnTo>
                  <a:lnTo>
                    <a:pt x="323221" y="107284"/>
                  </a:lnTo>
                  <a:lnTo>
                    <a:pt x="321242" y="102361"/>
                  </a:lnTo>
                  <a:lnTo>
                    <a:pt x="319107" y="9750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30567"/>
              <a:ext cx="151960" cy="69663"/>
            </a:xfrm>
            <a:custGeom>
              <a:avLst/>
              <a:pathLst>
                <a:path w="151960" h="69663">
                  <a:moveTo>
                    <a:pt x="151960" y="0"/>
                  </a:moveTo>
                  <a:lnTo>
                    <a:pt x="0" y="696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645118"/>
              <a:ext cx="151960" cy="155112"/>
            </a:xfrm>
            <a:custGeom>
              <a:avLst/>
              <a:pathLst>
                <a:path w="151960" h="155112">
                  <a:moveTo>
                    <a:pt x="151960" y="85448"/>
                  </a:moveTo>
                  <a:lnTo>
                    <a:pt x="149579" y="80474"/>
                  </a:lnTo>
                  <a:lnTo>
                    <a:pt x="147035" y="75580"/>
                  </a:lnTo>
                  <a:lnTo>
                    <a:pt x="144332" y="70773"/>
                  </a:lnTo>
                  <a:lnTo>
                    <a:pt x="141471" y="66057"/>
                  </a:lnTo>
                  <a:lnTo>
                    <a:pt x="138456" y="61439"/>
                  </a:lnTo>
                  <a:lnTo>
                    <a:pt x="135291" y="56922"/>
                  </a:lnTo>
                  <a:lnTo>
                    <a:pt x="131978" y="52513"/>
                  </a:lnTo>
                  <a:lnTo>
                    <a:pt x="128522" y="48215"/>
                  </a:lnTo>
                  <a:lnTo>
                    <a:pt x="124925" y="44033"/>
                  </a:lnTo>
                  <a:lnTo>
                    <a:pt x="121193" y="39973"/>
                  </a:lnTo>
                  <a:lnTo>
                    <a:pt x="117329" y="36038"/>
                  </a:lnTo>
                  <a:lnTo>
                    <a:pt x="113337" y="32232"/>
                  </a:lnTo>
                  <a:lnTo>
                    <a:pt x="109222" y="28560"/>
                  </a:lnTo>
                  <a:lnTo>
                    <a:pt x="104987" y="25026"/>
                  </a:lnTo>
                  <a:lnTo>
                    <a:pt x="100639" y="21633"/>
                  </a:lnTo>
                  <a:lnTo>
                    <a:pt x="96181" y="18386"/>
                  </a:lnTo>
                  <a:lnTo>
                    <a:pt x="91618" y="15288"/>
                  </a:lnTo>
                  <a:lnTo>
                    <a:pt x="86956" y="12341"/>
                  </a:lnTo>
                  <a:lnTo>
                    <a:pt x="82199" y="9551"/>
                  </a:lnTo>
                  <a:lnTo>
                    <a:pt x="77352" y="6918"/>
                  </a:lnTo>
                  <a:lnTo>
                    <a:pt x="72421" y="4447"/>
                  </a:lnTo>
                  <a:lnTo>
                    <a:pt x="67412" y="2140"/>
                  </a:lnTo>
                  <a:lnTo>
                    <a:pt x="62329" y="0"/>
                  </a:lnTo>
                  <a:lnTo>
                    <a:pt x="0" y="155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33064"/>
              <a:ext cx="62329" cy="167167"/>
            </a:xfrm>
            <a:custGeom>
              <a:avLst/>
              <a:pathLst>
                <a:path w="62329" h="167167">
                  <a:moveTo>
                    <a:pt x="62329" y="12054"/>
                  </a:moveTo>
                  <a:lnTo>
                    <a:pt x="56905" y="9983"/>
                  </a:lnTo>
                  <a:lnTo>
                    <a:pt x="51412" y="8102"/>
                  </a:lnTo>
                  <a:lnTo>
                    <a:pt x="45857" y="6412"/>
                  </a:lnTo>
                  <a:lnTo>
                    <a:pt x="40246" y="4917"/>
                  </a:lnTo>
                  <a:lnTo>
                    <a:pt x="34587" y="3617"/>
                  </a:lnTo>
                  <a:lnTo>
                    <a:pt x="28887" y="2514"/>
                  </a:lnTo>
                  <a:lnTo>
                    <a:pt x="23151" y="1610"/>
                  </a:lnTo>
                  <a:lnTo>
                    <a:pt x="17388" y="906"/>
                  </a:lnTo>
                  <a:lnTo>
                    <a:pt x="11603" y="403"/>
                  </a:lnTo>
                  <a:lnTo>
                    <a:pt x="5805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25" y="3170392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5"/>
                  </a:lnTo>
                  <a:lnTo>
                    <a:pt x="151301" y="753"/>
                  </a:lnTo>
                  <a:lnTo>
                    <a:pt x="146041" y="1338"/>
                  </a:lnTo>
                  <a:lnTo>
                    <a:pt x="140803" y="2090"/>
                  </a:lnTo>
                  <a:lnTo>
                    <a:pt x="135590" y="3006"/>
                  </a:lnTo>
                  <a:lnTo>
                    <a:pt x="130410" y="4088"/>
                  </a:lnTo>
                  <a:lnTo>
                    <a:pt x="125266" y="5333"/>
                  </a:lnTo>
                  <a:lnTo>
                    <a:pt x="120164" y="6740"/>
                  </a:lnTo>
                  <a:lnTo>
                    <a:pt x="115110" y="8308"/>
                  </a:lnTo>
                  <a:lnTo>
                    <a:pt x="110107" y="10035"/>
                  </a:lnTo>
                  <a:lnTo>
                    <a:pt x="105162" y="11919"/>
                  </a:lnTo>
                  <a:lnTo>
                    <a:pt x="100279" y="13959"/>
                  </a:lnTo>
                  <a:lnTo>
                    <a:pt x="95463" y="16153"/>
                  </a:lnTo>
                  <a:lnTo>
                    <a:pt x="90718" y="18498"/>
                  </a:lnTo>
                  <a:lnTo>
                    <a:pt x="86051" y="20992"/>
                  </a:lnTo>
                  <a:lnTo>
                    <a:pt x="81464" y="23633"/>
                  </a:lnTo>
                  <a:lnTo>
                    <a:pt x="76964" y="26417"/>
                  </a:lnTo>
                  <a:lnTo>
                    <a:pt x="72554" y="29342"/>
                  </a:lnTo>
                  <a:lnTo>
                    <a:pt x="68238" y="32406"/>
                  </a:lnTo>
                  <a:lnTo>
                    <a:pt x="64022" y="35605"/>
                  </a:lnTo>
                  <a:lnTo>
                    <a:pt x="59909" y="38935"/>
                  </a:lnTo>
                  <a:lnTo>
                    <a:pt x="55904" y="42394"/>
                  </a:lnTo>
                  <a:lnTo>
                    <a:pt x="52010" y="45978"/>
                  </a:lnTo>
                  <a:lnTo>
                    <a:pt x="48232" y="49684"/>
                  </a:lnTo>
                  <a:lnTo>
                    <a:pt x="44572" y="53507"/>
                  </a:lnTo>
                  <a:lnTo>
                    <a:pt x="41036" y="57444"/>
                  </a:lnTo>
                  <a:lnTo>
                    <a:pt x="37626" y="61492"/>
                  </a:lnTo>
                  <a:lnTo>
                    <a:pt x="34346" y="65645"/>
                  </a:lnTo>
                  <a:lnTo>
                    <a:pt x="31199" y="69899"/>
                  </a:lnTo>
                  <a:lnTo>
                    <a:pt x="28188" y="74252"/>
                  </a:lnTo>
                  <a:lnTo>
                    <a:pt x="25316" y="78697"/>
                  </a:lnTo>
                  <a:lnTo>
                    <a:pt x="22587" y="83231"/>
                  </a:lnTo>
                  <a:lnTo>
                    <a:pt x="20003" y="87850"/>
                  </a:lnTo>
                  <a:lnTo>
                    <a:pt x="17566" y="92547"/>
                  </a:lnTo>
                  <a:lnTo>
                    <a:pt x="15278" y="97320"/>
                  </a:lnTo>
                  <a:lnTo>
                    <a:pt x="13144" y="102162"/>
                  </a:lnTo>
                  <a:lnTo>
                    <a:pt x="11163" y="107070"/>
                  </a:lnTo>
                  <a:lnTo>
                    <a:pt x="9339" y="112038"/>
                  </a:lnTo>
                  <a:lnTo>
                    <a:pt x="7673" y="117061"/>
                  </a:lnTo>
                  <a:lnTo>
                    <a:pt x="6167" y="122135"/>
                  </a:lnTo>
                  <a:lnTo>
                    <a:pt x="4822" y="127253"/>
                  </a:lnTo>
                  <a:lnTo>
                    <a:pt x="3640" y="132412"/>
                  </a:lnTo>
                  <a:lnTo>
                    <a:pt x="2622" y="137605"/>
                  </a:lnTo>
                  <a:lnTo>
                    <a:pt x="1768" y="142828"/>
                  </a:lnTo>
                  <a:lnTo>
                    <a:pt x="1081" y="148075"/>
                  </a:lnTo>
                  <a:lnTo>
                    <a:pt x="560" y="153342"/>
                  </a:lnTo>
                  <a:lnTo>
                    <a:pt x="206" y="158622"/>
                  </a:lnTo>
                  <a:lnTo>
                    <a:pt x="19" y="163911"/>
                  </a:lnTo>
                  <a:lnTo>
                    <a:pt x="0" y="169203"/>
                  </a:lnTo>
                  <a:lnTo>
                    <a:pt x="148" y="174493"/>
                  </a:lnTo>
                  <a:lnTo>
                    <a:pt x="463" y="179776"/>
                  </a:lnTo>
                  <a:lnTo>
                    <a:pt x="946" y="185046"/>
                  </a:lnTo>
                  <a:lnTo>
                    <a:pt x="1595" y="190299"/>
                  </a:lnTo>
                  <a:lnTo>
                    <a:pt x="2410" y="195528"/>
                  </a:lnTo>
                  <a:lnTo>
                    <a:pt x="3391" y="200728"/>
                  </a:lnTo>
                  <a:lnTo>
                    <a:pt x="4535" y="205895"/>
                  </a:lnTo>
                  <a:lnTo>
                    <a:pt x="5843" y="211024"/>
                  </a:lnTo>
                  <a:lnTo>
                    <a:pt x="7312" y="216108"/>
                  </a:lnTo>
                  <a:lnTo>
                    <a:pt x="8941" y="221143"/>
                  </a:lnTo>
                  <a:lnTo>
                    <a:pt x="10729" y="226124"/>
                  </a:lnTo>
                  <a:lnTo>
                    <a:pt x="12673" y="231046"/>
                  </a:lnTo>
                  <a:lnTo>
                    <a:pt x="14773" y="235904"/>
                  </a:lnTo>
                  <a:lnTo>
                    <a:pt x="17025" y="240693"/>
                  </a:lnTo>
                  <a:lnTo>
                    <a:pt x="19428" y="245408"/>
                  </a:lnTo>
                  <a:lnTo>
                    <a:pt x="21978" y="250045"/>
                  </a:lnTo>
                  <a:lnTo>
                    <a:pt x="24675" y="254599"/>
                  </a:lnTo>
                  <a:lnTo>
                    <a:pt x="27514" y="259066"/>
                  </a:lnTo>
                  <a:lnTo>
                    <a:pt x="30493" y="263440"/>
                  </a:lnTo>
                  <a:lnTo>
                    <a:pt x="33609" y="267717"/>
                  </a:lnTo>
                  <a:lnTo>
                    <a:pt x="36858" y="271894"/>
                  </a:lnTo>
                  <a:lnTo>
                    <a:pt x="40239" y="275966"/>
                  </a:lnTo>
                  <a:lnTo>
                    <a:pt x="43746" y="279929"/>
                  </a:lnTo>
                  <a:lnTo>
                    <a:pt x="47377" y="283779"/>
                  </a:lnTo>
                  <a:lnTo>
                    <a:pt x="51129" y="287512"/>
                  </a:lnTo>
                  <a:lnTo>
                    <a:pt x="54996" y="291125"/>
                  </a:lnTo>
                  <a:lnTo>
                    <a:pt x="58976" y="294613"/>
                  </a:lnTo>
                  <a:lnTo>
                    <a:pt x="63065" y="297973"/>
                  </a:lnTo>
                  <a:lnTo>
                    <a:pt x="67258" y="301203"/>
                  </a:lnTo>
                  <a:lnTo>
                    <a:pt x="71550" y="304298"/>
                  </a:lnTo>
                  <a:lnTo>
                    <a:pt x="75939" y="307255"/>
                  </a:lnTo>
                  <a:lnTo>
                    <a:pt x="80419" y="310072"/>
                  </a:lnTo>
                  <a:lnTo>
                    <a:pt x="84986" y="312746"/>
                  </a:lnTo>
                  <a:lnTo>
                    <a:pt x="89636" y="315274"/>
                  </a:lnTo>
                  <a:lnTo>
                    <a:pt x="94363" y="317654"/>
                  </a:lnTo>
                  <a:lnTo>
                    <a:pt x="99163" y="319883"/>
                  </a:lnTo>
                  <a:lnTo>
                    <a:pt x="104031" y="321958"/>
                  </a:lnTo>
                  <a:lnTo>
                    <a:pt x="108962" y="323879"/>
                  </a:lnTo>
                  <a:lnTo>
                    <a:pt x="113952" y="325642"/>
                  </a:lnTo>
                  <a:lnTo>
                    <a:pt x="118995" y="327247"/>
                  </a:lnTo>
                  <a:lnTo>
                    <a:pt x="124086" y="328691"/>
                  </a:lnTo>
                  <a:lnTo>
                    <a:pt x="129221" y="329974"/>
                  </a:lnTo>
                  <a:lnTo>
                    <a:pt x="134393" y="331093"/>
                  </a:lnTo>
                  <a:lnTo>
                    <a:pt x="139599" y="332048"/>
                  </a:lnTo>
                  <a:lnTo>
                    <a:pt x="144832" y="332837"/>
                  </a:lnTo>
                  <a:lnTo>
                    <a:pt x="150087" y="333461"/>
                  </a:lnTo>
                  <a:lnTo>
                    <a:pt x="155360" y="333918"/>
                  </a:lnTo>
                  <a:lnTo>
                    <a:pt x="160644" y="334208"/>
                  </a:lnTo>
                  <a:lnTo>
                    <a:pt x="165935" y="334330"/>
                  </a:lnTo>
                  <a:lnTo>
                    <a:pt x="171227" y="334285"/>
                  </a:lnTo>
                  <a:lnTo>
                    <a:pt x="176515" y="334072"/>
                  </a:lnTo>
                  <a:lnTo>
                    <a:pt x="181793" y="333692"/>
                  </a:lnTo>
                  <a:lnTo>
                    <a:pt x="187057" y="333145"/>
                  </a:lnTo>
                  <a:lnTo>
                    <a:pt x="192301" y="332432"/>
                  </a:lnTo>
                  <a:lnTo>
                    <a:pt x="197520" y="331553"/>
                  </a:lnTo>
                  <a:lnTo>
                    <a:pt x="202708" y="330510"/>
                  </a:lnTo>
                  <a:lnTo>
                    <a:pt x="207861" y="329303"/>
                  </a:lnTo>
                  <a:lnTo>
                    <a:pt x="212973" y="327933"/>
                  </a:lnTo>
                  <a:lnTo>
                    <a:pt x="218039" y="326402"/>
                  </a:lnTo>
                  <a:lnTo>
                    <a:pt x="223054" y="324711"/>
                  </a:lnTo>
                  <a:lnTo>
                    <a:pt x="228013" y="322863"/>
                  </a:lnTo>
                  <a:lnTo>
                    <a:pt x="232911" y="320858"/>
                  </a:lnTo>
                  <a:lnTo>
                    <a:pt x="237743" y="318700"/>
                  </a:lnTo>
                  <a:lnTo>
                    <a:pt x="242504" y="316390"/>
                  </a:lnTo>
                  <a:lnTo>
                    <a:pt x="247190" y="313930"/>
                  </a:lnTo>
                  <a:lnTo>
                    <a:pt x="251795" y="311323"/>
                  </a:lnTo>
                  <a:lnTo>
                    <a:pt x="256316" y="308571"/>
                  </a:lnTo>
                  <a:lnTo>
                    <a:pt x="260747" y="305678"/>
                  </a:lnTo>
                  <a:lnTo>
                    <a:pt x="265085" y="302646"/>
                  </a:lnTo>
                  <a:lnTo>
                    <a:pt x="269324" y="299478"/>
                  </a:lnTo>
                  <a:lnTo>
                    <a:pt x="273461" y="296178"/>
                  </a:lnTo>
                  <a:lnTo>
                    <a:pt x="277492" y="292748"/>
                  </a:lnTo>
                  <a:lnTo>
                    <a:pt x="281412" y="289193"/>
                  </a:lnTo>
                  <a:lnTo>
                    <a:pt x="285217" y="285515"/>
                  </a:lnTo>
                  <a:lnTo>
                    <a:pt x="288904" y="281718"/>
                  </a:lnTo>
                  <a:lnTo>
                    <a:pt x="292469" y="277807"/>
                  </a:lnTo>
                  <a:lnTo>
                    <a:pt x="295909" y="273785"/>
                  </a:lnTo>
                  <a:lnTo>
                    <a:pt x="299219" y="269656"/>
                  </a:lnTo>
                  <a:lnTo>
                    <a:pt x="302397" y="265424"/>
                  </a:lnTo>
                  <a:lnTo>
                    <a:pt x="305440" y="261094"/>
                  </a:lnTo>
                  <a:lnTo>
                    <a:pt x="308343" y="256669"/>
                  </a:lnTo>
                  <a:lnTo>
                    <a:pt x="311106" y="252155"/>
                  </a:lnTo>
                  <a:lnTo>
                    <a:pt x="313724" y="247556"/>
                  </a:lnTo>
                  <a:lnTo>
                    <a:pt x="316195" y="242876"/>
                  </a:lnTo>
                  <a:lnTo>
                    <a:pt x="318517" y="238120"/>
                  </a:lnTo>
                  <a:lnTo>
                    <a:pt x="320687" y="233294"/>
                  </a:lnTo>
                  <a:lnTo>
                    <a:pt x="322703" y="228400"/>
                  </a:lnTo>
                  <a:lnTo>
                    <a:pt x="324564" y="223446"/>
                  </a:lnTo>
                  <a:lnTo>
                    <a:pt x="326266" y="218435"/>
                  </a:lnTo>
                  <a:lnTo>
                    <a:pt x="327809" y="213373"/>
                  </a:lnTo>
                  <a:lnTo>
                    <a:pt x="329191" y="208264"/>
                  </a:lnTo>
                  <a:lnTo>
                    <a:pt x="330411" y="203115"/>
                  </a:lnTo>
                  <a:lnTo>
                    <a:pt x="331467" y="197929"/>
                  </a:lnTo>
                  <a:lnTo>
                    <a:pt x="332359" y="192712"/>
                  </a:lnTo>
                  <a:lnTo>
                    <a:pt x="333084" y="187470"/>
                  </a:lnTo>
                  <a:lnTo>
                    <a:pt x="333644" y="182207"/>
                  </a:lnTo>
                  <a:lnTo>
                    <a:pt x="334037" y="176930"/>
                  </a:lnTo>
                  <a:lnTo>
                    <a:pt x="334262" y="171642"/>
                  </a:lnTo>
                  <a:lnTo>
                    <a:pt x="334320" y="166350"/>
                  </a:lnTo>
                  <a:lnTo>
                    <a:pt x="334210" y="161059"/>
                  </a:lnTo>
                  <a:lnTo>
                    <a:pt x="333933" y="155774"/>
                  </a:lnTo>
                  <a:lnTo>
                    <a:pt x="333489" y="150501"/>
                  </a:lnTo>
                  <a:lnTo>
                    <a:pt x="332878" y="145244"/>
                  </a:lnTo>
                  <a:lnTo>
                    <a:pt x="332101" y="140009"/>
                  </a:lnTo>
                  <a:lnTo>
                    <a:pt x="331159" y="134801"/>
                  </a:lnTo>
                  <a:lnTo>
                    <a:pt x="330052" y="129626"/>
                  </a:lnTo>
                  <a:lnTo>
                    <a:pt x="328782" y="124489"/>
                  </a:lnTo>
                  <a:lnTo>
                    <a:pt x="327350" y="119394"/>
                  </a:lnTo>
                  <a:lnTo>
                    <a:pt x="325758" y="114347"/>
                  </a:lnTo>
                  <a:lnTo>
                    <a:pt x="324006" y="109353"/>
                  </a:lnTo>
                  <a:lnTo>
                    <a:pt x="322098" y="104417"/>
                  </a:lnTo>
                  <a:lnTo>
                    <a:pt x="320034" y="99544"/>
                  </a:lnTo>
                  <a:lnTo>
                    <a:pt x="317817" y="94738"/>
                  </a:lnTo>
                  <a:lnTo>
                    <a:pt x="315448" y="90005"/>
                  </a:lnTo>
                  <a:lnTo>
                    <a:pt x="312932" y="85350"/>
                  </a:lnTo>
                  <a:lnTo>
                    <a:pt x="310269" y="80776"/>
                  </a:lnTo>
                  <a:lnTo>
                    <a:pt x="307462" y="76290"/>
                  </a:lnTo>
                  <a:lnTo>
                    <a:pt x="304515" y="71894"/>
                  </a:lnTo>
                  <a:lnTo>
                    <a:pt x="301431" y="67594"/>
                  </a:lnTo>
                  <a:lnTo>
                    <a:pt x="298211" y="63393"/>
                  </a:lnTo>
                  <a:lnTo>
                    <a:pt x="294861" y="59296"/>
                  </a:lnTo>
                  <a:lnTo>
                    <a:pt x="291382" y="55308"/>
                  </a:lnTo>
                  <a:lnTo>
                    <a:pt x="287779" y="51432"/>
                  </a:lnTo>
                  <a:lnTo>
                    <a:pt x="284055" y="47672"/>
                  </a:lnTo>
                  <a:lnTo>
                    <a:pt x="280214" y="44031"/>
                  </a:lnTo>
                  <a:lnTo>
                    <a:pt x="276260" y="4051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10906"/>
              <a:ext cx="109105" cy="126653"/>
            </a:xfrm>
            <a:custGeom>
              <a:avLst/>
              <a:pathLst>
                <a:path w="109105" h="126653">
                  <a:moveTo>
                    <a:pt x="109105" y="0"/>
                  </a:moveTo>
                  <a:lnTo>
                    <a:pt x="0" y="1266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5298"/>
              <a:ext cx="109105" cy="132261"/>
            </a:xfrm>
            <a:custGeom>
              <a:avLst/>
              <a:pathLst>
                <a:path w="109105" h="132261">
                  <a:moveTo>
                    <a:pt x="109105" y="5608"/>
                  </a:moveTo>
                  <a:lnTo>
                    <a:pt x="102233" y="0"/>
                  </a:lnTo>
                  <a:lnTo>
                    <a:pt x="0" y="1322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170392"/>
              <a:ext cx="102233" cy="167167"/>
            </a:xfrm>
            <a:custGeom>
              <a:avLst/>
              <a:pathLst>
                <a:path w="102233" h="167167">
                  <a:moveTo>
                    <a:pt x="102233" y="34905"/>
                  </a:moveTo>
                  <a:lnTo>
                    <a:pt x="97592" y="31444"/>
                  </a:lnTo>
                  <a:lnTo>
                    <a:pt x="92834" y="28146"/>
                  </a:lnTo>
                  <a:lnTo>
                    <a:pt x="87964" y="25015"/>
                  </a:lnTo>
                  <a:lnTo>
                    <a:pt x="82989" y="22055"/>
                  </a:lnTo>
                  <a:lnTo>
                    <a:pt x="77915" y="19268"/>
                  </a:lnTo>
                  <a:lnTo>
                    <a:pt x="72747" y="16659"/>
                  </a:lnTo>
                  <a:lnTo>
                    <a:pt x="67492" y="14230"/>
                  </a:lnTo>
                  <a:lnTo>
                    <a:pt x="62156" y="11985"/>
                  </a:lnTo>
                  <a:lnTo>
                    <a:pt x="56745" y="9925"/>
                  </a:lnTo>
                  <a:lnTo>
                    <a:pt x="51266" y="8055"/>
                  </a:lnTo>
                  <a:lnTo>
                    <a:pt x="45726" y="6375"/>
                  </a:lnTo>
                  <a:lnTo>
                    <a:pt x="40131" y="4888"/>
                  </a:lnTo>
                  <a:lnTo>
                    <a:pt x="34488" y="3596"/>
                  </a:lnTo>
                  <a:lnTo>
                    <a:pt x="28803" y="2500"/>
                  </a:lnTo>
                  <a:lnTo>
                    <a:pt x="23084" y="1601"/>
                  </a:lnTo>
                  <a:lnTo>
                    <a:pt x="17337" y="901"/>
                  </a:lnTo>
                  <a:lnTo>
                    <a:pt x="11569" y="400"/>
                  </a:lnTo>
                  <a:lnTo>
                    <a:pt x="578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23591" y="3707720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3"/>
                  </a:lnTo>
                  <a:lnTo>
                    <a:pt x="130429" y="4084"/>
                  </a:lnTo>
                  <a:lnTo>
                    <a:pt x="125288" y="5327"/>
                  </a:lnTo>
                  <a:lnTo>
                    <a:pt x="120189" y="6733"/>
                  </a:lnTo>
                  <a:lnTo>
                    <a:pt x="115136" y="8299"/>
                  </a:lnTo>
                  <a:lnTo>
                    <a:pt x="110136" y="10025"/>
                  </a:lnTo>
                  <a:lnTo>
                    <a:pt x="105193" y="11908"/>
                  </a:lnTo>
                  <a:lnTo>
                    <a:pt x="100311" y="13946"/>
                  </a:lnTo>
                  <a:lnTo>
                    <a:pt x="95497" y="16137"/>
                  </a:lnTo>
                  <a:lnTo>
                    <a:pt x="90755" y="18480"/>
                  </a:lnTo>
                  <a:lnTo>
                    <a:pt x="86089" y="20972"/>
                  </a:lnTo>
                  <a:lnTo>
                    <a:pt x="81504" y="23610"/>
                  </a:lnTo>
                  <a:lnTo>
                    <a:pt x="77005" y="26392"/>
                  </a:lnTo>
                  <a:lnTo>
                    <a:pt x="72596" y="29314"/>
                  </a:lnTo>
                  <a:lnTo>
                    <a:pt x="68282" y="32375"/>
                  </a:lnTo>
                  <a:lnTo>
                    <a:pt x="64067" y="35571"/>
                  </a:lnTo>
                  <a:lnTo>
                    <a:pt x="59955" y="38898"/>
                  </a:lnTo>
                  <a:lnTo>
                    <a:pt x="55950" y="42354"/>
                  </a:lnTo>
                  <a:lnTo>
                    <a:pt x="52057" y="45935"/>
                  </a:lnTo>
                  <a:lnTo>
                    <a:pt x="48279" y="49637"/>
                  </a:lnTo>
                  <a:lnTo>
                    <a:pt x="44620" y="53457"/>
                  </a:lnTo>
                  <a:lnTo>
                    <a:pt x="41084" y="57391"/>
                  </a:lnTo>
                  <a:lnTo>
                    <a:pt x="37674" y="61435"/>
                  </a:lnTo>
                  <a:lnTo>
                    <a:pt x="34393" y="65584"/>
                  </a:lnTo>
                  <a:lnTo>
                    <a:pt x="31246" y="69836"/>
                  </a:lnTo>
                  <a:lnTo>
                    <a:pt x="28234" y="74184"/>
                  </a:lnTo>
                  <a:lnTo>
                    <a:pt x="25362" y="78626"/>
                  </a:lnTo>
                  <a:lnTo>
                    <a:pt x="22632" y="83157"/>
                  </a:lnTo>
                  <a:lnTo>
                    <a:pt x="20046" y="87771"/>
                  </a:lnTo>
                  <a:lnTo>
                    <a:pt x="17608" y="92465"/>
                  </a:lnTo>
                  <a:lnTo>
                    <a:pt x="15319" y="97234"/>
                  </a:lnTo>
                  <a:lnTo>
                    <a:pt x="13183" y="102073"/>
                  </a:lnTo>
                  <a:lnTo>
                    <a:pt x="11200" y="106977"/>
                  </a:lnTo>
                  <a:lnTo>
                    <a:pt x="9374" y="111942"/>
                  </a:lnTo>
                  <a:lnTo>
                    <a:pt x="7706" y="116961"/>
                  </a:lnTo>
                  <a:lnTo>
                    <a:pt x="6197" y="122031"/>
                  </a:lnTo>
                  <a:lnTo>
                    <a:pt x="4850" y="127146"/>
                  </a:lnTo>
                  <a:lnTo>
                    <a:pt x="3665" y="132302"/>
                  </a:lnTo>
                  <a:lnTo>
                    <a:pt x="2644" y="137492"/>
                  </a:lnTo>
                  <a:lnTo>
                    <a:pt x="1787" y="142712"/>
                  </a:lnTo>
                  <a:lnTo>
                    <a:pt x="1096" y="147956"/>
                  </a:lnTo>
                  <a:lnTo>
                    <a:pt x="572" y="153219"/>
                  </a:lnTo>
                  <a:lnTo>
                    <a:pt x="214" y="158497"/>
                  </a:lnTo>
                  <a:lnTo>
                    <a:pt x="23" y="163783"/>
                  </a:lnTo>
                  <a:lnTo>
                    <a:pt x="0" y="169073"/>
                  </a:lnTo>
                  <a:lnTo>
                    <a:pt x="143" y="174360"/>
                  </a:lnTo>
                  <a:lnTo>
                    <a:pt x="455" y="179641"/>
                  </a:lnTo>
                  <a:lnTo>
                    <a:pt x="933" y="184909"/>
                  </a:lnTo>
                  <a:lnTo>
                    <a:pt x="1577" y="190159"/>
                  </a:lnTo>
                  <a:lnTo>
                    <a:pt x="2388" y="195386"/>
                  </a:lnTo>
                  <a:lnTo>
                    <a:pt x="3363" y="200585"/>
                  </a:lnTo>
                  <a:lnTo>
                    <a:pt x="4502" y="205750"/>
                  </a:lnTo>
                  <a:lnTo>
                    <a:pt x="5804" y="210877"/>
                  </a:lnTo>
                  <a:lnTo>
                    <a:pt x="7268" y="215960"/>
                  </a:lnTo>
                  <a:lnTo>
                    <a:pt x="8892" y="220994"/>
                  </a:lnTo>
                  <a:lnTo>
                    <a:pt x="10674" y="225975"/>
                  </a:lnTo>
                  <a:lnTo>
                    <a:pt x="12613" y="230896"/>
                  </a:lnTo>
                  <a:lnTo>
                    <a:pt x="14707" y="235754"/>
                  </a:lnTo>
                  <a:lnTo>
                    <a:pt x="16953" y="240543"/>
                  </a:lnTo>
                  <a:lnTo>
                    <a:pt x="19350" y="245258"/>
                  </a:lnTo>
                  <a:lnTo>
                    <a:pt x="21895" y="249896"/>
                  </a:lnTo>
                  <a:lnTo>
                    <a:pt x="24585" y="254450"/>
                  </a:lnTo>
                  <a:lnTo>
                    <a:pt x="27418" y="258917"/>
                  </a:lnTo>
                  <a:lnTo>
                    <a:pt x="30390" y="263292"/>
                  </a:lnTo>
                  <a:lnTo>
                    <a:pt x="33500" y="267571"/>
                  </a:lnTo>
                  <a:lnTo>
                    <a:pt x="36744" y="271750"/>
                  </a:lnTo>
                  <a:lnTo>
                    <a:pt x="40118" y="275823"/>
                  </a:lnTo>
                  <a:lnTo>
                    <a:pt x="43619" y="279788"/>
                  </a:lnTo>
                  <a:lnTo>
                    <a:pt x="47244" y="283641"/>
                  </a:lnTo>
                  <a:lnTo>
                    <a:pt x="50989" y="287376"/>
                  </a:lnTo>
                  <a:lnTo>
                    <a:pt x="54851" y="290991"/>
                  </a:lnTo>
                  <a:lnTo>
                    <a:pt x="58825" y="294482"/>
                  </a:lnTo>
                  <a:lnTo>
                    <a:pt x="62907" y="297846"/>
                  </a:lnTo>
                  <a:lnTo>
                    <a:pt x="67094" y="301079"/>
                  </a:lnTo>
                  <a:lnTo>
                    <a:pt x="71380" y="304178"/>
                  </a:lnTo>
                  <a:lnTo>
                    <a:pt x="75763" y="307139"/>
                  </a:lnTo>
                  <a:lnTo>
                    <a:pt x="80238" y="309961"/>
                  </a:lnTo>
                  <a:lnTo>
                    <a:pt x="84799" y="312639"/>
                  </a:lnTo>
                  <a:lnTo>
                    <a:pt x="89443" y="315172"/>
                  </a:lnTo>
                  <a:lnTo>
                    <a:pt x="94164" y="317557"/>
                  </a:lnTo>
                  <a:lnTo>
                    <a:pt x="98959" y="319791"/>
                  </a:lnTo>
                  <a:lnTo>
                    <a:pt x="103822" y="321872"/>
                  </a:lnTo>
                  <a:lnTo>
                    <a:pt x="108748" y="323799"/>
                  </a:lnTo>
                  <a:lnTo>
                    <a:pt x="113733" y="325568"/>
                  </a:lnTo>
                  <a:lnTo>
                    <a:pt x="118771" y="327179"/>
                  </a:lnTo>
                  <a:lnTo>
                    <a:pt x="123858" y="328630"/>
                  </a:lnTo>
                  <a:lnTo>
                    <a:pt x="128988" y="329919"/>
                  </a:lnTo>
                  <a:lnTo>
                    <a:pt x="134157" y="331045"/>
                  </a:lnTo>
                  <a:lnTo>
                    <a:pt x="139358" y="332007"/>
                  </a:lnTo>
                  <a:lnTo>
                    <a:pt x="144587" y="332804"/>
                  </a:lnTo>
                  <a:lnTo>
                    <a:pt x="149839" y="333435"/>
                  </a:lnTo>
                  <a:lnTo>
                    <a:pt x="155108" y="333900"/>
                  </a:lnTo>
                  <a:lnTo>
                    <a:pt x="160390" y="334197"/>
                  </a:lnTo>
                  <a:lnTo>
                    <a:pt x="165678" y="334328"/>
                  </a:lnTo>
                  <a:lnTo>
                    <a:pt x="170967" y="334291"/>
                  </a:lnTo>
                  <a:lnTo>
                    <a:pt x="176253" y="334087"/>
                  </a:lnTo>
                  <a:lnTo>
                    <a:pt x="181529" y="333715"/>
                  </a:lnTo>
                  <a:lnTo>
                    <a:pt x="186791" y="333177"/>
                  </a:lnTo>
                  <a:lnTo>
                    <a:pt x="192034" y="332473"/>
                  </a:lnTo>
                  <a:lnTo>
                    <a:pt x="197252" y="331603"/>
                  </a:lnTo>
                  <a:lnTo>
                    <a:pt x="202439" y="330568"/>
                  </a:lnTo>
                  <a:lnTo>
                    <a:pt x="207591" y="329370"/>
                  </a:lnTo>
                  <a:lnTo>
                    <a:pt x="212703" y="328010"/>
                  </a:lnTo>
                  <a:lnTo>
                    <a:pt x="217769" y="326488"/>
                  </a:lnTo>
                  <a:lnTo>
                    <a:pt x="222784" y="324807"/>
                  </a:lnTo>
                  <a:lnTo>
                    <a:pt x="227744" y="322968"/>
                  </a:lnTo>
                  <a:lnTo>
                    <a:pt x="232643" y="320973"/>
                  </a:lnTo>
                  <a:lnTo>
                    <a:pt x="237476" y="318824"/>
                  </a:lnTo>
                  <a:lnTo>
                    <a:pt x="242239" y="316524"/>
                  </a:lnTo>
                  <a:lnTo>
                    <a:pt x="246927" y="314073"/>
                  </a:lnTo>
                  <a:lnTo>
                    <a:pt x="251535" y="311476"/>
                  </a:lnTo>
                  <a:lnTo>
                    <a:pt x="256059" y="308734"/>
                  </a:lnTo>
                  <a:lnTo>
                    <a:pt x="260493" y="305850"/>
                  </a:lnTo>
                  <a:lnTo>
                    <a:pt x="264834" y="302828"/>
                  </a:lnTo>
                  <a:lnTo>
                    <a:pt x="269077" y="299670"/>
                  </a:lnTo>
                  <a:lnTo>
                    <a:pt x="273219" y="296379"/>
                  </a:lnTo>
                  <a:lnTo>
                    <a:pt x="277254" y="292958"/>
                  </a:lnTo>
                  <a:lnTo>
                    <a:pt x="281178" y="289412"/>
                  </a:lnTo>
                  <a:lnTo>
                    <a:pt x="284989" y="285743"/>
                  </a:lnTo>
                  <a:lnTo>
                    <a:pt x="288682" y="281956"/>
                  </a:lnTo>
                  <a:lnTo>
                    <a:pt x="292253" y="278054"/>
                  </a:lnTo>
                  <a:lnTo>
                    <a:pt x="295698" y="274040"/>
                  </a:lnTo>
                  <a:lnTo>
                    <a:pt x="299015" y="269920"/>
                  </a:lnTo>
                  <a:lnTo>
                    <a:pt x="302200" y="265696"/>
                  </a:lnTo>
                  <a:lnTo>
                    <a:pt x="305250" y="261374"/>
                  </a:lnTo>
                  <a:lnTo>
                    <a:pt x="308161" y="256958"/>
                  </a:lnTo>
                  <a:lnTo>
                    <a:pt x="310932" y="252452"/>
                  </a:lnTo>
                  <a:lnTo>
                    <a:pt x="313558" y="247861"/>
                  </a:lnTo>
                  <a:lnTo>
                    <a:pt x="316038" y="243188"/>
                  </a:lnTo>
                  <a:lnTo>
                    <a:pt x="318368" y="238440"/>
                  </a:lnTo>
                  <a:lnTo>
                    <a:pt x="320548" y="233620"/>
                  </a:lnTo>
                  <a:lnTo>
                    <a:pt x="322573" y="228733"/>
                  </a:lnTo>
                  <a:lnTo>
                    <a:pt x="324443" y="223785"/>
                  </a:lnTo>
                  <a:lnTo>
                    <a:pt x="326156" y="218781"/>
                  </a:lnTo>
                  <a:lnTo>
                    <a:pt x="327709" y="213724"/>
                  </a:lnTo>
                  <a:lnTo>
                    <a:pt x="329102" y="208621"/>
                  </a:lnTo>
                  <a:lnTo>
                    <a:pt x="330332" y="203477"/>
                  </a:lnTo>
                  <a:lnTo>
                    <a:pt x="331400" y="198296"/>
                  </a:lnTo>
                  <a:lnTo>
                    <a:pt x="332302" y="193084"/>
                  </a:lnTo>
                  <a:lnTo>
                    <a:pt x="333040" y="187846"/>
                  </a:lnTo>
                  <a:lnTo>
                    <a:pt x="333611" y="182587"/>
                  </a:lnTo>
                  <a:lnTo>
                    <a:pt x="334015" y="177313"/>
                  </a:lnTo>
                  <a:lnTo>
                    <a:pt x="334253" y="172029"/>
                  </a:lnTo>
                  <a:lnTo>
                    <a:pt x="334323" y="166740"/>
                  </a:lnTo>
                  <a:lnTo>
                    <a:pt x="334226" y="161451"/>
                  </a:lnTo>
                  <a:lnTo>
                    <a:pt x="333961" y="156168"/>
                  </a:lnTo>
                  <a:lnTo>
                    <a:pt x="333530" y="150896"/>
                  </a:lnTo>
                  <a:lnTo>
                    <a:pt x="332932" y="145640"/>
                  </a:lnTo>
                  <a:lnTo>
                    <a:pt x="332168" y="140406"/>
                  </a:lnTo>
                  <a:lnTo>
                    <a:pt x="331238" y="135199"/>
                  </a:lnTo>
                  <a:lnTo>
                    <a:pt x="330145" y="130024"/>
                  </a:lnTo>
                  <a:lnTo>
                    <a:pt x="328888" y="124885"/>
                  </a:lnTo>
                  <a:lnTo>
                    <a:pt x="327469" y="119790"/>
                  </a:lnTo>
                  <a:lnTo>
                    <a:pt x="325890" y="114741"/>
                  </a:lnTo>
                  <a:lnTo>
                    <a:pt x="324152" y="109745"/>
                  </a:lnTo>
                  <a:lnTo>
                    <a:pt x="322257" y="104807"/>
                  </a:lnTo>
                  <a:lnTo>
                    <a:pt x="320206" y="99931"/>
                  </a:lnTo>
                  <a:lnTo>
                    <a:pt x="318002" y="95122"/>
                  </a:lnTo>
                  <a:lnTo>
                    <a:pt x="315647" y="90386"/>
                  </a:lnTo>
                  <a:lnTo>
                    <a:pt x="313144" y="85726"/>
                  </a:lnTo>
                  <a:lnTo>
                    <a:pt x="310494" y="81148"/>
                  </a:lnTo>
                  <a:lnTo>
                    <a:pt x="307701" y="76656"/>
                  </a:lnTo>
                  <a:lnTo>
                    <a:pt x="304767" y="72255"/>
                  </a:lnTo>
                  <a:lnTo>
                    <a:pt x="301695" y="67949"/>
                  </a:lnTo>
                  <a:lnTo>
                    <a:pt x="298488" y="63742"/>
                  </a:lnTo>
                  <a:lnTo>
                    <a:pt x="295150" y="59638"/>
                  </a:lnTo>
                  <a:lnTo>
                    <a:pt x="291684" y="55643"/>
                  </a:lnTo>
                  <a:lnTo>
                    <a:pt x="288093" y="51758"/>
                  </a:lnTo>
                  <a:lnTo>
                    <a:pt x="284382" y="47990"/>
                  </a:lnTo>
                  <a:lnTo>
                    <a:pt x="280552" y="44341"/>
                  </a:lnTo>
                  <a:lnTo>
                    <a:pt x="276609" y="40815"/>
                  </a:lnTo>
                  <a:lnTo>
                    <a:pt x="272557" y="37415"/>
                  </a:lnTo>
                  <a:lnTo>
                    <a:pt x="268399" y="34145"/>
                  </a:lnTo>
                  <a:lnTo>
                    <a:pt x="264140" y="31008"/>
                  </a:lnTo>
                  <a:lnTo>
                    <a:pt x="259783" y="28008"/>
                  </a:lnTo>
                  <a:lnTo>
                    <a:pt x="255334" y="25147"/>
                  </a:lnTo>
                  <a:lnTo>
                    <a:pt x="250797" y="22429"/>
                  </a:lnTo>
                  <a:lnTo>
                    <a:pt x="246176" y="19855"/>
                  </a:lnTo>
                  <a:lnTo>
                    <a:pt x="241475" y="17428"/>
                  </a:lnTo>
                  <a:lnTo>
                    <a:pt x="236700" y="15152"/>
                  </a:lnTo>
                  <a:lnTo>
                    <a:pt x="231856" y="13028"/>
                  </a:lnTo>
                  <a:lnTo>
                    <a:pt x="226947" y="11058"/>
                  </a:lnTo>
                  <a:lnTo>
                    <a:pt x="221978" y="9244"/>
                  </a:lnTo>
                  <a:lnTo>
                    <a:pt x="216954" y="758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53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720"/>
              <a:ext cx="49797" cy="167167"/>
            </a:xfrm>
            <a:custGeom>
              <a:avLst/>
              <a:pathLst>
                <a:path w="49797" h="167167">
                  <a:moveTo>
                    <a:pt x="49797" y="7589"/>
                  </a:moveTo>
                  <a:lnTo>
                    <a:pt x="43730" y="5821"/>
                  </a:lnTo>
                  <a:lnTo>
                    <a:pt x="37599" y="4283"/>
                  </a:lnTo>
                  <a:lnTo>
                    <a:pt x="31415" y="2978"/>
                  </a:lnTo>
                  <a:lnTo>
                    <a:pt x="25186" y="1908"/>
                  </a:lnTo>
                  <a:lnTo>
                    <a:pt x="18921" y="1074"/>
                  </a:lnTo>
                  <a:lnTo>
                    <a:pt x="12629" y="477"/>
                  </a:lnTo>
                  <a:lnTo>
                    <a:pt x="6319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14134" y="4213821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1" y="335"/>
                  </a:lnTo>
                  <a:lnTo>
                    <a:pt x="151294" y="754"/>
                  </a:lnTo>
                  <a:lnTo>
                    <a:pt x="146032" y="1339"/>
                  </a:lnTo>
                  <a:lnTo>
                    <a:pt x="140791" y="2091"/>
                  </a:lnTo>
                  <a:lnTo>
                    <a:pt x="135577" y="3009"/>
                  </a:lnTo>
                  <a:lnTo>
                    <a:pt x="130394" y="4091"/>
                  </a:lnTo>
                  <a:lnTo>
                    <a:pt x="125249" y="5337"/>
                  </a:lnTo>
                  <a:lnTo>
                    <a:pt x="120145" y="6745"/>
                  </a:lnTo>
                  <a:lnTo>
                    <a:pt x="115089" y="8314"/>
                  </a:lnTo>
                  <a:lnTo>
                    <a:pt x="110084" y="10042"/>
                  </a:lnTo>
                  <a:lnTo>
                    <a:pt x="105137" y="11928"/>
                  </a:lnTo>
                  <a:lnTo>
                    <a:pt x="100253" y="13970"/>
                  </a:lnTo>
                  <a:lnTo>
                    <a:pt x="95435" y="16165"/>
                  </a:lnTo>
                  <a:lnTo>
                    <a:pt x="90689" y="18512"/>
                  </a:lnTo>
                  <a:lnTo>
                    <a:pt x="86020" y="21008"/>
                  </a:lnTo>
                  <a:lnTo>
                    <a:pt x="81433" y="23651"/>
                  </a:lnTo>
                  <a:lnTo>
                    <a:pt x="76931" y="26437"/>
                  </a:lnTo>
                  <a:lnTo>
                    <a:pt x="72520" y="29365"/>
                  </a:lnTo>
                  <a:lnTo>
                    <a:pt x="68203" y="32431"/>
                  </a:lnTo>
                  <a:lnTo>
                    <a:pt x="63986" y="35632"/>
                  </a:lnTo>
                  <a:lnTo>
                    <a:pt x="59873" y="38965"/>
                  </a:lnTo>
                  <a:lnTo>
                    <a:pt x="55867" y="42426"/>
                  </a:lnTo>
                  <a:lnTo>
                    <a:pt x="51973" y="46013"/>
                  </a:lnTo>
                  <a:lnTo>
                    <a:pt x="48194" y="49721"/>
                  </a:lnTo>
                  <a:lnTo>
                    <a:pt x="44534" y="53547"/>
                  </a:lnTo>
                  <a:lnTo>
                    <a:pt x="40998" y="57487"/>
                  </a:lnTo>
                  <a:lnTo>
                    <a:pt x="37588" y="61537"/>
                  </a:lnTo>
                  <a:lnTo>
                    <a:pt x="34308" y="65693"/>
                  </a:lnTo>
                  <a:lnTo>
                    <a:pt x="31161" y="69950"/>
                  </a:lnTo>
                  <a:lnTo>
                    <a:pt x="28151" y="74305"/>
                  </a:lnTo>
                  <a:lnTo>
                    <a:pt x="25280" y="78754"/>
                  </a:lnTo>
                  <a:lnTo>
                    <a:pt x="22551" y="83291"/>
                  </a:lnTo>
                  <a:lnTo>
                    <a:pt x="19968" y="87912"/>
                  </a:lnTo>
                  <a:lnTo>
                    <a:pt x="17532" y="92612"/>
                  </a:lnTo>
                  <a:lnTo>
                    <a:pt x="15246" y="97388"/>
                  </a:lnTo>
                  <a:lnTo>
                    <a:pt x="13112" y="102233"/>
                  </a:lnTo>
                  <a:lnTo>
                    <a:pt x="11133" y="107144"/>
                  </a:lnTo>
                  <a:lnTo>
                    <a:pt x="9311" y="112115"/>
                  </a:lnTo>
                  <a:lnTo>
                    <a:pt x="7647" y="117141"/>
                  </a:lnTo>
                  <a:lnTo>
                    <a:pt x="6143" y="122217"/>
                  </a:lnTo>
                  <a:lnTo>
                    <a:pt x="4800" y="127338"/>
                  </a:lnTo>
                  <a:lnTo>
                    <a:pt x="3620" y="132499"/>
                  </a:lnTo>
                  <a:lnTo>
                    <a:pt x="2604" y="137695"/>
                  </a:lnTo>
                  <a:lnTo>
                    <a:pt x="1754" y="142920"/>
                  </a:lnTo>
                  <a:lnTo>
                    <a:pt x="1069" y="148170"/>
                  </a:lnTo>
                  <a:lnTo>
                    <a:pt x="550" y="153439"/>
                  </a:lnTo>
                  <a:lnTo>
                    <a:pt x="199" y="158722"/>
                  </a:lnTo>
                  <a:lnTo>
                    <a:pt x="16" y="164013"/>
                  </a:lnTo>
                  <a:lnTo>
                    <a:pt x="0" y="169307"/>
                  </a:lnTo>
                  <a:lnTo>
                    <a:pt x="151" y="174599"/>
                  </a:lnTo>
                  <a:lnTo>
                    <a:pt x="470" y="179884"/>
                  </a:lnTo>
                  <a:lnTo>
                    <a:pt x="957" y="185156"/>
                  </a:lnTo>
                  <a:lnTo>
                    <a:pt x="1610" y="190410"/>
                  </a:lnTo>
                  <a:lnTo>
                    <a:pt x="2429" y="195640"/>
                  </a:lnTo>
                  <a:lnTo>
                    <a:pt x="3413" y="200842"/>
                  </a:lnTo>
                  <a:lnTo>
                    <a:pt x="4561" y="206011"/>
                  </a:lnTo>
                  <a:lnTo>
                    <a:pt x="5873" y="211140"/>
                  </a:lnTo>
                  <a:lnTo>
                    <a:pt x="7346" y="216225"/>
                  </a:lnTo>
                  <a:lnTo>
                    <a:pt x="8980" y="221261"/>
                  </a:lnTo>
                  <a:lnTo>
                    <a:pt x="10772" y="226243"/>
                  </a:lnTo>
                  <a:lnTo>
                    <a:pt x="12721" y="231165"/>
                  </a:lnTo>
                  <a:lnTo>
                    <a:pt x="14826" y="236023"/>
                  </a:lnTo>
                  <a:lnTo>
                    <a:pt x="17082" y="240813"/>
                  </a:lnTo>
                  <a:lnTo>
                    <a:pt x="19490" y="245528"/>
                  </a:lnTo>
                  <a:lnTo>
                    <a:pt x="22045" y="250165"/>
                  </a:lnTo>
                  <a:lnTo>
                    <a:pt x="24746" y="254718"/>
                  </a:lnTo>
                  <a:lnTo>
                    <a:pt x="27590" y="259184"/>
                  </a:lnTo>
                  <a:lnTo>
                    <a:pt x="30574" y="263557"/>
                  </a:lnTo>
                  <a:lnTo>
                    <a:pt x="33695" y="267834"/>
                  </a:lnTo>
                  <a:lnTo>
                    <a:pt x="36950" y="272009"/>
                  </a:lnTo>
                  <a:lnTo>
                    <a:pt x="40335" y="276080"/>
                  </a:lnTo>
                  <a:lnTo>
                    <a:pt x="43847" y="280041"/>
                  </a:lnTo>
                  <a:lnTo>
                    <a:pt x="47484" y="283889"/>
                  </a:lnTo>
                  <a:lnTo>
                    <a:pt x="51240" y="287620"/>
                  </a:lnTo>
                  <a:lnTo>
                    <a:pt x="55112" y="291231"/>
                  </a:lnTo>
                  <a:lnTo>
                    <a:pt x="59097" y="294716"/>
                  </a:lnTo>
                  <a:lnTo>
                    <a:pt x="63190" y="298074"/>
                  </a:lnTo>
                  <a:lnTo>
                    <a:pt x="67388" y="301301"/>
                  </a:lnTo>
                  <a:lnTo>
                    <a:pt x="71686" y="304393"/>
                  </a:lnTo>
                  <a:lnTo>
                    <a:pt x="76079" y="307347"/>
                  </a:lnTo>
                  <a:lnTo>
                    <a:pt x="80564" y="310161"/>
                  </a:lnTo>
                  <a:lnTo>
                    <a:pt x="85135" y="312831"/>
                  </a:lnTo>
                  <a:lnTo>
                    <a:pt x="89789" y="315355"/>
                  </a:lnTo>
                  <a:lnTo>
                    <a:pt x="94521" y="317731"/>
                  </a:lnTo>
                  <a:lnTo>
                    <a:pt x="99325" y="319955"/>
                  </a:lnTo>
                  <a:lnTo>
                    <a:pt x="104197" y="322026"/>
                  </a:lnTo>
                  <a:lnTo>
                    <a:pt x="109133" y="323942"/>
                  </a:lnTo>
                  <a:lnTo>
                    <a:pt x="114126" y="325701"/>
                  </a:lnTo>
                  <a:lnTo>
                    <a:pt x="119173" y="327301"/>
                  </a:lnTo>
                  <a:lnTo>
                    <a:pt x="124268" y="328740"/>
                  </a:lnTo>
                  <a:lnTo>
                    <a:pt x="129406" y="330017"/>
                  </a:lnTo>
                  <a:lnTo>
                    <a:pt x="134582" y="331131"/>
                  </a:lnTo>
                  <a:lnTo>
                    <a:pt x="139790" y="332080"/>
                  </a:lnTo>
                  <a:lnTo>
                    <a:pt x="145026" y="332864"/>
                  </a:lnTo>
                  <a:lnTo>
                    <a:pt x="150285" y="333481"/>
                  </a:lnTo>
                  <a:lnTo>
                    <a:pt x="155560" y="333932"/>
                  </a:lnTo>
                  <a:lnTo>
                    <a:pt x="160846" y="334215"/>
                  </a:lnTo>
                  <a:lnTo>
                    <a:pt x="166139" y="334331"/>
                  </a:lnTo>
                  <a:lnTo>
                    <a:pt x="171433" y="334280"/>
                  </a:lnTo>
                  <a:lnTo>
                    <a:pt x="176723" y="334060"/>
                  </a:lnTo>
                  <a:lnTo>
                    <a:pt x="182003" y="333673"/>
                  </a:lnTo>
                  <a:lnTo>
                    <a:pt x="187269" y="333120"/>
                  </a:lnTo>
                  <a:lnTo>
                    <a:pt x="192514" y="332400"/>
                  </a:lnTo>
                  <a:lnTo>
                    <a:pt x="197733" y="331514"/>
                  </a:lnTo>
                  <a:lnTo>
                    <a:pt x="202922" y="330463"/>
                  </a:lnTo>
                  <a:lnTo>
                    <a:pt x="208075" y="329248"/>
                  </a:lnTo>
                  <a:lnTo>
                    <a:pt x="213188" y="327871"/>
                  </a:lnTo>
                  <a:lnTo>
                    <a:pt x="218253" y="326333"/>
                  </a:lnTo>
                  <a:lnTo>
                    <a:pt x="223268" y="324635"/>
                  </a:lnTo>
                  <a:lnTo>
                    <a:pt x="228226" y="322779"/>
                  </a:lnTo>
                  <a:lnTo>
                    <a:pt x="233123" y="320767"/>
                  </a:lnTo>
                  <a:lnTo>
                    <a:pt x="237954" y="318601"/>
                  </a:lnTo>
                  <a:lnTo>
                    <a:pt x="242714" y="316283"/>
                  </a:lnTo>
                  <a:lnTo>
                    <a:pt x="247398" y="313815"/>
                  </a:lnTo>
                  <a:lnTo>
                    <a:pt x="252002" y="311200"/>
                  </a:lnTo>
                  <a:lnTo>
                    <a:pt x="256520" y="308441"/>
                  </a:lnTo>
                  <a:lnTo>
                    <a:pt x="260949" y="305540"/>
                  </a:lnTo>
                  <a:lnTo>
                    <a:pt x="265284" y="302501"/>
                  </a:lnTo>
                  <a:lnTo>
                    <a:pt x="269521" y="299326"/>
                  </a:lnTo>
                  <a:lnTo>
                    <a:pt x="273654" y="296018"/>
                  </a:lnTo>
                  <a:lnTo>
                    <a:pt x="277681" y="292580"/>
                  </a:lnTo>
                  <a:lnTo>
                    <a:pt x="281597" y="289018"/>
                  </a:lnTo>
                  <a:lnTo>
                    <a:pt x="285398" y="285332"/>
                  </a:lnTo>
                  <a:lnTo>
                    <a:pt x="289081" y="281529"/>
                  </a:lnTo>
                  <a:lnTo>
                    <a:pt x="292641" y="277610"/>
                  </a:lnTo>
                  <a:lnTo>
                    <a:pt x="296076" y="273581"/>
                  </a:lnTo>
                  <a:lnTo>
                    <a:pt x="299381" y="269445"/>
                  </a:lnTo>
                  <a:lnTo>
                    <a:pt x="302553" y="265207"/>
                  </a:lnTo>
                  <a:lnTo>
                    <a:pt x="305590" y="260870"/>
                  </a:lnTo>
                  <a:lnTo>
                    <a:pt x="308488" y="256439"/>
                  </a:lnTo>
                  <a:lnTo>
                    <a:pt x="311244" y="251919"/>
                  </a:lnTo>
                  <a:lnTo>
                    <a:pt x="313855" y="247313"/>
                  </a:lnTo>
                  <a:lnTo>
                    <a:pt x="316320" y="242627"/>
                  </a:lnTo>
                  <a:lnTo>
                    <a:pt x="318635" y="237866"/>
                  </a:lnTo>
                  <a:lnTo>
                    <a:pt x="320797" y="233034"/>
                  </a:lnTo>
                  <a:lnTo>
                    <a:pt x="322806" y="228135"/>
                  </a:lnTo>
                  <a:lnTo>
                    <a:pt x="324659" y="223176"/>
                  </a:lnTo>
                  <a:lnTo>
                    <a:pt x="326353" y="218160"/>
                  </a:lnTo>
                  <a:lnTo>
                    <a:pt x="327888" y="213093"/>
                  </a:lnTo>
                  <a:lnTo>
                    <a:pt x="329262" y="207980"/>
                  </a:lnTo>
                  <a:lnTo>
                    <a:pt x="330473" y="202826"/>
                  </a:lnTo>
                  <a:lnTo>
                    <a:pt x="331520" y="197636"/>
                  </a:lnTo>
                  <a:lnTo>
                    <a:pt x="332403" y="192416"/>
                  </a:lnTo>
                  <a:lnTo>
                    <a:pt x="333120" y="187171"/>
                  </a:lnTo>
                  <a:lnTo>
                    <a:pt x="333670" y="181905"/>
                  </a:lnTo>
                  <a:lnTo>
                    <a:pt x="334053" y="176624"/>
                  </a:lnTo>
                  <a:lnTo>
                    <a:pt x="334269" y="171335"/>
                  </a:lnTo>
                  <a:lnTo>
                    <a:pt x="334317" y="166040"/>
                  </a:lnTo>
                  <a:lnTo>
                    <a:pt x="334197" y="160747"/>
                  </a:lnTo>
                  <a:lnTo>
                    <a:pt x="333910" y="155461"/>
                  </a:lnTo>
                  <a:lnTo>
                    <a:pt x="333456" y="150186"/>
                  </a:lnTo>
                  <a:lnTo>
                    <a:pt x="332835" y="144928"/>
                  </a:lnTo>
                  <a:lnTo>
                    <a:pt x="332048" y="139693"/>
                  </a:lnTo>
                  <a:lnTo>
                    <a:pt x="331095" y="134485"/>
                  </a:lnTo>
                  <a:lnTo>
                    <a:pt x="329978" y="129310"/>
                  </a:lnTo>
                  <a:lnTo>
                    <a:pt x="328697" y="124173"/>
                  </a:lnTo>
                  <a:lnTo>
                    <a:pt x="327255" y="119079"/>
                  </a:lnTo>
                  <a:lnTo>
                    <a:pt x="325652" y="114033"/>
                  </a:lnTo>
                  <a:lnTo>
                    <a:pt x="323890" y="109041"/>
                  </a:lnTo>
                  <a:lnTo>
                    <a:pt x="321970" y="104106"/>
                  </a:lnTo>
                  <a:lnTo>
                    <a:pt x="319896" y="99236"/>
                  </a:lnTo>
                  <a:lnTo>
                    <a:pt x="317668" y="94433"/>
                  </a:lnTo>
                  <a:lnTo>
                    <a:pt x="315289" y="89703"/>
                  </a:lnTo>
                  <a:lnTo>
                    <a:pt x="312762" y="85051"/>
                  </a:lnTo>
                  <a:lnTo>
                    <a:pt x="310089" y="80481"/>
                  </a:lnTo>
                  <a:lnTo>
                    <a:pt x="307272" y="75998"/>
                  </a:lnTo>
                  <a:lnTo>
                    <a:pt x="304315" y="71607"/>
                  </a:lnTo>
                  <a:lnTo>
                    <a:pt x="301220" y="67311"/>
                  </a:lnTo>
                  <a:lnTo>
                    <a:pt x="297990" y="63116"/>
                  </a:lnTo>
                  <a:lnTo>
                    <a:pt x="294630" y="59025"/>
                  </a:lnTo>
                  <a:lnTo>
                    <a:pt x="291141" y="55042"/>
                  </a:lnTo>
                  <a:lnTo>
                    <a:pt x="287529" y="51172"/>
                  </a:lnTo>
                  <a:lnTo>
                    <a:pt x="283795" y="47419"/>
                  </a:lnTo>
                  <a:lnTo>
                    <a:pt x="279945" y="43785"/>
                  </a:lnTo>
                  <a:lnTo>
                    <a:pt x="275981" y="40275"/>
                  </a:lnTo>
                  <a:lnTo>
                    <a:pt x="271908" y="36893"/>
                  </a:lnTo>
                  <a:lnTo>
                    <a:pt x="267730" y="33641"/>
                  </a:lnTo>
                  <a:lnTo>
                    <a:pt x="263451" y="30523"/>
                  </a:lnTo>
                  <a:lnTo>
                    <a:pt x="259076" y="27542"/>
                  </a:lnTo>
                  <a:lnTo>
                    <a:pt x="254608" y="24701"/>
                  </a:lnTo>
                  <a:lnTo>
                    <a:pt x="250053" y="22003"/>
                  </a:lnTo>
                  <a:lnTo>
                    <a:pt x="245415" y="19451"/>
                  </a:lnTo>
                  <a:lnTo>
                    <a:pt x="240698" y="17046"/>
                  </a:lnTo>
                  <a:lnTo>
                    <a:pt x="235907" y="14793"/>
                  </a:lnTo>
                  <a:lnTo>
                    <a:pt x="231047" y="12692"/>
                  </a:lnTo>
                  <a:lnTo>
                    <a:pt x="226124" y="10746"/>
                  </a:lnTo>
                  <a:lnTo>
                    <a:pt x="221141" y="8957"/>
                  </a:lnTo>
                  <a:lnTo>
                    <a:pt x="216104" y="732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211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821"/>
              <a:ext cx="48950" cy="167167"/>
            </a:xfrm>
            <a:custGeom>
              <a:avLst/>
              <a:pathLst>
                <a:path w="48950" h="167167">
                  <a:moveTo>
                    <a:pt x="48950" y="7327"/>
                  </a:moveTo>
                  <a:lnTo>
                    <a:pt x="42980" y="5619"/>
                  </a:lnTo>
                  <a:lnTo>
                    <a:pt x="36951" y="4135"/>
                  </a:ln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361" y="4659281"/>
              <a:ext cx="167163" cy="265856"/>
            </a:xfrm>
            <a:custGeom>
              <a:avLst/>
              <a:pathLst>
                <a:path w="167163" h="265856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6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10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6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3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8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5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3"/>
                  </a:lnTo>
                  <a:lnTo>
                    <a:pt x="48" y="171358"/>
                  </a:lnTo>
                  <a:lnTo>
                    <a:pt x="267" y="176689"/>
                  </a:lnTo>
                  <a:lnTo>
                    <a:pt x="656" y="182010"/>
                  </a:lnTo>
                  <a:lnTo>
                    <a:pt x="1214" y="187316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1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7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4"/>
                  </a:lnTo>
                  <a:lnTo>
                    <a:pt x="26215" y="257047"/>
                  </a:lnTo>
                  <a:lnTo>
                    <a:pt x="29155" y="261500"/>
                  </a:lnTo>
                  <a:lnTo>
                    <a:pt x="32235" y="265856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51597" y="4826449"/>
              <a:ext cx="134927" cy="98688"/>
            </a:xfrm>
            <a:custGeom>
              <a:avLst/>
              <a:pathLst>
                <a:path w="134927" h="98688">
                  <a:moveTo>
                    <a:pt x="0" y="98688"/>
                  </a:moveTo>
                  <a:lnTo>
                    <a:pt x="1349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51597" y="4826449"/>
              <a:ext cx="134927" cy="115669"/>
            </a:xfrm>
            <a:custGeom>
              <a:avLst/>
              <a:pathLst>
                <a:path w="134927" h="115669">
                  <a:moveTo>
                    <a:pt x="0" y="98688"/>
                  </a:moveTo>
                  <a:lnTo>
                    <a:pt x="4494" y="104557"/>
                  </a:lnTo>
                  <a:lnTo>
                    <a:pt x="9244" y="110221"/>
                  </a:lnTo>
                  <a:lnTo>
                    <a:pt x="14240" y="115669"/>
                  </a:lnTo>
                  <a:lnTo>
                    <a:pt x="13492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65837" y="4659281"/>
              <a:ext cx="287845" cy="334325"/>
            </a:xfrm>
            <a:custGeom>
              <a:avLst/>
              <a:pathLst>
                <a:path w="287845" h="334325">
                  <a:moveTo>
                    <a:pt x="0" y="282837"/>
                  </a:moveTo>
                  <a:lnTo>
                    <a:pt x="3743" y="286620"/>
                  </a:lnTo>
                  <a:lnTo>
                    <a:pt x="7605" y="290282"/>
                  </a:lnTo>
                  <a:lnTo>
                    <a:pt x="11582" y="293820"/>
                  </a:lnTo>
                  <a:lnTo>
                    <a:pt x="15669" y="297229"/>
                  </a:lnTo>
                  <a:lnTo>
                    <a:pt x="19863" y="300507"/>
                  </a:lnTo>
                  <a:lnTo>
                    <a:pt x="24159" y="303649"/>
                  </a:lnTo>
                  <a:lnTo>
                    <a:pt x="28553" y="306652"/>
                  </a:lnTo>
                  <a:lnTo>
                    <a:pt x="33040" y="309515"/>
                  </a:lnTo>
                  <a:lnTo>
                    <a:pt x="37616" y="312233"/>
                  </a:lnTo>
                  <a:lnTo>
                    <a:pt x="42276" y="314804"/>
                  </a:lnTo>
                  <a:lnTo>
                    <a:pt x="47016" y="317225"/>
                  </a:lnTo>
                  <a:lnTo>
                    <a:pt x="51831" y="319495"/>
                  </a:lnTo>
                  <a:lnTo>
                    <a:pt x="56715" y="321610"/>
                  </a:lnTo>
                  <a:lnTo>
                    <a:pt x="61664" y="323568"/>
                  </a:lnTo>
                  <a:lnTo>
                    <a:pt x="66673" y="325368"/>
                  </a:lnTo>
                  <a:lnTo>
                    <a:pt x="71737" y="327007"/>
                  </a:lnTo>
                  <a:lnTo>
                    <a:pt x="76850" y="328484"/>
                  </a:lnTo>
                  <a:lnTo>
                    <a:pt x="82008" y="329798"/>
                  </a:lnTo>
                  <a:lnTo>
                    <a:pt x="87205" y="330947"/>
                  </a:lnTo>
                  <a:lnTo>
                    <a:pt x="92436" y="331930"/>
                  </a:lnTo>
                  <a:lnTo>
                    <a:pt x="97695" y="332746"/>
                  </a:lnTo>
                  <a:lnTo>
                    <a:pt x="102978" y="333394"/>
                  </a:lnTo>
                  <a:lnTo>
                    <a:pt x="108279" y="333873"/>
                  </a:lnTo>
                  <a:lnTo>
                    <a:pt x="113592" y="334184"/>
                  </a:lnTo>
                  <a:lnTo>
                    <a:pt x="118913" y="334325"/>
                  </a:lnTo>
                  <a:lnTo>
                    <a:pt x="124235" y="334297"/>
                  </a:lnTo>
                  <a:lnTo>
                    <a:pt x="129554" y="334099"/>
                  </a:lnTo>
                  <a:lnTo>
                    <a:pt x="134864" y="333732"/>
                  </a:lnTo>
                  <a:lnTo>
                    <a:pt x="140159" y="333196"/>
                  </a:lnTo>
                  <a:lnTo>
                    <a:pt x="145435" y="332492"/>
                  </a:lnTo>
                  <a:lnTo>
                    <a:pt x="150686" y="331621"/>
                  </a:lnTo>
                  <a:lnTo>
                    <a:pt x="155906" y="330582"/>
                  </a:lnTo>
                  <a:lnTo>
                    <a:pt x="161090" y="329378"/>
                  </a:lnTo>
                  <a:lnTo>
                    <a:pt x="166234" y="328010"/>
                  </a:lnTo>
                  <a:lnTo>
                    <a:pt x="171331" y="326478"/>
                  </a:lnTo>
                  <a:lnTo>
                    <a:pt x="176377" y="324785"/>
                  </a:lnTo>
                  <a:lnTo>
                    <a:pt x="181367" y="322933"/>
                  </a:lnTo>
                  <a:lnTo>
                    <a:pt x="186295" y="320922"/>
                  </a:lnTo>
                  <a:lnTo>
                    <a:pt x="191156" y="318755"/>
                  </a:lnTo>
                  <a:lnTo>
                    <a:pt x="195946" y="316435"/>
                  </a:lnTo>
                  <a:lnTo>
                    <a:pt x="200660" y="313964"/>
                  </a:lnTo>
                  <a:lnTo>
                    <a:pt x="205293" y="311343"/>
                  </a:lnTo>
                  <a:lnTo>
                    <a:pt x="209840" y="308577"/>
                  </a:lnTo>
                  <a:lnTo>
                    <a:pt x="214297" y="305667"/>
                  </a:lnTo>
                  <a:lnTo>
                    <a:pt x="218658" y="302617"/>
                  </a:lnTo>
                  <a:lnTo>
                    <a:pt x="222921" y="299429"/>
                  </a:lnTo>
                  <a:lnTo>
                    <a:pt x="227079" y="296107"/>
                  </a:lnTo>
                  <a:lnTo>
                    <a:pt x="231130" y="292655"/>
                  </a:lnTo>
                  <a:lnTo>
                    <a:pt x="235069" y="289075"/>
                  </a:lnTo>
                  <a:lnTo>
                    <a:pt x="238892" y="285372"/>
                  </a:lnTo>
                  <a:lnTo>
                    <a:pt x="242595" y="281549"/>
                  </a:lnTo>
                  <a:lnTo>
                    <a:pt x="246175" y="277610"/>
                  </a:lnTo>
                  <a:lnTo>
                    <a:pt x="249627" y="273559"/>
                  </a:lnTo>
                  <a:lnTo>
                    <a:pt x="252949" y="269401"/>
                  </a:lnTo>
                  <a:lnTo>
                    <a:pt x="256137" y="265138"/>
                  </a:lnTo>
                  <a:lnTo>
                    <a:pt x="259187" y="260776"/>
                  </a:lnTo>
                  <a:lnTo>
                    <a:pt x="262097" y="256320"/>
                  </a:lnTo>
                  <a:lnTo>
                    <a:pt x="264863" y="251773"/>
                  </a:lnTo>
                  <a:lnTo>
                    <a:pt x="267484" y="247140"/>
                  </a:lnTo>
                  <a:lnTo>
                    <a:pt x="269955" y="242426"/>
                  </a:lnTo>
                  <a:lnTo>
                    <a:pt x="272275" y="237636"/>
                  </a:lnTo>
                  <a:lnTo>
                    <a:pt x="274442" y="232775"/>
                  </a:lnTo>
                  <a:lnTo>
                    <a:pt x="276453" y="227847"/>
                  </a:lnTo>
                  <a:lnTo>
                    <a:pt x="278305" y="222857"/>
                  </a:lnTo>
                  <a:lnTo>
                    <a:pt x="279998" y="217811"/>
                  </a:lnTo>
                  <a:lnTo>
                    <a:pt x="281530" y="212714"/>
                  </a:lnTo>
                  <a:lnTo>
                    <a:pt x="282898" y="207570"/>
                  </a:lnTo>
                  <a:lnTo>
                    <a:pt x="284102" y="202386"/>
                  </a:lnTo>
                  <a:lnTo>
                    <a:pt x="285141" y="197165"/>
                  </a:lnTo>
                  <a:lnTo>
                    <a:pt x="286012" y="191915"/>
                  </a:lnTo>
                  <a:lnTo>
                    <a:pt x="286717" y="186639"/>
                  </a:lnTo>
                  <a:lnTo>
                    <a:pt x="287252" y="181344"/>
                  </a:lnTo>
                  <a:lnTo>
                    <a:pt x="287619" y="176034"/>
                  </a:lnTo>
                  <a:lnTo>
                    <a:pt x="287817" y="170715"/>
                  </a:lnTo>
                  <a:lnTo>
                    <a:pt x="287845" y="165393"/>
                  </a:lnTo>
                  <a:lnTo>
                    <a:pt x="287704" y="160072"/>
                  </a:lnTo>
                  <a:lnTo>
                    <a:pt x="287393" y="154759"/>
                  </a:lnTo>
                  <a:lnTo>
                    <a:pt x="286914" y="149458"/>
                  </a:lnTo>
                  <a:lnTo>
                    <a:pt x="286266" y="144175"/>
                  </a:lnTo>
                  <a:lnTo>
                    <a:pt x="285450" y="138916"/>
                  </a:lnTo>
                  <a:lnTo>
                    <a:pt x="284467" y="133685"/>
                  </a:lnTo>
                  <a:lnTo>
                    <a:pt x="283318" y="128488"/>
                  </a:lnTo>
                  <a:lnTo>
                    <a:pt x="282004" y="123330"/>
                  </a:lnTo>
                  <a:lnTo>
                    <a:pt x="280527" y="118217"/>
                  </a:lnTo>
                  <a:lnTo>
                    <a:pt x="278888" y="113153"/>
                  </a:lnTo>
                  <a:lnTo>
                    <a:pt x="277088" y="108144"/>
                  </a:lnTo>
                  <a:lnTo>
                    <a:pt x="275130" y="103195"/>
                  </a:lnTo>
                  <a:lnTo>
                    <a:pt x="273015" y="98310"/>
                  </a:lnTo>
                  <a:lnTo>
                    <a:pt x="270746" y="93496"/>
                  </a:lnTo>
                  <a:lnTo>
                    <a:pt x="268324" y="88756"/>
                  </a:lnTo>
                  <a:lnTo>
                    <a:pt x="265753" y="84096"/>
                  </a:lnTo>
                  <a:lnTo>
                    <a:pt x="263035" y="79520"/>
                  </a:lnTo>
                  <a:lnTo>
                    <a:pt x="260173" y="75033"/>
                  </a:lnTo>
                  <a:lnTo>
                    <a:pt x="257169" y="70639"/>
                  </a:lnTo>
                  <a:lnTo>
                    <a:pt x="254027" y="66343"/>
                  </a:lnTo>
                  <a:lnTo>
                    <a:pt x="250749" y="62149"/>
                  </a:lnTo>
                  <a:lnTo>
                    <a:pt x="247340" y="58062"/>
                  </a:lnTo>
                  <a:lnTo>
                    <a:pt x="243803" y="54085"/>
                  </a:lnTo>
                  <a:lnTo>
                    <a:pt x="240140" y="50223"/>
                  </a:lnTo>
                  <a:lnTo>
                    <a:pt x="236357" y="46479"/>
                  </a:lnTo>
                  <a:lnTo>
                    <a:pt x="232456" y="42858"/>
                  </a:lnTo>
                  <a:lnTo>
                    <a:pt x="228442" y="39363"/>
                  </a:lnTo>
                  <a:lnTo>
                    <a:pt x="224319" y="35997"/>
                  </a:lnTo>
                  <a:lnTo>
                    <a:pt x="220090" y="32765"/>
                  </a:lnTo>
                  <a:lnTo>
                    <a:pt x="215761" y="29668"/>
                  </a:lnTo>
                  <a:lnTo>
                    <a:pt x="211336" y="26711"/>
                  </a:lnTo>
                  <a:lnTo>
                    <a:pt x="206818" y="23897"/>
                  </a:lnTo>
                  <a:lnTo>
                    <a:pt x="202214" y="21227"/>
                  </a:lnTo>
                  <a:lnTo>
                    <a:pt x="197526" y="18706"/>
                  </a:lnTo>
                  <a:lnTo>
                    <a:pt x="192761" y="16335"/>
                  </a:lnTo>
                  <a:lnTo>
                    <a:pt x="187923" y="14117"/>
                  </a:lnTo>
                  <a:lnTo>
                    <a:pt x="183017" y="12054"/>
                  </a:lnTo>
                  <a:lnTo>
                    <a:pt x="178047" y="10148"/>
                  </a:lnTo>
                  <a:lnTo>
                    <a:pt x="173019" y="8402"/>
                  </a:lnTo>
                  <a:lnTo>
                    <a:pt x="167938" y="6816"/>
                  </a:lnTo>
                  <a:lnTo>
                    <a:pt x="162810" y="5394"/>
                  </a:lnTo>
                  <a:lnTo>
                    <a:pt x="157638" y="4135"/>
                  </a:lnTo>
                  <a:lnTo>
                    <a:pt x="152429" y="3041"/>
                  </a:lnTo>
                  <a:lnTo>
                    <a:pt x="147188" y="2113"/>
                  </a:lnTo>
                  <a:lnTo>
                    <a:pt x="141920" y="1353"/>
                  </a:lnTo>
                  <a:lnTo>
                    <a:pt x="136631" y="762"/>
                  </a:lnTo>
                  <a:lnTo>
                    <a:pt x="131325" y="338"/>
                  </a:lnTo>
                  <a:lnTo>
                    <a:pt x="126009" y="84"/>
                  </a:lnTo>
                  <a:lnTo>
                    <a:pt x="120687" y="0"/>
                  </a:lnTo>
                  <a:lnTo>
                    <a:pt x="1206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321559" y="5018213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6" y="333"/>
                  </a:lnTo>
                  <a:lnTo>
                    <a:pt x="151342" y="750"/>
                  </a:lnTo>
                  <a:lnTo>
                    <a:pt x="146094" y="1332"/>
                  </a:lnTo>
                  <a:lnTo>
                    <a:pt x="140867" y="2080"/>
                  </a:lnTo>
                  <a:lnTo>
                    <a:pt x="135666" y="2993"/>
                  </a:lnTo>
                  <a:lnTo>
                    <a:pt x="130496" y="4070"/>
                  </a:lnTo>
                  <a:lnTo>
                    <a:pt x="125364" y="5309"/>
                  </a:lnTo>
                  <a:lnTo>
                    <a:pt x="120272" y="6710"/>
                  </a:lnTo>
                  <a:lnTo>
                    <a:pt x="115228" y="8271"/>
                  </a:lnTo>
                  <a:lnTo>
                    <a:pt x="110235" y="9990"/>
                  </a:lnTo>
                  <a:lnTo>
                    <a:pt x="105299" y="11867"/>
                  </a:lnTo>
                  <a:lnTo>
                    <a:pt x="100425" y="13898"/>
                  </a:lnTo>
                  <a:lnTo>
                    <a:pt x="95618" y="16082"/>
                  </a:lnTo>
                  <a:lnTo>
                    <a:pt x="90882" y="18417"/>
                  </a:lnTo>
                  <a:lnTo>
                    <a:pt x="86222" y="20901"/>
                  </a:lnTo>
                  <a:lnTo>
                    <a:pt x="81642" y="23530"/>
                  </a:lnTo>
                  <a:lnTo>
                    <a:pt x="77148" y="26303"/>
                  </a:lnTo>
                  <a:lnTo>
                    <a:pt x="72744" y="29216"/>
                  </a:lnTo>
                  <a:lnTo>
                    <a:pt x="68434" y="32267"/>
                  </a:lnTo>
                  <a:lnTo>
                    <a:pt x="64223" y="35452"/>
                  </a:lnTo>
                  <a:lnTo>
                    <a:pt x="60114" y="38769"/>
                  </a:lnTo>
                  <a:lnTo>
                    <a:pt x="56112" y="42214"/>
                  </a:lnTo>
                  <a:lnTo>
                    <a:pt x="52221" y="45784"/>
                  </a:lnTo>
                  <a:lnTo>
                    <a:pt x="48445" y="49475"/>
                  </a:lnTo>
                  <a:lnTo>
                    <a:pt x="44787" y="53283"/>
                  </a:lnTo>
                  <a:lnTo>
                    <a:pt x="41251" y="57205"/>
                  </a:lnTo>
                  <a:lnTo>
                    <a:pt x="37841" y="61236"/>
                  </a:lnTo>
                  <a:lnTo>
                    <a:pt x="34560" y="65373"/>
                  </a:lnTo>
                  <a:lnTo>
                    <a:pt x="31411" y="69612"/>
                  </a:lnTo>
                  <a:lnTo>
                    <a:pt x="28397" y="73948"/>
                  </a:lnTo>
                  <a:lnTo>
                    <a:pt x="25522" y="78378"/>
                  </a:lnTo>
                  <a:lnTo>
                    <a:pt x="22789" y="82895"/>
                  </a:lnTo>
                  <a:lnTo>
                    <a:pt x="20199" y="87497"/>
                  </a:lnTo>
                  <a:lnTo>
                    <a:pt x="17756" y="92179"/>
                  </a:lnTo>
                  <a:lnTo>
                    <a:pt x="15462" y="96935"/>
                  </a:lnTo>
                  <a:lnTo>
                    <a:pt x="13320" y="101761"/>
                  </a:lnTo>
                  <a:lnTo>
                    <a:pt x="11331" y="106653"/>
                  </a:lnTo>
                  <a:lnTo>
                    <a:pt x="9497" y="111605"/>
                  </a:lnTo>
                  <a:lnTo>
                    <a:pt x="7821" y="116612"/>
                  </a:lnTo>
                  <a:lnTo>
                    <a:pt x="6304" y="121670"/>
                  </a:lnTo>
                  <a:lnTo>
                    <a:pt x="4947" y="126773"/>
                  </a:lnTo>
                  <a:lnTo>
                    <a:pt x="3752" y="131916"/>
                  </a:lnTo>
                  <a:lnTo>
                    <a:pt x="2720" y="137095"/>
                  </a:lnTo>
                  <a:lnTo>
                    <a:pt x="1853" y="142304"/>
                  </a:lnTo>
                  <a:lnTo>
                    <a:pt x="1150" y="147537"/>
                  </a:lnTo>
                  <a:lnTo>
                    <a:pt x="613" y="152790"/>
                  </a:lnTo>
                  <a:lnTo>
                    <a:pt x="242" y="158058"/>
                  </a:lnTo>
                  <a:lnTo>
                    <a:pt x="37" y="163334"/>
                  </a:lnTo>
                  <a:lnTo>
                    <a:pt x="0" y="168614"/>
                  </a:lnTo>
                  <a:lnTo>
                    <a:pt x="129" y="173893"/>
                  </a:lnTo>
                  <a:lnTo>
                    <a:pt x="424" y="179165"/>
                  </a:lnTo>
                  <a:lnTo>
                    <a:pt x="887" y="184426"/>
                  </a:lnTo>
                  <a:lnTo>
                    <a:pt x="1515" y="189669"/>
                  </a:lnTo>
                  <a:lnTo>
                    <a:pt x="2308" y="194889"/>
                  </a:lnTo>
                  <a:lnTo>
                    <a:pt x="3266" y="200082"/>
                  </a:lnTo>
                  <a:lnTo>
                    <a:pt x="4387" y="205242"/>
                  </a:lnTo>
                  <a:lnTo>
                    <a:pt x="5671" y="210364"/>
                  </a:lnTo>
                  <a:lnTo>
                    <a:pt x="7116" y="215443"/>
                  </a:lnTo>
                  <a:lnTo>
                    <a:pt x="8720" y="220474"/>
                  </a:lnTo>
                  <a:lnTo>
                    <a:pt x="10483" y="225451"/>
                  </a:lnTo>
                  <a:lnTo>
                    <a:pt x="12402" y="230371"/>
                  </a:lnTo>
                  <a:lnTo>
                    <a:pt x="14475" y="235227"/>
                  </a:lnTo>
                  <a:lnTo>
                    <a:pt x="16701" y="240015"/>
                  </a:lnTo>
                  <a:lnTo>
                    <a:pt x="19077" y="244731"/>
                  </a:lnTo>
                  <a:lnTo>
                    <a:pt x="21601" y="249369"/>
                  </a:lnTo>
                  <a:lnTo>
                    <a:pt x="24270" y="253926"/>
                  </a:lnTo>
                  <a:lnTo>
                    <a:pt x="27081" y="258396"/>
                  </a:lnTo>
                  <a:lnTo>
                    <a:pt x="30032" y="262774"/>
                  </a:lnTo>
                  <a:lnTo>
                    <a:pt x="33120" y="267058"/>
                  </a:lnTo>
                  <a:lnTo>
                    <a:pt x="36342" y="271241"/>
                  </a:lnTo>
                  <a:lnTo>
                    <a:pt x="39694" y="275321"/>
                  </a:lnTo>
                  <a:lnTo>
                    <a:pt x="43174" y="279293"/>
                  </a:lnTo>
                  <a:lnTo>
                    <a:pt x="46777" y="283153"/>
                  </a:lnTo>
                  <a:lnTo>
                    <a:pt x="50501" y="286897"/>
                  </a:lnTo>
                  <a:lnTo>
                    <a:pt x="54340" y="290522"/>
                  </a:lnTo>
                  <a:lnTo>
                    <a:pt x="58293" y="294024"/>
                  </a:lnTo>
                  <a:lnTo>
                    <a:pt x="62354" y="297399"/>
                  </a:lnTo>
                  <a:lnTo>
                    <a:pt x="66519" y="300644"/>
                  </a:lnTo>
                  <a:lnTo>
                    <a:pt x="70785" y="303756"/>
                  </a:lnTo>
                  <a:lnTo>
                    <a:pt x="75147" y="306732"/>
                  </a:lnTo>
                  <a:lnTo>
                    <a:pt x="79601" y="309569"/>
                  </a:lnTo>
                  <a:lnTo>
                    <a:pt x="84142" y="312263"/>
                  </a:lnTo>
                  <a:lnTo>
                    <a:pt x="88766" y="314813"/>
                  </a:lnTo>
                  <a:lnTo>
                    <a:pt x="93469" y="317215"/>
                  </a:lnTo>
                  <a:lnTo>
                    <a:pt x="98245" y="319468"/>
                  </a:lnTo>
                  <a:lnTo>
                    <a:pt x="103089" y="321568"/>
                  </a:lnTo>
                  <a:lnTo>
                    <a:pt x="107998" y="323515"/>
                  </a:lnTo>
                  <a:lnTo>
                    <a:pt x="112965" y="325306"/>
                  </a:lnTo>
                  <a:lnTo>
                    <a:pt x="117987" y="326938"/>
                  </a:lnTo>
                  <a:lnTo>
                    <a:pt x="123058" y="328412"/>
                  </a:lnTo>
                  <a:lnTo>
                    <a:pt x="128173" y="329724"/>
                  </a:lnTo>
                  <a:lnTo>
                    <a:pt x="133326" y="330875"/>
                  </a:lnTo>
                  <a:lnTo>
                    <a:pt x="138514" y="331861"/>
                  </a:lnTo>
                  <a:lnTo>
                    <a:pt x="143730" y="332684"/>
                  </a:lnTo>
                  <a:lnTo>
                    <a:pt x="148969" y="333342"/>
                  </a:lnTo>
                  <a:lnTo>
                    <a:pt x="154226" y="333833"/>
                  </a:lnTo>
                  <a:lnTo>
                    <a:pt x="159497" y="334159"/>
                  </a:lnTo>
                  <a:lnTo>
                    <a:pt x="164775" y="334317"/>
                  </a:lnTo>
                  <a:lnTo>
                    <a:pt x="170055" y="334309"/>
                  </a:lnTo>
                  <a:lnTo>
                    <a:pt x="175333" y="334135"/>
                  </a:lnTo>
                  <a:lnTo>
                    <a:pt x="180602" y="333793"/>
                  </a:lnTo>
                  <a:lnTo>
                    <a:pt x="185858" y="333285"/>
                  </a:lnTo>
                  <a:lnTo>
                    <a:pt x="191096" y="332612"/>
                  </a:lnTo>
                  <a:lnTo>
                    <a:pt x="196309" y="331774"/>
                  </a:lnTo>
                  <a:lnTo>
                    <a:pt x="201493" y="330771"/>
                  </a:lnTo>
                  <a:lnTo>
                    <a:pt x="206644" y="329605"/>
                  </a:lnTo>
                  <a:lnTo>
                    <a:pt x="211754" y="328277"/>
                  </a:lnTo>
                  <a:lnTo>
                    <a:pt x="216820" y="326788"/>
                  </a:lnTo>
                  <a:lnTo>
                    <a:pt x="221837" y="325140"/>
                  </a:lnTo>
                  <a:lnTo>
                    <a:pt x="226799" y="323334"/>
                  </a:lnTo>
                  <a:lnTo>
                    <a:pt x="231702" y="321373"/>
                  </a:lnTo>
                  <a:lnTo>
                    <a:pt x="236540" y="319257"/>
                  </a:lnTo>
                  <a:lnTo>
                    <a:pt x="241309" y="316990"/>
                  </a:lnTo>
                  <a:lnTo>
                    <a:pt x="246004" y="314573"/>
                  </a:lnTo>
                  <a:lnTo>
                    <a:pt x="250620" y="312010"/>
                  </a:lnTo>
                  <a:lnTo>
                    <a:pt x="255153" y="309301"/>
                  </a:lnTo>
                  <a:lnTo>
                    <a:pt x="259599" y="306451"/>
                  </a:lnTo>
                  <a:lnTo>
                    <a:pt x="263952" y="303462"/>
                  </a:lnTo>
                  <a:lnTo>
                    <a:pt x="268208" y="300337"/>
                  </a:lnTo>
                  <a:lnTo>
                    <a:pt x="272364" y="297079"/>
                  </a:lnTo>
                  <a:lnTo>
                    <a:pt x="276414" y="293692"/>
                  </a:lnTo>
                  <a:lnTo>
                    <a:pt x="280356" y="290178"/>
                  </a:lnTo>
                  <a:lnTo>
                    <a:pt x="284185" y="286542"/>
                  </a:lnTo>
                  <a:lnTo>
                    <a:pt x="287897" y="282786"/>
                  </a:lnTo>
                  <a:lnTo>
                    <a:pt x="291488" y="278915"/>
                  </a:lnTo>
                  <a:lnTo>
                    <a:pt x="294956" y="274933"/>
                  </a:lnTo>
                  <a:lnTo>
                    <a:pt x="298295" y="270843"/>
                  </a:lnTo>
                  <a:lnTo>
                    <a:pt x="301504" y="266649"/>
                  </a:lnTo>
                  <a:lnTo>
                    <a:pt x="304579" y="262356"/>
                  </a:lnTo>
                  <a:lnTo>
                    <a:pt x="307517" y="257969"/>
                  </a:lnTo>
                  <a:lnTo>
                    <a:pt x="310315" y="253490"/>
                  </a:lnTo>
                  <a:lnTo>
                    <a:pt x="312970" y="248926"/>
                  </a:lnTo>
                  <a:lnTo>
                    <a:pt x="315480" y="244280"/>
                  </a:lnTo>
                  <a:lnTo>
                    <a:pt x="317841" y="239557"/>
                  </a:lnTo>
                  <a:lnTo>
                    <a:pt x="320052" y="234762"/>
                  </a:lnTo>
                  <a:lnTo>
                    <a:pt x="322111" y="229899"/>
                  </a:lnTo>
                  <a:lnTo>
                    <a:pt x="324015" y="224974"/>
                  </a:lnTo>
                  <a:lnTo>
                    <a:pt x="325763" y="219991"/>
                  </a:lnTo>
                  <a:lnTo>
                    <a:pt x="327352" y="214955"/>
                  </a:lnTo>
                  <a:lnTo>
                    <a:pt x="328781" y="209872"/>
                  </a:lnTo>
                  <a:lnTo>
                    <a:pt x="330049" y="204746"/>
                  </a:lnTo>
                  <a:lnTo>
                    <a:pt x="331155" y="199583"/>
                  </a:lnTo>
                  <a:lnTo>
                    <a:pt x="332097" y="194387"/>
                  </a:lnTo>
                  <a:lnTo>
                    <a:pt x="332875" y="189164"/>
                  </a:lnTo>
                  <a:lnTo>
                    <a:pt x="333487" y="183919"/>
                  </a:lnTo>
                  <a:lnTo>
                    <a:pt x="333933" y="178658"/>
                  </a:lnTo>
                  <a:lnTo>
                    <a:pt x="334212" y="173385"/>
                  </a:lnTo>
                  <a:lnTo>
                    <a:pt x="334325" y="168105"/>
                  </a:lnTo>
                  <a:lnTo>
                    <a:pt x="334272" y="162825"/>
                  </a:lnTo>
                  <a:lnTo>
                    <a:pt x="334051" y="157549"/>
                  </a:lnTo>
                  <a:lnTo>
                    <a:pt x="333664" y="152283"/>
                  </a:lnTo>
                  <a:lnTo>
                    <a:pt x="333111" y="147032"/>
                  </a:lnTo>
                  <a:lnTo>
                    <a:pt x="332392" y="141800"/>
                  </a:lnTo>
                  <a:lnTo>
                    <a:pt x="331509" y="136594"/>
                  </a:lnTo>
                  <a:lnTo>
                    <a:pt x="330461" y="131419"/>
                  </a:lnTo>
                  <a:lnTo>
                    <a:pt x="329251" y="126279"/>
                  </a:lnTo>
                  <a:lnTo>
                    <a:pt x="327878" y="121180"/>
                  </a:lnTo>
                  <a:lnTo>
                    <a:pt x="326346" y="116127"/>
                  </a:lnTo>
                  <a:lnTo>
                    <a:pt x="324654" y="111125"/>
                  </a:lnTo>
                  <a:lnTo>
                    <a:pt x="322806" y="106178"/>
                  </a:lnTo>
                  <a:lnTo>
                    <a:pt x="320802" y="101293"/>
                  </a:lnTo>
                  <a:lnTo>
                    <a:pt x="318645" y="96473"/>
                  </a:lnTo>
                  <a:lnTo>
                    <a:pt x="316336" y="91724"/>
                  </a:lnTo>
                  <a:lnTo>
                    <a:pt x="313879" y="87050"/>
                  </a:lnTo>
                  <a:lnTo>
                    <a:pt x="311275" y="82456"/>
                  </a:lnTo>
                  <a:lnTo>
                    <a:pt x="308528" y="77947"/>
                  </a:lnTo>
                  <a:lnTo>
                    <a:pt x="305640" y="73526"/>
                  </a:lnTo>
                  <a:lnTo>
                    <a:pt x="302613" y="69199"/>
                  </a:lnTo>
                  <a:lnTo>
                    <a:pt x="299451" y="64970"/>
                  </a:lnTo>
                  <a:lnTo>
                    <a:pt x="296157" y="60843"/>
                  </a:lnTo>
                  <a:lnTo>
                    <a:pt x="292735" y="56822"/>
                  </a:lnTo>
                  <a:lnTo>
                    <a:pt x="289187" y="52911"/>
                  </a:lnTo>
                  <a:lnTo>
                    <a:pt x="285518" y="49114"/>
                  </a:lnTo>
                  <a:lnTo>
                    <a:pt x="281730" y="45434"/>
                  </a:lnTo>
                  <a:lnTo>
                    <a:pt x="277828" y="41877"/>
                  </a:lnTo>
                  <a:lnTo>
                    <a:pt x="273816" y="38444"/>
                  </a:lnTo>
                  <a:lnTo>
                    <a:pt x="269697" y="35139"/>
                  </a:lnTo>
                  <a:lnTo>
                    <a:pt x="265476" y="31967"/>
                  </a:lnTo>
                  <a:lnTo>
                    <a:pt x="261157" y="28929"/>
                  </a:lnTo>
                  <a:lnTo>
                    <a:pt x="256744" y="26029"/>
                  </a:lnTo>
                  <a:lnTo>
                    <a:pt x="252241" y="23270"/>
                  </a:lnTo>
                  <a:lnTo>
                    <a:pt x="247654" y="20655"/>
                  </a:lnTo>
                  <a:lnTo>
                    <a:pt x="242987" y="18186"/>
                  </a:lnTo>
                  <a:lnTo>
                    <a:pt x="238243" y="15865"/>
                  </a:lnTo>
                  <a:lnTo>
                    <a:pt x="233429" y="13696"/>
                  </a:lnTo>
                  <a:lnTo>
                    <a:pt x="228549" y="11679"/>
                  </a:lnTo>
                  <a:lnTo>
                    <a:pt x="223607" y="9818"/>
                  </a:lnTo>
                  <a:lnTo>
                    <a:pt x="218610" y="8114"/>
                  </a:lnTo>
                  <a:lnTo>
                    <a:pt x="213560" y="6568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46399" cy="167167"/>
            </a:xfrm>
            <a:custGeom>
              <a:avLst/>
              <a:pathLst>
                <a:path w="46399" h="167167">
                  <a:moveTo>
                    <a:pt x="46399" y="6568"/>
                  </a:moveTo>
                  <a:lnTo>
                    <a:pt x="39911" y="4834"/>
                  </a:lnTo>
                  <a:lnTo>
                    <a:pt x="33358" y="3362"/>
                  </a:lnTo>
                  <a:lnTo>
                    <a:pt x="26751" y="2154"/>
                  </a:lnTo>
                  <a:lnTo>
                    <a:pt x="20101" y="1212"/>
                  </a:lnTo>
                  <a:lnTo>
                    <a:pt x="13419" y="539"/>
                  </a:lnTo>
                  <a:lnTo>
                    <a:pt x="6714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797334" y="5269756"/>
              <a:ext cx="167166" cy="274922"/>
            </a:xfrm>
            <a:custGeom>
              <a:avLst/>
              <a:pathLst>
                <a:path w="167166" h="274922">
                  <a:moveTo>
                    <a:pt x="167166" y="0"/>
                  </a:moveTo>
                  <a:lnTo>
                    <a:pt x="161819" y="85"/>
                  </a:lnTo>
                  <a:lnTo>
                    <a:pt x="156478" y="342"/>
                  </a:lnTo>
                  <a:lnTo>
                    <a:pt x="151148" y="769"/>
                  </a:lnTo>
                  <a:lnTo>
                    <a:pt x="145834" y="1366"/>
                  </a:lnTo>
                  <a:lnTo>
                    <a:pt x="140542" y="2133"/>
                  </a:lnTo>
                  <a:lnTo>
                    <a:pt x="135277" y="3069"/>
                  </a:lnTo>
                  <a:lnTo>
                    <a:pt x="130044" y="4173"/>
                  </a:lnTo>
                  <a:lnTo>
                    <a:pt x="124850" y="5444"/>
                  </a:lnTo>
                  <a:lnTo>
                    <a:pt x="119699" y="6880"/>
                  </a:lnTo>
                  <a:lnTo>
                    <a:pt x="114597" y="8480"/>
                  </a:lnTo>
                  <a:lnTo>
                    <a:pt x="109548" y="10243"/>
                  </a:lnTo>
                  <a:lnTo>
                    <a:pt x="104558" y="12166"/>
                  </a:lnTo>
                  <a:lnTo>
                    <a:pt x="99633" y="14248"/>
                  </a:lnTo>
                  <a:lnTo>
                    <a:pt x="94776" y="16486"/>
                  </a:lnTo>
                  <a:lnTo>
                    <a:pt x="89994" y="18879"/>
                  </a:lnTo>
                  <a:lnTo>
                    <a:pt x="85291" y="21423"/>
                  </a:lnTo>
                  <a:lnTo>
                    <a:pt x="80671" y="24116"/>
                  </a:lnTo>
                  <a:lnTo>
                    <a:pt x="76140" y="26956"/>
                  </a:lnTo>
                  <a:lnTo>
                    <a:pt x="71702" y="29939"/>
                  </a:lnTo>
                  <a:lnTo>
                    <a:pt x="67361" y="33063"/>
                  </a:lnTo>
                  <a:lnTo>
                    <a:pt x="63123" y="36323"/>
                  </a:lnTo>
                  <a:lnTo>
                    <a:pt x="58991" y="39718"/>
                  </a:lnTo>
                  <a:lnTo>
                    <a:pt x="54970" y="43243"/>
                  </a:lnTo>
                  <a:lnTo>
                    <a:pt x="51064" y="46895"/>
                  </a:lnTo>
                  <a:lnTo>
                    <a:pt x="47277" y="50670"/>
                  </a:lnTo>
                  <a:lnTo>
                    <a:pt x="43612" y="54564"/>
                  </a:lnTo>
                  <a:lnTo>
                    <a:pt x="40074" y="58574"/>
                  </a:lnTo>
                  <a:lnTo>
                    <a:pt x="36665" y="62694"/>
                  </a:lnTo>
                  <a:lnTo>
                    <a:pt x="33391" y="66922"/>
                  </a:lnTo>
                  <a:lnTo>
                    <a:pt x="30253" y="71252"/>
                  </a:lnTo>
                  <a:lnTo>
                    <a:pt x="27255" y="75680"/>
                  </a:lnTo>
                  <a:lnTo>
                    <a:pt x="24400" y="80202"/>
                  </a:lnTo>
                  <a:lnTo>
                    <a:pt x="21692" y="84813"/>
                  </a:lnTo>
                  <a:lnTo>
                    <a:pt x="19132" y="89508"/>
                  </a:lnTo>
                  <a:lnTo>
                    <a:pt x="16724" y="94282"/>
                  </a:lnTo>
                  <a:lnTo>
                    <a:pt x="14470" y="99131"/>
                  </a:lnTo>
                  <a:lnTo>
                    <a:pt x="12372" y="104050"/>
                  </a:lnTo>
                  <a:lnTo>
                    <a:pt x="10432" y="109033"/>
                  </a:lnTo>
                  <a:lnTo>
                    <a:pt x="8653" y="114076"/>
                  </a:lnTo>
                  <a:lnTo>
                    <a:pt x="7036" y="119173"/>
                  </a:lnTo>
                  <a:lnTo>
                    <a:pt x="5583" y="124319"/>
                  </a:lnTo>
                  <a:lnTo>
                    <a:pt x="4295" y="129509"/>
                  </a:lnTo>
                  <a:lnTo>
                    <a:pt x="3174" y="134738"/>
                  </a:lnTo>
                  <a:lnTo>
                    <a:pt x="2221" y="140000"/>
                  </a:lnTo>
                  <a:lnTo>
                    <a:pt x="1436" y="145289"/>
                  </a:lnTo>
                  <a:lnTo>
                    <a:pt x="821" y="150601"/>
                  </a:lnTo>
                  <a:lnTo>
                    <a:pt x="377" y="155930"/>
                  </a:lnTo>
                  <a:lnTo>
                    <a:pt x="103" y="161271"/>
                  </a:lnTo>
                  <a:lnTo>
                    <a:pt x="0" y="166617"/>
                  </a:lnTo>
                  <a:lnTo>
                    <a:pt x="67" y="171964"/>
                  </a:lnTo>
                  <a:lnTo>
                    <a:pt x="306" y="177306"/>
                  </a:lnTo>
                  <a:lnTo>
                    <a:pt x="716" y="182638"/>
                  </a:lnTo>
                  <a:lnTo>
                    <a:pt x="1296" y="187954"/>
                  </a:lnTo>
                  <a:lnTo>
                    <a:pt x="2046" y="193249"/>
                  </a:lnTo>
                  <a:lnTo>
                    <a:pt x="2964" y="198517"/>
                  </a:lnTo>
                  <a:lnTo>
                    <a:pt x="4051" y="203752"/>
                  </a:lnTo>
                  <a:lnTo>
                    <a:pt x="5305" y="208951"/>
                  </a:lnTo>
                  <a:lnTo>
                    <a:pt x="6724" y="214106"/>
                  </a:lnTo>
                  <a:lnTo>
                    <a:pt x="8307" y="219214"/>
                  </a:lnTo>
                  <a:lnTo>
                    <a:pt x="10053" y="224269"/>
                  </a:lnTo>
                  <a:lnTo>
                    <a:pt x="11960" y="229264"/>
                  </a:lnTo>
                  <a:lnTo>
                    <a:pt x="14026" y="234197"/>
                  </a:lnTo>
                  <a:lnTo>
                    <a:pt x="16248" y="239061"/>
                  </a:lnTo>
                  <a:lnTo>
                    <a:pt x="18625" y="243851"/>
                  </a:lnTo>
                  <a:lnTo>
                    <a:pt x="21153" y="248563"/>
                  </a:lnTo>
                  <a:lnTo>
                    <a:pt x="23832" y="253191"/>
                  </a:lnTo>
                  <a:lnTo>
                    <a:pt x="26656" y="257732"/>
                  </a:lnTo>
                  <a:lnTo>
                    <a:pt x="29625" y="262179"/>
                  </a:lnTo>
                  <a:lnTo>
                    <a:pt x="32734" y="266530"/>
                  </a:lnTo>
                  <a:lnTo>
                    <a:pt x="35981" y="270779"/>
                  </a:lnTo>
                  <a:lnTo>
                    <a:pt x="39362" y="27492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836697" y="5269756"/>
              <a:ext cx="294961" cy="334325"/>
            </a:xfrm>
            <a:custGeom>
              <a:avLst/>
              <a:pathLst>
                <a:path w="294961" h="334325">
                  <a:moveTo>
                    <a:pt x="0" y="274922"/>
                  </a:moveTo>
                  <a:lnTo>
                    <a:pt x="3495" y="278936"/>
                  </a:lnTo>
                  <a:lnTo>
                    <a:pt x="7116" y="282837"/>
                  </a:lnTo>
                  <a:lnTo>
                    <a:pt x="10859" y="286620"/>
                  </a:lnTo>
                  <a:lnTo>
                    <a:pt x="14721" y="290282"/>
                  </a:lnTo>
                  <a:lnTo>
                    <a:pt x="18698" y="293820"/>
                  </a:lnTo>
                  <a:lnTo>
                    <a:pt x="22785" y="297229"/>
                  </a:lnTo>
                  <a:lnTo>
                    <a:pt x="26979" y="300507"/>
                  </a:lnTo>
                  <a:lnTo>
                    <a:pt x="31275" y="303649"/>
                  </a:lnTo>
                  <a:lnTo>
                    <a:pt x="35669" y="306652"/>
                  </a:lnTo>
                  <a:lnTo>
                    <a:pt x="40156" y="309515"/>
                  </a:lnTo>
                  <a:lnTo>
                    <a:pt x="44732" y="312233"/>
                  </a:lnTo>
                  <a:lnTo>
                    <a:pt x="49393" y="314804"/>
                  </a:lnTo>
                  <a:lnTo>
                    <a:pt x="54132" y="317225"/>
                  </a:lnTo>
                  <a:lnTo>
                    <a:pt x="58947" y="319495"/>
                  </a:lnTo>
                  <a:lnTo>
                    <a:pt x="63831" y="321610"/>
                  </a:lnTo>
                  <a:lnTo>
                    <a:pt x="68780" y="323568"/>
                  </a:lnTo>
                  <a:lnTo>
                    <a:pt x="73789" y="325368"/>
                  </a:lnTo>
                  <a:lnTo>
                    <a:pt x="78853" y="327007"/>
                  </a:lnTo>
                  <a:lnTo>
                    <a:pt x="83966" y="328484"/>
                  </a:lnTo>
                  <a:lnTo>
                    <a:pt x="89124" y="329798"/>
                  </a:lnTo>
                  <a:lnTo>
                    <a:pt x="94321" y="330947"/>
                  </a:lnTo>
                  <a:lnTo>
                    <a:pt x="99552" y="331930"/>
                  </a:lnTo>
                  <a:lnTo>
                    <a:pt x="104812" y="332746"/>
                  </a:lnTo>
                  <a:lnTo>
                    <a:pt x="110094" y="333394"/>
                  </a:lnTo>
                  <a:lnTo>
                    <a:pt x="115395" y="333873"/>
                  </a:lnTo>
                  <a:lnTo>
                    <a:pt x="120709" y="334184"/>
                  </a:lnTo>
                  <a:lnTo>
                    <a:pt x="126029" y="334325"/>
                  </a:lnTo>
                  <a:lnTo>
                    <a:pt x="131352" y="334297"/>
                  </a:lnTo>
                  <a:lnTo>
                    <a:pt x="136670" y="334099"/>
                  </a:lnTo>
                  <a:lnTo>
                    <a:pt x="141980" y="333732"/>
                  </a:lnTo>
                  <a:lnTo>
                    <a:pt x="147276" y="333196"/>
                  </a:lnTo>
                  <a:lnTo>
                    <a:pt x="152551" y="332492"/>
                  </a:lnTo>
                  <a:lnTo>
                    <a:pt x="157802" y="331621"/>
                  </a:lnTo>
                  <a:lnTo>
                    <a:pt x="163022" y="330582"/>
                  </a:lnTo>
                  <a:lnTo>
                    <a:pt x="168207" y="329378"/>
                  </a:lnTo>
                  <a:lnTo>
                    <a:pt x="173350" y="328010"/>
                  </a:lnTo>
                  <a:lnTo>
                    <a:pt x="178448" y="326478"/>
                  </a:lnTo>
                  <a:lnTo>
                    <a:pt x="183494" y="324785"/>
                  </a:lnTo>
                  <a:lnTo>
                    <a:pt x="188483" y="322933"/>
                  </a:lnTo>
                  <a:lnTo>
                    <a:pt x="193411" y="320922"/>
                  </a:lnTo>
                  <a:lnTo>
                    <a:pt x="198273" y="318755"/>
                  </a:lnTo>
                  <a:lnTo>
                    <a:pt x="203063" y="316435"/>
                  </a:lnTo>
                  <a:lnTo>
                    <a:pt x="207777" y="313964"/>
                  </a:lnTo>
                  <a:lnTo>
                    <a:pt x="212409" y="311343"/>
                  </a:lnTo>
                  <a:lnTo>
                    <a:pt x="216956" y="308577"/>
                  </a:lnTo>
                  <a:lnTo>
                    <a:pt x="221413" y="305667"/>
                  </a:lnTo>
                  <a:lnTo>
                    <a:pt x="225775" y="302617"/>
                  </a:lnTo>
                  <a:lnTo>
                    <a:pt x="230037" y="299429"/>
                  </a:lnTo>
                  <a:lnTo>
                    <a:pt x="234196" y="296107"/>
                  </a:lnTo>
                  <a:lnTo>
                    <a:pt x="238247" y="292655"/>
                  </a:lnTo>
                  <a:lnTo>
                    <a:pt x="242186" y="289075"/>
                  </a:lnTo>
                  <a:lnTo>
                    <a:pt x="246009" y="285372"/>
                  </a:lnTo>
                  <a:lnTo>
                    <a:pt x="249712" y="281549"/>
                  </a:lnTo>
                  <a:lnTo>
                    <a:pt x="253291" y="277610"/>
                  </a:lnTo>
                  <a:lnTo>
                    <a:pt x="256744" y="273559"/>
                  </a:lnTo>
                  <a:lnTo>
                    <a:pt x="260065" y="269401"/>
                  </a:lnTo>
                  <a:lnTo>
                    <a:pt x="263253" y="265138"/>
                  </a:lnTo>
                  <a:lnTo>
                    <a:pt x="266303" y="260776"/>
                  </a:lnTo>
                  <a:lnTo>
                    <a:pt x="269213" y="256320"/>
                  </a:lnTo>
                  <a:lnTo>
                    <a:pt x="271980" y="251773"/>
                  </a:lnTo>
                  <a:lnTo>
                    <a:pt x="274600" y="247140"/>
                  </a:lnTo>
                  <a:lnTo>
                    <a:pt x="277072" y="242426"/>
                  </a:lnTo>
                  <a:lnTo>
                    <a:pt x="279392" y="237636"/>
                  </a:lnTo>
                  <a:lnTo>
                    <a:pt x="281558" y="232775"/>
                  </a:lnTo>
                  <a:lnTo>
                    <a:pt x="283569" y="227847"/>
                  </a:lnTo>
                  <a:lnTo>
                    <a:pt x="285422" y="222857"/>
                  </a:lnTo>
                  <a:lnTo>
                    <a:pt x="287115" y="217811"/>
                  </a:lnTo>
                  <a:lnTo>
                    <a:pt x="288646" y="212714"/>
                  </a:lnTo>
                  <a:lnTo>
                    <a:pt x="290015" y="207570"/>
                  </a:lnTo>
                  <a:lnTo>
                    <a:pt x="291219" y="202386"/>
                  </a:lnTo>
                  <a:lnTo>
                    <a:pt x="292257" y="197165"/>
                  </a:lnTo>
                  <a:lnTo>
                    <a:pt x="293129" y="191915"/>
                  </a:lnTo>
                  <a:lnTo>
                    <a:pt x="293833" y="186639"/>
                  </a:lnTo>
                  <a:lnTo>
                    <a:pt x="294369" y="181344"/>
                  </a:lnTo>
                  <a:lnTo>
                    <a:pt x="294736" y="176034"/>
                  </a:lnTo>
                  <a:lnTo>
                    <a:pt x="294933" y="170715"/>
                  </a:lnTo>
                  <a:lnTo>
                    <a:pt x="294961" y="165393"/>
                  </a:lnTo>
                  <a:lnTo>
                    <a:pt x="294820" y="160072"/>
                  </a:lnTo>
                  <a:lnTo>
                    <a:pt x="294510" y="154759"/>
                  </a:lnTo>
                  <a:lnTo>
                    <a:pt x="294030" y="149458"/>
                  </a:lnTo>
                  <a:lnTo>
                    <a:pt x="293382" y="144175"/>
                  </a:lnTo>
                  <a:lnTo>
                    <a:pt x="292566" y="138916"/>
                  </a:lnTo>
                  <a:lnTo>
                    <a:pt x="291583" y="133685"/>
                  </a:lnTo>
                  <a:lnTo>
                    <a:pt x="290434" y="128488"/>
                  </a:lnTo>
                  <a:lnTo>
                    <a:pt x="289121" y="123330"/>
                  </a:lnTo>
                  <a:lnTo>
                    <a:pt x="287643" y="118217"/>
                  </a:lnTo>
                  <a:lnTo>
                    <a:pt x="286004" y="113153"/>
                  </a:lnTo>
                  <a:lnTo>
                    <a:pt x="284204" y="108144"/>
                  </a:lnTo>
                  <a:lnTo>
                    <a:pt x="282246" y="103195"/>
                  </a:lnTo>
                  <a:lnTo>
                    <a:pt x="280131" y="98310"/>
                  </a:lnTo>
                  <a:lnTo>
                    <a:pt x="277862" y="93496"/>
                  </a:lnTo>
                  <a:lnTo>
                    <a:pt x="275440" y="88756"/>
                  </a:lnTo>
                  <a:lnTo>
                    <a:pt x="272869" y="84096"/>
                  </a:lnTo>
                  <a:lnTo>
                    <a:pt x="270151" y="79520"/>
                  </a:lnTo>
                  <a:lnTo>
                    <a:pt x="267289" y="75033"/>
                  </a:lnTo>
                  <a:lnTo>
                    <a:pt x="264285" y="70639"/>
                  </a:lnTo>
                  <a:lnTo>
                    <a:pt x="261143" y="66343"/>
                  </a:lnTo>
                  <a:lnTo>
                    <a:pt x="257866" y="62149"/>
                  </a:lnTo>
                  <a:lnTo>
                    <a:pt x="254456" y="58062"/>
                  </a:lnTo>
                  <a:lnTo>
                    <a:pt x="250919" y="54085"/>
                  </a:lnTo>
                  <a:lnTo>
                    <a:pt x="247257" y="50223"/>
                  </a:lnTo>
                  <a:lnTo>
                    <a:pt x="243473" y="46479"/>
                  </a:lnTo>
                  <a:lnTo>
                    <a:pt x="239572" y="42858"/>
                  </a:lnTo>
                  <a:lnTo>
                    <a:pt x="235558" y="39363"/>
                  </a:lnTo>
                  <a:lnTo>
                    <a:pt x="231435" y="35997"/>
                  </a:lnTo>
                  <a:lnTo>
                    <a:pt x="227207" y="32765"/>
                  </a:lnTo>
                  <a:lnTo>
                    <a:pt x="222878" y="29668"/>
                  </a:lnTo>
                  <a:lnTo>
                    <a:pt x="218452" y="26711"/>
                  </a:lnTo>
                  <a:lnTo>
                    <a:pt x="213935" y="23897"/>
                  </a:lnTo>
                  <a:lnTo>
                    <a:pt x="209330" y="21227"/>
                  </a:lnTo>
                  <a:lnTo>
                    <a:pt x="204643" y="18706"/>
                  </a:lnTo>
                  <a:lnTo>
                    <a:pt x="199878" y="16335"/>
                  </a:lnTo>
                  <a:lnTo>
                    <a:pt x="195039" y="14117"/>
                  </a:lnTo>
                  <a:lnTo>
                    <a:pt x="190133" y="12054"/>
                  </a:lnTo>
                  <a:lnTo>
                    <a:pt x="185163" y="10148"/>
                  </a:lnTo>
                  <a:lnTo>
                    <a:pt x="180135" y="8402"/>
                  </a:lnTo>
                  <a:lnTo>
                    <a:pt x="175055" y="6816"/>
                  </a:lnTo>
                  <a:lnTo>
                    <a:pt x="169926" y="5394"/>
                  </a:lnTo>
                  <a:lnTo>
                    <a:pt x="164755" y="4135"/>
                  </a:lnTo>
                  <a:lnTo>
                    <a:pt x="159546" y="3041"/>
                  </a:lnTo>
                  <a:lnTo>
                    <a:pt x="154305" y="2113"/>
                  </a:lnTo>
                  <a:lnTo>
                    <a:pt x="149037" y="1353"/>
                  </a:lnTo>
                  <a:lnTo>
                    <a:pt x="143747" y="762"/>
                  </a:lnTo>
                  <a:lnTo>
                    <a:pt x="138442" y="338"/>
                  </a:lnTo>
                  <a:lnTo>
                    <a:pt x="133125" y="84"/>
                  </a:lnTo>
                  <a:lnTo>
                    <a:pt x="127803" y="0"/>
                  </a:lnTo>
                  <a:lnTo>
                    <a:pt x="1278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8400" y="5399291"/>
              <a:ext cx="37815" cy="167167"/>
            </a:xfrm>
            <a:custGeom>
              <a:avLst/>
              <a:pathLst>
                <a:path w="37815" h="167167">
                  <a:moveTo>
                    <a:pt x="37815" y="0"/>
                  </a:moveTo>
                  <a:lnTo>
                    <a:pt x="31459" y="120"/>
                  </a:lnTo>
                  <a:lnTo>
                    <a:pt x="25112" y="483"/>
                  </a:lnTo>
                  <a:lnTo>
                    <a:pt x="18784" y="1086"/>
                  </a:lnTo>
                  <a:lnTo>
                    <a:pt x="12483" y="1930"/>
                  </a:lnTo>
                  <a:lnTo>
                    <a:pt x="6218" y="3013"/>
                  </a:lnTo>
                  <a:lnTo>
                    <a:pt x="0" y="4333"/>
                  </a:lnTo>
                  <a:lnTo>
                    <a:pt x="3781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8400" y="5403625"/>
              <a:ext cx="37815" cy="162834"/>
            </a:xfrm>
            <a:custGeom>
              <a:avLst/>
              <a:pathLst>
                <a:path w="37815" h="162834">
                  <a:moveTo>
                    <a:pt x="0" y="0"/>
                  </a:moveTo>
                  <a:lnTo>
                    <a:pt x="37815" y="1628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8400" y="5403625"/>
              <a:ext cx="37815" cy="162834"/>
            </a:xfrm>
            <a:custGeom>
              <a:avLst/>
              <a:pathLst>
                <a:path w="37815" h="162834">
                  <a:moveTo>
                    <a:pt x="0" y="0"/>
                  </a:moveTo>
                  <a:lnTo>
                    <a:pt x="37815" y="1628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48400" y="5403625"/>
              <a:ext cx="37815" cy="162834"/>
            </a:xfrm>
            <a:custGeom>
              <a:avLst/>
              <a:pathLst>
                <a:path w="37815" h="162834">
                  <a:moveTo>
                    <a:pt x="0" y="0"/>
                  </a:moveTo>
                  <a:lnTo>
                    <a:pt x="37815" y="1628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48400" y="5403625"/>
              <a:ext cx="37815" cy="162834"/>
            </a:xfrm>
            <a:custGeom>
              <a:avLst/>
              <a:pathLst>
                <a:path w="37815" h="162834">
                  <a:moveTo>
                    <a:pt x="0" y="0"/>
                  </a:moveTo>
                  <a:lnTo>
                    <a:pt x="37815" y="1628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48400" y="5403625"/>
              <a:ext cx="37815" cy="162834"/>
            </a:xfrm>
            <a:custGeom>
              <a:avLst/>
              <a:pathLst>
                <a:path w="37815" h="162834">
                  <a:moveTo>
                    <a:pt x="0" y="0"/>
                  </a:moveTo>
                  <a:lnTo>
                    <a:pt x="37815" y="1628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48400" y="5403625"/>
              <a:ext cx="37815" cy="162834"/>
            </a:xfrm>
            <a:custGeom>
              <a:avLst/>
              <a:pathLst>
                <a:path w="37815" h="162834">
                  <a:moveTo>
                    <a:pt x="0" y="0"/>
                  </a:moveTo>
                  <a:lnTo>
                    <a:pt x="37815" y="1628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319059" y="5401405"/>
              <a:ext cx="334305" cy="332220"/>
            </a:xfrm>
            <a:custGeom>
              <a:avLst/>
              <a:pathLst>
                <a:path w="334305" h="332220">
                  <a:moveTo>
                    <a:pt x="129341" y="2219"/>
                  </a:moveTo>
                  <a:lnTo>
                    <a:pt x="124199" y="3499"/>
                  </a:lnTo>
                  <a:lnTo>
                    <a:pt x="119100" y="4942"/>
                  </a:lnTo>
                  <a:lnTo>
                    <a:pt x="114050" y="6545"/>
                  </a:lnTo>
                  <a:lnTo>
                    <a:pt x="109053" y="8308"/>
                  </a:lnTo>
                  <a:lnTo>
                    <a:pt x="104115" y="10228"/>
                  </a:lnTo>
                  <a:lnTo>
                    <a:pt x="99240" y="12304"/>
                  </a:lnTo>
                  <a:lnTo>
                    <a:pt x="94433" y="14533"/>
                  </a:lnTo>
                  <a:lnTo>
                    <a:pt x="89699" y="16913"/>
                  </a:lnTo>
                  <a:lnTo>
                    <a:pt x="85043" y="19443"/>
                  </a:lnTo>
                  <a:lnTo>
                    <a:pt x="80470" y="22118"/>
                  </a:lnTo>
                  <a:lnTo>
                    <a:pt x="75983" y="24937"/>
                  </a:lnTo>
                  <a:lnTo>
                    <a:pt x="71588" y="27897"/>
                  </a:lnTo>
                  <a:lnTo>
                    <a:pt x="67290" y="30995"/>
                  </a:lnTo>
                  <a:lnTo>
                    <a:pt x="63091" y="34227"/>
                  </a:lnTo>
                  <a:lnTo>
                    <a:pt x="58997" y="37591"/>
                  </a:lnTo>
                  <a:lnTo>
                    <a:pt x="55012" y="41083"/>
                  </a:lnTo>
                  <a:lnTo>
                    <a:pt x="51139" y="44699"/>
                  </a:lnTo>
                  <a:lnTo>
                    <a:pt x="47383" y="48437"/>
                  </a:lnTo>
                  <a:lnTo>
                    <a:pt x="43748" y="52291"/>
                  </a:lnTo>
                  <a:lnTo>
                    <a:pt x="40236" y="56259"/>
                  </a:lnTo>
                  <a:lnTo>
                    <a:pt x="36852" y="60336"/>
                  </a:lnTo>
                  <a:lnTo>
                    <a:pt x="33598" y="64518"/>
                  </a:lnTo>
                  <a:lnTo>
                    <a:pt x="30479" y="68801"/>
                  </a:lnTo>
                  <a:lnTo>
                    <a:pt x="27497" y="73181"/>
                  </a:lnTo>
                  <a:lnTo>
                    <a:pt x="24656" y="77654"/>
                  </a:lnTo>
                  <a:lnTo>
                    <a:pt x="21958" y="82214"/>
                  </a:lnTo>
                  <a:lnTo>
                    <a:pt x="19405" y="86857"/>
                  </a:lnTo>
                  <a:lnTo>
                    <a:pt x="17001" y="91579"/>
                  </a:lnTo>
                  <a:lnTo>
                    <a:pt x="14748" y="96375"/>
                  </a:lnTo>
                  <a:lnTo>
                    <a:pt x="12648" y="101239"/>
                  </a:lnTo>
                  <a:lnTo>
                    <a:pt x="10703" y="106168"/>
                  </a:lnTo>
                  <a:lnTo>
                    <a:pt x="8916" y="111156"/>
                  </a:lnTo>
                  <a:lnTo>
                    <a:pt x="7287" y="116198"/>
                  </a:lnTo>
                  <a:lnTo>
                    <a:pt x="5819" y="121289"/>
                  </a:lnTo>
                  <a:lnTo>
                    <a:pt x="4513" y="126425"/>
                  </a:lnTo>
                  <a:lnTo>
                    <a:pt x="3371" y="131599"/>
                  </a:lnTo>
                  <a:lnTo>
                    <a:pt x="2393" y="136806"/>
                  </a:lnTo>
                  <a:lnTo>
                    <a:pt x="1580" y="142042"/>
                  </a:lnTo>
                  <a:lnTo>
                    <a:pt x="934" y="147301"/>
                  </a:lnTo>
                  <a:lnTo>
                    <a:pt x="455" y="152578"/>
                  </a:lnTo>
                  <a:lnTo>
                    <a:pt x="143" y="157868"/>
                  </a:lnTo>
                  <a:lnTo>
                    <a:pt x="0" y="163164"/>
                  </a:lnTo>
                  <a:lnTo>
                    <a:pt x="24" y="168463"/>
                  </a:lnTo>
                  <a:lnTo>
                    <a:pt x="216" y="173758"/>
                  </a:lnTo>
                  <a:lnTo>
                    <a:pt x="575" y="179044"/>
                  </a:lnTo>
                  <a:lnTo>
                    <a:pt x="1102" y="184317"/>
                  </a:lnTo>
                  <a:lnTo>
                    <a:pt x="1796" y="189570"/>
                  </a:lnTo>
                  <a:lnTo>
                    <a:pt x="2656" y="194798"/>
                  </a:lnTo>
                  <a:lnTo>
                    <a:pt x="3682" y="199997"/>
                  </a:lnTo>
                  <a:lnTo>
                    <a:pt x="4871" y="205160"/>
                  </a:lnTo>
                  <a:lnTo>
                    <a:pt x="6224" y="210283"/>
                  </a:lnTo>
                  <a:lnTo>
                    <a:pt x="7738" y="215361"/>
                  </a:lnTo>
                  <a:lnTo>
                    <a:pt x="9413" y="220388"/>
                  </a:lnTo>
                  <a:lnTo>
                    <a:pt x="11246" y="225359"/>
                  </a:lnTo>
                  <a:lnTo>
                    <a:pt x="13235" y="230270"/>
                  </a:lnTo>
                  <a:lnTo>
                    <a:pt x="15379" y="235115"/>
                  </a:lnTo>
                  <a:lnTo>
                    <a:pt x="17676" y="239890"/>
                  </a:lnTo>
                  <a:lnTo>
                    <a:pt x="20123" y="244590"/>
                  </a:lnTo>
                  <a:lnTo>
                    <a:pt x="22718" y="249210"/>
                  </a:lnTo>
                  <a:lnTo>
                    <a:pt x="25457" y="253745"/>
                  </a:lnTo>
                  <a:lnTo>
                    <a:pt x="28339" y="258192"/>
                  </a:lnTo>
                  <a:lnTo>
                    <a:pt x="31361" y="262544"/>
                  </a:lnTo>
                  <a:lnTo>
                    <a:pt x="34519" y="266799"/>
                  </a:lnTo>
                  <a:lnTo>
                    <a:pt x="37810" y="270952"/>
                  </a:lnTo>
                  <a:lnTo>
                    <a:pt x="41231" y="274998"/>
                  </a:lnTo>
                  <a:lnTo>
                    <a:pt x="44779" y="278933"/>
                  </a:lnTo>
                  <a:lnTo>
                    <a:pt x="48450" y="282755"/>
                  </a:lnTo>
                  <a:lnTo>
                    <a:pt x="52239" y="286458"/>
                  </a:lnTo>
                  <a:lnTo>
                    <a:pt x="56145" y="290039"/>
                  </a:lnTo>
                  <a:lnTo>
                    <a:pt x="60162" y="293494"/>
                  </a:lnTo>
                  <a:lnTo>
                    <a:pt x="64286" y="296820"/>
                  </a:lnTo>
                  <a:lnTo>
                    <a:pt x="68514" y="300014"/>
                  </a:lnTo>
                  <a:lnTo>
                    <a:pt x="72841" y="303073"/>
                  </a:lnTo>
                  <a:lnTo>
                    <a:pt x="77262" y="305993"/>
                  </a:lnTo>
                  <a:lnTo>
                    <a:pt x="81774" y="308771"/>
                  </a:lnTo>
                  <a:lnTo>
                    <a:pt x="86372" y="311405"/>
                  </a:lnTo>
                  <a:lnTo>
                    <a:pt x="91051" y="313891"/>
                  </a:lnTo>
                  <a:lnTo>
                    <a:pt x="95806" y="316229"/>
                  </a:lnTo>
                  <a:lnTo>
                    <a:pt x="100633" y="318414"/>
                  </a:lnTo>
                  <a:lnTo>
                    <a:pt x="105527" y="320445"/>
                  </a:lnTo>
                  <a:lnTo>
                    <a:pt x="110482" y="322320"/>
                  </a:lnTo>
                  <a:lnTo>
                    <a:pt x="115495" y="324037"/>
                  </a:lnTo>
                  <a:lnTo>
                    <a:pt x="120560" y="325595"/>
                  </a:lnTo>
                  <a:lnTo>
                    <a:pt x="125671" y="326991"/>
                  </a:lnTo>
                  <a:lnTo>
                    <a:pt x="130824" y="328224"/>
                  </a:lnTo>
                  <a:lnTo>
                    <a:pt x="136014" y="329294"/>
                  </a:lnTo>
                  <a:lnTo>
                    <a:pt x="141234" y="330198"/>
                  </a:lnTo>
                  <a:lnTo>
                    <a:pt x="146481" y="330937"/>
                  </a:lnTo>
                  <a:lnTo>
                    <a:pt x="151749" y="331509"/>
                  </a:lnTo>
                  <a:lnTo>
                    <a:pt x="157032" y="331914"/>
                  </a:lnTo>
                  <a:lnTo>
                    <a:pt x="162326" y="332151"/>
                  </a:lnTo>
                  <a:lnTo>
                    <a:pt x="167624" y="332220"/>
                  </a:lnTo>
                  <a:lnTo>
                    <a:pt x="172921" y="332121"/>
                  </a:lnTo>
                  <a:lnTo>
                    <a:pt x="178213" y="331854"/>
                  </a:lnTo>
                  <a:lnTo>
                    <a:pt x="183494" y="331420"/>
                  </a:lnTo>
                  <a:lnTo>
                    <a:pt x="188758" y="330819"/>
                  </a:lnTo>
                  <a:lnTo>
                    <a:pt x="194001" y="330051"/>
                  </a:lnTo>
                  <a:lnTo>
                    <a:pt x="199217" y="329117"/>
                  </a:lnTo>
                  <a:lnTo>
                    <a:pt x="204400" y="328019"/>
                  </a:lnTo>
                  <a:lnTo>
                    <a:pt x="209546" y="326756"/>
                  </a:lnTo>
                  <a:lnTo>
                    <a:pt x="214650" y="325332"/>
                  </a:lnTo>
                  <a:lnTo>
                    <a:pt x="219706" y="323746"/>
                  </a:lnTo>
                  <a:lnTo>
                    <a:pt x="224709" y="322001"/>
                  </a:lnTo>
                  <a:lnTo>
                    <a:pt x="229654" y="320098"/>
                  </a:lnTo>
                  <a:lnTo>
                    <a:pt x="234536" y="318040"/>
                  </a:lnTo>
                  <a:lnTo>
                    <a:pt x="239351" y="315827"/>
                  </a:lnTo>
                  <a:lnTo>
                    <a:pt x="244093" y="313463"/>
                  </a:lnTo>
                  <a:lnTo>
                    <a:pt x="248758" y="310951"/>
                  </a:lnTo>
                  <a:lnTo>
                    <a:pt x="253341" y="308291"/>
                  </a:lnTo>
                  <a:lnTo>
                    <a:pt x="257837" y="305488"/>
                  </a:lnTo>
                  <a:lnTo>
                    <a:pt x="262242" y="302543"/>
                  </a:lnTo>
                  <a:lnTo>
                    <a:pt x="266552" y="299461"/>
                  </a:lnTo>
                  <a:lnTo>
                    <a:pt x="270762" y="296243"/>
                  </a:lnTo>
                  <a:lnTo>
                    <a:pt x="274867" y="292894"/>
                  </a:lnTo>
                  <a:lnTo>
                    <a:pt x="278865" y="289416"/>
                  </a:lnTo>
                  <a:lnTo>
                    <a:pt x="282750" y="285813"/>
                  </a:lnTo>
                  <a:lnTo>
                    <a:pt x="286519" y="282089"/>
                  </a:lnTo>
                  <a:lnTo>
                    <a:pt x="290168" y="278247"/>
                  </a:lnTo>
                  <a:lnTo>
                    <a:pt x="293694" y="274292"/>
                  </a:lnTo>
                  <a:lnTo>
                    <a:pt x="297093" y="270227"/>
                  </a:lnTo>
                  <a:lnTo>
                    <a:pt x="300361" y="266056"/>
                  </a:lnTo>
                  <a:lnTo>
                    <a:pt x="303495" y="261784"/>
                  </a:lnTo>
                  <a:lnTo>
                    <a:pt x="306492" y="257414"/>
                  </a:lnTo>
                  <a:lnTo>
                    <a:pt x="309349" y="252952"/>
                  </a:lnTo>
                  <a:lnTo>
                    <a:pt x="312063" y="248401"/>
                  </a:lnTo>
                  <a:lnTo>
                    <a:pt x="314632" y="243767"/>
                  </a:lnTo>
                  <a:lnTo>
                    <a:pt x="317053" y="239053"/>
                  </a:lnTo>
                  <a:lnTo>
                    <a:pt x="319322" y="234266"/>
                  </a:lnTo>
                  <a:lnTo>
                    <a:pt x="321440" y="229408"/>
                  </a:lnTo>
                  <a:lnTo>
                    <a:pt x="323402" y="224486"/>
                  </a:lnTo>
                  <a:lnTo>
                    <a:pt x="325207" y="219505"/>
                  </a:lnTo>
                  <a:lnTo>
                    <a:pt x="326853" y="214468"/>
                  </a:lnTo>
                  <a:lnTo>
                    <a:pt x="328339" y="209382"/>
                  </a:lnTo>
                  <a:lnTo>
                    <a:pt x="329663" y="204252"/>
                  </a:lnTo>
                  <a:lnTo>
                    <a:pt x="330824" y="199082"/>
                  </a:lnTo>
                  <a:lnTo>
                    <a:pt x="331820" y="193878"/>
                  </a:lnTo>
                  <a:lnTo>
                    <a:pt x="332651" y="188645"/>
                  </a:lnTo>
                  <a:lnTo>
                    <a:pt x="333315" y="183388"/>
                  </a:lnTo>
                  <a:lnTo>
                    <a:pt x="333813" y="178113"/>
                  </a:lnTo>
                  <a:lnTo>
                    <a:pt x="334143" y="172824"/>
                  </a:lnTo>
                  <a:lnTo>
                    <a:pt x="334305" y="167528"/>
                  </a:lnTo>
                  <a:lnTo>
                    <a:pt x="334300" y="162230"/>
                  </a:lnTo>
                  <a:lnTo>
                    <a:pt x="334126" y="156934"/>
                  </a:lnTo>
                  <a:lnTo>
                    <a:pt x="333785" y="151646"/>
                  </a:lnTo>
                  <a:lnTo>
                    <a:pt x="333277" y="146372"/>
                  </a:lnTo>
                  <a:lnTo>
                    <a:pt x="332601" y="141117"/>
                  </a:lnTo>
                  <a:lnTo>
                    <a:pt x="331759" y="135885"/>
                  </a:lnTo>
                  <a:lnTo>
                    <a:pt x="330752" y="130683"/>
                  </a:lnTo>
                  <a:lnTo>
                    <a:pt x="329581" y="125516"/>
                  </a:lnTo>
                  <a:lnTo>
                    <a:pt x="328246" y="120388"/>
                  </a:lnTo>
                  <a:lnTo>
                    <a:pt x="326750" y="115305"/>
                  </a:lnTo>
                  <a:lnTo>
                    <a:pt x="325093" y="110272"/>
                  </a:lnTo>
                  <a:lnTo>
                    <a:pt x="323278" y="105294"/>
                  </a:lnTo>
                  <a:lnTo>
                    <a:pt x="321305" y="100376"/>
                  </a:lnTo>
                  <a:lnTo>
                    <a:pt x="319178" y="95524"/>
                  </a:lnTo>
                  <a:lnTo>
                    <a:pt x="316898" y="90740"/>
                  </a:lnTo>
                  <a:lnTo>
                    <a:pt x="314468" y="86032"/>
                  </a:lnTo>
                  <a:lnTo>
                    <a:pt x="311889" y="81403"/>
                  </a:lnTo>
                  <a:lnTo>
                    <a:pt x="309166" y="76858"/>
                  </a:lnTo>
                  <a:lnTo>
                    <a:pt x="306299" y="72402"/>
                  </a:lnTo>
                  <a:lnTo>
                    <a:pt x="303293" y="68039"/>
                  </a:lnTo>
                  <a:lnTo>
                    <a:pt x="300150" y="63773"/>
                  </a:lnTo>
                  <a:lnTo>
                    <a:pt x="296873" y="59609"/>
                  </a:lnTo>
                  <a:lnTo>
                    <a:pt x="293466" y="55551"/>
                  </a:lnTo>
                  <a:lnTo>
                    <a:pt x="289932" y="51603"/>
                  </a:lnTo>
                  <a:lnTo>
                    <a:pt x="286275" y="47769"/>
                  </a:lnTo>
                  <a:lnTo>
                    <a:pt x="282498" y="44052"/>
                  </a:lnTo>
                  <a:lnTo>
                    <a:pt x="278606" y="40458"/>
                  </a:lnTo>
                  <a:lnTo>
                    <a:pt x="274601" y="36988"/>
                  </a:lnTo>
                  <a:lnTo>
                    <a:pt x="270488" y="33647"/>
                  </a:lnTo>
                  <a:lnTo>
                    <a:pt x="266272" y="30438"/>
                  </a:lnTo>
                  <a:lnTo>
                    <a:pt x="261956" y="27365"/>
                  </a:lnTo>
                  <a:lnTo>
                    <a:pt x="257544" y="24430"/>
                  </a:lnTo>
                  <a:lnTo>
                    <a:pt x="253042" y="21636"/>
                  </a:lnTo>
                  <a:lnTo>
                    <a:pt x="248454" y="18986"/>
                  </a:lnTo>
                  <a:lnTo>
                    <a:pt x="243784" y="16483"/>
                  </a:lnTo>
                  <a:lnTo>
                    <a:pt x="239037" y="14129"/>
                  </a:lnTo>
                  <a:lnTo>
                    <a:pt x="234217" y="11926"/>
                  </a:lnTo>
                  <a:lnTo>
                    <a:pt x="229331" y="9878"/>
                  </a:lnTo>
                  <a:lnTo>
                    <a:pt x="224382" y="7985"/>
                  </a:lnTo>
                  <a:lnTo>
                    <a:pt x="219375" y="6251"/>
                  </a:lnTo>
                  <a:lnTo>
                    <a:pt x="214316" y="4676"/>
                  </a:lnTo>
                  <a:lnTo>
                    <a:pt x="209210" y="3261"/>
                  </a:lnTo>
                  <a:lnTo>
                    <a:pt x="204061" y="2010"/>
                  </a:lnTo>
                  <a:lnTo>
                    <a:pt x="198875" y="922"/>
                  </a:lnTo>
                  <a:lnTo>
                    <a:pt x="193657" y="0"/>
                  </a:lnTo>
                  <a:lnTo>
                    <a:pt x="167156" y="1650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86215" y="5399291"/>
              <a:ext cx="26501" cy="167167"/>
            </a:xfrm>
            <a:custGeom>
              <a:avLst/>
              <a:pathLst>
                <a:path w="26501" h="167167">
                  <a:moveTo>
                    <a:pt x="26501" y="2113"/>
                  </a:move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56376" y="5399291"/>
              <a:ext cx="167167" cy="321947"/>
            </a:xfrm>
            <a:custGeom>
              <a:avLst/>
              <a:pathLst>
                <a:path w="167167" h="321947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1" y="770"/>
                  </a:lnTo>
                  <a:lnTo>
                    <a:pt x="145811" y="1369"/>
                  </a:lnTo>
                  <a:lnTo>
                    <a:pt x="140513" y="2138"/>
                  </a:lnTo>
                  <a:lnTo>
                    <a:pt x="135242" y="3076"/>
                  </a:lnTo>
                  <a:lnTo>
                    <a:pt x="130004" y="4183"/>
                  </a:lnTo>
                  <a:lnTo>
                    <a:pt x="124805" y="5456"/>
                  </a:lnTo>
                  <a:lnTo>
                    <a:pt x="119648" y="6895"/>
                  </a:lnTo>
                  <a:lnTo>
                    <a:pt x="114541" y="8499"/>
                  </a:lnTo>
                  <a:lnTo>
                    <a:pt x="109487" y="10266"/>
                  </a:lnTo>
                  <a:lnTo>
                    <a:pt x="104493" y="12193"/>
                  </a:lnTo>
                  <a:lnTo>
                    <a:pt x="99563" y="14279"/>
                  </a:lnTo>
                  <a:lnTo>
                    <a:pt x="94702" y="16522"/>
                  </a:lnTo>
                  <a:lnTo>
                    <a:pt x="89915" y="18920"/>
                  </a:lnTo>
                  <a:lnTo>
                    <a:pt x="85208" y="21470"/>
                  </a:lnTo>
                  <a:lnTo>
                    <a:pt x="80585" y="24169"/>
                  </a:lnTo>
                  <a:lnTo>
                    <a:pt x="76050" y="27014"/>
                  </a:lnTo>
                  <a:lnTo>
                    <a:pt x="71609" y="30004"/>
                  </a:lnTo>
                  <a:lnTo>
                    <a:pt x="67267" y="33134"/>
                  </a:lnTo>
                  <a:lnTo>
                    <a:pt x="63026" y="36401"/>
                  </a:lnTo>
                  <a:lnTo>
                    <a:pt x="58892" y="39803"/>
                  </a:lnTo>
                  <a:lnTo>
                    <a:pt x="54870" y="43335"/>
                  </a:lnTo>
                  <a:lnTo>
                    <a:pt x="50962" y="46994"/>
                  </a:lnTo>
                  <a:lnTo>
                    <a:pt x="47174" y="50777"/>
                  </a:lnTo>
                  <a:lnTo>
                    <a:pt x="43508" y="54679"/>
                  </a:lnTo>
                  <a:lnTo>
                    <a:pt x="39970" y="58696"/>
                  </a:lnTo>
                  <a:lnTo>
                    <a:pt x="36562" y="62825"/>
                  </a:lnTo>
                  <a:lnTo>
                    <a:pt x="33288" y="67060"/>
                  </a:lnTo>
                  <a:lnTo>
                    <a:pt x="30151" y="71398"/>
                  </a:lnTo>
                  <a:lnTo>
                    <a:pt x="27155" y="75835"/>
                  </a:lnTo>
                  <a:lnTo>
                    <a:pt x="24302" y="80365"/>
                  </a:lnTo>
                  <a:lnTo>
                    <a:pt x="21596" y="84984"/>
                  </a:lnTo>
                  <a:lnTo>
                    <a:pt x="19039" y="89687"/>
                  </a:lnTo>
                  <a:lnTo>
                    <a:pt x="16634" y="94470"/>
                  </a:lnTo>
                  <a:lnTo>
                    <a:pt x="14384" y="99327"/>
                  </a:lnTo>
                  <a:lnTo>
                    <a:pt x="12290" y="104254"/>
                  </a:lnTo>
                  <a:lnTo>
                    <a:pt x="10355" y="109246"/>
                  </a:lnTo>
                  <a:lnTo>
                    <a:pt x="8580" y="114296"/>
                  </a:lnTo>
                  <a:lnTo>
                    <a:pt x="6969" y="119401"/>
                  </a:lnTo>
                  <a:lnTo>
                    <a:pt x="5521" y="124555"/>
                  </a:lnTo>
                  <a:lnTo>
                    <a:pt x="4240" y="129753"/>
                  </a:lnTo>
                  <a:lnTo>
                    <a:pt x="3125" y="134989"/>
                  </a:lnTo>
                  <a:lnTo>
                    <a:pt x="2179" y="140258"/>
                  </a:lnTo>
                  <a:lnTo>
                    <a:pt x="1402" y="145555"/>
                  </a:lnTo>
                  <a:lnTo>
                    <a:pt x="795" y="150874"/>
                  </a:lnTo>
                  <a:lnTo>
                    <a:pt x="359" y="156210"/>
                  </a:lnTo>
                  <a:lnTo>
                    <a:pt x="93" y="161556"/>
                  </a:lnTo>
                  <a:lnTo>
                    <a:pt x="0" y="166909"/>
                  </a:lnTo>
                  <a:lnTo>
                    <a:pt x="77" y="172262"/>
                  </a:lnTo>
                  <a:lnTo>
                    <a:pt x="326" y="177610"/>
                  </a:lnTo>
                  <a:lnTo>
                    <a:pt x="746" y="182946"/>
                  </a:lnTo>
                  <a:lnTo>
                    <a:pt x="1336" y="188267"/>
                  </a:lnTo>
                  <a:lnTo>
                    <a:pt x="2097" y="193566"/>
                  </a:lnTo>
                  <a:lnTo>
                    <a:pt x="3027" y="198838"/>
                  </a:lnTo>
                  <a:lnTo>
                    <a:pt x="4125" y="204078"/>
                  </a:lnTo>
                  <a:lnTo>
                    <a:pt x="5391" y="209279"/>
                  </a:lnTo>
                  <a:lnTo>
                    <a:pt x="6822" y="214438"/>
                  </a:lnTo>
                  <a:lnTo>
                    <a:pt x="8418" y="219548"/>
                  </a:lnTo>
                  <a:lnTo>
                    <a:pt x="10177" y="224604"/>
                  </a:lnTo>
                  <a:lnTo>
                    <a:pt x="12096" y="229602"/>
                  </a:lnTo>
                  <a:lnTo>
                    <a:pt x="14175" y="234535"/>
                  </a:lnTo>
                  <a:lnTo>
                    <a:pt x="16411" y="239399"/>
                  </a:lnTo>
                  <a:lnTo>
                    <a:pt x="18801" y="244189"/>
                  </a:lnTo>
                  <a:lnTo>
                    <a:pt x="21343" y="248901"/>
                  </a:lnTo>
                  <a:lnTo>
                    <a:pt x="24035" y="253528"/>
                  </a:lnTo>
                  <a:lnTo>
                    <a:pt x="26874" y="258067"/>
                  </a:lnTo>
                  <a:lnTo>
                    <a:pt x="29856" y="262512"/>
                  </a:lnTo>
                  <a:lnTo>
                    <a:pt x="32980" y="266860"/>
                  </a:lnTo>
                  <a:lnTo>
                    <a:pt x="36241" y="271106"/>
                  </a:lnTo>
                  <a:lnTo>
                    <a:pt x="39636" y="275245"/>
                  </a:lnTo>
                  <a:lnTo>
                    <a:pt x="43162" y="279273"/>
                  </a:lnTo>
                  <a:lnTo>
                    <a:pt x="46815" y="283186"/>
                  </a:lnTo>
                  <a:lnTo>
                    <a:pt x="50592" y="286980"/>
                  </a:lnTo>
                  <a:lnTo>
                    <a:pt x="54488" y="290652"/>
                  </a:lnTo>
                  <a:lnTo>
                    <a:pt x="58500" y="294196"/>
                  </a:lnTo>
                  <a:lnTo>
                    <a:pt x="62623" y="297611"/>
                  </a:lnTo>
                  <a:lnTo>
                    <a:pt x="66853" y="300891"/>
                  </a:lnTo>
                  <a:lnTo>
                    <a:pt x="71187" y="304035"/>
                  </a:lnTo>
                  <a:lnTo>
                    <a:pt x="75618" y="307038"/>
                  </a:lnTo>
                  <a:lnTo>
                    <a:pt x="80144" y="309898"/>
                  </a:lnTo>
                  <a:lnTo>
                    <a:pt x="84759" y="312611"/>
                  </a:lnTo>
                  <a:lnTo>
                    <a:pt x="89458" y="315175"/>
                  </a:lnTo>
                  <a:lnTo>
                    <a:pt x="94237" y="317587"/>
                  </a:lnTo>
                  <a:lnTo>
                    <a:pt x="99091" y="319845"/>
                  </a:lnTo>
                  <a:lnTo>
                    <a:pt x="104015" y="32194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60392" y="5566459"/>
              <a:ext cx="63151" cy="154779"/>
            </a:xfrm>
            <a:custGeom>
              <a:avLst/>
              <a:pathLst>
                <a:path w="63151" h="154779">
                  <a:moveTo>
                    <a:pt x="0" y="154779"/>
                  </a:moveTo>
                  <a:lnTo>
                    <a:pt x="631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60392" y="5566459"/>
              <a:ext cx="63151" cy="154779"/>
            </a:xfrm>
            <a:custGeom>
              <a:avLst/>
              <a:pathLst>
                <a:path w="63151" h="154779">
                  <a:moveTo>
                    <a:pt x="0" y="154779"/>
                  </a:moveTo>
                  <a:lnTo>
                    <a:pt x="631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60392" y="5566459"/>
              <a:ext cx="63151" cy="154779"/>
            </a:xfrm>
            <a:custGeom>
              <a:avLst/>
              <a:pathLst>
                <a:path w="63151" h="154779">
                  <a:moveTo>
                    <a:pt x="0" y="154779"/>
                  </a:moveTo>
                  <a:lnTo>
                    <a:pt x="631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60392" y="5566459"/>
              <a:ext cx="63151" cy="154779"/>
            </a:xfrm>
            <a:custGeom>
              <a:avLst/>
              <a:pathLst>
                <a:path w="63151" h="154779">
                  <a:moveTo>
                    <a:pt x="0" y="154779"/>
                  </a:moveTo>
                  <a:lnTo>
                    <a:pt x="631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60392" y="5566459"/>
              <a:ext cx="63151" cy="154779"/>
            </a:xfrm>
            <a:custGeom>
              <a:avLst/>
              <a:pathLst>
                <a:path w="63151" h="154779">
                  <a:moveTo>
                    <a:pt x="0" y="154779"/>
                  </a:moveTo>
                  <a:lnTo>
                    <a:pt x="631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60392" y="5566459"/>
              <a:ext cx="130387" cy="167152"/>
            </a:xfrm>
            <a:custGeom>
              <a:avLst/>
              <a:pathLst>
                <a:path w="130387" h="167152">
                  <a:moveTo>
                    <a:pt x="0" y="154779"/>
                  </a:moveTo>
                  <a:lnTo>
                    <a:pt x="5202" y="156801"/>
                  </a:lnTo>
                  <a:lnTo>
                    <a:pt x="10468" y="158648"/>
                  </a:lnTo>
                  <a:lnTo>
                    <a:pt x="15794" y="160319"/>
                  </a:lnTo>
                  <a:lnTo>
                    <a:pt x="21172" y="161810"/>
                  </a:lnTo>
                  <a:lnTo>
                    <a:pt x="26597" y="163121"/>
                  </a:lnTo>
                  <a:lnTo>
                    <a:pt x="32062" y="164251"/>
                  </a:lnTo>
                  <a:lnTo>
                    <a:pt x="37563" y="165197"/>
                  </a:lnTo>
                  <a:lnTo>
                    <a:pt x="43092" y="165959"/>
                  </a:lnTo>
                  <a:lnTo>
                    <a:pt x="48643" y="166536"/>
                  </a:lnTo>
                  <a:lnTo>
                    <a:pt x="54210" y="166928"/>
                  </a:lnTo>
                  <a:lnTo>
                    <a:pt x="59788" y="167133"/>
                  </a:lnTo>
                  <a:lnTo>
                    <a:pt x="65369" y="167152"/>
                  </a:lnTo>
                  <a:lnTo>
                    <a:pt x="70948" y="166985"/>
                  </a:lnTo>
                  <a:lnTo>
                    <a:pt x="76518" y="166632"/>
                  </a:lnTo>
                  <a:lnTo>
                    <a:pt x="82073" y="166093"/>
                  </a:lnTo>
                  <a:lnTo>
                    <a:pt x="87607" y="165368"/>
                  </a:lnTo>
                  <a:lnTo>
                    <a:pt x="93113" y="164460"/>
                  </a:lnTo>
                  <a:lnTo>
                    <a:pt x="98587" y="163368"/>
                  </a:lnTo>
                  <a:lnTo>
                    <a:pt x="104021" y="162094"/>
                  </a:lnTo>
                  <a:lnTo>
                    <a:pt x="109409" y="160639"/>
                  </a:lnTo>
                  <a:lnTo>
                    <a:pt x="114746" y="159006"/>
                  </a:lnTo>
                  <a:lnTo>
                    <a:pt x="120025" y="157195"/>
                  </a:lnTo>
                  <a:lnTo>
                    <a:pt x="125241" y="155209"/>
                  </a:lnTo>
                  <a:lnTo>
                    <a:pt x="130387" y="153049"/>
                  </a:lnTo>
                  <a:lnTo>
                    <a:pt x="631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399291"/>
              <a:ext cx="167167" cy="320217"/>
            </a:xfrm>
            <a:custGeom>
              <a:avLst/>
              <a:pathLst>
                <a:path w="167167" h="320217">
                  <a:moveTo>
                    <a:pt x="67235" y="320217"/>
                  </a:moveTo>
                  <a:lnTo>
                    <a:pt x="72111" y="317981"/>
                  </a:lnTo>
                  <a:lnTo>
                    <a:pt x="76913" y="315590"/>
                  </a:lnTo>
                  <a:lnTo>
                    <a:pt x="81636" y="313045"/>
                  </a:lnTo>
                  <a:lnTo>
                    <a:pt x="86274" y="310351"/>
                  </a:lnTo>
                  <a:lnTo>
                    <a:pt x="90824" y="307509"/>
                  </a:lnTo>
                  <a:lnTo>
                    <a:pt x="95280" y="304523"/>
                  </a:lnTo>
                  <a:lnTo>
                    <a:pt x="99638" y="301395"/>
                  </a:lnTo>
                  <a:lnTo>
                    <a:pt x="103893" y="298129"/>
                  </a:lnTo>
                  <a:lnTo>
                    <a:pt x="108041" y="294728"/>
                  </a:lnTo>
                  <a:lnTo>
                    <a:pt x="112079" y="291196"/>
                  </a:lnTo>
                  <a:lnTo>
                    <a:pt x="116000" y="287536"/>
                  </a:lnTo>
                  <a:lnTo>
                    <a:pt x="119803" y="283752"/>
                  </a:lnTo>
                  <a:lnTo>
                    <a:pt x="123481" y="279849"/>
                  </a:lnTo>
                  <a:lnTo>
                    <a:pt x="127033" y="275829"/>
                  </a:lnTo>
                  <a:lnTo>
                    <a:pt x="130454" y="271697"/>
                  </a:lnTo>
                  <a:lnTo>
                    <a:pt x="133741" y="267458"/>
                  </a:lnTo>
                  <a:lnTo>
                    <a:pt x="136890" y="263115"/>
                  </a:lnTo>
                  <a:lnTo>
                    <a:pt x="139898" y="258673"/>
                  </a:lnTo>
                  <a:lnTo>
                    <a:pt x="142762" y="254138"/>
                  </a:lnTo>
                  <a:lnTo>
                    <a:pt x="145479" y="249512"/>
                  </a:lnTo>
                  <a:lnTo>
                    <a:pt x="148046" y="244802"/>
                  </a:lnTo>
                  <a:lnTo>
                    <a:pt x="150460" y="240012"/>
                  </a:lnTo>
                  <a:lnTo>
                    <a:pt x="152720" y="235147"/>
                  </a:lnTo>
                  <a:lnTo>
                    <a:pt x="154823" y="230212"/>
                  </a:lnTo>
                  <a:lnTo>
                    <a:pt x="156766" y="225212"/>
                  </a:lnTo>
                  <a:lnTo>
                    <a:pt x="158547" y="220153"/>
                  </a:lnTo>
                  <a:lnTo>
                    <a:pt x="160166" y="215039"/>
                  </a:lnTo>
                  <a:lnTo>
                    <a:pt x="161619" y="209875"/>
                  </a:lnTo>
                  <a:lnTo>
                    <a:pt x="162906" y="204667"/>
                  </a:lnTo>
                  <a:lnTo>
                    <a:pt x="164026" y="199421"/>
                  </a:lnTo>
                  <a:lnTo>
                    <a:pt x="164976" y="194142"/>
                  </a:lnTo>
                  <a:lnTo>
                    <a:pt x="165757" y="188835"/>
                  </a:lnTo>
                  <a:lnTo>
                    <a:pt x="166367" y="183505"/>
                  </a:lnTo>
                  <a:lnTo>
                    <a:pt x="166805" y="178159"/>
                  </a:lnTo>
                  <a:lnTo>
                    <a:pt x="167072" y="172802"/>
                  </a:lnTo>
                  <a:lnTo>
                    <a:pt x="167167" y="167438"/>
                  </a:lnTo>
                  <a:lnTo>
                    <a:pt x="167089" y="162075"/>
                  </a:lnTo>
                  <a:lnTo>
                    <a:pt x="166840" y="156716"/>
                  </a:lnTo>
                  <a:lnTo>
                    <a:pt x="166419" y="151369"/>
                  </a:lnTo>
                  <a:lnTo>
                    <a:pt x="165826" y="146037"/>
                  </a:lnTo>
                  <a:lnTo>
                    <a:pt x="165063" y="140728"/>
                  </a:lnTo>
                  <a:lnTo>
                    <a:pt x="164130" y="135445"/>
                  </a:lnTo>
                  <a:lnTo>
                    <a:pt x="163027" y="130195"/>
                  </a:lnTo>
                  <a:lnTo>
                    <a:pt x="161757" y="124984"/>
                  </a:lnTo>
                  <a:lnTo>
                    <a:pt x="160320" y="119816"/>
                  </a:lnTo>
                  <a:lnTo>
                    <a:pt x="158719" y="114696"/>
                  </a:lnTo>
                  <a:lnTo>
                    <a:pt x="156953" y="109631"/>
                  </a:lnTo>
                  <a:lnTo>
                    <a:pt x="155027" y="104624"/>
                  </a:lnTo>
                  <a:lnTo>
                    <a:pt x="152940" y="99683"/>
                  </a:lnTo>
                  <a:lnTo>
                    <a:pt x="150696" y="94810"/>
                  </a:lnTo>
                  <a:lnTo>
                    <a:pt x="148297" y="90013"/>
                  </a:lnTo>
                  <a:lnTo>
                    <a:pt x="145745" y="85294"/>
                  </a:lnTo>
                  <a:lnTo>
                    <a:pt x="143043" y="80660"/>
                  </a:lnTo>
                  <a:lnTo>
                    <a:pt x="140194" y="76115"/>
                  </a:lnTo>
                  <a:lnTo>
                    <a:pt x="137201" y="71664"/>
                  </a:lnTo>
                  <a:lnTo>
                    <a:pt x="134066" y="67311"/>
                  </a:lnTo>
                  <a:lnTo>
                    <a:pt x="130793" y="63061"/>
                  </a:lnTo>
                  <a:lnTo>
                    <a:pt x="127385" y="58918"/>
                  </a:lnTo>
                  <a:lnTo>
                    <a:pt x="123847" y="54887"/>
                  </a:lnTo>
                  <a:lnTo>
                    <a:pt x="120180" y="50971"/>
                  </a:lnTo>
                  <a:lnTo>
                    <a:pt x="116390" y="47175"/>
                  </a:lnTo>
                  <a:lnTo>
                    <a:pt x="112481" y="43502"/>
                  </a:lnTo>
                  <a:lnTo>
                    <a:pt x="108455" y="39957"/>
                  </a:lnTo>
                  <a:lnTo>
                    <a:pt x="104318" y="36543"/>
                  </a:lnTo>
                  <a:lnTo>
                    <a:pt x="100073" y="33263"/>
                  </a:lnTo>
                  <a:lnTo>
                    <a:pt x="95725" y="30121"/>
                  </a:lnTo>
                  <a:lnTo>
                    <a:pt x="91279" y="27120"/>
                  </a:lnTo>
                  <a:lnTo>
                    <a:pt x="86738" y="24264"/>
                  </a:lnTo>
                  <a:lnTo>
                    <a:pt x="82109" y="21554"/>
                  </a:lnTo>
                  <a:lnTo>
                    <a:pt x="77394" y="18995"/>
                  </a:lnTo>
                  <a:lnTo>
                    <a:pt x="72601" y="16588"/>
                  </a:lnTo>
                  <a:lnTo>
                    <a:pt x="67732" y="14336"/>
                  </a:lnTo>
                  <a:lnTo>
                    <a:pt x="62794" y="12242"/>
                  </a:lnTo>
                  <a:lnTo>
                    <a:pt x="57790" y="10307"/>
                  </a:lnTo>
                  <a:lnTo>
                    <a:pt x="52728" y="8533"/>
                  </a:lnTo>
                  <a:lnTo>
                    <a:pt x="47611" y="6923"/>
                  </a:lnTo>
                  <a:lnTo>
                    <a:pt x="42445" y="5478"/>
                  </a:lnTo>
                  <a:lnTo>
                    <a:pt x="37236" y="4199"/>
                  </a:lnTo>
                  <a:lnTo>
                    <a:pt x="31988" y="3089"/>
                  </a:lnTo>
                  <a:lnTo>
                    <a:pt x="26707" y="2147"/>
                  </a:lnTo>
                  <a:lnTo>
                    <a:pt x="21398" y="1375"/>
                  </a:lnTo>
                  <a:lnTo>
                    <a:pt x="16068" y="774"/>
                  </a:lnTo>
                  <a:lnTo>
                    <a:pt x="10721" y="344"/>
                  </a:lnTo>
                  <a:lnTo>
                    <a:pt x="536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23350" y="5269756"/>
              <a:ext cx="121908" cy="167167"/>
            </a:xfrm>
            <a:custGeom>
              <a:avLst/>
              <a:pathLst>
                <a:path w="121908" h="167167">
                  <a:moveTo>
                    <a:pt x="121908" y="0"/>
                  </a:moveTo>
                  <a:lnTo>
                    <a:pt x="116444" y="89"/>
                  </a:lnTo>
                  <a:lnTo>
                    <a:pt x="110986" y="357"/>
                  </a:lnTo>
                  <a:lnTo>
                    <a:pt x="105540" y="803"/>
                  </a:lnTo>
                  <a:lnTo>
                    <a:pt x="100112" y="1427"/>
                  </a:lnTo>
                  <a:lnTo>
                    <a:pt x="94706" y="2227"/>
                  </a:lnTo>
                  <a:lnTo>
                    <a:pt x="89330" y="3205"/>
                  </a:lnTo>
                  <a:lnTo>
                    <a:pt x="83988" y="4357"/>
                  </a:lnTo>
                  <a:lnTo>
                    <a:pt x="78687" y="5683"/>
                  </a:lnTo>
                  <a:lnTo>
                    <a:pt x="73433" y="7182"/>
                  </a:lnTo>
                  <a:lnTo>
                    <a:pt x="68230" y="8852"/>
                  </a:lnTo>
                  <a:lnTo>
                    <a:pt x="63084" y="10691"/>
                  </a:lnTo>
                  <a:lnTo>
                    <a:pt x="58001" y="12697"/>
                  </a:lnTo>
                  <a:lnTo>
                    <a:pt x="52987" y="14868"/>
                  </a:lnTo>
                  <a:lnTo>
                    <a:pt x="48046" y="17202"/>
                  </a:lnTo>
                  <a:lnTo>
                    <a:pt x="43184" y="19697"/>
                  </a:lnTo>
                  <a:lnTo>
                    <a:pt x="38406" y="22348"/>
                  </a:lnTo>
                  <a:lnTo>
                    <a:pt x="33718" y="25155"/>
                  </a:lnTo>
                  <a:lnTo>
                    <a:pt x="29123" y="28113"/>
                  </a:lnTo>
                  <a:lnTo>
                    <a:pt x="24628" y="31220"/>
                  </a:lnTo>
                  <a:lnTo>
                    <a:pt x="20237" y="34472"/>
                  </a:lnTo>
                  <a:lnTo>
                    <a:pt x="15954" y="37866"/>
                  </a:lnTo>
                  <a:lnTo>
                    <a:pt x="11785" y="41398"/>
                  </a:lnTo>
                  <a:lnTo>
                    <a:pt x="7733" y="45064"/>
                  </a:lnTo>
                  <a:lnTo>
                    <a:pt x="3803" y="48861"/>
                  </a:lnTo>
                  <a:lnTo>
                    <a:pt x="0" y="52785"/>
                  </a:lnTo>
                  <a:lnTo>
                    <a:pt x="12190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23350" y="5322541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23350" y="5322541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23350" y="5322541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23350" y="5322541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394811" y="5322541"/>
              <a:ext cx="150447" cy="114382"/>
            </a:xfrm>
            <a:custGeom>
              <a:avLst/>
              <a:pathLst>
                <a:path w="150447" h="114382">
                  <a:moveTo>
                    <a:pt x="28538" y="0"/>
                  </a:moveTo>
                  <a:lnTo>
                    <a:pt x="24302" y="4690"/>
                  </a:lnTo>
                  <a:lnTo>
                    <a:pt x="20245" y="9536"/>
                  </a:lnTo>
                  <a:lnTo>
                    <a:pt x="16375" y="14533"/>
                  </a:lnTo>
                  <a:lnTo>
                    <a:pt x="12696" y="19673"/>
                  </a:lnTo>
                  <a:lnTo>
                    <a:pt x="9215" y="24948"/>
                  </a:lnTo>
                  <a:lnTo>
                    <a:pt x="5935" y="30350"/>
                  </a:lnTo>
                  <a:lnTo>
                    <a:pt x="2862" y="35873"/>
                  </a:lnTo>
                  <a:lnTo>
                    <a:pt x="0" y="41508"/>
                  </a:lnTo>
                  <a:lnTo>
                    <a:pt x="150447" y="1143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78095" y="5269756"/>
              <a:ext cx="334315" cy="334332"/>
            </a:xfrm>
            <a:custGeom>
              <a:avLst/>
              <a:pathLst>
                <a:path w="334315" h="334332">
                  <a:moveTo>
                    <a:pt x="16715" y="94293"/>
                  </a:moveTo>
                  <a:lnTo>
                    <a:pt x="14482" y="99095"/>
                  </a:lnTo>
                  <a:lnTo>
                    <a:pt x="12403" y="103965"/>
                  </a:lnTo>
                  <a:lnTo>
                    <a:pt x="10479" y="108898"/>
                  </a:lnTo>
                  <a:lnTo>
                    <a:pt x="8712" y="113890"/>
                  </a:lnTo>
                  <a:lnTo>
                    <a:pt x="7104" y="118935"/>
                  </a:lnTo>
                  <a:lnTo>
                    <a:pt x="5657" y="124029"/>
                  </a:lnTo>
                  <a:lnTo>
                    <a:pt x="4371" y="129166"/>
                  </a:lnTo>
                  <a:lnTo>
                    <a:pt x="3249" y="134341"/>
                  </a:lnTo>
                  <a:lnTo>
                    <a:pt x="2292" y="139549"/>
                  </a:lnTo>
                  <a:lnTo>
                    <a:pt x="1500" y="144784"/>
                  </a:lnTo>
                  <a:lnTo>
                    <a:pt x="874" y="150043"/>
                  </a:lnTo>
                  <a:lnTo>
                    <a:pt x="415" y="155318"/>
                  </a:lnTo>
                  <a:lnTo>
                    <a:pt x="124" y="160605"/>
                  </a:lnTo>
                  <a:lnTo>
                    <a:pt x="0" y="165899"/>
                  </a:lnTo>
                  <a:lnTo>
                    <a:pt x="43" y="171194"/>
                  </a:lnTo>
                  <a:lnTo>
                    <a:pt x="255" y="176485"/>
                  </a:lnTo>
                  <a:lnTo>
                    <a:pt x="633" y="181767"/>
                  </a:lnTo>
                  <a:lnTo>
                    <a:pt x="1179" y="187034"/>
                  </a:lnTo>
                  <a:lnTo>
                    <a:pt x="1892" y="192281"/>
                  </a:lnTo>
                  <a:lnTo>
                    <a:pt x="2770" y="197503"/>
                  </a:lnTo>
                  <a:lnTo>
                    <a:pt x="3814" y="202694"/>
                  </a:lnTo>
                  <a:lnTo>
                    <a:pt x="5021" y="207850"/>
                  </a:lnTo>
                  <a:lnTo>
                    <a:pt x="6391" y="212965"/>
                  </a:lnTo>
                  <a:lnTo>
                    <a:pt x="7922" y="218034"/>
                  </a:lnTo>
                  <a:lnTo>
                    <a:pt x="9613" y="223052"/>
                  </a:lnTo>
                  <a:lnTo>
                    <a:pt x="11462" y="228014"/>
                  </a:lnTo>
                  <a:lnTo>
                    <a:pt x="13467" y="232915"/>
                  </a:lnTo>
                  <a:lnTo>
                    <a:pt x="15627" y="237750"/>
                  </a:lnTo>
                  <a:lnTo>
                    <a:pt x="17938" y="242514"/>
                  </a:lnTo>
                  <a:lnTo>
                    <a:pt x="20399" y="247202"/>
                  </a:lnTo>
                  <a:lnTo>
                    <a:pt x="23008" y="251810"/>
                  </a:lnTo>
                  <a:lnTo>
                    <a:pt x="25761" y="256334"/>
                  </a:lnTo>
                  <a:lnTo>
                    <a:pt x="28656" y="260767"/>
                  </a:lnTo>
                  <a:lnTo>
                    <a:pt x="31690" y="265107"/>
                  </a:lnTo>
                  <a:lnTo>
                    <a:pt x="34860" y="269349"/>
                  </a:lnTo>
                  <a:lnTo>
                    <a:pt x="38163" y="273488"/>
                  </a:lnTo>
                  <a:lnTo>
                    <a:pt x="41595" y="277520"/>
                  </a:lnTo>
                  <a:lnTo>
                    <a:pt x="45153" y="281442"/>
                  </a:lnTo>
                  <a:lnTo>
                    <a:pt x="48834" y="285249"/>
                  </a:lnTo>
                  <a:lnTo>
                    <a:pt x="52633" y="288937"/>
                  </a:lnTo>
                  <a:lnTo>
                    <a:pt x="56547" y="292504"/>
                  </a:lnTo>
                  <a:lnTo>
                    <a:pt x="60573" y="295944"/>
                  </a:lnTo>
                  <a:lnTo>
                    <a:pt x="64705" y="299256"/>
                  </a:lnTo>
                  <a:lnTo>
                    <a:pt x="68940" y="302434"/>
                  </a:lnTo>
                  <a:lnTo>
                    <a:pt x="73273" y="305478"/>
                  </a:lnTo>
                  <a:lnTo>
                    <a:pt x="77701" y="308382"/>
                  </a:lnTo>
                  <a:lnTo>
                    <a:pt x="82218" y="311144"/>
                  </a:lnTo>
                  <a:lnTo>
                    <a:pt x="86821" y="313763"/>
                  </a:lnTo>
                  <a:lnTo>
                    <a:pt x="91504" y="316234"/>
                  </a:lnTo>
                  <a:lnTo>
                    <a:pt x="96264" y="318555"/>
                  </a:lnTo>
                  <a:lnTo>
                    <a:pt x="101094" y="320725"/>
                  </a:lnTo>
                  <a:lnTo>
                    <a:pt x="105991" y="322740"/>
                  </a:lnTo>
                  <a:lnTo>
                    <a:pt x="110949" y="324600"/>
                  </a:lnTo>
                  <a:lnTo>
                    <a:pt x="115963" y="326301"/>
                  </a:lnTo>
                  <a:lnTo>
                    <a:pt x="121029" y="327843"/>
                  </a:lnTo>
                  <a:lnTo>
                    <a:pt x="126141" y="329223"/>
                  </a:lnTo>
                  <a:lnTo>
                    <a:pt x="131295" y="330441"/>
                  </a:lnTo>
                  <a:lnTo>
                    <a:pt x="136484" y="331495"/>
                  </a:lnTo>
                  <a:lnTo>
                    <a:pt x="141704" y="332384"/>
                  </a:lnTo>
                  <a:lnTo>
                    <a:pt x="146950" y="333108"/>
                  </a:lnTo>
                  <a:lnTo>
                    <a:pt x="152215" y="333665"/>
                  </a:lnTo>
                  <a:lnTo>
                    <a:pt x="157496" y="334055"/>
                  </a:lnTo>
                  <a:lnTo>
                    <a:pt x="162787" y="334277"/>
                  </a:lnTo>
                  <a:lnTo>
                    <a:pt x="168082" y="334332"/>
                  </a:lnTo>
                  <a:lnTo>
                    <a:pt x="173376" y="334219"/>
                  </a:lnTo>
                  <a:lnTo>
                    <a:pt x="178664" y="333938"/>
                  </a:lnTo>
                  <a:lnTo>
                    <a:pt x="183940" y="333490"/>
                  </a:lnTo>
                  <a:lnTo>
                    <a:pt x="189199" y="332875"/>
                  </a:lnTo>
                  <a:lnTo>
                    <a:pt x="194437" y="332094"/>
                  </a:lnTo>
                  <a:lnTo>
                    <a:pt x="199647" y="331148"/>
                  </a:lnTo>
                  <a:lnTo>
                    <a:pt x="204824" y="330037"/>
                  </a:lnTo>
                  <a:lnTo>
                    <a:pt x="209964" y="328762"/>
                  </a:lnTo>
                  <a:lnTo>
                    <a:pt x="215060" y="327325"/>
                  </a:lnTo>
                  <a:lnTo>
                    <a:pt x="220109" y="325728"/>
                  </a:lnTo>
                  <a:lnTo>
                    <a:pt x="225104" y="323971"/>
                  </a:lnTo>
                  <a:lnTo>
                    <a:pt x="230042" y="322058"/>
                  </a:lnTo>
                  <a:lnTo>
                    <a:pt x="234916" y="319988"/>
                  </a:lnTo>
                  <a:lnTo>
                    <a:pt x="239722" y="317766"/>
                  </a:lnTo>
                  <a:lnTo>
                    <a:pt x="244456" y="315392"/>
                  </a:lnTo>
                  <a:lnTo>
                    <a:pt x="249111" y="312870"/>
                  </a:lnTo>
                  <a:lnTo>
                    <a:pt x="253685" y="310201"/>
                  </a:lnTo>
                  <a:lnTo>
                    <a:pt x="258172" y="307389"/>
                  </a:lnTo>
                  <a:lnTo>
                    <a:pt x="262567" y="304436"/>
                  </a:lnTo>
                  <a:lnTo>
                    <a:pt x="266867" y="301345"/>
                  </a:lnTo>
                  <a:lnTo>
                    <a:pt x="271067" y="298120"/>
                  </a:lnTo>
                  <a:lnTo>
                    <a:pt x="275162" y="294764"/>
                  </a:lnTo>
                  <a:lnTo>
                    <a:pt x="279149" y="291279"/>
                  </a:lnTo>
                  <a:lnTo>
                    <a:pt x="283024" y="287670"/>
                  </a:lnTo>
                  <a:lnTo>
                    <a:pt x="286783" y="283940"/>
                  </a:lnTo>
                  <a:lnTo>
                    <a:pt x="290421" y="280092"/>
                  </a:lnTo>
                  <a:lnTo>
                    <a:pt x="293936" y="276132"/>
                  </a:lnTo>
                  <a:lnTo>
                    <a:pt x="297323" y="272062"/>
                  </a:lnTo>
                  <a:lnTo>
                    <a:pt x="300580" y="267887"/>
                  </a:lnTo>
                  <a:lnTo>
                    <a:pt x="303704" y="263611"/>
                  </a:lnTo>
                  <a:lnTo>
                    <a:pt x="306690" y="259238"/>
                  </a:lnTo>
                  <a:lnTo>
                    <a:pt x="309536" y="254772"/>
                  </a:lnTo>
                  <a:lnTo>
                    <a:pt x="312239" y="250219"/>
                  </a:lnTo>
                  <a:lnTo>
                    <a:pt x="314797" y="245582"/>
                  </a:lnTo>
                  <a:lnTo>
                    <a:pt x="317206" y="240867"/>
                  </a:lnTo>
                  <a:lnTo>
                    <a:pt x="319465" y="236078"/>
                  </a:lnTo>
                  <a:lnTo>
                    <a:pt x="321571" y="231220"/>
                  </a:lnTo>
                  <a:lnTo>
                    <a:pt x="323523" y="226297"/>
                  </a:lnTo>
                  <a:lnTo>
                    <a:pt x="325317" y="221315"/>
                  </a:lnTo>
                  <a:lnTo>
                    <a:pt x="326953" y="216279"/>
                  </a:lnTo>
                  <a:lnTo>
                    <a:pt x="328428" y="211193"/>
                  </a:lnTo>
                  <a:lnTo>
                    <a:pt x="329741" y="206063"/>
                  </a:lnTo>
                  <a:lnTo>
                    <a:pt x="330892" y="200895"/>
                  </a:lnTo>
                  <a:lnTo>
                    <a:pt x="331878" y="195692"/>
                  </a:lnTo>
                  <a:lnTo>
                    <a:pt x="332699" y="190461"/>
                  </a:lnTo>
                  <a:lnTo>
                    <a:pt x="333353" y="185206"/>
                  </a:lnTo>
                  <a:lnTo>
                    <a:pt x="333841" y="179933"/>
                  </a:lnTo>
                  <a:lnTo>
                    <a:pt x="334162" y="174648"/>
                  </a:lnTo>
                  <a:lnTo>
                    <a:pt x="334315" y="169355"/>
                  </a:lnTo>
                  <a:lnTo>
                    <a:pt x="334301" y="164059"/>
                  </a:lnTo>
                  <a:lnTo>
                    <a:pt x="334118" y="158767"/>
                  </a:lnTo>
                  <a:lnTo>
                    <a:pt x="333769" y="153484"/>
                  </a:lnTo>
                  <a:lnTo>
                    <a:pt x="333252" y="148214"/>
                  </a:lnTo>
                  <a:lnTo>
                    <a:pt x="332568" y="142963"/>
                  </a:lnTo>
                  <a:lnTo>
                    <a:pt x="331718" y="137736"/>
                  </a:lnTo>
                  <a:lnTo>
                    <a:pt x="330704" y="132539"/>
                  </a:lnTo>
                  <a:lnTo>
                    <a:pt x="329525" y="127377"/>
                  </a:lnTo>
                  <a:lnTo>
                    <a:pt x="328183" y="122254"/>
                  </a:lnTo>
                  <a:lnTo>
                    <a:pt x="326680" y="117177"/>
                  </a:lnTo>
                  <a:lnTo>
                    <a:pt x="325017" y="112150"/>
                  </a:lnTo>
                  <a:lnTo>
                    <a:pt x="323195" y="107178"/>
                  </a:lnTo>
                  <a:lnTo>
                    <a:pt x="321217" y="102266"/>
                  </a:lnTo>
                  <a:lnTo>
                    <a:pt x="319084" y="97419"/>
                  </a:lnTo>
                  <a:lnTo>
                    <a:pt x="316798" y="92642"/>
                  </a:lnTo>
                  <a:lnTo>
                    <a:pt x="314363" y="87940"/>
                  </a:lnTo>
                  <a:lnTo>
                    <a:pt x="311780" y="83318"/>
                  </a:lnTo>
                  <a:lnTo>
                    <a:pt x="309052" y="78780"/>
                  </a:lnTo>
                  <a:lnTo>
                    <a:pt x="306181" y="74330"/>
                  </a:lnTo>
                  <a:lnTo>
                    <a:pt x="303171" y="69973"/>
                  </a:lnTo>
                  <a:lnTo>
                    <a:pt x="300024" y="65714"/>
                  </a:lnTo>
                  <a:lnTo>
                    <a:pt x="296744" y="61557"/>
                  </a:lnTo>
                  <a:lnTo>
                    <a:pt x="293334" y="57506"/>
                  </a:lnTo>
                  <a:lnTo>
                    <a:pt x="289798" y="53565"/>
                  </a:lnTo>
                  <a:lnTo>
                    <a:pt x="286138" y="49738"/>
                  </a:lnTo>
                  <a:lnTo>
                    <a:pt x="282359" y="46028"/>
                  </a:lnTo>
                  <a:lnTo>
                    <a:pt x="278465" y="42441"/>
                  </a:lnTo>
                  <a:lnTo>
                    <a:pt x="274459" y="38978"/>
                  </a:lnTo>
                  <a:lnTo>
                    <a:pt x="270345" y="35644"/>
                  </a:lnTo>
                  <a:lnTo>
                    <a:pt x="266127" y="32442"/>
                  </a:lnTo>
                  <a:lnTo>
                    <a:pt x="261811" y="29375"/>
                  </a:lnTo>
                  <a:lnTo>
                    <a:pt x="257399" y="26446"/>
                  </a:lnTo>
                  <a:lnTo>
                    <a:pt x="252897" y="23659"/>
                  </a:lnTo>
                  <a:lnTo>
                    <a:pt x="248308" y="21016"/>
                  </a:lnTo>
                  <a:lnTo>
                    <a:pt x="243639" y="18519"/>
                  </a:lnTo>
                  <a:lnTo>
                    <a:pt x="238892" y="16171"/>
                  </a:lnTo>
                  <a:lnTo>
                    <a:pt x="234074" y="13975"/>
                  </a:lnTo>
                  <a:lnTo>
                    <a:pt x="229188" y="11933"/>
                  </a:lnTo>
                  <a:lnTo>
                    <a:pt x="224241" y="10046"/>
                  </a:lnTo>
                  <a:lnTo>
                    <a:pt x="219236" y="8317"/>
                  </a:lnTo>
                  <a:lnTo>
                    <a:pt x="214178" y="6747"/>
                  </a:lnTo>
                  <a:lnTo>
                    <a:pt x="209074" y="5339"/>
                  </a:lnTo>
                  <a:lnTo>
                    <a:pt x="203927" y="4093"/>
                  </a:lnTo>
                  <a:lnTo>
                    <a:pt x="198744" y="3010"/>
                  </a:lnTo>
                  <a:lnTo>
                    <a:pt x="193529" y="2092"/>
                  </a:lnTo>
                  <a:lnTo>
                    <a:pt x="188287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82" y="5018213"/>
              <a:ext cx="167156" cy="170715"/>
            </a:xfrm>
            <a:custGeom>
              <a:avLst/>
              <a:pathLst>
                <a:path w="167156" h="170715">
                  <a:moveTo>
                    <a:pt x="167156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8" y="793"/>
                  </a:lnTo>
                  <a:lnTo>
                    <a:pt x="145492" y="1409"/>
                  </a:lnTo>
                  <a:lnTo>
                    <a:pt x="140119" y="2200"/>
                  </a:lnTo>
                  <a:lnTo>
                    <a:pt x="134774" y="3166"/>
                  </a:lnTo>
                  <a:lnTo>
                    <a:pt x="129464" y="4304"/>
                  </a:lnTo>
                  <a:lnTo>
                    <a:pt x="124193" y="5615"/>
                  </a:lnTo>
                  <a:lnTo>
                    <a:pt x="118968" y="7096"/>
                  </a:lnTo>
                  <a:lnTo>
                    <a:pt x="113794" y="8745"/>
                  </a:lnTo>
                  <a:lnTo>
                    <a:pt x="108676" y="10562"/>
                  </a:lnTo>
                  <a:lnTo>
                    <a:pt x="103619" y="12545"/>
                  </a:lnTo>
                  <a:lnTo>
                    <a:pt x="98630" y="14690"/>
                  </a:lnTo>
                  <a:lnTo>
                    <a:pt x="93713" y="16997"/>
                  </a:lnTo>
                  <a:lnTo>
                    <a:pt x="88874" y="19462"/>
                  </a:lnTo>
                  <a:lnTo>
                    <a:pt x="84117" y="22083"/>
                  </a:lnTo>
                  <a:lnTo>
                    <a:pt x="79448" y="24857"/>
                  </a:lnTo>
                  <a:lnTo>
                    <a:pt x="74871" y="27781"/>
                  </a:lnTo>
                  <a:lnTo>
                    <a:pt x="70392" y="30853"/>
                  </a:lnTo>
                  <a:lnTo>
                    <a:pt x="66015" y="34068"/>
                  </a:lnTo>
                  <a:lnTo>
                    <a:pt x="61744" y="37424"/>
                  </a:lnTo>
                  <a:lnTo>
                    <a:pt x="57585" y="40916"/>
                  </a:lnTo>
                  <a:lnTo>
                    <a:pt x="53542" y="44542"/>
                  </a:lnTo>
                  <a:lnTo>
                    <a:pt x="49619" y="48298"/>
                  </a:lnTo>
                  <a:lnTo>
                    <a:pt x="45819" y="52179"/>
                  </a:lnTo>
                  <a:lnTo>
                    <a:pt x="42148" y="56181"/>
                  </a:lnTo>
                  <a:lnTo>
                    <a:pt x="38609" y="60300"/>
                  </a:lnTo>
                  <a:lnTo>
                    <a:pt x="35205" y="64533"/>
                  </a:lnTo>
                  <a:lnTo>
                    <a:pt x="31941" y="68873"/>
                  </a:lnTo>
                  <a:lnTo>
                    <a:pt x="28819" y="73318"/>
                  </a:lnTo>
                  <a:lnTo>
                    <a:pt x="25843" y="77861"/>
                  </a:lnTo>
                  <a:lnTo>
                    <a:pt x="23017" y="82499"/>
                  </a:lnTo>
                  <a:lnTo>
                    <a:pt x="20342" y="87226"/>
                  </a:lnTo>
                  <a:lnTo>
                    <a:pt x="17823" y="92037"/>
                  </a:lnTo>
                  <a:lnTo>
                    <a:pt x="15461" y="96928"/>
                  </a:lnTo>
                  <a:lnTo>
                    <a:pt x="13260" y="101892"/>
                  </a:lnTo>
                  <a:lnTo>
                    <a:pt x="11220" y="106926"/>
                  </a:lnTo>
                  <a:lnTo>
                    <a:pt x="9346" y="112023"/>
                  </a:lnTo>
                  <a:lnTo>
                    <a:pt x="7638" y="117179"/>
                  </a:lnTo>
                  <a:lnTo>
                    <a:pt x="6098" y="122387"/>
                  </a:lnTo>
                  <a:lnTo>
                    <a:pt x="4729" y="127643"/>
                  </a:lnTo>
                  <a:lnTo>
                    <a:pt x="3530" y="132940"/>
                  </a:lnTo>
                  <a:lnTo>
                    <a:pt x="2505" y="138273"/>
                  </a:lnTo>
                  <a:lnTo>
                    <a:pt x="1653" y="143637"/>
                  </a:lnTo>
                  <a:lnTo>
                    <a:pt x="976" y="149026"/>
                  </a:lnTo>
                  <a:lnTo>
                    <a:pt x="475" y="154434"/>
                  </a:lnTo>
                  <a:lnTo>
                    <a:pt x="149" y="159855"/>
                  </a:lnTo>
                  <a:lnTo>
                    <a:pt x="0" y="165284"/>
                  </a:lnTo>
                  <a:lnTo>
                    <a:pt x="27" y="17071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909" y="5185380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3909" y="5185380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3909" y="5185380"/>
              <a:ext cx="167129" cy="3548"/>
            </a:xfrm>
            <a:custGeom>
              <a:avLst/>
              <a:pathLst>
                <a:path w="167129" h="3548">
                  <a:moveTo>
                    <a:pt x="0" y="3548"/>
                  </a:moveTo>
                  <a:lnTo>
                    <a:pt x="1671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3909" y="5185380"/>
              <a:ext cx="167129" cy="63972"/>
            </a:xfrm>
            <a:custGeom>
              <a:avLst/>
              <a:pathLst>
                <a:path w="167129" h="63972">
                  <a:moveTo>
                    <a:pt x="0" y="3548"/>
                  </a:moveTo>
                  <a:lnTo>
                    <a:pt x="247" y="9752"/>
                  </a:lnTo>
                  <a:lnTo>
                    <a:pt x="724" y="15943"/>
                  </a:lnTo>
                  <a:lnTo>
                    <a:pt x="1431" y="22112"/>
                  </a:lnTo>
                  <a:lnTo>
                    <a:pt x="2366" y="28251"/>
                  </a:lnTo>
                  <a:lnTo>
                    <a:pt x="3529" y="34351"/>
                  </a:lnTo>
                  <a:lnTo>
                    <a:pt x="4918" y="40403"/>
                  </a:lnTo>
                  <a:lnTo>
                    <a:pt x="6530" y="46399"/>
                  </a:lnTo>
                  <a:lnTo>
                    <a:pt x="8364" y="52332"/>
                  </a:lnTo>
                  <a:lnTo>
                    <a:pt x="10417" y="58192"/>
                  </a:lnTo>
                  <a:lnTo>
                    <a:pt x="12687" y="63972"/>
                  </a:lnTo>
                  <a:lnTo>
                    <a:pt x="1671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66596" y="5018213"/>
              <a:ext cx="321592" cy="334334"/>
            </a:xfrm>
            <a:custGeom>
              <a:avLst/>
              <a:pathLst>
                <a:path w="321592" h="334334">
                  <a:moveTo>
                    <a:pt x="0" y="231139"/>
                  </a:moveTo>
                  <a:lnTo>
                    <a:pt x="2109" y="236012"/>
                  </a:lnTo>
                  <a:lnTo>
                    <a:pt x="4372" y="240814"/>
                  </a:lnTo>
                  <a:lnTo>
                    <a:pt x="6787" y="245543"/>
                  </a:lnTo>
                  <a:lnTo>
                    <a:pt x="9350" y="250193"/>
                  </a:lnTo>
                  <a:lnTo>
                    <a:pt x="12060" y="254758"/>
                  </a:lnTo>
                  <a:lnTo>
                    <a:pt x="14913" y="259236"/>
                  </a:lnTo>
                  <a:lnTo>
                    <a:pt x="17908" y="263621"/>
                  </a:lnTo>
                  <a:lnTo>
                    <a:pt x="21040" y="267908"/>
                  </a:lnTo>
                  <a:lnTo>
                    <a:pt x="24306" y="272093"/>
                  </a:lnTo>
                  <a:lnTo>
                    <a:pt x="27704" y="276173"/>
                  </a:lnTo>
                  <a:lnTo>
                    <a:pt x="31230" y="280143"/>
                  </a:lnTo>
                  <a:lnTo>
                    <a:pt x="34879" y="283999"/>
                  </a:lnTo>
                  <a:lnTo>
                    <a:pt x="38650" y="287737"/>
                  </a:lnTo>
                  <a:lnTo>
                    <a:pt x="42537" y="291353"/>
                  </a:lnTo>
                  <a:lnTo>
                    <a:pt x="46538" y="294845"/>
                  </a:lnTo>
                  <a:lnTo>
                    <a:pt x="50647" y="298207"/>
                  </a:lnTo>
                  <a:lnTo>
                    <a:pt x="54861" y="301437"/>
                  </a:lnTo>
                  <a:lnTo>
                    <a:pt x="59175" y="304532"/>
                  </a:lnTo>
                  <a:lnTo>
                    <a:pt x="63585" y="307488"/>
                  </a:lnTo>
                  <a:lnTo>
                    <a:pt x="68087" y="310302"/>
                  </a:lnTo>
                  <a:lnTo>
                    <a:pt x="72676" y="312973"/>
                  </a:lnTo>
                  <a:lnTo>
                    <a:pt x="77348" y="315496"/>
                  </a:lnTo>
                  <a:lnTo>
                    <a:pt x="82097" y="317869"/>
                  </a:lnTo>
                  <a:lnTo>
                    <a:pt x="86920" y="320091"/>
                  </a:lnTo>
                  <a:lnTo>
                    <a:pt x="91810" y="322158"/>
                  </a:lnTo>
                  <a:lnTo>
                    <a:pt x="96764" y="324069"/>
                  </a:lnTo>
                  <a:lnTo>
                    <a:pt x="101776" y="325821"/>
                  </a:lnTo>
                  <a:lnTo>
                    <a:pt x="106841" y="327414"/>
                  </a:lnTo>
                  <a:lnTo>
                    <a:pt x="111954" y="328845"/>
                  </a:lnTo>
                  <a:lnTo>
                    <a:pt x="117109" y="330112"/>
                  </a:lnTo>
                  <a:lnTo>
                    <a:pt x="122303" y="331216"/>
                  </a:lnTo>
                  <a:lnTo>
                    <a:pt x="127529" y="332154"/>
                  </a:lnTo>
                  <a:lnTo>
                    <a:pt x="132782" y="332925"/>
                  </a:lnTo>
                  <a:lnTo>
                    <a:pt x="138057" y="333529"/>
                  </a:lnTo>
                  <a:lnTo>
                    <a:pt x="143348" y="333966"/>
                  </a:lnTo>
                  <a:lnTo>
                    <a:pt x="148651" y="334234"/>
                  </a:lnTo>
                  <a:lnTo>
                    <a:pt x="153959" y="334334"/>
                  </a:lnTo>
                  <a:lnTo>
                    <a:pt x="159268" y="334265"/>
                  </a:lnTo>
                  <a:lnTo>
                    <a:pt x="164572" y="334027"/>
                  </a:lnTo>
                  <a:lnTo>
                    <a:pt x="169866" y="333621"/>
                  </a:lnTo>
                  <a:lnTo>
                    <a:pt x="175145" y="333047"/>
                  </a:lnTo>
                  <a:lnTo>
                    <a:pt x="180402" y="332306"/>
                  </a:lnTo>
                  <a:lnTo>
                    <a:pt x="185633" y="331399"/>
                  </a:lnTo>
                  <a:lnTo>
                    <a:pt x="190833" y="330325"/>
                  </a:lnTo>
                  <a:lnTo>
                    <a:pt x="195996" y="329087"/>
                  </a:lnTo>
                  <a:lnTo>
                    <a:pt x="201117" y="327686"/>
                  </a:lnTo>
                  <a:lnTo>
                    <a:pt x="206191" y="326123"/>
                  </a:lnTo>
                  <a:lnTo>
                    <a:pt x="211213" y="324399"/>
                  </a:lnTo>
                  <a:lnTo>
                    <a:pt x="216178" y="322517"/>
                  </a:lnTo>
                  <a:lnTo>
                    <a:pt x="221080" y="320478"/>
                  </a:lnTo>
                  <a:lnTo>
                    <a:pt x="225915" y="318285"/>
                  </a:lnTo>
                  <a:lnTo>
                    <a:pt x="230678" y="315939"/>
                  </a:lnTo>
                  <a:lnTo>
                    <a:pt x="235364" y="313442"/>
                  </a:lnTo>
                  <a:lnTo>
                    <a:pt x="239969" y="310799"/>
                  </a:lnTo>
                  <a:lnTo>
                    <a:pt x="244487" y="308010"/>
                  </a:lnTo>
                  <a:lnTo>
                    <a:pt x="248914" y="305080"/>
                  </a:lnTo>
                  <a:lnTo>
                    <a:pt x="253247" y="302010"/>
                  </a:lnTo>
                  <a:lnTo>
                    <a:pt x="257479" y="298804"/>
                  </a:lnTo>
                  <a:lnTo>
                    <a:pt x="261607" y="295466"/>
                  </a:lnTo>
                  <a:lnTo>
                    <a:pt x="265628" y="291998"/>
                  </a:lnTo>
                  <a:lnTo>
                    <a:pt x="269536" y="288404"/>
                  </a:lnTo>
                  <a:lnTo>
                    <a:pt x="273328" y="284688"/>
                  </a:lnTo>
                  <a:lnTo>
                    <a:pt x="277000" y="280853"/>
                  </a:lnTo>
                  <a:lnTo>
                    <a:pt x="280549" y="276903"/>
                  </a:lnTo>
                  <a:lnTo>
                    <a:pt x="283970" y="272843"/>
                  </a:lnTo>
                  <a:lnTo>
                    <a:pt x="287261" y="268677"/>
                  </a:lnTo>
                  <a:lnTo>
                    <a:pt x="290417" y="264407"/>
                  </a:lnTo>
                  <a:lnTo>
                    <a:pt x="293437" y="260040"/>
                  </a:lnTo>
                  <a:lnTo>
                    <a:pt x="296316" y="255579"/>
                  </a:lnTo>
                  <a:lnTo>
                    <a:pt x="299052" y="251029"/>
                  </a:lnTo>
                  <a:lnTo>
                    <a:pt x="301642" y="246394"/>
                  </a:lnTo>
                  <a:lnTo>
                    <a:pt x="304084" y="241680"/>
                  </a:lnTo>
                  <a:lnTo>
                    <a:pt x="306375" y="236890"/>
                  </a:lnTo>
                  <a:lnTo>
                    <a:pt x="308513" y="232030"/>
                  </a:lnTo>
                  <a:lnTo>
                    <a:pt x="310495" y="227104"/>
                  </a:lnTo>
                  <a:lnTo>
                    <a:pt x="312320" y="222118"/>
                  </a:lnTo>
                  <a:lnTo>
                    <a:pt x="313985" y="217077"/>
                  </a:lnTo>
                  <a:lnTo>
                    <a:pt x="315490" y="211985"/>
                  </a:lnTo>
                  <a:lnTo>
                    <a:pt x="316832" y="206848"/>
                  </a:lnTo>
                  <a:lnTo>
                    <a:pt x="318010" y="201671"/>
                  </a:lnTo>
                  <a:lnTo>
                    <a:pt x="319023" y="196459"/>
                  </a:lnTo>
                  <a:lnTo>
                    <a:pt x="319870" y="191218"/>
                  </a:lnTo>
                  <a:lnTo>
                    <a:pt x="320551" y="185952"/>
                  </a:lnTo>
                  <a:lnTo>
                    <a:pt x="321063" y="180668"/>
                  </a:lnTo>
                  <a:lnTo>
                    <a:pt x="321408" y="175369"/>
                  </a:lnTo>
                  <a:lnTo>
                    <a:pt x="321584" y="170063"/>
                  </a:lnTo>
                  <a:lnTo>
                    <a:pt x="321592" y="164754"/>
                  </a:lnTo>
                  <a:lnTo>
                    <a:pt x="321431" y="159447"/>
                  </a:lnTo>
                  <a:lnTo>
                    <a:pt x="321102" y="154147"/>
                  </a:lnTo>
                  <a:lnTo>
                    <a:pt x="320604" y="148861"/>
                  </a:lnTo>
                  <a:lnTo>
                    <a:pt x="319939" y="143594"/>
                  </a:lnTo>
                  <a:lnTo>
                    <a:pt x="319107" y="138350"/>
                  </a:lnTo>
                  <a:lnTo>
                    <a:pt x="318109" y="133135"/>
                  </a:lnTo>
                  <a:lnTo>
                    <a:pt x="316945" y="127955"/>
                  </a:lnTo>
                  <a:lnTo>
                    <a:pt x="315618" y="122814"/>
                  </a:lnTo>
                  <a:lnTo>
                    <a:pt x="314128" y="117718"/>
                  </a:lnTo>
                  <a:lnTo>
                    <a:pt x="312478" y="112672"/>
                  </a:lnTo>
                  <a:lnTo>
                    <a:pt x="310667" y="107680"/>
                  </a:lnTo>
                  <a:lnTo>
                    <a:pt x="308699" y="102749"/>
                  </a:lnTo>
                  <a:lnTo>
                    <a:pt x="306576" y="97883"/>
                  </a:lnTo>
                  <a:lnTo>
                    <a:pt x="304299" y="93086"/>
                  </a:lnTo>
                  <a:lnTo>
                    <a:pt x="301871" y="88365"/>
                  </a:lnTo>
                  <a:lnTo>
                    <a:pt x="299294" y="83723"/>
                  </a:lnTo>
                  <a:lnTo>
                    <a:pt x="296571" y="79165"/>
                  </a:lnTo>
                  <a:lnTo>
                    <a:pt x="293704" y="74695"/>
                  </a:lnTo>
                  <a:lnTo>
                    <a:pt x="290697" y="70319"/>
                  </a:lnTo>
                  <a:lnTo>
                    <a:pt x="287553" y="66041"/>
                  </a:lnTo>
                  <a:lnTo>
                    <a:pt x="284275" y="61865"/>
                  </a:lnTo>
                  <a:lnTo>
                    <a:pt x="280865" y="57795"/>
                  </a:lnTo>
                  <a:lnTo>
                    <a:pt x="277328" y="53835"/>
                  </a:lnTo>
                  <a:lnTo>
                    <a:pt x="273667" y="49990"/>
                  </a:lnTo>
                  <a:lnTo>
                    <a:pt x="269885" y="46263"/>
                  </a:lnTo>
                  <a:lnTo>
                    <a:pt x="265988" y="42658"/>
                  </a:lnTo>
                  <a:lnTo>
                    <a:pt x="261977" y="39178"/>
                  </a:lnTo>
                  <a:lnTo>
                    <a:pt x="257859" y="35828"/>
                  </a:lnTo>
                  <a:lnTo>
                    <a:pt x="253635" y="32610"/>
                  </a:lnTo>
                  <a:lnTo>
                    <a:pt x="249312" y="29528"/>
                  </a:lnTo>
                  <a:lnTo>
                    <a:pt x="244893" y="26584"/>
                  </a:lnTo>
                  <a:lnTo>
                    <a:pt x="240383" y="23783"/>
                  </a:lnTo>
                  <a:lnTo>
                    <a:pt x="235787" y="21126"/>
                  </a:lnTo>
                  <a:lnTo>
                    <a:pt x="231108" y="18616"/>
                  </a:lnTo>
                  <a:lnTo>
                    <a:pt x="226351" y="16256"/>
                  </a:lnTo>
                  <a:lnTo>
                    <a:pt x="221523" y="14049"/>
                  </a:lnTo>
                  <a:lnTo>
                    <a:pt x="216626" y="11996"/>
                  </a:lnTo>
                  <a:lnTo>
                    <a:pt x="211667" y="10099"/>
                  </a:lnTo>
                  <a:lnTo>
                    <a:pt x="206650" y="8361"/>
                  </a:lnTo>
                  <a:lnTo>
                    <a:pt x="201581" y="6783"/>
                  </a:lnTo>
                  <a:lnTo>
                    <a:pt x="196464" y="5367"/>
                  </a:lnTo>
                  <a:lnTo>
                    <a:pt x="191304" y="4114"/>
                  </a:lnTo>
                  <a:lnTo>
                    <a:pt x="186107" y="3026"/>
                  </a:lnTo>
                  <a:lnTo>
                    <a:pt x="180879" y="2103"/>
                  </a:lnTo>
                  <a:lnTo>
                    <a:pt x="175624" y="1347"/>
                  </a:lnTo>
                  <a:lnTo>
                    <a:pt x="170347" y="758"/>
                  </a:lnTo>
                  <a:lnTo>
                    <a:pt x="165054" y="337"/>
                  </a:lnTo>
                  <a:lnTo>
                    <a:pt x="159751" y="84"/>
                  </a:lnTo>
                  <a:lnTo>
                    <a:pt x="154442" y="0"/>
                  </a:lnTo>
                  <a:lnTo>
                    <a:pt x="1544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56069" y="4659281"/>
              <a:ext cx="167165" cy="330947"/>
            </a:xfrm>
            <a:custGeom>
              <a:avLst/>
              <a:pathLst>
                <a:path w="167165" h="330947">
                  <a:moveTo>
                    <a:pt x="167165" y="0"/>
                  </a:moveTo>
                  <a:lnTo>
                    <a:pt x="161824" y="85"/>
                  </a:lnTo>
                  <a:lnTo>
                    <a:pt x="156488" y="341"/>
                  </a:lnTo>
                  <a:lnTo>
                    <a:pt x="151163" y="767"/>
                  </a:lnTo>
                  <a:lnTo>
                    <a:pt x="145855" y="1363"/>
                  </a:lnTo>
                  <a:lnTo>
                    <a:pt x="140569" y="2129"/>
                  </a:lnTo>
                  <a:lnTo>
                    <a:pt x="135309" y="3063"/>
                  </a:lnTo>
                  <a:lnTo>
                    <a:pt x="130082" y="4164"/>
                  </a:lnTo>
                  <a:lnTo>
                    <a:pt x="124893" y="5432"/>
                  </a:lnTo>
                  <a:lnTo>
                    <a:pt x="119747" y="6866"/>
                  </a:lnTo>
                  <a:lnTo>
                    <a:pt x="114650" y="8462"/>
                  </a:lnTo>
                  <a:lnTo>
                    <a:pt x="109606" y="10221"/>
                  </a:lnTo>
                  <a:lnTo>
                    <a:pt x="104621" y="12141"/>
                  </a:lnTo>
                  <a:lnTo>
                    <a:pt x="99700" y="14218"/>
                  </a:lnTo>
                  <a:lnTo>
                    <a:pt x="94847" y="16452"/>
                  </a:lnTo>
                  <a:lnTo>
                    <a:pt x="90069" y="18839"/>
                  </a:lnTo>
                  <a:lnTo>
                    <a:pt x="85369" y="21378"/>
                  </a:lnTo>
                  <a:lnTo>
                    <a:pt x="80753" y="24066"/>
                  </a:lnTo>
                  <a:lnTo>
                    <a:pt x="76225" y="26900"/>
                  </a:lnTo>
                  <a:lnTo>
                    <a:pt x="71790" y="29877"/>
                  </a:lnTo>
                  <a:lnTo>
                    <a:pt x="67452" y="32995"/>
                  </a:lnTo>
                  <a:lnTo>
                    <a:pt x="63216" y="36249"/>
                  </a:lnTo>
                  <a:lnTo>
                    <a:pt x="59086" y="39637"/>
                  </a:lnTo>
                  <a:lnTo>
                    <a:pt x="55067" y="43155"/>
                  </a:lnTo>
                  <a:lnTo>
                    <a:pt x="51162" y="46800"/>
                  </a:lnTo>
                  <a:lnTo>
                    <a:pt x="47375" y="50568"/>
                  </a:lnTo>
                  <a:lnTo>
                    <a:pt x="43711" y="54455"/>
                  </a:lnTo>
                  <a:lnTo>
                    <a:pt x="40173" y="58457"/>
                  </a:lnTo>
                  <a:lnTo>
                    <a:pt x="36764" y="62570"/>
                  </a:lnTo>
                  <a:lnTo>
                    <a:pt x="33489" y="66789"/>
                  </a:lnTo>
                  <a:lnTo>
                    <a:pt x="30350" y="71112"/>
                  </a:lnTo>
                  <a:lnTo>
                    <a:pt x="27351" y="75532"/>
                  </a:lnTo>
                  <a:lnTo>
                    <a:pt x="24494" y="80046"/>
                  </a:lnTo>
                  <a:lnTo>
                    <a:pt x="21784" y="84649"/>
                  </a:lnTo>
                  <a:lnTo>
                    <a:pt x="19221" y="89336"/>
                  </a:lnTo>
                  <a:lnTo>
                    <a:pt x="16810" y="94102"/>
                  </a:lnTo>
                  <a:lnTo>
                    <a:pt x="14552" y="98944"/>
                  </a:lnTo>
                  <a:lnTo>
                    <a:pt x="12451" y="103855"/>
                  </a:lnTo>
                  <a:lnTo>
                    <a:pt x="10507" y="108830"/>
                  </a:lnTo>
                  <a:lnTo>
                    <a:pt x="8723" y="113865"/>
                  </a:lnTo>
                  <a:lnTo>
                    <a:pt x="7101" y="118955"/>
                  </a:lnTo>
                  <a:lnTo>
                    <a:pt x="5642" y="124093"/>
                  </a:lnTo>
                  <a:lnTo>
                    <a:pt x="4348" y="129276"/>
                  </a:lnTo>
                  <a:lnTo>
                    <a:pt x="3221" y="134497"/>
                  </a:lnTo>
                  <a:lnTo>
                    <a:pt x="2261" y="139752"/>
                  </a:lnTo>
                  <a:lnTo>
                    <a:pt x="1469" y="145035"/>
                  </a:lnTo>
                  <a:lnTo>
                    <a:pt x="846" y="150340"/>
                  </a:lnTo>
                  <a:lnTo>
                    <a:pt x="394" y="155663"/>
                  </a:lnTo>
                  <a:lnTo>
                    <a:pt x="111" y="160997"/>
                  </a:lnTo>
                  <a:lnTo>
                    <a:pt x="0" y="166338"/>
                  </a:lnTo>
                  <a:lnTo>
                    <a:pt x="58" y="171679"/>
                  </a:lnTo>
                  <a:lnTo>
                    <a:pt x="288" y="177016"/>
                  </a:lnTo>
                  <a:lnTo>
                    <a:pt x="688" y="182343"/>
                  </a:lnTo>
                  <a:lnTo>
                    <a:pt x="1258" y="187654"/>
                  </a:lnTo>
                  <a:lnTo>
                    <a:pt x="1997" y="192944"/>
                  </a:lnTo>
                  <a:lnTo>
                    <a:pt x="2905" y="198208"/>
                  </a:lnTo>
                  <a:lnTo>
                    <a:pt x="3980" y="203441"/>
                  </a:lnTo>
                  <a:lnTo>
                    <a:pt x="5223" y="208636"/>
                  </a:lnTo>
                  <a:lnTo>
                    <a:pt x="6630" y="213789"/>
                  </a:lnTo>
                  <a:lnTo>
                    <a:pt x="8202" y="218894"/>
                  </a:lnTo>
                  <a:lnTo>
                    <a:pt x="9936" y="223947"/>
                  </a:lnTo>
                  <a:lnTo>
                    <a:pt x="11830" y="228941"/>
                  </a:lnTo>
                  <a:lnTo>
                    <a:pt x="13883" y="233873"/>
                  </a:lnTo>
                  <a:lnTo>
                    <a:pt x="16093" y="238736"/>
                  </a:lnTo>
                  <a:lnTo>
                    <a:pt x="18456" y="243526"/>
                  </a:lnTo>
                  <a:lnTo>
                    <a:pt x="20972" y="248239"/>
                  </a:lnTo>
                  <a:lnTo>
                    <a:pt x="23637" y="252868"/>
                  </a:lnTo>
                  <a:lnTo>
                    <a:pt x="26448" y="257410"/>
                  </a:lnTo>
                  <a:lnTo>
                    <a:pt x="29404" y="261860"/>
                  </a:lnTo>
                  <a:lnTo>
                    <a:pt x="32499" y="266213"/>
                  </a:lnTo>
                  <a:lnTo>
                    <a:pt x="35733" y="270465"/>
                  </a:lnTo>
                  <a:lnTo>
                    <a:pt x="39100" y="274612"/>
                  </a:lnTo>
                  <a:lnTo>
                    <a:pt x="42599" y="278649"/>
                  </a:lnTo>
                  <a:lnTo>
                    <a:pt x="46224" y="282572"/>
                  </a:lnTo>
                  <a:lnTo>
                    <a:pt x="49973" y="286377"/>
                  </a:lnTo>
                  <a:lnTo>
                    <a:pt x="53842" y="290060"/>
                  </a:lnTo>
                  <a:lnTo>
                    <a:pt x="57826" y="293618"/>
                  </a:lnTo>
                  <a:lnTo>
                    <a:pt x="61922" y="297047"/>
                  </a:lnTo>
                  <a:lnTo>
                    <a:pt x="66126" y="300344"/>
                  </a:lnTo>
                  <a:lnTo>
                    <a:pt x="70432" y="303504"/>
                  </a:lnTo>
                  <a:lnTo>
                    <a:pt x="74838" y="306525"/>
                  </a:lnTo>
                  <a:lnTo>
                    <a:pt x="79337" y="309404"/>
                  </a:lnTo>
                  <a:lnTo>
                    <a:pt x="83927" y="312137"/>
                  </a:lnTo>
                  <a:lnTo>
                    <a:pt x="88601" y="314723"/>
                  </a:lnTo>
                  <a:lnTo>
                    <a:pt x="93355" y="317157"/>
                  </a:lnTo>
                  <a:lnTo>
                    <a:pt x="98185" y="319439"/>
                  </a:lnTo>
                  <a:lnTo>
                    <a:pt x="103086" y="321565"/>
                  </a:lnTo>
                  <a:lnTo>
                    <a:pt x="108052" y="323534"/>
                  </a:lnTo>
                  <a:lnTo>
                    <a:pt x="113078" y="325343"/>
                  </a:lnTo>
                  <a:lnTo>
                    <a:pt x="118159" y="326990"/>
                  </a:lnTo>
                  <a:lnTo>
                    <a:pt x="123291" y="328474"/>
                  </a:lnTo>
                  <a:lnTo>
                    <a:pt x="128467" y="329794"/>
                  </a:lnTo>
                  <a:lnTo>
                    <a:pt x="133683" y="33094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89752" y="4826449"/>
              <a:ext cx="33482" cy="163779"/>
            </a:xfrm>
            <a:custGeom>
              <a:avLst/>
              <a:pathLst>
                <a:path w="33482" h="163779">
                  <a:moveTo>
                    <a:pt x="0" y="163779"/>
                  </a:moveTo>
                  <a:lnTo>
                    <a:pt x="334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89752" y="4826449"/>
              <a:ext cx="33482" cy="163779"/>
            </a:xfrm>
            <a:custGeom>
              <a:avLst/>
              <a:pathLst>
                <a:path w="33482" h="163779">
                  <a:moveTo>
                    <a:pt x="0" y="163779"/>
                  </a:moveTo>
                  <a:lnTo>
                    <a:pt x="334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89752" y="4826449"/>
              <a:ext cx="123384" cy="167167"/>
            </a:xfrm>
            <a:custGeom>
              <a:avLst/>
              <a:pathLst>
                <a:path w="123384" h="167167">
                  <a:moveTo>
                    <a:pt x="0" y="163779"/>
                  </a:moveTo>
                  <a:lnTo>
                    <a:pt x="5497" y="164808"/>
                  </a:lnTo>
                  <a:lnTo>
                    <a:pt x="11025" y="165652"/>
                  </a:lnTo>
                  <a:lnTo>
                    <a:pt x="16578" y="166310"/>
                  </a:lnTo>
                  <a:lnTo>
                    <a:pt x="22151" y="166782"/>
                  </a:lnTo>
                  <a:lnTo>
                    <a:pt x="27736" y="167068"/>
                  </a:lnTo>
                  <a:lnTo>
                    <a:pt x="33328" y="167167"/>
                  </a:lnTo>
                  <a:lnTo>
                    <a:pt x="38919" y="167078"/>
                  </a:lnTo>
                  <a:lnTo>
                    <a:pt x="44505" y="166803"/>
                  </a:lnTo>
                  <a:lnTo>
                    <a:pt x="50078" y="166341"/>
                  </a:lnTo>
                  <a:lnTo>
                    <a:pt x="55633" y="165693"/>
                  </a:lnTo>
                  <a:lnTo>
                    <a:pt x="61163" y="164859"/>
                  </a:lnTo>
                  <a:lnTo>
                    <a:pt x="66662" y="163841"/>
                  </a:lnTo>
                  <a:lnTo>
                    <a:pt x="72124" y="162639"/>
                  </a:lnTo>
                  <a:lnTo>
                    <a:pt x="77542" y="161256"/>
                  </a:lnTo>
                  <a:lnTo>
                    <a:pt x="82912" y="159692"/>
                  </a:lnTo>
                  <a:lnTo>
                    <a:pt x="88225" y="157949"/>
                  </a:lnTo>
                  <a:lnTo>
                    <a:pt x="93478" y="156030"/>
                  </a:lnTo>
                  <a:lnTo>
                    <a:pt x="98664" y="153935"/>
                  </a:lnTo>
                  <a:lnTo>
                    <a:pt x="103776" y="151669"/>
                  </a:lnTo>
                  <a:lnTo>
                    <a:pt x="108810" y="149233"/>
                  </a:lnTo>
                  <a:lnTo>
                    <a:pt x="113760" y="146630"/>
                  </a:lnTo>
                  <a:lnTo>
                    <a:pt x="118619" y="143862"/>
                  </a:lnTo>
                  <a:lnTo>
                    <a:pt x="123384" y="140934"/>
                  </a:lnTo>
                  <a:lnTo>
                    <a:pt x="3348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659281"/>
              <a:ext cx="167164" cy="308102"/>
            </a:xfrm>
            <a:custGeom>
              <a:avLst/>
              <a:pathLst>
                <a:path w="167164" h="308102">
                  <a:moveTo>
                    <a:pt x="89902" y="308102"/>
                  </a:moveTo>
                  <a:lnTo>
                    <a:pt x="94388" y="305137"/>
                  </a:lnTo>
                  <a:lnTo>
                    <a:pt x="98778" y="302029"/>
                  </a:lnTo>
                  <a:lnTo>
                    <a:pt x="103065" y="298782"/>
                  </a:lnTo>
                  <a:lnTo>
                    <a:pt x="107245" y="295399"/>
                  </a:lnTo>
                  <a:lnTo>
                    <a:pt x="111314" y="291883"/>
                  </a:lnTo>
                  <a:lnTo>
                    <a:pt x="115268" y="288237"/>
                  </a:lnTo>
                  <a:lnTo>
                    <a:pt x="119103" y="284467"/>
                  </a:lnTo>
                  <a:lnTo>
                    <a:pt x="122815" y="280575"/>
                  </a:lnTo>
                  <a:lnTo>
                    <a:pt x="126399" y="276566"/>
                  </a:lnTo>
                  <a:lnTo>
                    <a:pt x="129853" y="272443"/>
                  </a:lnTo>
                  <a:lnTo>
                    <a:pt x="133172" y="268212"/>
                  </a:lnTo>
                  <a:lnTo>
                    <a:pt x="136353" y="263876"/>
                  </a:lnTo>
                  <a:lnTo>
                    <a:pt x="139393" y="259440"/>
                  </a:lnTo>
                  <a:lnTo>
                    <a:pt x="142289" y="254908"/>
                  </a:lnTo>
                  <a:lnTo>
                    <a:pt x="145038" y="250286"/>
                  </a:lnTo>
                  <a:lnTo>
                    <a:pt x="147637" y="245578"/>
                  </a:lnTo>
                  <a:lnTo>
                    <a:pt x="150082" y="240788"/>
                  </a:lnTo>
                  <a:lnTo>
                    <a:pt x="152373" y="235922"/>
                  </a:lnTo>
                  <a:lnTo>
                    <a:pt x="154506" y="230985"/>
                  </a:lnTo>
                  <a:lnTo>
                    <a:pt x="156479" y="225982"/>
                  </a:lnTo>
                  <a:lnTo>
                    <a:pt x="158289" y="220919"/>
                  </a:lnTo>
                  <a:lnTo>
                    <a:pt x="159937" y="215799"/>
                  </a:lnTo>
                  <a:lnTo>
                    <a:pt x="161418" y="210629"/>
                  </a:lnTo>
                  <a:lnTo>
                    <a:pt x="162733" y="205415"/>
                  </a:lnTo>
                  <a:lnTo>
                    <a:pt x="163879" y="200160"/>
                  </a:lnTo>
                  <a:lnTo>
                    <a:pt x="164855" y="194872"/>
                  </a:lnTo>
                  <a:lnTo>
                    <a:pt x="165661" y="189555"/>
                  </a:lnTo>
                  <a:lnTo>
                    <a:pt x="166295" y="184214"/>
                  </a:lnTo>
                  <a:lnTo>
                    <a:pt x="166758" y="178856"/>
                  </a:lnTo>
                  <a:lnTo>
                    <a:pt x="167047" y="173486"/>
                  </a:lnTo>
                  <a:lnTo>
                    <a:pt x="167164" y="168109"/>
                  </a:lnTo>
                  <a:lnTo>
                    <a:pt x="167108" y="162732"/>
                  </a:lnTo>
                  <a:lnTo>
                    <a:pt x="166879" y="157359"/>
                  </a:lnTo>
                  <a:lnTo>
                    <a:pt x="166477" y="151996"/>
                  </a:lnTo>
                  <a:lnTo>
                    <a:pt x="165903" y="146649"/>
                  </a:lnTo>
                  <a:lnTo>
                    <a:pt x="165157" y="141323"/>
                  </a:lnTo>
                  <a:lnTo>
                    <a:pt x="164240" y="136024"/>
                  </a:lnTo>
                  <a:lnTo>
                    <a:pt x="163154" y="130757"/>
                  </a:lnTo>
                  <a:lnTo>
                    <a:pt x="161898" y="125528"/>
                  </a:lnTo>
                  <a:lnTo>
                    <a:pt x="160475" y="120341"/>
                  </a:lnTo>
                  <a:lnTo>
                    <a:pt x="158886" y="115204"/>
                  </a:lnTo>
                  <a:lnTo>
                    <a:pt x="157132" y="110120"/>
                  </a:lnTo>
                  <a:lnTo>
                    <a:pt x="155215" y="105095"/>
                  </a:lnTo>
                  <a:lnTo>
                    <a:pt x="153139" y="100134"/>
                  </a:lnTo>
                  <a:lnTo>
                    <a:pt x="150903" y="95243"/>
                  </a:lnTo>
                  <a:lnTo>
                    <a:pt x="148511" y="90426"/>
                  </a:lnTo>
                  <a:lnTo>
                    <a:pt x="145966" y="85689"/>
                  </a:lnTo>
                  <a:lnTo>
                    <a:pt x="143270" y="81036"/>
                  </a:lnTo>
                  <a:lnTo>
                    <a:pt x="140425" y="76472"/>
                  </a:lnTo>
                  <a:lnTo>
                    <a:pt x="137435" y="72002"/>
                  </a:lnTo>
                  <a:lnTo>
                    <a:pt x="134303" y="67630"/>
                  </a:lnTo>
                  <a:lnTo>
                    <a:pt x="131031" y="63361"/>
                  </a:lnTo>
                  <a:lnTo>
                    <a:pt x="127625" y="59200"/>
                  </a:lnTo>
                  <a:lnTo>
                    <a:pt x="124086" y="55151"/>
                  </a:lnTo>
                  <a:lnTo>
                    <a:pt x="120418" y="51217"/>
                  </a:lnTo>
                  <a:lnTo>
                    <a:pt x="116626" y="47404"/>
                  </a:lnTo>
                  <a:lnTo>
                    <a:pt x="112713" y="43714"/>
                  </a:lnTo>
                  <a:lnTo>
                    <a:pt x="108684" y="40153"/>
                  </a:lnTo>
                  <a:lnTo>
                    <a:pt x="104542" y="36722"/>
                  </a:lnTo>
                  <a:lnTo>
                    <a:pt x="100292" y="33427"/>
                  </a:lnTo>
                  <a:lnTo>
                    <a:pt x="95938" y="30270"/>
                  </a:lnTo>
                  <a:lnTo>
                    <a:pt x="91485" y="27255"/>
                  </a:lnTo>
                  <a:lnTo>
                    <a:pt x="86937" y="24385"/>
                  </a:lnTo>
                  <a:lnTo>
                    <a:pt x="82300" y="21662"/>
                  </a:lnTo>
                  <a:lnTo>
                    <a:pt x="77577" y="19090"/>
                  </a:lnTo>
                  <a:lnTo>
                    <a:pt x="72773" y="16671"/>
                  </a:lnTo>
                  <a:lnTo>
                    <a:pt x="67895" y="14408"/>
                  </a:lnTo>
                  <a:lnTo>
                    <a:pt x="62946" y="12303"/>
                  </a:lnTo>
                  <a:lnTo>
                    <a:pt x="57932" y="10359"/>
                  </a:lnTo>
                  <a:lnTo>
                    <a:pt x="52858" y="8576"/>
                  </a:lnTo>
                  <a:lnTo>
                    <a:pt x="47729" y="6958"/>
                  </a:lnTo>
                  <a:lnTo>
                    <a:pt x="42551" y="5506"/>
                  </a:lnTo>
                  <a:lnTo>
                    <a:pt x="37329" y="4221"/>
                  </a:lnTo>
                  <a:lnTo>
                    <a:pt x="32068" y="3104"/>
                  </a:lnTo>
                  <a:lnTo>
                    <a:pt x="26774" y="2158"/>
                  </a:lnTo>
                  <a:lnTo>
                    <a:pt x="21453" y="1382"/>
                  </a:lnTo>
                  <a:lnTo>
                    <a:pt x="16109" y="778"/>
                  </a:lnTo>
                  <a:lnTo>
                    <a:pt x="10748" y="345"/>
                  </a:lnTo>
                  <a:lnTo>
                    <a:pt x="537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61318" y="4213821"/>
              <a:ext cx="244779" cy="334331"/>
            </a:xfrm>
            <a:custGeom>
              <a:avLst/>
              <a:pathLst>
                <a:path w="244779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1" y="1350"/>
                  </a:lnTo>
                  <a:lnTo>
                    <a:pt x="140690" y="2107"/>
                  </a:lnTo>
                  <a:lnTo>
                    <a:pt x="135457" y="3032"/>
                  </a:lnTo>
                  <a:lnTo>
                    <a:pt x="130255" y="4122"/>
                  </a:lnTo>
                  <a:lnTo>
                    <a:pt x="125091" y="5378"/>
                  </a:lnTo>
                  <a:lnTo>
                    <a:pt x="119969" y="6797"/>
                  </a:lnTo>
                  <a:lnTo>
                    <a:pt x="114895" y="8378"/>
                  </a:lnTo>
                  <a:lnTo>
                    <a:pt x="109874" y="10119"/>
                  </a:lnTo>
                  <a:lnTo>
                    <a:pt x="104910" y="12019"/>
                  </a:lnTo>
                  <a:lnTo>
                    <a:pt x="100010" y="14076"/>
                  </a:lnTo>
                  <a:lnTo>
                    <a:pt x="95177" y="16288"/>
                  </a:lnTo>
                  <a:lnTo>
                    <a:pt x="90417" y="18652"/>
                  </a:lnTo>
                  <a:lnTo>
                    <a:pt x="85735" y="21167"/>
                  </a:lnTo>
                  <a:lnTo>
                    <a:pt x="81135" y="23829"/>
                  </a:lnTo>
                  <a:lnTo>
                    <a:pt x="76622" y="26636"/>
                  </a:lnTo>
                  <a:lnTo>
                    <a:pt x="72200" y="29584"/>
                  </a:lnTo>
                  <a:lnTo>
                    <a:pt x="67875" y="32672"/>
                  </a:lnTo>
                  <a:lnTo>
                    <a:pt x="63650" y="35896"/>
                  </a:lnTo>
                  <a:lnTo>
                    <a:pt x="59529" y="39253"/>
                  </a:lnTo>
                  <a:lnTo>
                    <a:pt x="55517" y="42739"/>
                  </a:lnTo>
                  <a:lnTo>
                    <a:pt x="51618" y="46350"/>
                  </a:lnTo>
                  <a:lnTo>
                    <a:pt x="47836" y="50084"/>
                  </a:lnTo>
                  <a:lnTo>
                    <a:pt x="44175" y="53936"/>
                  </a:lnTo>
                  <a:lnTo>
                    <a:pt x="40637" y="57903"/>
                  </a:lnTo>
                  <a:lnTo>
                    <a:pt x="37228" y="61980"/>
                  </a:lnTo>
                  <a:lnTo>
                    <a:pt x="33950" y="66163"/>
                  </a:lnTo>
                  <a:lnTo>
                    <a:pt x="30806" y="70448"/>
                  </a:lnTo>
                  <a:lnTo>
                    <a:pt x="27801" y="74831"/>
                  </a:lnTo>
                  <a:lnTo>
                    <a:pt x="24936" y="79308"/>
                  </a:lnTo>
                  <a:lnTo>
                    <a:pt x="22215" y="83873"/>
                  </a:lnTo>
                  <a:lnTo>
                    <a:pt x="19640" y="88523"/>
                  </a:lnTo>
                  <a:lnTo>
                    <a:pt x="17215" y="93252"/>
                  </a:lnTo>
                  <a:lnTo>
                    <a:pt x="14941" y="98055"/>
                  </a:lnTo>
                  <a:lnTo>
                    <a:pt x="12821" y="102929"/>
                  </a:lnTo>
                  <a:lnTo>
                    <a:pt x="10857" y="107867"/>
                  </a:lnTo>
                  <a:lnTo>
                    <a:pt x="9051" y="112866"/>
                  </a:lnTo>
                  <a:lnTo>
                    <a:pt x="7405" y="117919"/>
                  </a:lnTo>
                  <a:lnTo>
                    <a:pt x="5920" y="123022"/>
                  </a:lnTo>
                  <a:lnTo>
                    <a:pt x="4598" y="128170"/>
                  </a:lnTo>
                  <a:lnTo>
                    <a:pt x="3440" y="133357"/>
                  </a:lnTo>
                  <a:lnTo>
                    <a:pt x="2448" y="138578"/>
                  </a:lnTo>
                  <a:lnTo>
                    <a:pt x="1623" y="143828"/>
                  </a:lnTo>
                  <a:lnTo>
                    <a:pt x="965" y="149102"/>
                  </a:lnTo>
                  <a:lnTo>
                    <a:pt x="474" y="154394"/>
                  </a:lnTo>
                  <a:lnTo>
                    <a:pt x="152" y="159699"/>
                  </a:lnTo>
                  <a:lnTo>
                    <a:pt x="0" y="165011"/>
                  </a:lnTo>
                  <a:lnTo>
                    <a:pt x="15" y="170326"/>
                  </a:lnTo>
                  <a:lnTo>
                    <a:pt x="200" y="175638"/>
                  </a:lnTo>
                  <a:lnTo>
                    <a:pt x="554" y="180940"/>
                  </a:lnTo>
                  <a:lnTo>
                    <a:pt x="1076" y="186229"/>
                  </a:lnTo>
                  <a:lnTo>
                    <a:pt x="1766" y="191499"/>
                  </a:lnTo>
                  <a:lnTo>
                    <a:pt x="2623" y="196744"/>
                  </a:lnTo>
                  <a:lnTo>
                    <a:pt x="3646" y="201960"/>
                  </a:lnTo>
                  <a:lnTo>
                    <a:pt x="4835" y="207140"/>
                  </a:lnTo>
                  <a:lnTo>
                    <a:pt x="6188" y="212279"/>
                  </a:lnTo>
                  <a:lnTo>
                    <a:pt x="7703" y="217373"/>
                  </a:lnTo>
                  <a:lnTo>
                    <a:pt x="9380" y="222417"/>
                  </a:lnTo>
                  <a:lnTo>
                    <a:pt x="11216" y="227404"/>
                  </a:lnTo>
                  <a:lnTo>
                    <a:pt x="13209" y="232331"/>
                  </a:lnTo>
                  <a:lnTo>
                    <a:pt x="15359" y="237191"/>
                  </a:lnTo>
                  <a:lnTo>
                    <a:pt x="17661" y="241981"/>
                  </a:lnTo>
                  <a:lnTo>
                    <a:pt x="20115" y="246696"/>
                  </a:lnTo>
                  <a:lnTo>
                    <a:pt x="22718" y="251330"/>
                  </a:lnTo>
                  <a:lnTo>
                    <a:pt x="25466" y="255878"/>
                  </a:lnTo>
                  <a:lnTo>
                    <a:pt x="28358" y="260338"/>
                  </a:lnTo>
                  <a:lnTo>
                    <a:pt x="31389" y="264703"/>
                  </a:lnTo>
                  <a:lnTo>
                    <a:pt x="34559" y="268969"/>
                  </a:lnTo>
                  <a:lnTo>
                    <a:pt x="37862" y="273133"/>
                  </a:lnTo>
                  <a:lnTo>
                    <a:pt x="41296" y="277189"/>
                  </a:lnTo>
                  <a:lnTo>
                    <a:pt x="44857" y="281134"/>
                  </a:lnTo>
                  <a:lnTo>
                    <a:pt x="48541" y="284964"/>
                  </a:lnTo>
                  <a:lnTo>
                    <a:pt x="52346" y="288675"/>
                  </a:lnTo>
                  <a:lnTo>
                    <a:pt x="56266" y="292263"/>
                  </a:lnTo>
                  <a:lnTo>
                    <a:pt x="60299" y="295725"/>
                  </a:lnTo>
                  <a:lnTo>
                    <a:pt x="64440" y="299057"/>
                  </a:lnTo>
                  <a:lnTo>
                    <a:pt x="68684" y="302255"/>
                  </a:lnTo>
                  <a:lnTo>
                    <a:pt x="73028" y="305317"/>
                  </a:lnTo>
                  <a:lnTo>
                    <a:pt x="77468" y="308239"/>
                  </a:lnTo>
                  <a:lnTo>
                    <a:pt x="81997" y="311019"/>
                  </a:lnTo>
                  <a:lnTo>
                    <a:pt x="86613" y="313653"/>
                  </a:lnTo>
                  <a:lnTo>
                    <a:pt x="91311" y="316140"/>
                  </a:lnTo>
                  <a:lnTo>
                    <a:pt x="96084" y="318475"/>
                  </a:lnTo>
                  <a:lnTo>
                    <a:pt x="100930" y="320658"/>
                  </a:lnTo>
                  <a:lnTo>
                    <a:pt x="105843" y="322686"/>
                  </a:lnTo>
                  <a:lnTo>
                    <a:pt x="110818" y="324556"/>
                  </a:lnTo>
                  <a:lnTo>
                    <a:pt x="115849" y="326267"/>
                  </a:lnTo>
                  <a:lnTo>
                    <a:pt x="120933" y="327818"/>
                  </a:lnTo>
                  <a:lnTo>
                    <a:pt x="126063" y="329206"/>
                  </a:lnTo>
                  <a:lnTo>
                    <a:pt x="131235" y="330430"/>
                  </a:lnTo>
                  <a:lnTo>
                    <a:pt x="136443" y="331489"/>
                  </a:lnTo>
                  <a:lnTo>
                    <a:pt x="141682" y="332382"/>
                  </a:lnTo>
                  <a:lnTo>
                    <a:pt x="146947" y="333109"/>
                  </a:lnTo>
                  <a:lnTo>
                    <a:pt x="152232" y="333667"/>
                  </a:lnTo>
                  <a:lnTo>
                    <a:pt x="157532" y="334057"/>
                  </a:lnTo>
                  <a:lnTo>
                    <a:pt x="162842" y="334279"/>
                  </a:lnTo>
                  <a:lnTo>
                    <a:pt x="168157" y="334331"/>
                  </a:lnTo>
                  <a:lnTo>
                    <a:pt x="173470" y="334215"/>
                  </a:lnTo>
                  <a:lnTo>
                    <a:pt x="178777" y="333930"/>
                  </a:lnTo>
                  <a:lnTo>
                    <a:pt x="184073" y="333476"/>
                  </a:lnTo>
                  <a:lnTo>
                    <a:pt x="189351" y="332854"/>
                  </a:lnTo>
                  <a:lnTo>
                    <a:pt x="194606" y="332065"/>
                  </a:lnTo>
                  <a:lnTo>
                    <a:pt x="199834" y="331109"/>
                  </a:lnTo>
                  <a:lnTo>
                    <a:pt x="205029" y="329987"/>
                  </a:lnTo>
                  <a:lnTo>
                    <a:pt x="210186" y="328701"/>
                  </a:lnTo>
                  <a:lnTo>
                    <a:pt x="215299" y="327251"/>
                  </a:lnTo>
                  <a:lnTo>
                    <a:pt x="220364" y="325640"/>
                  </a:lnTo>
                  <a:lnTo>
                    <a:pt x="225375" y="323868"/>
                  </a:lnTo>
                  <a:lnTo>
                    <a:pt x="230326" y="321938"/>
                  </a:lnTo>
                  <a:lnTo>
                    <a:pt x="235214" y="319852"/>
                  </a:lnTo>
                  <a:lnTo>
                    <a:pt x="240034" y="317611"/>
                  </a:lnTo>
                  <a:lnTo>
                    <a:pt x="244779" y="31521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380988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380988"/>
              <a:ext cx="161994" cy="148051"/>
            </a:xfrm>
            <a:custGeom>
              <a:avLst/>
              <a:pathLst>
                <a:path w="161994" h="148051">
                  <a:moveTo>
                    <a:pt x="77626" y="148051"/>
                  </a:moveTo>
                  <a:lnTo>
                    <a:pt x="82546" y="145364"/>
                  </a:lnTo>
                  <a:lnTo>
                    <a:pt x="87375" y="142515"/>
                  </a:lnTo>
                  <a:lnTo>
                    <a:pt x="92104" y="139505"/>
                  </a:lnTo>
                  <a:lnTo>
                    <a:pt x="96730" y="136338"/>
                  </a:lnTo>
                  <a:lnTo>
                    <a:pt x="101248" y="133017"/>
                  </a:lnTo>
                  <a:lnTo>
                    <a:pt x="105651" y="129547"/>
                  </a:lnTo>
                  <a:lnTo>
                    <a:pt x="109936" y="125932"/>
                  </a:lnTo>
                  <a:lnTo>
                    <a:pt x="114097" y="122175"/>
                  </a:lnTo>
                  <a:lnTo>
                    <a:pt x="118129" y="118280"/>
                  </a:lnTo>
                  <a:lnTo>
                    <a:pt x="122029" y="114252"/>
                  </a:lnTo>
                  <a:lnTo>
                    <a:pt x="125792" y="110096"/>
                  </a:lnTo>
                  <a:lnTo>
                    <a:pt x="129413" y="105816"/>
                  </a:lnTo>
                  <a:lnTo>
                    <a:pt x="132888" y="101417"/>
                  </a:lnTo>
                  <a:lnTo>
                    <a:pt x="136214" y="96904"/>
                  </a:lnTo>
                  <a:lnTo>
                    <a:pt x="139387" y="92282"/>
                  </a:lnTo>
                  <a:lnTo>
                    <a:pt x="142403" y="87556"/>
                  </a:lnTo>
                  <a:lnTo>
                    <a:pt x="145259" y="82732"/>
                  </a:lnTo>
                  <a:lnTo>
                    <a:pt x="147952" y="77814"/>
                  </a:lnTo>
                  <a:lnTo>
                    <a:pt x="150478" y="72809"/>
                  </a:lnTo>
                  <a:lnTo>
                    <a:pt x="152835" y="67722"/>
                  </a:lnTo>
                  <a:lnTo>
                    <a:pt x="155020" y="62559"/>
                  </a:lnTo>
                  <a:lnTo>
                    <a:pt x="157030" y="57326"/>
                  </a:lnTo>
                  <a:lnTo>
                    <a:pt x="158864" y="52028"/>
                  </a:lnTo>
                  <a:lnTo>
                    <a:pt x="160519" y="46672"/>
                  </a:lnTo>
                  <a:lnTo>
                    <a:pt x="161994" y="41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167158" cy="208430"/>
            </a:xfrm>
            <a:custGeom>
              <a:avLst/>
              <a:pathLst>
                <a:path w="167158" h="208430">
                  <a:moveTo>
                    <a:pt x="161994" y="208430"/>
                  </a:moveTo>
                  <a:lnTo>
                    <a:pt x="163250" y="203144"/>
                  </a:lnTo>
                  <a:lnTo>
                    <a:pt x="164333" y="197820"/>
                  </a:lnTo>
                  <a:lnTo>
                    <a:pt x="165242" y="192463"/>
                  </a:lnTo>
                  <a:lnTo>
                    <a:pt x="165977" y="187080"/>
                  </a:lnTo>
                  <a:lnTo>
                    <a:pt x="166536" y="181675"/>
                  </a:lnTo>
                  <a:lnTo>
                    <a:pt x="166920" y="176255"/>
                  </a:lnTo>
                  <a:lnTo>
                    <a:pt x="167127" y="170826"/>
                  </a:lnTo>
                  <a:lnTo>
                    <a:pt x="167158" y="165393"/>
                  </a:lnTo>
                  <a:lnTo>
                    <a:pt x="167012" y="159961"/>
                  </a:lnTo>
                  <a:lnTo>
                    <a:pt x="166689" y="154538"/>
                  </a:lnTo>
                  <a:lnTo>
                    <a:pt x="166191" y="149127"/>
                  </a:lnTo>
                  <a:lnTo>
                    <a:pt x="165517" y="143736"/>
                  </a:lnTo>
                  <a:lnTo>
                    <a:pt x="164668" y="138369"/>
                  </a:lnTo>
                  <a:lnTo>
                    <a:pt x="163645" y="133033"/>
                  </a:lnTo>
                  <a:lnTo>
                    <a:pt x="162449" y="127733"/>
                  </a:lnTo>
                  <a:lnTo>
                    <a:pt x="161082" y="122474"/>
                  </a:lnTo>
                  <a:lnTo>
                    <a:pt x="159544" y="117263"/>
                  </a:lnTo>
                  <a:lnTo>
                    <a:pt x="157838" y="112105"/>
                  </a:lnTo>
                  <a:lnTo>
                    <a:pt x="155966" y="107004"/>
                  </a:lnTo>
                  <a:lnTo>
                    <a:pt x="153928" y="101967"/>
                  </a:lnTo>
                  <a:lnTo>
                    <a:pt x="151728" y="96999"/>
                  </a:lnTo>
                  <a:lnTo>
                    <a:pt x="149367" y="92106"/>
                  </a:lnTo>
                  <a:lnTo>
                    <a:pt x="146849" y="87291"/>
                  </a:lnTo>
                  <a:lnTo>
                    <a:pt x="144176" y="82561"/>
                  </a:lnTo>
                  <a:lnTo>
                    <a:pt x="141350" y="77920"/>
                  </a:lnTo>
                  <a:lnTo>
                    <a:pt x="138375" y="73374"/>
                  </a:lnTo>
                  <a:lnTo>
                    <a:pt x="135254" y="68926"/>
                  </a:lnTo>
                  <a:lnTo>
                    <a:pt x="131990" y="64583"/>
                  </a:lnTo>
                  <a:lnTo>
                    <a:pt x="128586" y="60347"/>
                  </a:lnTo>
                  <a:lnTo>
                    <a:pt x="125047" y="56225"/>
                  </a:lnTo>
                  <a:lnTo>
                    <a:pt x="121375" y="52220"/>
                  </a:lnTo>
                  <a:lnTo>
                    <a:pt x="117576" y="48336"/>
                  </a:lnTo>
                  <a:lnTo>
                    <a:pt x="113652" y="44578"/>
                  </a:lnTo>
                  <a:lnTo>
                    <a:pt x="109608" y="40949"/>
                  </a:lnTo>
                  <a:lnTo>
                    <a:pt x="105448" y="37454"/>
                  </a:lnTo>
                  <a:lnTo>
                    <a:pt x="101177" y="34095"/>
                  </a:lnTo>
                  <a:lnTo>
                    <a:pt x="96799" y="30878"/>
                  </a:lnTo>
                  <a:lnTo>
                    <a:pt x="92319" y="27804"/>
                  </a:lnTo>
                  <a:lnTo>
                    <a:pt x="87741" y="24877"/>
                  </a:lnTo>
                  <a:lnTo>
                    <a:pt x="83071" y="22101"/>
                  </a:lnTo>
                  <a:lnTo>
                    <a:pt x="78312" y="19478"/>
                  </a:lnTo>
                  <a:lnTo>
                    <a:pt x="73471" y="17011"/>
                  </a:lnTo>
                  <a:lnTo>
                    <a:pt x="68553" y="14702"/>
                  </a:lnTo>
                  <a:lnTo>
                    <a:pt x="63562" y="12555"/>
                  </a:lnTo>
                  <a:lnTo>
                    <a:pt x="58504" y="10571"/>
                  </a:lnTo>
                  <a:lnTo>
                    <a:pt x="53384" y="8753"/>
                  </a:lnTo>
                  <a:lnTo>
                    <a:pt x="48207" y="7101"/>
                  </a:lnTo>
                  <a:lnTo>
                    <a:pt x="42980" y="5619"/>
                  </a:lnTo>
                  <a:lnTo>
                    <a:pt x="37707" y="4308"/>
                  </a:lnTo>
                  <a:lnTo>
                    <a:pt x="32395" y="3168"/>
                  </a:lnTo>
                  <a:lnTo>
                    <a:pt x="27048" y="2202"/>
                  </a:lnTo>
                  <a:lnTo>
                    <a:pt x="21673" y="1410"/>
                  </a:lnTo>
                  <a:lnTo>
                    <a:pt x="16274" y="794"/>
                  </a:lnTo>
                  <a:lnTo>
                    <a:pt x="10859" y="353"/>
                  </a:lnTo>
                  <a:lnTo>
                    <a:pt x="543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1847" y="3707720"/>
              <a:ext cx="269397" cy="334321"/>
            </a:xfrm>
            <a:custGeom>
              <a:avLst/>
              <a:pathLst>
                <a:path w="269397" h="334321">
                  <a:moveTo>
                    <a:pt x="167164" y="0"/>
                  </a:moveTo>
                  <a:lnTo>
                    <a:pt x="161827" y="85"/>
                  </a:lnTo>
                  <a:lnTo>
                    <a:pt x="156496" y="340"/>
                  </a:lnTo>
                  <a:lnTo>
                    <a:pt x="151175" y="766"/>
                  </a:lnTo>
                  <a:lnTo>
                    <a:pt x="145871" y="1361"/>
                  </a:lnTo>
                  <a:lnTo>
                    <a:pt x="140589" y="2125"/>
                  </a:lnTo>
                  <a:lnTo>
                    <a:pt x="135334" y="3058"/>
                  </a:lnTo>
                  <a:lnTo>
                    <a:pt x="130111" y="4158"/>
                  </a:lnTo>
                  <a:lnTo>
                    <a:pt x="124926" y="5424"/>
                  </a:lnTo>
                  <a:lnTo>
                    <a:pt x="119784" y="6854"/>
                  </a:lnTo>
                  <a:lnTo>
                    <a:pt x="114690" y="8449"/>
                  </a:lnTo>
                  <a:lnTo>
                    <a:pt x="109650" y="10205"/>
                  </a:lnTo>
                  <a:lnTo>
                    <a:pt x="104668" y="12121"/>
                  </a:lnTo>
                  <a:lnTo>
                    <a:pt x="99750" y="14195"/>
                  </a:lnTo>
                  <a:lnTo>
                    <a:pt x="94901" y="16425"/>
                  </a:lnTo>
                  <a:lnTo>
                    <a:pt x="90126" y="18809"/>
                  </a:lnTo>
                  <a:lnTo>
                    <a:pt x="85429" y="21344"/>
                  </a:lnTo>
                  <a:lnTo>
                    <a:pt x="80815" y="24028"/>
                  </a:lnTo>
                  <a:lnTo>
                    <a:pt x="76290" y="26857"/>
                  </a:lnTo>
                  <a:lnTo>
                    <a:pt x="71857" y="29830"/>
                  </a:lnTo>
                  <a:lnTo>
                    <a:pt x="67521" y="32942"/>
                  </a:lnTo>
                  <a:lnTo>
                    <a:pt x="63287" y="36192"/>
                  </a:lnTo>
                  <a:lnTo>
                    <a:pt x="59158" y="39575"/>
                  </a:lnTo>
                  <a:lnTo>
                    <a:pt x="55140" y="43088"/>
                  </a:lnTo>
                  <a:lnTo>
                    <a:pt x="51236" y="46727"/>
                  </a:lnTo>
                  <a:lnTo>
                    <a:pt x="47450" y="50490"/>
                  </a:lnTo>
                  <a:lnTo>
                    <a:pt x="43786" y="54371"/>
                  </a:lnTo>
                  <a:lnTo>
                    <a:pt x="40248" y="58367"/>
                  </a:lnTo>
                  <a:lnTo>
                    <a:pt x="36840" y="62474"/>
                  </a:lnTo>
                  <a:lnTo>
                    <a:pt x="33564" y="66688"/>
                  </a:lnTo>
                  <a:lnTo>
                    <a:pt x="30424" y="71004"/>
                  </a:lnTo>
                  <a:lnTo>
                    <a:pt x="27424" y="75419"/>
                  </a:lnTo>
                  <a:lnTo>
                    <a:pt x="24566" y="79926"/>
                  </a:lnTo>
                  <a:lnTo>
                    <a:pt x="21854" y="84523"/>
                  </a:lnTo>
                  <a:lnTo>
                    <a:pt x="19289" y="89204"/>
                  </a:lnTo>
                  <a:lnTo>
                    <a:pt x="16876" y="93965"/>
                  </a:lnTo>
                  <a:lnTo>
                    <a:pt x="14616" y="98800"/>
                  </a:lnTo>
                  <a:lnTo>
                    <a:pt x="12511" y="103705"/>
                  </a:lnTo>
                  <a:lnTo>
                    <a:pt x="10564" y="108674"/>
                  </a:lnTo>
                  <a:lnTo>
                    <a:pt x="8776" y="113703"/>
                  </a:lnTo>
                  <a:lnTo>
                    <a:pt x="7150" y="118787"/>
                  </a:lnTo>
                  <a:lnTo>
                    <a:pt x="5687" y="123920"/>
                  </a:lnTo>
                  <a:lnTo>
                    <a:pt x="4389" y="129097"/>
                  </a:lnTo>
                  <a:lnTo>
                    <a:pt x="3256" y="134313"/>
                  </a:lnTo>
                  <a:lnTo>
                    <a:pt x="2291" y="139562"/>
                  </a:lnTo>
                  <a:lnTo>
                    <a:pt x="1494" y="144840"/>
                  </a:lnTo>
                  <a:lnTo>
                    <a:pt x="866" y="150140"/>
                  </a:lnTo>
                  <a:lnTo>
                    <a:pt x="407" y="155458"/>
                  </a:lnTo>
                  <a:lnTo>
                    <a:pt x="118" y="160787"/>
                  </a:lnTo>
                  <a:lnTo>
                    <a:pt x="0" y="166123"/>
                  </a:lnTo>
                  <a:lnTo>
                    <a:pt x="51" y="171460"/>
                  </a:lnTo>
                  <a:lnTo>
                    <a:pt x="274" y="176793"/>
                  </a:lnTo>
                  <a:lnTo>
                    <a:pt x="666" y="182116"/>
                  </a:lnTo>
                  <a:lnTo>
                    <a:pt x="1228" y="187424"/>
                  </a:lnTo>
                  <a:lnTo>
                    <a:pt x="1959" y="192711"/>
                  </a:lnTo>
                  <a:lnTo>
                    <a:pt x="2859" y="197972"/>
                  </a:lnTo>
                  <a:lnTo>
                    <a:pt x="3926" y="203201"/>
                  </a:lnTo>
                  <a:lnTo>
                    <a:pt x="5160" y="208394"/>
                  </a:lnTo>
                  <a:lnTo>
                    <a:pt x="6559" y="213545"/>
                  </a:lnTo>
                  <a:lnTo>
                    <a:pt x="8121" y="218649"/>
                  </a:lnTo>
                  <a:lnTo>
                    <a:pt x="9846" y="223700"/>
                  </a:lnTo>
                  <a:lnTo>
                    <a:pt x="11730" y="228693"/>
                  </a:lnTo>
                  <a:lnTo>
                    <a:pt x="13774" y="233624"/>
                  </a:lnTo>
                  <a:lnTo>
                    <a:pt x="15974" y="238487"/>
                  </a:lnTo>
                  <a:lnTo>
                    <a:pt x="18328" y="243277"/>
                  </a:lnTo>
                  <a:lnTo>
                    <a:pt x="20833" y="247990"/>
                  </a:lnTo>
                  <a:lnTo>
                    <a:pt x="23488" y="252620"/>
                  </a:lnTo>
                  <a:lnTo>
                    <a:pt x="26289" y="257163"/>
                  </a:lnTo>
                  <a:lnTo>
                    <a:pt x="29234" y="261615"/>
                  </a:lnTo>
                  <a:lnTo>
                    <a:pt x="32320" y="265970"/>
                  </a:lnTo>
                  <a:lnTo>
                    <a:pt x="35543" y="270224"/>
                  </a:lnTo>
                  <a:lnTo>
                    <a:pt x="38900" y="274374"/>
                  </a:lnTo>
                  <a:lnTo>
                    <a:pt x="42388" y="278414"/>
                  </a:lnTo>
                  <a:lnTo>
                    <a:pt x="46003" y="282340"/>
                  </a:lnTo>
                  <a:lnTo>
                    <a:pt x="49741" y="286150"/>
                  </a:lnTo>
                  <a:lnTo>
                    <a:pt x="53599" y="289838"/>
                  </a:lnTo>
                  <a:lnTo>
                    <a:pt x="57574" y="293401"/>
                  </a:lnTo>
                  <a:lnTo>
                    <a:pt x="61659" y="296835"/>
                  </a:lnTo>
                  <a:lnTo>
                    <a:pt x="65853" y="300137"/>
                  </a:lnTo>
                  <a:lnTo>
                    <a:pt x="70149" y="303303"/>
                  </a:lnTo>
                  <a:lnTo>
                    <a:pt x="74545" y="306331"/>
                  </a:lnTo>
                  <a:lnTo>
                    <a:pt x="79035" y="309217"/>
                  </a:lnTo>
                  <a:lnTo>
                    <a:pt x="83614" y="311958"/>
                  </a:lnTo>
                  <a:lnTo>
                    <a:pt x="88279" y="314552"/>
                  </a:lnTo>
                  <a:lnTo>
                    <a:pt x="93025" y="316995"/>
                  </a:lnTo>
                  <a:lnTo>
                    <a:pt x="97846" y="319285"/>
                  </a:lnTo>
                  <a:lnTo>
                    <a:pt x="102737" y="321421"/>
                  </a:lnTo>
                  <a:lnTo>
                    <a:pt x="107694" y="323399"/>
                  </a:lnTo>
                  <a:lnTo>
                    <a:pt x="112712" y="325218"/>
                  </a:lnTo>
                  <a:lnTo>
                    <a:pt x="117786" y="326875"/>
                  </a:lnTo>
                  <a:lnTo>
                    <a:pt x="122909" y="328370"/>
                  </a:lnTo>
                  <a:lnTo>
                    <a:pt x="128078" y="329701"/>
                  </a:lnTo>
                  <a:lnTo>
                    <a:pt x="133287" y="330866"/>
                  </a:lnTo>
                  <a:lnTo>
                    <a:pt x="138530" y="331864"/>
                  </a:lnTo>
                  <a:lnTo>
                    <a:pt x="143803" y="332694"/>
                  </a:lnTo>
                  <a:lnTo>
                    <a:pt x="149099" y="333355"/>
                  </a:lnTo>
                  <a:lnTo>
                    <a:pt x="154414" y="333847"/>
                  </a:lnTo>
                  <a:lnTo>
                    <a:pt x="159741" y="334170"/>
                  </a:lnTo>
                  <a:lnTo>
                    <a:pt x="165076" y="334321"/>
                  </a:lnTo>
                  <a:lnTo>
                    <a:pt x="170414" y="334303"/>
                  </a:lnTo>
                  <a:lnTo>
                    <a:pt x="175748" y="334114"/>
                  </a:lnTo>
                  <a:lnTo>
                    <a:pt x="181073" y="333755"/>
                  </a:lnTo>
                  <a:lnTo>
                    <a:pt x="186384" y="333226"/>
                  </a:lnTo>
                  <a:lnTo>
                    <a:pt x="191676" y="332528"/>
                  </a:lnTo>
                  <a:lnTo>
                    <a:pt x="196942" y="331661"/>
                  </a:lnTo>
                  <a:lnTo>
                    <a:pt x="202178" y="330626"/>
                  </a:lnTo>
                  <a:lnTo>
                    <a:pt x="207379" y="329425"/>
                  </a:lnTo>
                  <a:lnTo>
                    <a:pt x="212538" y="328059"/>
                  </a:lnTo>
                  <a:lnTo>
                    <a:pt x="217651" y="326528"/>
                  </a:lnTo>
                  <a:lnTo>
                    <a:pt x="222713" y="324835"/>
                  </a:lnTo>
                  <a:lnTo>
                    <a:pt x="227718" y="322981"/>
                  </a:lnTo>
                  <a:lnTo>
                    <a:pt x="232662" y="320969"/>
                  </a:lnTo>
                  <a:lnTo>
                    <a:pt x="237538" y="318799"/>
                  </a:lnTo>
                  <a:lnTo>
                    <a:pt x="242343" y="316475"/>
                  </a:lnTo>
                  <a:lnTo>
                    <a:pt x="247071" y="313999"/>
                  </a:lnTo>
                  <a:lnTo>
                    <a:pt x="251718" y="311373"/>
                  </a:lnTo>
                  <a:lnTo>
                    <a:pt x="256279" y="308600"/>
                  </a:lnTo>
                  <a:lnTo>
                    <a:pt x="260749" y="305683"/>
                  </a:lnTo>
                  <a:lnTo>
                    <a:pt x="265123" y="302625"/>
                  </a:lnTo>
                  <a:lnTo>
                    <a:pt x="269397" y="29942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30"/>
              <a:ext cx="167152" cy="299420"/>
            </a:xfrm>
            <a:custGeom>
              <a:avLst/>
              <a:pathLst>
                <a:path w="167152" h="299420">
                  <a:moveTo>
                    <a:pt x="102233" y="299420"/>
                  </a:moveTo>
                  <a:lnTo>
                    <a:pt x="106427" y="296069"/>
                  </a:lnTo>
                  <a:lnTo>
                    <a:pt x="110512" y="292585"/>
                  </a:lnTo>
                  <a:lnTo>
                    <a:pt x="114483" y="288971"/>
                  </a:lnTo>
                  <a:lnTo>
                    <a:pt x="118335" y="285232"/>
                  </a:lnTo>
                  <a:lnTo>
                    <a:pt x="122065" y="281372"/>
                  </a:lnTo>
                  <a:lnTo>
                    <a:pt x="125670" y="277393"/>
                  </a:lnTo>
                  <a:lnTo>
                    <a:pt x="129145" y="273301"/>
                  </a:lnTo>
                  <a:lnTo>
                    <a:pt x="132487" y="269099"/>
                  </a:lnTo>
                  <a:lnTo>
                    <a:pt x="135692" y="264792"/>
                  </a:lnTo>
                  <a:lnTo>
                    <a:pt x="138757" y="260385"/>
                  </a:lnTo>
                  <a:lnTo>
                    <a:pt x="141679" y="255881"/>
                  </a:lnTo>
                  <a:lnTo>
                    <a:pt x="144455" y="251286"/>
                  </a:lnTo>
                  <a:lnTo>
                    <a:pt x="147082" y="246604"/>
                  </a:lnTo>
                  <a:lnTo>
                    <a:pt x="149557" y="241840"/>
                  </a:lnTo>
                  <a:lnTo>
                    <a:pt x="151878" y="236999"/>
                  </a:lnTo>
                  <a:lnTo>
                    <a:pt x="154042" y="232086"/>
                  </a:lnTo>
                  <a:lnTo>
                    <a:pt x="156048" y="227107"/>
                  </a:lnTo>
                  <a:lnTo>
                    <a:pt x="157892" y="222065"/>
                  </a:lnTo>
                  <a:lnTo>
                    <a:pt x="159574" y="216966"/>
                  </a:lnTo>
                  <a:lnTo>
                    <a:pt x="161091" y="211817"/>
                  </a:lnTo>
                  <a:lnTo>
                    <a:pt x="162442" y="206621"/>
                  </a:lnTo>
                  <a:lnTo>
                    <a:pt x="163625" y="201385"/>
                  </a:lnTo>
                  <a:lnTo>
                    <a:pt x="164640" y="196113"/>
                  </a:lnTo>
                  <a:lnTo>
                    <a:pt x="165485" y="190811"/>
                  </a:lnTo>
                  <a:lnTo>
                    <a:pt x="166159" y="185485"/>
                  </a:lnTo>
                  <a:lnTo>
                    <a:pt x="166662" y="180140"/>
                  </a:lnTo>
                  <a:lnTo>
                    <a:pt x="166993" y="174782"/>
                  </a:lnTo>
                  <a:lnTo>
                    <a:pt x="167152" y="169416"/>
                  </a:lnTo>
                  <a:lnTo>
                    <a:pt x="167138" y="164047"/>
                  </a:lnTo>
                  <a:lnTo>
                    <a:pt x="166952" y="158682"/>
                  </a:lnTo>
                  <a:lnTo>
                    <a:pt x="166594" y="153325"/>
                  </a:lnTo>
                  <a:lnTo>
                    <a:pt x="166064" y="147983"/>
                  </a:lnTo>
                  <a:lnTo>
                    <a:pt x="165362" y="142660"/>
                  </a:lnTo>
                  <a:lnTo>
                    <a:pt x="164490" y="137363"/>
                  </a:lnTo>
                  <a:lnTo>
                    <a:pt x="163449" y="132097"/>
                  </a:lnTo>
                  <a:lnTo>
                    <a:pt x="162239" y="126866"/>
                  </a:lnTo>
                  <a:lnTo>
                    <a:pt x="160861" y="121677"/>
                  </a:lnTo>
                  <a:lnTo>
                    <a:pt x="159318" y="116535"/>
                  </a:lnTo>
                  <a:lnTo>
                    <a:pt x="157610" y="111446"/>
                  </a:lnTo>
                  <a:lnTo>
                    <a:pt x="155740" y="106413"/>
                  </a:lnTo>
                  <a:lnTo>
                    <a:pt x="153709" y="101444"/>
                  </a:lnTo>
                  <a:lnTo>
                    <a:pt x="151520" y="96542"/>
                  </a:lnTo>
                  <a:lnTo>
                    <a:pt x="149174" y="91713"/>
                  </a:lnTo>
                  <a:lnTo>
                    <a:pt x="146675" y="86962"/>
                  </a:lnTo>
                  <a:lnTo>
                    <a:pt x="144024" y="82293"/>
                  </a:lnTo>
                  <a:lnTo>
                    <a:pt x="141225" y="77712"/>
                  </a:lnTo>
                  <a:lnTo>
                    <a:pt x="138280" y="73224"/>
                  </a:lnTo>
                  <a:lnTo>
                    <a:pt x="135192" y="68832"/>
                  </a:lnTo>
                  <a:lnTo>
                    <a:pt x="131965" y="64541"/>
                  </a:lnTo>
                  <a:lnTo>
                    <a:pt x="128602" y="60357"/>
                  </a:lnTo>
                  <a:lnTo>
                    <a:pt x="125106" y="56282"/>
                  </a:lnTo>
                  <a:lnTo>
                    <a:pt x="121481" y="52322"/>
                  </a:lnTo>
                  <a:lnTo>
                    <a:pt x="117731" y="48481"/>
                  </a:lnTo>
                  <a:lnTo>
                    <a:pt x="113860" y="44761"/>
                  </a:lnTo>
                  <a:lnTo>
                    <a:pt x="109871" y="41168"/>
                  </a:lnTo>
                  <a:lnTo>
                    <a:pt x="105769" y="37705"/>
                  </a:lnTo>
                  <a:lnTo>
                    <a:pt x="101557" y="34376"/>
                  </a:lnTo>
                  <a:lnTo>
                    <a:pt x="97241" y="31183"/>
                  </a:lnTo>
                  <a:lnTo>
                    <a:pt x="92825" y="28131"/>
                  </a:lnTo>
                  <a:lnTo>
                    <a:pt x="88313" y="25222"/>
                  </a:lnTo>
                  <a:lnTo>
                    <a:pt x="83710" y="22459"/>
                  </a:lnTo>
                  <a:lnTo>
                    <a:pt x="79020" y="19846"/>
                  </a:lnTo>
                  <a:lnTo>
                    <a:pt x="74249" y="17384"/>
                  </a:lnTo>
                  <a:lnTo>
                    <a:pt x="69401" y="15078"/>
                  </a:lnTo>
                  <a:lnTo>
                    <a:pt x="64482" y="12927"/>
                  </a:lnTo>
                  <a:lnTo>
                    <a:pt x="59497" y="10936"/>
                  </a:lnTo>
                  <a:lnTo>
                    <a:pt x="54450" y="9106"/>
                  </a:lnTo>
                  <a:lnTo>
                    <a:pt x="49346" y="7440"/>
                  </a:lnTo>
                  <a:lnTo>
                    <a:pt x="44192" y="5937"/>
                  </a:lnTo>
                  <a:lnTo>
                    <a:pt x="38993" y="4601"/>
                  </a:lnTo>
                  <a:lnTo>
                    <a:pt x="33753" y="3433"/>
                  </a:lnTo>
                  <a:lnTo>
                    <a:pt x="28478" y="2434"/>
                  </a:lnTo>
                  <a:lnTo>
                    <a:pt x="23174" y="1604"/>
                  </a:lnTo>
                  <a:lnTo>
                    <a:pt x="17846" y="945"/>
                  </a:lnTo>
                  <a:lnTo>
                    <a:pt x="12500" y="458"/>
                  </a:lnTo>
                  <a:lnTo>
                    <a:pt x="7140" y="143"/>
                  </a:lnTo>
                  <a:lnTo>
                    <a:pt x="1774" y="0"/>
                  </a:lnTo>
                  <a:lnTo>
                    <a:pt x="0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1774" cy="167167"/>
            </a:xfrm>
            <a:custGeom>
              <a:avLst/>
              <a:pathLst>
                <a:path w="1774" h="167167">
                  <a:moveTo>
                    <a:pt x="177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2025-06-05T23:58:17Z</dcterms:modified>
  <cp:category/>
</cp:coreProperties>
</file>