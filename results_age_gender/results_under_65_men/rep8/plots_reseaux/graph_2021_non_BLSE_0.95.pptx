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41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8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7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2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1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46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312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41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707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041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8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2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8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6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86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4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4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91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26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75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9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02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12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709" y="3170392"/>
              <a:ext cx="2069" cy="167167"/>
            </a:xfrm>
            <a:custGeom>
              <a:avLst/>
              <a:pathLst>
                <a:path w="2069" h="167167">
                  <a:moveTo>
                    <a:pt x="2069" y="0"/>
                  </a:moveTo>
                  <a:lnTo>
                    <a:pt x="0" y="12"/>
                  </a:lnTo>
                  <a:lnTo>
                    <a:pt x="206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709" y="3170405"/>
              <a:ext cx="2069" cy="167154"/>
            </a:xfrm>
            <a:custGeom>
              <a:avLst/>
              <a:pathLst>
                <a:path w="2069" h="167154">
                  <a:moveTo>
                    <a:pt x="0" y="0"/>
                  </a:moveTo>
                  <a:lnTo>
                    <a:pt x="2069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16621" y="3170405"/>
              <a:ext cx="334321" cy="334321"/>
            </a:xfrm>
            <a:custGeom>
              <a:avLst/>
              <a:pathLst>
                <a:path w="334321" h="334321">
                  <a:moveTo>
                    <a:pt x="165088" y="0"/>
                  </a:moveTo>
                  <a:lnTo>
                    <a:pt x="159810" y="148"/>
                  </a:lnTo>
                  <a:lnTo>
                    <a:pt x="154539" y="464"/>
                  </a:lnTo>
                  <a:lnTo>
                    <a:pt x="149280" y="945"/>
                  </a:lnTo>
                  <a:lnTo>
                    <a:pt x="144040" y="1593"/>
                  </a:lnTo>
                  <a:lnTo>
                    <a:pt x="138822" y="2406"/>
                  </a:lnTo>
                  <a:lnTo>
                    <a:pt x="133633" y="3383"/>
                  </a:lnTo>
                  <a:lnTo>
                    <a:pt x="128478" y="4523"/>
                  </a:lnTo>
                  <a:lnTo>
                    <a:pt x="123361" y="5826"/>
                  </a:lnTo>
                  <a:lnTo>
                    <a:pt x="118287" y="7290"/>
                  </a:lnTo>
                  <a:lnTo>
                    <a:pt x="113263" y="8913"/>
                  </a:lnTo>
                  <a:lnTo>
                    <a:pt x="108292" y="10694"/>
                  </a:lnTo>
                  <a:lnTo>
                    <a:pt x="103380" y="12631"/>
                  </a:lnTo>
                  <a:lnTo>
                    <a:pt x="98531" y="14723"/>
                  </a:lnTo>
                  <a:lnTo>
                    <a:pt x="93751" y="16966"/>
                  </a:lnTo>
                  <a:lnTo>
                    <a:pt x="89044" y="19359"/>
                  </a:lnTo>
                  <a:lnTo>
                    <a:pt x="84415" y="21900"/>
                  </a:lnTo>
                  <a:lnTo>
                    <a:pt x="79869" y="24586"/>
                  </a:lnTo>
                  <a:lnTo>
                    <a:pt x="75410" y="27414"/>
                  </a:lnTo>
                  <a:lnTo>
                    <a:pt x="71042" y="30381"/>
                  </a:lnTo>
                  <a:lnTo>
                    <a:pt x="66771" y="33485"/>
                  </a:lnTo>
                  <a:lnTo>
                    <a:pt x="62599" y="36722"/>
                  </a:lnTo>
                  <a:lnTo>
                    <a:pt x="58532" y="40090"/>
                  </a:lnTo>
                  <a:lnTo>
                    <a:pt x="54573" y="43584"/>
                  </a:lnTo>
                  <a:lnTo>
                    <a:pt x="50726" y="47201"/>
                  </a:lnTo>
                  <a:lnTo>
                    <a:pt x="46996" y="50938"/>
                  </a:lnTo>
                  <a:lnTo>
                    <a:pt x="43385" y="54791"/>
                  </a:lnTo>
                  <a:lnTo>
                    <a:pt x="39898" y="58757"/>
                  </a:lnTo>
                  <a:lnTo>
                    <a:pt x="36538" y="62830"/>
                  </a:lnTo>
                  <a:lnTo>
                    <a:pt x="33309" y="67007"/>
                  </a:lnTo>
                  <a:lnTo>
                    <a:pt x="30212" y="71285"/>
                  </a:lnTo>
                  <a:lnTo>
                    <a:pt x="27253" y="75658"/>
                  </a:lnTo>
                  <a:lnTo>
                    <a:pt x="24433" y="80122"/>
                  </a:lnTo>
                  <a:lnTo>
                    <a:pt x="21755" y="84673"/>
                  </a:lnTo>
                  <a:lnTo>
                    <a:pt x="19223" y="89306"/>
                  </a:lnTo>
                  <a:lnTo>
                    <a:pt x="16838" y="94017"/>
                  </a:lnTo>
                  <a:lnTo>
                    <a:pt x="14603" y="98802"/>
                  </a:lnTo>
                  <a:lnTo>
                    <a:pt x="12520" y="103654"/>
                  </a:lnTo>
                  <a:lnTo>
                    <a:pt x="10592" y="108569"/>
                  </a:lnTo>
                  <a:lnTo>
                    <a:pt x="8820" y="113543"/>
                  </a:lnTo>
                  <a:lnTo>
                    <a:pt x="7206" y="118571"/>
                  </a:lnTo>
                  <a:lnTo>
                    <a:pt x="5751" y="123647"/>
                  </a:lnTo>
                  <a:lnTo>
                    <a:pt x="4457" y="128766"/>
                  </a:lnTo>
                  <a:lnTo>
                    <a:pt x="3326" y="133924"/>
                  </a:lnTo>
                  <a:lnTo>
                    <a:pt x="2358" y="139115"/>
                  </a:lnTo>
                  <a:lnTo>
                    <a:pt x="1555" y="144334"/>
                  </a:lnTo>
                  <a:lnTo>
                    <a:pt x="917" y="149575"/>
                  </a:lnTo>
                  <a:lnTo>
                    <a:pt x="445" y="154835"/>
                  </a:lnTo>
                  <a:lnTo>
                    <a:pt x="139" y="160106"/>
                  </a:lnTo>
                  <a:lnTo>
                    <a:pt x="0" y="165385"/>
                  </a:lnTo>
                  <a:lnTo>
                    <a:pt x="27" y="170665"/>
                  </a:lnTo>
                  <a:lnTo>
                    <a:pt x="221" y="175942"/>
                  </a:lnTo>
                  <a:lnTo>
                    <a:pt x="582" y="181210"/>
                  </a:lnTo>
                  <a:lnTo>
                    <a:pt x="1109" y="186463"/>
                  </a:lnTo>
                  <a:lnTo>
                    <a:pt x="1802" y="191698"/>
                  </a:lnTo>
                  <a:lnTo>
                    <a:pt x="2659" y="196908"/>
                  </a:lnTo>
                  <a:lnTo>
                    <a:pt x="3681" y="202089"/>
                  </a:lnTo>
                  <a:lnTo>
                    <a:pt x="4866" y="207235"/>
                  </a:lnTo>
                  <a:lnTo>
                    <a:pt x="6213" y="212340"/>
                  </a:lnTo>
                  <a:lnTo>
                    <a:pt x="7720" y="217401"/>
                  </a:lnTo>
                  <a:lnTo>
                    <a:pt x="9387" y="222411"/>
                  </a:lnTo>
                  <a:lnTo>
                    <a:pt x="11211" y="227367"/>
                  </a:lnTo>
                  <a:lnTo>
                    <a:pt x="13190" y="232262"/>
                  </a:lnTo>
                  <a:lnTo>
                    <a:pt x="15323" y="237092"/>
                  </a:lnTo>
                  <a:lnTo>
                    <a:pt x="17608" y="241853"/>
                  </a:lnTo>
                  <a:lnTo>
                    <a:pt x="20042" y="246539"/>
                  </a:lnTo>
                  <a:lnTo>
                    <a:pt x="22622" y="251145"/>
                  </a:lnTo>
                  <a:lnTo>
                    <a:pt x="25347" y="255668"/>
                  </a:lnTo>
                  <a:lnTo>
                    <a:pt x="28213" y="260103"/>
                  </a:lnTo>
                  <a:lnTo>
                    <a:pt x="31218" y="264445"/>
                  </a:lnTo>
                  <a:lnTo>
                    <a:pt x="34359" y="268690"/>
                  </a:lnTo>
                  <a:lnTo>
                    <a:pt x="37632" y="272833"/>
                  </a:lnTo>
                  <a:lnTo>
                    <a:pt x="41034" y="276871"/>
                  </a:lnTo>
                  <a:lnTo>
                    <a:pt x="44562" y="280800"/>
                  </a:lnTo>
                  <a:lnTo>
                    <a:pt x="48213" y="284615"/>
                  </a:lnTo>
                  <a:lnTo>
                    <a:pt x="51982" y="288313"/>
                  </a:lnTo>
                  <a:lnTo>
                    <a:pt x="55866" y="291890"/>
                  </a:lnTo>
                  <a:lnTo>
                    <a:pt x="59861" y="295343"/>
                  </a:lnTo>
                  <a:lnTo>
                    <a:pt x="63963" y="298668"/>
                  </a:lnTo>
                  <a:lnTo>
                    <a:pt x="68168" y="301862"/>
                  </a:lnTo>
                  <a:lnTo>
                    <a:pt x="72472" y="304921"/>
                  </a:lnTo>
                  <a:lnTo>
                    <a:pt x="76871" y="307842"/>
                  </a:lnTo>
                  <a:lnTo>
                    <a:pt x="81359" y="310624"/>
                  </a:lnTo>
                  <a:lnTo>
                    <a:pt x="85933" y="313262"/>
                  </a:lnTo>
                  <a:lnTo>
                    <a:pt x="90588" y="315754"/>
                  </a:lnTo>
                  <a:lnTo>
                    <a:pt x="95319" y="318099"/>
                  </a:lnTo>
                  <a:lnTo>
                    <a:pt x="100123" y="320292"/>
                  </a:lnTo>
                  <a:lnTo>
                    <a:pt x="104993" y="322333"/>
                  </a:lnTo>
                  <a:lnTo>
                    <a:pt x="109925" y="324219"/>
                  </a:lnTo>
                  <a:lnTo>
                    <a:pt x="114914" y="325948"/>
                  </a:lnTo>
                  <a:lnTo>
                    <a:pt x="119955" y="327519"/>
                  </a:lnTo>
                  <a:lnTo>
                    <a:pt x="125043" y="328930"/>
                  </a:lnTo>
                  <a:lnTo>
                    <a:pt x="130174" y="330179"/>
                  </a:lnTo>
                  <a:lnTo>
                    <a:pt x="135341" y="331266"/>
                  </a:lnTo>
                  <a:lnTo>
                    <a:pt x="140540" y="332189"/>
                  </a:lnTo>
                  <a:lnTo>
                    <a:pt x="145766" y="332947"/>
                  </a:lnTo>
                  <a:lnTo>
                    <a:pt x="151013" y="333540"/>
                  </a:lnTo>
                  <a:lnTo>
                    <a:pt x="156276" y="333967"/>
                  </a:lnTo>
                  <a:lnTo>
                    <a:pt x="161550" y="334227"/>
                  </a:lnTo>
                  <a:lnTo>
                    <a:pt x="166829" y="334321"/>
                  </a:lnTo>
                  <a:lnTo>
                    <a:pt x="172109" y="334248"/>
                  </a:lnTo>
                  <a:lnTo>
                    <a:pt x="177384" y="334008"/>
                  </a:lnTo>
                  <a:lnTo>
                    <a:pt x="182648" y="333602"/>
                  </a:lnTo>
                  <a:lnTo>
                    <a:pt x="187898" y="333030"/>
                  </a:lnTo>
                  <a:lnTo>
                    <a:pt x="193126" y="332292"/>
                  </a:lnTo>
                  <a:lnTo>
                    <a:pt x="198329" y="331390"/>
                  </a:lnTo>
                  <a:lnTo>
                    <a:pt x="203500" y="330323"/>
                  </a:lnTo>
                  <a:lnTo>
                    <a:pt x="208636" y="329094"/>
                  </a:lnTo>
                  <a:lnTo>
                    <a:pt x="213729" y="327703"/>
                  </a:lnTo>
                  <a:lnTo>
                    <a:pt x="218777" y="326152"/>
                  </a:lnTo>
                  <a:lnTo>
                    <a:pt x="223773" y="324443"/>
                  </a:lnTo>
                  <a:lnTo>
                    <a:pt x="228712" y="322576"/>
                  </a:lnTo>
                  <a:lnTo>
                    <a:pt x="233590" y="320554"/>
                  </a:lnTo>
                  <a:lnTo>
                    <a:pt x="238402" y="318380"/>
                  </a:lnTo>
                  <a:lnTo>
                    <a:pt x="243142" y="316054"/>
                  </a:lnTo>
                  <a:lnTo>
                    <a:pt x="247807" y="313580"/>
                  </a:lnTo>
                  <a:lnTo>
                    <a:pt x="252392" y="310960"/>
                  </a:lnTo>
                  <a:lnTo>
                    <a:pt x="256891" y="308196"/>
                  </a:lnTo>
                  <a:lnTo>
                    <a:pt x="261301" y="305292"/>
                  </a:lnTo>
                  <a:lnTo>
                    <a:pt x="265617" y="302250"/>
                  </a:lnTo>
                  <a:lnTo>
                    <a:pt x="269834" y="299073"/>
                  </a:lnTo>
                  <a:lnTo>
                    <a:pt x="273949" y="295764"/>
                  </a:lnTo>
                  <a:lnTo>
                    <a:pt x="277958" y="292327"/>
                  </a:lnTo>
                  <a:lnTo>
                    <a:pt x="281856" y="288765"/>
                  </a:lnTo>
                  <a:lnTo>
                    <a:pt x="285640" y="285082"/>
                  </a:lnTo>
                  <a:lnTo>
                    <a:pt x="289305" y="281281"/>
                  </a:lnTo>
                  <a:lnTo>
                    <a:pt x="292849" y="277366"/>
                  </a:lnTo>
                  <a:lnTo>
                    <a:pt x="296267" y="273342"/>
                  </a:lnTo>
                  <a:lnTo>
                    <a:pt x="299556" y="269211"/>
                  </a:lnTo>
                  <a:lnTo>
                    <a:pt x="302713" y="264978"/>
                  </a:lnTo>
                  <a:lnTo>
                    <a:pt x="305735" y="260648"/>
                  </a:lnTo>
                  <a:lnTo>
                    <a:pt x="308619" y="256225"/>
                  </a:lnTo>
                  <a:lnTo>
                    <a:pt x="311362" y="251713"/>
                  </a:lnTo>
                  <a:lnTo>
                    <a:pt x="313960" y="247116"/>
                  </a:lnTo>
                  <a:lnTo>
                    <a:pt x="316412" y="242440"/>
                  </a:lnTo>
                  <a:lnTo>
                    <a:pt x="318716" y="237688"/>
                  </a:lnTo>
                  <a:lnTo>
                    <a:pt x="320868" y="232867"/>
                  </a:lnTo>
                  <a:lnTo>
                    <a:pt x="322867" y="227979"/>
                  </a:lnTo>
                  <a:lnTo>
                    <a:pt x="324710" y="223031"/>
                  </a:lnTo>
                  <a:lnTo>
                    <a:pt x="326396" y="218027"/>
                  </a:lnTo>
                  <a:lnTo>
                    <a:pt x="327923" y="212973"/>
                  </a:lnTo>
                  <a:lnTo>
                    <a:pt x="329290" y="207872"/>
                  </a:lnTo>
                  <a:lnTo>
                    <a:pt x="330495" y="202731"/>
                  </a:lnTo>
                  <a:lnTo>
                    <a:pt x="331537" y="197555"/>
                  </a:lnTo>
                  <a:lnTo>
                    <a:pt x="332416" y="192348"/>
                  </a:lnTo>
                  <a:lnTo>
                    <a:pt x="333129" y="187116"/>
                  </a:lnTo>
                  <a:lnTo>
                    <a:pt x="333677" y="181864"/>
                  </a:lnTo>
                  <a:lnTo>
                    <a:pt x="334058" y="176598"/>
                  </a:lnTo>
                  <a:lnTo>
                    <a:pt x="334273" y="171322"/>
                  </a:lnTo>
                  <a:lnTo>
                    <a:pt x="334321" y="166042"/>
                  </a:lnTo>
                  <a:lnTo>
                    <a:pt x="334203" y="160763"/>
                  </a:lnTo>
                  <a:lnTo>
                    <a:pt x="333918" y="155490"/>
                  </a:lnTo>
                  <a:lnTo>
                    <a:pt x="333466" y="150229"/>
                  </a:lnTo>
                  <a:lnTo>
                    <a:pt x="332848" y="144985"/>
                  </a:lnTo>
                  <a:lnTo>
                    <a:pt x="332066" y="139763"/>
                  </a:lnTo>
                  <a:lnTo>
                    <a:pt x="331118" y="134568"/>
                  </a:lnTo>
                  <a:lnTo>
                    <a:pt x="330007" y="129406"/>
                  </a:lnTo>
                  <a:lnTo>
                    <a:pt x="328734" y="124282"/>
                  </a:lnTo>
                  <a:lnTo>
                    <a:pt x="327299" y="119200"/>
                  </a:lnTo>
                  <a:lnTo>
                    <a:pt x="325705" y="114166"/>
                  </a:lnTo>
                  <a:lnTo>
                    <a:pt x="323952" y="109185"/>
                  </a:lnTo>
                  <a:lnTo>
                    <a:pt x="322043" y="104262"/>
                  </a:lnTo>
                  <a:lnTo>
                    <a:pt x="319980" y="99402"/>
                  </a:lnTo>
                  <a:lnTo>
                    <a:pt x="317764" y="94609"/>
                  </a:lnTo>
                  <a:lnTo>
                    <a:pt x="315397" y="89889"/>
                  </a:lnTo>
                  <a:lnTo>
                    <a:pt x="312883" y="85245"/>
                  </a:lnTo>
                  <a:lnTo>
                    <a:pt x="310223" y="80684"/>
                  </a:lnTo>
                  <a:lnTo>
                    <a:pt x="307421" y="76208"/>
                  </a:lnTo>
                  <a:lnTo>
                    <a:pt x="304479" y="71824"/>
                  </a:lnTo>
                  <a:lnTo>
                    <a:pt x="301399" y="67534"/>
                  </a:lnTo>
                  <a:lnTo>
                    <a:pt x="298186" y="63344"/>
                  </a:lnTo>
                  <a:lnTo>
                    <a:pt x="294842" y="59258"/>
                  </a:lnTo>
                  <a:lnTo>
                    <a:pt x="291371" y="55279"/>
                  </a:lnTo>
                  <a:lnTo>
                    <a:pt x="287775" y="51412"/>
                  </a:lnTo>
                  <a:lnTo>
                    <a:pt x="284060" y="47660"/>
                  </a:lnTo>
                  <a:lnTo>
                    <a:pt x="280227" y="44027"/>
                  </a:lnTo>
                  <a:lnTo>
                    <a:pt x="276282" y="40518"/>
                  </a:lnTo>
                  <a:lnTo>
                    <a:pt x="272228" y="37134"/>
                  </a:lnTo>
                  <a:lnTo>
                    <a:pt x="268069" y="33881"/>
                  </a:lnTo>
                  <a:lnTo>
                    <a:pt x="263810" y="30760"/>
                  </a:lnTo>
                  <a:lnTo>
                    <a:pt x="259454" y="27776"/>
                  </a:lnTo>
                  <a:lnTo>
                    <a:pt x="255006" y="24930"/>
                  </a:lnTo>
                  <a:lnTo>
                    <a:pt x="250470" y="22227"/>
                  </a:lnTo>
                  <a:lnTo>
                    <a:pt x="245851" y="19668"/>
                  </a:lnTo>
                  <a:lnTo>
                    <a:pt x="241154" y="17256"/>
                  </a:lnTo>
                  <a:lnTo>
                    <a:pt x="236383" y="14994"/>
                  </a:lnTo>
                  <a:lnTo>
                    <a:pt x="231542" y="12883"/>
                  </a:lnTo>
                  <a:lnTo>
                    <a:pt x="226638" y="10927"/>
                  </a:lnTo>
                  <a:lnTo>
                    <a:pt x="221674" y="9126"/>
                  </a:lnTo>
                  <a:lnTo>
                    <a:pt x="216656" y="7483"/>
                  </a:lnTo>
                  <a:lnTo>
                    <a:pt x="211588" y="5999"/>
                  </a:lnTo>
                  <a:lnTo>
                    <a:pt x="206476" y="4677"/>
                  </a:lnTo>
                  <a:lnTo>
                    <a:pt x="201325" y="3516"/>
                  </a:lnTo>
                  <a:lnTo>
                    <a:pt x="196140" y="2518"/>
                  </a:lnTo>
                  <a:lnTo>
                    <a:pt x="190926" y="1685"/>
                  </a:lnTo>
                  <a:lnTo>
                    <a:pt x="185688" y="1017"/>
                  </a:lnTo>
                  <a:lnTo>
                    <a:pt x="180432" y="515"/>
                  </a:lnTo>
                  <a:lnTo>
                    <a:pt x="175162" y="178"/>
                  </a:lnTo>
                  <a:lnTo>
                    <a:pt x="169884" y="9"/>
                  </a:lnTo>
                  <a:lnTo>
                    <a:pt x="167158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3779" y="3170392"/>
              <a:ext cx="2726" cy="167167"/>
            </a:xfrm>
            <a:custGeom>
              <a:avLst/>
              <a:pathLst>
                <a:path w="2726" h="167167">
                  <a:moveTo>
                    <a:pt x="2726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7431" y="2633064"/>
              <a:ext cx="31579" cy="167167"/>
            </a:xfrm>
            <a:custGeom>
              <a:avLst/>
              <a:pathLst>
                <a:path w="31579" h="167167">
                  <a:moveTo>
                    <a:pt x="31579" y="0"/>
                  </a:moveTo>
                  <a:lnTo>
                    <a:pt x="25227" y="120"/>
                  </a:lnTo>
                  <a:lnTo>
                    <a:pt x="18883" y="482"/>
                  </a:lnTo>
                  <a:lnTo>
                    <a:pt x="12558" y="1085"/>
                  </a:lnTo>
                  <a:lnTo>
                    <a:pt x="6261" y="1928"/>
                  </a:lnTo>
                  <a:lnTo>
                    <a:pt x="0" y="3010"/>
                  </a:lnTo>
                  <a:lnTo>
                    <a:pt x="315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431" y="2636074"/>
              <a:ext cx="31579" cy="164157"/>
            </a:xfrm>
            <a:custGeom>
              <a:avLst/>
              <a:pathLst>
                <a:path w="31579" h="164157">
                  <a:moveTo>
                    <a:pt x="0" y="0"/>
                  </a:moveTo>
                  <a:lnTo>
                    <a:pt x="31579" y="164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1860" y="2636074"/>
              <a:ext cx="334310" cy="331323"/>
            </a:xfrm>
            <a:custGeom>
              <a:avLst/>
              <a:pathLst>
                <a:path w="334310" h="331323">
                  <a:moveTo>
                    <a:pt x="135571" y="0"/>
                  </a:moveTo>
                  <a:lnTo>
                    <a:pt x="130385" y="1083"/>
                  </a:lnTo>
                  <a:lnTo>
                    <a:pt x="125236" y="2330"/>
                  </a:lnTo>
                  <a:lnTo>
                    <a:pt x="120128" y="3739"/>
                  </a:lnTo>
                  <a:lnTo>
                    <a:pt x="115068" y="5310"/>
                  </a:lnTo>
                  <a:lnTo>
                    <a:pt x="110061" y="7040"/>
                  </a:lnTo>
                  <a:lnTo>
                    <a:pt x="105111" y="8928"/>
                  </a:lnTo>
                  <a:lnTo>
                    <a:pt x="100223" y="10972"/>
                  </a:lnTo>
                  <a:lnTo>
                    <a:pt x="95402" y="13170"/>
                  </a:lnTo>
                  <a:lnTo>
                    <a:pt x="90653" y="15520"/>
                  </a:lnTo>
                  <a:lnTo>
                    <a:pt x="85981" y="18018"/>
                  </a:lnTo>
                  <a:lnTo>
                    <a:pt x="81391" y="20664"/>
                  </a:lnTo>
                  <a:lnTo>
                    <a:pt x="76887" y="23454"/>
                  </a:lnTo>
                  <a:lnTo>
                    <a:pt x="72474" y="26385"/>
                  </a:lnTo>
                  <a:lnTo>
                    <a:pt x="68155" y="29454"/>
                  </a:lnTo>
                  <a:lnTo>
                    <a:pt x="63936" y="32659"/>
                  </a:lnTo>
                  <a:lnTo>
                    <a:pt x="59821" y="35996"/>
                  </a:lnTo>
                  <a:lnTo>
                    <a:pt x="55814" y="39462"/>
                  </a:lnTo>
                  <a:lnTo>
                    <a:pt x="51918" y="43052"/>
                  </a:lnTo>
                  <a:lnTo>
                    <a:pt x="48138" y="46765"/>
                  </a:lnTo>
                  <a:lnTo>
                    <a:pt x="44478" y="50595"/>
                  </a:lnTo>
                  <a:lnTo>
                    <a:pt x="40941" y="54540"/>
                  </a:lnTo>
                  <a:lnTo>
                    <a:pt x="37530" y="58594"/>
                  </a:lnTo>
                  <a:lnTo>
                    <a:pt x="34250" y="62755"/>
                  </a:lnTo>
                  <a:lnTo>
                    <a:pt x="31104" y="67018"/>
                  </a:lnTo>
                  <a:lnTo>
                    <a:pt x="28094" y="71378"/>
                  </a:lnTo>
                  <a:lnTo>
                    <a:pt x="25223" y="75831"/>
                  </a:lnTo>
                  <a:lnTo>
                    <a:pt x="22496" y="80373"/>
                  </a:lnTo>
                  <a:lnTo>
                    <a:pt x="19913" y="84999"/>
                  </a:lnTo>
                  <a:lnTo>
                    <a:pt x="17479" y="89705"/>
                  </a:lnTo>
                  <a:lnTo>
                    <a:pt x="15194" y="94485"/>
                  </a:lnTo>
                  <a:lnTo>
                    <a:pt x="13063" y="99335"/>
                  </a:lnTo>
                  <a:lnTo>
                    <a:pt x="11086" y="104251"/>
                  </a:lnTo>
                  <a:lnTo>
                    <a:pt x="9266" y="109227"/>
                  </a:lnTo>
                  <a:lnTo>
                    <a:pt x="7605" y="114258"/>
                  </a:lnTo>
                  <a:lnTo>
                    <a:pt x="6104" y="119339"/>
                  </a:lnTo>
                  <a:lnTo>
                    <a:pt x="4764" y="124465"/>
                  </a:lnTo>
                  <a:lnTo>
                    <a:pt x="3588" y="129630"/>
                  </a:lnTo>
                  <a:lnTo>
                    <a:pt x="2576" y="134831"/>
                  </a:lnTo>
                  <a:lnTo>
                    <a:pt x="1729" y="140061"/>
                  </a:lnTo>
                  <a:lnTo>
                    <a:pt x="1049" y="145315"/>
                  </a:lnTo>
                  <a:lnTo>
                    <a:pt x="535" y="150588"/>
                  </a:lnTo>
                  <a:lnTo>
                    <a:pt x="189" y="155875"/>
                  </a:lnTo>
                  <a:lnTo>
                    <a:pt x="10" y="161170"/>
                  </a:lnTo>
                  <a:lnTo>
                    <a:pt x="0" y="166468"/>
                  </a:lnTo>
                  <a:lnTo>
                    <a:pt x="157" y="171764"/>
                  </a:lnTo>
                  <a:lnTo>
                    <a:pt x="482" y="177052"/>
                  </a:lnTo>
                  <a:lnTo>
                    <a:pt x="974" y="182327"/>
                  </a:lnTo>
                  <a:lnTo>
                    <a:pt x="1633" y="187584"/>
                  </a:lnTo>
                  <a:lnTo>
                    <a:pt x="2459" y="192818"/>
                  </a:lnTo>
                  <a:lnTo>
                    <a:pt x="3450" y="198022"/>
                  </a:lnTo>
                  <a:lnTo>
                    <a:pt x="4605" y="203193"/>
                  </a:lnTo>
                  <a:lnTo>
                    <a:pt x="5924" y="208324"/>
                  </a:lnTo>
                  <a:lnTo>
                    <a:pt x="7404" y="213411"/>
                  </a:lnTo>
                  <a:lnTo>
                    <a:pt x="9046" y="218449"/>
                  </a:lnTo>
                  <a:lnTo>
                    <a:pt x="10845" y="223432"/>
                  </a:lnTo>
                  <a:lnTo>
                    <a:pt x="12802" y="228355"/>
                  </a:lnTo>
                  <a:lnTo>
                    <a:pt x="14914" y="233214"/>
                  </a:lnTo>
                  <a:lnTo>
                    <a:pt x="17179" y="238004"/>
                  </a:lnTo>
                  <a:lnTo>
                    <a:pt x="19595" y="242719"/>
                  </a:lnTo>
                  <a:lnTo>
                    <a:pt x="22158" y="247356"/>
                  </a:lnTo>
                  <a:lnTo>
                    <a:pt x="24868" y="251909"/>
                  </a:lnTo>
                  <a:lnTo>
                    <a:pt x="27720" y="256374"/>
                  </a:lnTo>
                  <a:lnTo>
                    <a:pt x="30712" y="260746"/>
                  </a:lnTo>
                  <a:lnTo>
                    <a:pt x="33842" y="265021"/>
                  </a:lnTo>
                  <a:lnTo>
                    <a:pt x="37105" y="269195"/>
                  </a:lnTo>
                  <a:lnTo>
                    <a:pt x="40499" y="273263"/>
                  </a:lnTo>
                  <a:lnTo>
                    <a:pt x="44020" y="277222"/>
                  </a:lnTo>
                  <a:lnTo>
                    <a:pt x="47665" y="281067"/>
                  </a:lnTo>
                  <a:lnTo>
                    <a:pt x="51430" y="284795"/>
                  </a:lnTo>
                  <a:lnTo>
                    <a:pt x="55311" y="288401"/>
                  </a:lnTo>
                  <a:lnTo>
                    <a:pt x="59304" y="291883"/>
                  </a:lnTo>
                  <a:lnTo>
                    <a:pt x="63406" y="295237"/>
                  </a:lnTo>
                  <a:lnTo>
                    <a:pt x="67612" y="298458"/>
                  </a:lnTo>
                  <a:lnTo>
                    <a:pt x="71918" y="301545"/>
                  </a:lnTo>
                  <a:lnTo>
                    <a:pt x="76319" y="304494"/>
                  </a:lnTo>
                  <a:lnTo>
                    <a:pt x="80812" y="307302"/>
                  </a:lnTo>
                  <a:lnTo>
                    <a:pt x="85392" y="309966"/>
                  </a:lnTo>
                  <a:lnTo>
                    <a:pt x="90053" y="312484"/>
                  </a:lnTo>
                  <a:lnTo>
                    <a:pt x="94793" y="314853"/>
                  </a:lnTo>
                  <a:lnTo>
                    <a:pt x="99604" y="317070"/>
                  </a:lnTo>
                  <a:lnTo>
                    <a:pt x="104484" y="319134"/>
                  </a:lnTo>
                  <a:lnTo>
                    <a:pt x="109427" y="321042"/>
                  </a:lnTo>
                  <a:lnTo>
                    <a:pt x="114427" y="322792"/>
                  </a:lnTo>
                  <a:lnTo>
                    <a:pt x="119481" y="324383"/>
                  </a:lnTo>
                  <a:lnTo>
                    <a:pt x="124582" y="325814"/>
                  </a:lnTo>
                  <a:lnTo>
                    <a:pt x="129726" y="327081"/>
                  </a:lnTo>
                  <a:lnTo>
                    <a:pt x="134908" y="328185"/>
                  </a:lnTo>
                  <a:lnTo>
                    <a:pt x="140122" y="329125"/>
                  </a:lnTo>
                  <a:lnTo>
                    <a:pt x="145364" y="329898"/>
                  </a:lnTo>
                  <a:lnTo>
                    <a:pt x="150627" y="330506"/>
                  </a:lnTo>
                  <a:lnTo>
                    <a:pt x="155907" y="330946"/>
                  </a:lnTo>
                  <a:lnTo>
                    <a:pt x="161198" y="331218"/>
                  </a:lnTo>
                  <a:lnTo>
                    <a:pt x="166495" y="331323"/>
                  </a:lnTo>
                  <a:lnTo>
                    <a:pt x="171792" y="331260"/>
                  </a:lnTo>
                  <a:lnTo>
                    <a:pt x="177086" y="331029"/>
                  </a:lnTo>
                  <a:lnTo>
                    <a:pt x="182369" y="330630"/>
                  </a:lnTo>
                  <a:lnTo>
                    <a:pt x="187636" y="330064"/>
                  </a:lnTo>
                  <a:lnTo>
                    <a:pt x="192884" y="329332"/>
                  </a:lnTo>
                  <a:lnTo>
                    <a:pt x="198105" y="328434"/>
                  </a:lnTo>
                  <a:lnTo>
                    <a:pt x="203295" y="327370"/>
                  </a:lnTo>
                  <a:lnTo>
                    <a:pt x="208449" y="326143"/>
                  </a:lnTo>
                  <a:lnTo>
                    <a:pt x="213562" y="324753"/>
                  </a:lnTo>
                  <a:lnTo>
                    <a:pt x="218628" y="323201"/>
                  </a:lnTo>
                  <a:lnTo>
                    <a:pt x="223642" y="321490"/>
                  </a:lnTo>
                  <a:lnTo>
                    <a:pt x="228599" y="319621"/>
                  </a:lnTo>
                  <a:lnTo>
                    <a:pt x="233495" y="317596"/>
                  </a:lnTo>
                  <a:lnTo>
                    <a:pt x="238324" y="315416"/>
                  </a:lnTo>
                  <a:lnTo>
                    <a:pt x="243082" y="313085"/>
                  </a:lnTo>
                  <a:lnTo>
                    <a:pt x="247763" y="310604"/>
                  </a:lnTo>
                  <a:lnTo>
                    <a:pt x="252363" y="307976"/>
                  </a:lnTo>
                  <a:lnTo>
                    <a:pt x="256878" y="305203"/>
                  </a:lnTo>
                  <a:lnTo>
                    <a:pt x="261303" y="302289"/>
                  </a:lnTo>
                  <a:lnTo>
                    <a:pt x="265633" y="299236"/>
                  </a:lnTo>
                  <a:lnTo>
                    <a:pt x="269864" y="296047"/>
                  </a:lnTo>
                  <a:lnTo>
                    <a:pt x="273992" y="292726"/>
                  </a:lnTo>
                  <a:lnTo>
                    <a:pt x="278012" y="289276"/>
                  </a:lnTo>
                  <a:lnTo>
                    <a:pt x="281922" y="285700"/>
                  </a:lnTo>
                  <a:lnTo>
                    <a:pt x="285716" y="282002"/>
                  </a:lnTo>
                  <a:lnTo>
                    <a:pt x="289391" y="278185"/>
                  </a:lnTo>
                  <a:lnTo>
                    <a:pt x="292943" y="274254"/>
                  </a:lnTo>
                  <a:lnTo>
                    <a:pt x="296368" y="270213"/>
                  </a:lnTo>
                  <a:lnTo>
                    <a:pt x="299664" y="266065"/>
                  </a:lnTo>
                  <a:lnTo>
                    <a:pt x="302827" y="261814"/>
                  </a:lnTo>
                  <a:lnTo>
                    <a:pt x="305854" y="257466"/>
                  </a:lnTo>
                  <a:lnTo>
                    <a:pt x="308741" y="253023"/>
                  </a:lnTo>
                  <a:lnTo>
                    <a:pt x="311486" y="248492"/>
                  </a:lnTo>
                  <a:lnTo>
                    <a:pt x="314086" y="243875"/>
                  </a:lnTo>
                  <a:lnTo>
                    <a:pt x="316538" y="239179"/>
                  </a:lnTo>
                  <a:lnTo>
                    <a:pt x="318841" y="234407"/>
                  </a:lnTo>
                  <a:lnTo>
                    <a:pt x="320991" y="229565"/>
                  </a:lnTo>
                  <a:lnTo>
                    <a:pt x="322986" y="224657"/>
                  </a:lnTo>
                  <a:lnTo>
                    <a:pt x="324825" y="219689"/>
                  </a:lnTo>
                  <a:lnTo>
                    <a:pt x="326506" y="214664"/>
                  </a:lnTo>
                  <a:lnTo>
                    <a:pt x="328026" y="209589"/>
                  </a:lnTo>
                  <a:lnTo>
                    <a:pt x="329385" y="204468"/>
                  </a:lnTo>
                  <a:lnTo>
                    <a:pt x="330581" y="199307"/>
                  </a:lnTo>
                  <a:lnTo>
                    <a:pt x="331613" y="194110"/>
                  </a:lnTo>
                  <a:lnTo>
                    <a:pt x="332480" y="188883"/>
                  </a:lnTo>
                  <a:lnTo>
                    <a:pt x="333180" y="183632"/>
                  </a:lnTo>
                  <a:lnTo>
                    <a:pt x="333714" y="178360"/>
                  </a:lnTo>
                  <a:lnTo>
                    <a:pt x="334080" y="173075"/>
                  </a:lnTo>
                  <a:lnTo>
                    <a:pt x="334279" y="167781"/>
                  </a:lnTo>
                  <a:lnTo>
                    <a:pt x="334310" y="162483"/>
                  </a:lnTo>
                  <a:lnTo>
                    <a:pt x="334173" y="157186"/>
                  </a:lnTo>
                  <a:lnTo>
                    <a:pt x="333868" y="151897"/>
                  </a:lnTo>
                  <a:lnTo>
                    <a:pt x="333396" y="146620"/>
                  </a:lnTo>
                  <a:lnTo>
                    <a:pt x="332757" y="141360"/>
                  </a:lnTo>
                  <a:lnTo>
                    <a:pt x="331951" y="136124"/>
                  </a:lnTo>
                  <a:lnTo>
                    <a:pt x="330980" y="130916"/>
                  </a:lnTo>
                  <a:lnTo>
                    <a:pt x="329844" y="125741"/>
                  </a:lnTo>
                  <a:lnTo>
                    <a:pt x="328545" y="120604"/>
                  </a:lnTo>
                  <a:lnTo>
                    <a:pt x="327084" y="115512"/>
                  </a:lnTo>
                  <a:lnTo>
                    <a:pt x="325462" y="110468"/>
                  </a:lnTo>
                  <a:lnTo>
                    <a:pt x="323681" y="105478"/>
                  </a:lnTo>
                  <a:lnTo>
                    <a:pt x="321743" y="100547"/>
                  </a:lnTo>
                  <a:lnTo>
                    <a:pt x="319650" y="95680"/>
                  </a:lnTo>
                  <a:lnTo>
                    <a:pt x="317403" y="90882"/>
                  </a:lnTo>
                  <a:lnTo>
                    <a:pt x="315006" y="86157"/>
                  </a:lnTo>
                  <a:lnTo>
                    <a:pt x="312460" y="81511"/>
                  </a:lnTo>
                  <a:lnTo>
                    <a:pt x="309768" y="76948"/>
                  </a:lnTo>
                  <a:lnTo>
                    <a:pt x="306932" y="72472"/>
                  </a:lnTo>
                  <a:lnTo>
                    <a:pt x="303957" y="68089"/>
                  </a:lnTo>
                  <a:lnTo>
                    <a:pt x="300844" y="63802"/>
                  </a:lnTo>
                  <a:lnTo>
                    <a:pt x="297596" y="59615"/>
                  </a:lnTo>
                  <a:lnTo>
                    <a:pt x="294218" y="55534"/>
                  </a:lnTo>
                  <a:lnTo>
                    <a:pt x="290712" y="51562"/>
                  </a:lnTo>
                  <a:lnTo>
                    <a:pt x="287082" y="47703"/>
                  </a:lnTo>
                  <a:lnTo>
                    <a:pt x="283331" y="43961"/>
                  </a:lnTo>
                  <a:lnTo>
                    <a:pt x="279464" y="40340"/>
                  </a:lnTo>
                  <a:lnTo>
                    <a:pt x="275484" y="36843"/>
                  </a:lnTo>
                  <a:lnTo>
                    <a:pt x="271395" y="33473"/>
                  </a:lnTo>
                  <a:lnTo>
                    <a:pt x="267201" y="30236"/>
                  </a:lnTo>
                  <a:lnTo>
                    <a:pt x="262907" y="27132"/>
                  </a:lnTo>
                  <a:lnTo>
                    <a:pt x="258517" y="24167"/>
                  </a:lnTo>
                  <a:lnTo>
                    <a:pt x="254035" y="21342"/>
                  </a:lnTo>
                  <a:lnTo>
                    <a:pt x="249465" y="18660"/>
                  </a:lnTo>
                  <a:lnTo>
                    <a:pt x="244813" y="16125"/>
                  </a:lnTo>
                  <a:lnTo>
                    <a:pt x="240083" y="13738"/>
                  </a:lnTo>
                  <a:lnTo>
                    <a:pt x="235280" y="11502"/>
                  </a:lnTo>
                  <a:lnTo>
                    <a:pt x="230408" y="9420"/>
                  </a:lnTo>
                  <a:lnTo>
                    <a:pt x="225473" y="7493"/>
                  </a:lnTo>
                  <a:lnTo>
                    <a:pt x="220479" y="5724"/>
                  </a:lnTo>
                  <a:lnTo>
                    <a:pt x="167151" y="164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9011" y="2633064"/>
              <a:ext cx="53327" cy="167167"/>
            </a:xfrm>
            <a:custGeom>
              <a:avLst/>
              <a:pathLst>
                <a:path w="53327" h="167167">
                  <a:moveTo>
                    <a:pt x="53327" y="8734"/>
                  </a:moveTo>
                  <a:lnTo>
                    <a:pt x="47578" y="6913"/>
                  </a:lnTo>
                  <a:lnTo>
                    <a:pt x="41767" y="5302"/>
                  </a:lnTo>
                  <a:lnTo>
                    <a:pt x="35902" y="3900"/>
                  </a:lnTo>
                  <a:lnTo>
                    <a:pt x="29990" y="2712"/>
                  </a:lnTo>
                  <a:lnTo>
                    <a:pt x="24039" y="1737"/>
                  </a:lnTo>
                  <a:lnTo>
                    <a:pt x="18056" y="978"/>
                  </a:lnTo>
                  <a:lnTo>
                    <a:pt x="12051" y="434"/>
                  </a:lnTo>
                  <a:lnTo>
                    <a:pt x="6029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347" y="2126963"/>
              <a:ext cx="5124" cy="167167"/>
            </a:xfrm>
            <a:custGeom>
              <a:avLst/>
              <a:pathLst>
                <a:path w="5124" h="167167">
                  <a:moveTo>
                    <a:pt x="5124" y="0"/>
                  </a:moveTo>
                  <a:lnTo>
                    <a:pt x="0" y="78"/>
                  </a:lnTo>
                  <a:lnTo>
                    <a:pt x="512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3347" y="2127042"/>
              <a:ext cx="5124" cy="167088"/>
            </a:xfrm>
            <a:custGeom>
              <a:avLst/>
              <a:pathLst>
                <a:path w="5124" h="167088">
                  <a:moveTo>
                    <a:pt x="0" y="0"/>
                  </a:moveTo>
                  <a:lnTo>
                    <a:pt x="5124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561319" y="2127042"/>
              <a:ext cx="334318" cy="334252"/>
            </a:xfrm>
            <a:custGeom>
              <a:avLst/>
              <a:pathLst>
                <a:path w="334318" h="334252">
                  <a:moveTo>
                    <a:pt x="162028" y="0"/>
                  </a:moveTo>
                  <a:lnTo>
                    <a:pt x="156716" y="247"/>
                  </a:lnTo>
                  <a:lnTo>
                    <a:pt x="151414" y="663"/>
                  </a:lnTo>
                  <a:lnTo>
                    <a:pt x="146128" y="1248"/>
                  </a:lnTo>
                  <a:lnTo>
                    <a:pt x="140864" y="2001"/>
                  </a:lnTo>
                  <a:lnTo>
                    <a:pt x="135626" y="2921"/>
                  </a:lnTo>
                  <a:lnTo>
                    <a:pt x="130420" y="4007"/>
                  </a:lnTo>
                  <a:lnTo>
                    <a:pt x="125251" y="5258"/>
                  </a:lnTo>
                  <a:lnTo>
                    <a:pt x="120125" y="6672"/>
                  </a:lnTo>
                  <a:lnTo>
                    <a:pt x="115046" y="8249"/>
                  </a:lnTo>
                  <a:lnTo>
                    <a:pt x="110020" y="9987"/>
                  </a:lnTo>
                  <a:lnTo>
                    <a:pt x="105051" y="11884"/>
                  </a:lnTo>
                  <a:lnTo>
                    <a:pt x="100146" y="13938"/>
                  </a:lnTo>
                  <a:lnTo>
                    <a:pt x="95308" y="16147"/>
                  </a:lnTo>
                  <a:lnTo>
                    <a:pt x="90543" y="18508"/>
                  </a:lnTo>
                  <a:lnTo>
                    <a:pt x="85856" y="21021"/>
                  </a:lnTo>
                  <a:lnTo>
                    <a:pt x="81251" y="23680"/>
                  </a:lnTo>
                  <a:lnTo>
                    <a:pt x="76733" y="26485"/>
                  </a:lnTo>
                  <a:lnTo>
                    <a:pt x="72306" y="29433"/>
                  </a:lnTo>
                  <a:lnTo>
                    <a:pt x="67976" y="32519"/>
                  </a:lnTo>
                  <a:lnTo>
                    <a:pt x="63745" y="35742"/>
                  </a:lnTo>
                  <a:lnTo>
                    <a:pt x="59620" y="39098"/>
                  </a:lnTo>
                  <a:lnTo>
                    <a:pt x="55603" y="42583"/>
                  </a:lnTo>
                  <a:lnTo>
                    <a:pt x="51699" y="46194"/>
                  </a:lnTo>
                  <a:lnTo>
                    <a:pt x="47912" y="49928"/>
                  </a:lnTo>
                  <a:lnTo>
                    <a:pt x="44245" y="53780"/>
                  </a:lnTo>
                  <a:lnTo>
                    <a:pt x="40703" y="57747"/>
                  </a:lnTo>
                  <a:lnTo>
                    <a:pt x="37289" y="61824"/>
                  </a:lnTo>
                  <a:lnTo>
                    <a:pt x="34007" y="66008"/>
                  </a:lnTo>
                  <a:lnTo>
                    <a:pt x="30859" y="70295"/>
                  </a:lnTo>
                  <a:lnTo>
                    <a:pt x="27849" y="74679"/>
                  </a:lnTo>
                  <a:lnTo>
                    <a:pt x="24980" y="79157"/>
                  </a:lnTo>
                  <a:lnTo>
                    <a:pt x="22255" y="83724"/>
                  </a:lnTo>
                  <a:lnTo>
                    <a:pt x="19677" y="88375"/>
                  </a:lnTo>
                  <a:lnTo>
                    <a:pt x="17248" y="93106"/>
                  </a:lnTo>
                  <a:lnTo>
                    <a:pt x="14970" y="97912"/>
                  </a:lnTo>
                  <a:lnTo>
                    <a:pt x="12847" y="102787"/>
                  </a:lnTo>
                  <a:lnTo>
                    <a:pt x="10880" y="107728"/>
                  </a:lnTo>
                  <a:lnTo>
                    <a:pt x="9070" y="112729"/>
                  </a:lnTo>
                  <a:lnTo>
                    <a:pt x="7421" y="117785"/>
                  </a:lnTo>
                  <a:lnTo>
                    <a:pt x="5934" y="122891"/>
                  </a:lnTo>
                  <a:lnTo>
                    <a:pt x="4610" y="128041"/>
                  </a:lnTo>
                  <a:lnTo>
                    <a:pt x="3450" y="133231"/>
                  </a:lnTo>
                  <a:lnTo>
                    <a:pt x="2456" y="138456"/>
                  </a:lnTo>
                  <a:lnTo>
                    <a:pt x="1628" y="143709"/>
                  </a:lnTo>
                  <a:lnTo>
                    <a:pt x="968" y="148986"/>
                  </a:lnTo>
                  <a:lnTo>
                    <a:pt x="477" y="154281"/>
                  </a:lnTo>
                  <a:lnTo>
                    <a:pt x="154" y="159589"/>
                  </a:lnTo>
                  <a:lnTo>
                    <a:pt x="0" y="164905"/>
                  </a:lnTo>
                  <a:lnTo>
                    <a:pt x="15" y="170223"/>
                  </a:lnTo>
                  <a:lnTo>
                    <a:pt x="199" y="175538"/>
                  </a:lnTo>
                  <a:lnTo>
                    <a:pt x="552" y="180844"/>
                  </a:lnTo>
                  <a:lnTo>
                    <a:pt x="1074" y="186137"/>
                  </a:lnTo>
                  <a:lnTo>
                    <a:pt x="1764" y="191410"/>
                  </a:lnTo>
                  <a:lnTo>
                    <a:pt x="2621" y="196658"/>
                  </a:lnTo>
                  <a:lnTo>
                    <a:pt x="3645" y="201877"/>
                  </a:lnTo>
                  <a:lnTo>
                    <a:pt x="4834" y="207060"/>
                  </a:lnTo>
                  <a:lnTo>
                    <a:pt x="6188" y="212203"/>
                  </a:lnTo>
                  <a:lnTo>
                    <a:pt x="7705" y="217300"/>
                  </a:lnTo>
                  <a:lnTo>
                    <a:pt x="9382" y="222347"/>
                  </a:lnTo>
                  <a:lnTo>
                    <a:pt x="11220" y="227337"/>
                  </a:lnTo>
                  <a:lnTo>
                    <a:pt x="13215" y="232267"/>
                  </a:lnTo>
                  <a:lnTo>
                    <a:pt x="15366" y="237130"/>
                  </a:lnTo>
                  <a:lnTo>
                    <a:pt x="17671" y="241923"/>
                  </a:lnTo>
                  <a:lnTo>
                    <a:pt x="20127" y="246640"/>
                  </a:lnTo>
                  <a:lnTo>
                    <a:pt x="22732" y="251276"/>
                  </a:lnTo>
                  <a:lnTo>
                    <a:pt x="25483" y="255828"/>
                  </a:lnTo>
                  <a:lnTo>
                    <a:pt x="28377" y="260289"/>
                  </a:lnTo>
                  <a:lnTo>
                    <a:pt x="31412" y="264656"/>
                  </a:lnTo>
                  <a:lnTo>
                    <a:pt x="34584" y="268925"/>
                  </a:lnTo>
                  <a:lnTo>
                    <a:pt x="37891" y="273090"/>
                  </a:lnTo>
                  <a:lnTo>
                    <a:pt x="41328" y="277148"/>
                  </a:lnTo>
                  <a:lnTo>
                    <a:pt x="44892" y="281094"/>
                  </a:lnTo>
                  <a:lnTo>
                    <a:pt x="48581" y="284926"/>
                  </a:lnTo>
                  <a:lnTo>
                    <a:pt x="52389" y="288638"/>
                  </a:lnTo>
                  <a:lnTo>
                    <a:pt x="56313" y="292227"/>
                  </a:lnTo>
                  <a:lnTo>
                    <a:pt x="60350" y="295689"/>
                  </a:lnTo>
                  <a:lnTo>
                    <a:pt x="64495" y="299021"/>
                  </a:lnTo>
                  <a:lnTo>
                    <a:pt x="68743" y="302220"/>
                  </a:lnTo>
                  <a:lnTo>
                    <a:pt x="73091" y="305282"/>
                  </a:lnTo>
                  <a:lnTo>
                    <a:pt x="77535" y="308204"/>
                  </a:lnTo>
                  <a:lnTo>
                    <a:pt x="82069" y="310983"/>
                  </a:lnTo>
                  <a:lnTo>
                    <a:pt x="86689" y="313617"/>
                  </a:lnTo>
                  <a:lnTo>
                    <a:pt x="91390" y="316102"/>
                  </a:lnTo>
                  <a:lnTo>
                    <a:pt x="96169" y="318436"/>
                  </a:lnTo>
                  <a:lnTo>
                    <a:pt x="101019" y="320618"/>
                  </a:lnTo>
                  <a:lnTo>
                    <a:pt x="105936" y="322644"/>
                  </a:lnTo>
                  <a:lnTo>
                    <a:pt x="110915" y="324512"/>
                  </a:lnTo>
                  <a:lnTo>
                    <a:pt x="115951" y="326221"/>
                  </a:lnTo>
                  <a:lnTo>
                    <a:pt x="121038" y="327770"/>
                  </a:lnTo>
                  <a:lnTo>
                    <a:pt x="126173" y="329155"/>
                  </a:lnTo>
                  <a:lnTo>
                    <a:pt x="131349" y="330377"/>
                  </a:lnTo>
                  <a:lnTo>
                    <a:pt x="136561" y="331433"/>
                  </a:lnTo>
                  <a:lnTo>
                    <a:pt x="141804" y="332323"/>
                  </a:lnTo>
                  <a:lnTo>
                    <a:pt x="147073" y="333045"/>
                  </a:lnTo>
                  <a:lnTo>
                    <a:pt x="152362" y="333600"/>
                  </a:lnTo>
                  <a:lnTo>
                    <a:pt x="157666" y="333986"/>
                  </a:lnTo>
                  <a:lnTo>
                    <a:pt x="162979" y="334204"/>
                  </a:lnTo>
                  <a:lnTo>
                    <a:pt x="168297" y="334252"/>
                  </a:lnTo>
                  <a:lnTo>
                    <a:pt x="173614" y="334131"/>
                  </a:lnTo>
                  <a:lnTo>
                    <a:pt x="178924" y="333841"/>
                  </a:lnTo>
                  <a:lnTo>
                    <a:pt x="184222" y="333382"/>
                  </a:lnTo>
                  <a:lnTo>
                    <a:pt x="189503" y="332755"/>
                  </a:lnTo>
                  <a:lnTo>
                    <a:pt x="194761" y="331960"/>
                  </a:lnTo>
                  <a:lnTo>
                    <a:pt x="199992" y="330999"/>
                  </a:lnTo>
                  <a:lnTo>
                    <a:pt x="205189" y="329871"/>
                  </a:lnTo>
                  <a:lnTo>
                    <a:pt x="210348" y="328579"/>
                  </a:lnTo>
                  <a:lnTo>
                    <a:pt x="215463" y="327123"/>
                  </a:lnTo>
                  <a:lnTo>
                    <a:pt x="220529" y="325505"/>
                  </a:lnTo>
                  <a:lnTo>
                    <a:pt x="225541" y="323727"/>
                  </a:lnTo>
                  <a:lnTo>
                    <a:pt x="230494" y="321791"/>
                  </a:lnTo>
                  <a:lnTo>
                    <a:pt x="235382" y="319698"/>
                  </a:lnTo>
                  <a:lnTo>
                    <a:pt x="240202" y="317450"/>
                  </a:lnTo>
                  <a:lnTo>
                    <a:pt x="244948" y="315051"/>
                  </a:lnTo>
                  <a:lnTo>
                    <a:pt x="249615" y="312501"/>
                  </a:lnTo>
                  <a:lnTo>
                    <a:pt x="254199" y="309805"/>
                  </a:lnTo>
                  <a:lnTo>
                    <a:pt x="258694" y="306964"/>
                  </a:lnTo>
                  <a:lnTo>
                    <a:pt x="263097" y="303981"/>
                  </a:lnTo>
                  <a:lnTo>
                    <a:pt x="267403" y="300860"/>
                  </a:lnTo>
                  <a:lnTo>
                    <a:pt x="271608" y="297603"/>
                  </a:lnTo>
                  <a:lnTo>
                    <a:pt x="275706" y="294215"/>
                  </a:lnTo>
                  <a:lnTo>
                    <a:pt x="279695" y="290697"/>
                  </a:lnTo>
                  <a:lnTo>
                    <a:pt x="283570" y="287055"/>
                  </a:lnTo>
                  <a:lnTo>
                    <a:pt x="287327" y="283291"/>
                  </a:lnTo>
                  <a:lnTo>
                    <a:pt x="290962" y="279410"/>
                  </a:lnTo>
                  <a:lnTo>
                    <a:pt x="294473" y="275415"/>
                  </a:lnTo>
                  <a:lnTo>
                    <a:pt x="297854" y="271310"/>
                  </a:lnTo>
                  <a:lnTo>
                    <a:pt x="301103" y="267100"/>
                  </a:lnTo>
                  <a:lnTo>
                    <a:pt x="304216" y="262789"/>
                  </a:lnTo>
                  <a:lnTo>
                    <a:pt x="307191" y="258380"/>
                  </a:lnTo>
                  <a:lnTo>
                    <a:pt x="310024" y="253880"/>
                  </a:lnTo>
                  <a:lnTo>
                    <a:pt x="312712" y="249291"/>
                  </a:lnTo>
                  <a:lnTo>
                    <a:pt x="315254" y="244619"/>
                  </a:lnTo>
                  <a:lnTo>
                    <a:pt x="317645" y="239869"/>
                  </a:lnTo>
                  <a:lnTo>
                    <a:pt x="319884" y="235046"/>
                  </a:lnTo>
                  <a:lnTo>
                    <a:pt x="321968" y="230153"/>
                  </a:lnTo>
                  <a:lnTo>
                    <a:pt x="323896" y="225197"/>
                  </a:lnTo>
                  <a:lnTo>
                    <a:pt x="325665" y="220181"/>
                  </a:lnTo>
                  <a:lnTo>
                    <a:pt x="327273" y="215112"/>
                  </a:lnTo>
                  <a:lnTo>
                    <a:pt x="328720" y="209995"/>
                  </a:lnTo>
                  <a:lnTo>
                    <a:pt x="330003" y="204834"/>
                  </a:lnTo>
                  <a:lnTo>
                    <a:pt x="331121" y="199635"/>
                  </a:lnTo>
                  <a:lnTo>
                    <a:pt x="332074" y="194403"/>
                  </a:lnTo>
                  <a:lnTo>
                    <a:pt x="332859" y="189143"/>
                  </a:lnTo>
                  <a:lnTo>
                    <a:pt x="333477" y="183861"/>
                  </a:lnTo>
                  <a:lnTo>
                    <a:pt x="333926" y="178562"/>
                  </a:lnTo>
                  <a:lnTo>
                    <a:pt x="334206" y="173251"/>
                  </a:lnTo>
                  <a:lnTo>
                    <a:pt x="334318" y="167934"/>
                  </a:lnTo>
                  <a:lnTo>
                    <a:pt x="167153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8472" y="2126963"/>
              <a:ext cx="167165" cy="168013"/>
            </a:xfrm>
            <a:custGeom>
              <a:avLst/>
              <a:pathLst>
                <a:path w="167165" h="168013">
                  <a:moveTo>
                    <a:pt x="167165" y="168013"/>
                  </a:moveTo>
                  <a:lnTo>
                    <a:pt x="167106" y="162637"/>
                  </a:lnTo>
                  <a:lnTo>
                    <a:pt x="166874" y="157266"/>
                  </a:lnTo>
                  <a:lnTo>
                    <a:pt x="166469" y="151906"/>
                  </a:lnTo>
                  <a:lnTo>
                    <a:pt x="165892" y="146561"/>
                  </a:lnTo>
                  <a:lnTo>
                    <a:pt x="165144" y="141237"/>
                  </a:lnTo>
                  <a:lnTo>
                    <a:pt x="164225" y="135940"/>
                  </a:lnTo>
                  <a:lnTo>
                    <a:pt x="163136" y="130676"/>
                  </a:lnTo>
                  <a:lnTo>
                    <a:pt x="161878" y="125449"/>
                  </a:lnTo>
                  <a:lnTo>
                    <a:pt x="160453" y="120266"/>
                  </a:lnTo>
                  <a:lnTo>
                    <a:pt x="158862" y="115131"/>
                  </a:lnTo>
                  <a:lnTo>
                    <a:pt x="157106" y="110049"/>
                  </a:lnTo>
                  <a:lnTo>
                    <a:pt x="155188" y="105027"/>
                  </a:lnTo>
                  <a:lnTo>
                    <a:pt x="153110" y="100069"/>
                  </a:lnTo>
                  <a:lnTo>
                    <a:pt x="150873" y="95181"/>
                  </a:lnTo>
                  <a:lnTo>
                    <a:pt x="148481" y="90367"/>
                  </a:lnTo>
                  <a:lnTo>
                    <a:pt x="145934" y="85632"/>
                  </a:lnTo>
                  <a:lnTo>
                    <a:pt x="143237" y="80982"/>
                  </a:lnTo>
                  <a:lnTo>
                    <a:pt x="140392" y="76420"/>
                  </a:lnTo>
                  <a:lnTo>
                    <a:pt x="137401" y="71953"/>
                  </a:lnTo>
                  <a:lnTo>
                    <a:pt x="134269" y="67584"/>
                  </a:lnTo>
                  <a:lnTo>
                    <a:pt x="130997" y="63318"/>
                  </a:lnTo>
                  <a:lnTo>
                    <a:pt x="127590" y="59160"/>
                  </a:lnTo>
                  <a:lnTo>
                    <a:pt x="124051" y="55113"/>
                  </a:lnTo>
                  <a:lnTo>
                    <a:pt x="120384" y="51182"/>
                  </a:lnTo>
                  <a:lnTo>
                    <a:pt x="116592" y="47371"/>
                  </a:lnTo>
                  <a:lnTo>
                    <a:pt x="112680" y="43684"/>
                  </a:lnTo>
                  <a:lnTo>
                    <a:pt x="108651" y="40125"/>
                  </a:lnTo>
                  <a:lnTo>
                    <a:pt x="104510" y="36697"/>
                  </a:lnTo>
                  <a:lnTo>
                    <a:pt x="100261" y="33403"/>
                  </a:lnTo>
                  <a:lnTo>
                    <a:pt x="95908" y="30249"/>
                  </a:lnTo>
                  <a:lnTo>
                    <a:pt x="91455" y="27236"/>
                  </a:lnTo>
                  <a:lnTo>
                    <a:pt x="86909" y="24367"/>
                  </a:lnTo>
                  <a:lnTo>
                    <a:pt x="82272" y="21647"/>
                  </a:lnTo>
                  <a:lnTo>
                    <a:pt x="77550" y="19076"/>
                  </a:lnTo>
                  <a:lnTo>
                    <a:pt x="72748" y="16659"/>
                  </a:lnTo>
                  <a:lnTo>
                    <a:pt x="67871" y="14398"/>
                  </a:lnTo>
                  <a:lnTo>
                    <a:pt x="62924" y="12295"/>
                  </a:lnTo>
                  <a:lnTo>
                    <a:pt x="57911" y="10351"/>
                  </a:lnTo>
                  <a:lnTo>
                    <a:pt x="52839" y="8570"/>
                  </a:lnTo>
                  <a:lnTo>
                    <a:pt x="47712" y="6953"/>
                  </a:lnTo>
                  <a:lnTo>
                    <a:pt x="42536" y="5502"/>
                  </a:lnTo>
                  <a:lnTo>
                    <a:pt x="37316" y="4218"/>
                  </a:lnTo>
                  <a:lnTo>
                    <a:pt x="32057" y="3102"/>
                  </a:lnTo>
                  <a:lnTo>
                    <a:pt x="26765" y="2156"/>
                  </a:lnTo>
                  <a:lnTo>
                    <a:pt x="21445" y="1381"/>
                  </a:lnTo>
                  <a:lnTo>
                    <a:pt x="16103" y="777"/>
                  </a:lnTo>
                  <a:lnTo>
                    <a:pt x="10744" y="345"/>
                  </a:lnTo>
                  <a:lnTo>
                    <a:pt x="5375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925" y="1681503"/>
              <a:ext cx="12309" cy="167167"/>
            </a:xfrm>
            <a:custGeom>
              <a:avLst/>
              <a:pathLst>
                <a:path w="12309" h="167167">
                  <a:moveTo>
                    <a:pt x="12309" y="0"/>
                  </a:moveTo>
                  <a:lnTo>
                    <a:pt x="0" y="453"/>
                  </a:lnTo>
                  <a:lnTo>
                    <a:pt x="123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925" y="1681957"/>
              <a:ext cx="12309" cy="166713"/>
            </a:xfrm>
            <a:custGeom>
              <a:avLst/>
              <a:pathLst>
                <a:path w="12309" h="166713">
                  <a:moveTo>
                    <a:pt x="0" y="0"/>
                  </a:moveTo>
                  <a:lnTo>
                    <a:pt x="12309" y="1667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256077" y="1681957"/>
              <a:ext cx="334316" cy="333881"/>
            </a:xfrm>
            <a:custGeom>
              <a:avLst/>
              <a:pathLst>
                <a:path w="334316" h="333881">
                  <a:moveTo>
                    <a:pt x="154848" y="0"/>
                  </a:moveTo>
                  <a:lnTo>
                    <a:pt x="149582" y="472"/>
                  </a:lnTo>
                  <a:lnTo>
                    <a:pt x="144334" y="1111"/>
                  </a:lnTo>
                  <a:lnTo>
                    <a:pt x="139109" y="1915"/>
                  </a:lnTo>
                  <a:lnTo>
                    <a:pt x="133912" y="2885"/>
                  </a:lnTo>
                  <a:lnTo>
                    <a:pt x="128748" y="4018"/>
                  </a:lnTo>
                  <a:lnTo>
                    <a:pt x="123623" y="5314"/>
                  </a:lnTo>
                  <a:lnTo>
                    <a:pt x="118541" y="6771"/>
                  </a:lnTo>
                  <a:lnTo>
                    <a:pt x="113508" y="8389"/>
                  </a:lnTo>
                  <a:lnTo>
                    <a:pt x="108528" y="10164"/>
                  </a:lnTo>
                  <a:lnTo>
                    <a:pt x="103607" y="12096"/>
                  </a:lnTo>
                  <a:lnTo>
                    <a:pt x="98750" y="14183"/>
                  </a:lnTo>
                  <a:lnTo>
                    <a:pt x="93961" y="16423"/>
                  </a:lnTo>
                  <a:lnTo>
                    <a:pt x="89245" y="18812"/>
                  </a:lnTo>
                  <a:lnTo>
                    <a:pt x="84607" y="21350"/>
                  </a:lnTo>
                  <a:lnTo>
                    <a:pt x="80052" y="24033"/>
                  </a:lnTo>
                  <a:lnTo>
                    <a:pt x="75584" y="26859"/>
                  </a:lnTo>
                  <a:lnTo>
                    <a:pt x="71207" y="29824"/>
                  </a:lnTo>
                  <a:lnTo>
                    <a:pt x="66927" y="32927"/>
                  </a:lnTo>
                  <a:lnTo>
                    <a:pt x="62746" y="36163"/>
                  </a:lnTo>
                  <a:lnTo>
                    <a:pt x="58670" y="39530"/>
                  </a:lnTo>
                  <a:lnTo>
                    <a:pt x="54703" y="43024"/>
                  </a:lnTo>
                  <a:lnTo>
                    <a:pt x="50848" y="46642"/>
                  </a:lnTo>
                  <a:lnTo>
                    <a:pt x="47109" y="50380"/>
                  </a:lnTo>
                  <a:lnTo>
                    <a:pt x="43491" y="54234"/>
                  </a:lnTo>
                  <a:lnTo>
                    <a:pt x="39996" y="58201"/>
                  </a:lnTo>
                  <a:lnTo>
                    <a:pt x="36628" y="62276"/>
                  </a:lnTo>
                  <a:lnTo>
                    <a:pt x="33391" y="66456"/>
                  </a:lnTo>
                  <a:lnTo>
                    <a:pt x="30288" y="70736"/>
                  </a:lnTo>
                  <a:lnTo>
                    <a:pt x="27321" y="75112"/>
                  </a:lnTo>
                  <a:lnTo>
                    <a:pt x="24495" y="79580"/>
                  </a:lnTo>
                  <a:lnTo>
                    <a:pt x="21811" y="84134"/>
                  </a:lnTo>
                  <a:lnTo>
                    <a:pt x="19272" y="88772"/>
                  </a:lnTo>
                  <a:lnTo>
                    <a:pt x="16881" y="93487"/>
                  </a:lnTo>
                  <a:lnTo>
                    <a:pt x="14641" y="98276"/>
                  </a:lnTo>
                  <a:lnTo>
                    <a:pt x="12553" y="103133"/>
                  </a:lnTo>
                  <a:lnTo>
                    <a:pt x="10620" y="108053"/>
                  </a:lnTo>
                  <a:lnTo>
                    <a:pt x="8843" y="113032"/>
                  </a:lnTo>
                  <a:lnTo>
                    <a:pt x="7225" y="118065"/>
                  </a:lnTo>
                  <a:lnTo>
                    <a:pt x="5767" y="123147"/>
                  </a:lnTo>
                  <a:lnTo>
                    <a:pt x="4470" y="128272"/>
                  </a:lnTo>
                  <a:lnTo>
                    <a:pt x="3336" y="133436"/>
                  </a:lnTo>
                  <a:lnTo>
                    <a:pt x="2365" y="138633"/>
                  </a:lnTo>
                  <a:lnTo>
                    <a:pt x="1560" y="143858"/>
                  </a:lnTo>
                  <a:lnTo>
                    <a:pt x="920" y="149105"/>
                  </a:lnTo>
                  <a:lnTo>
                    <a:pt x="446" y="154371"/>
                  </a:lnTo>
                  <a:lnTo>
                    <a:pt x="139" y="159649"/>
                  </a:lnTo>
                  <a:lnTo>
                    <a:pt x="0" y="164933"/>
                  </a:lnTo>
                  <a:lnTo>
                    <a:pt x="27" y="170220"/>
                  </a:lnTo>
                  <a:lnTo>
                    <a:pt x="221" y="175503"/>
                  </a:lnTo>
                  <a:lnTo>
                    <a:pt x="583" y="180778"/>
                  </a:lnTo>
                  <a:lnTo>
                    <a:pt x="1111" y="186038"/>
                  </a:lnTo>
                  <a:lnTo>
                    <a:pt x="1805" y="191279"/>
                  </a:lnTo>
                  <a:lnTo>
                    <a:pt x="2664" y="196495"/>
                  </a:lnTo>
                  <a:lnTo>
                    <a:pt x="3688" y="201682"/>
                  </a:lnTo>
                  <a:lnTo>
                    <a:pt x="4876" y="206833"/>
                  </a:lnTo>
                  <a:lnTo>
                    <a:pt x="6226" y="211945"/>
                  </a:lnTo>
                  <a:lnTo>
                    <a:pt x="7736" y="217011"/>
                  </a:lnTo>
                  <a:lnTo>
                    <a:pt x="9407" y="222027"/>
                  </a:lnTo>
                  <a:lnTo>
                    <a:pt x="11235" y="226988"/>
                  </a:lnTo>
                  <a:lnTo>
                    <a:pt x="13219" y="231888"/>
                  </a:lnTo>
                  <a:lnTo>
                    <a:pt x="15356" y="236723"/>
                  </a:lnTo>
                  <a:lnTo>
                    <a:pt x="17646" y="241488"/>
                  </a:lnTo>
                  <a:lnTo>
                    <a:pt x="20085" y="246179"/>
                  </a:lnTo>
                  <a:lnTo>
                    <a:pt x="22672" y="250790"/>
                  </a:lnTo>
                  <a:lnTo>
                    <a:pt x="25403" y="255316"/>
                  </a:lnTo>
                  <a:lnTo>
                    <a:pt x="28275" y="259754"/>
                  </a:lnTo>
                  <a:lnTo>
                    <a:pt x="31287" y="264100"/>
                  </a:lnTo>
                  <a:lnTo>
                    <a:pt x="34434" y="268347"/>
                  </a:lnTo>
                  <a:lnTo>
                    <a:pt x="37714" y="272493"/>
                  </a:lnTo>
                  <a:lnTo>
                    <a:pt x="41124" y="276534"/>
                  </a:lnTo>
                  <a:lnTo>
                    <a:pt x="44660" y="280464"/>
                  </a:lnTo>
                  <a:lnTo>
                    <a:pt x="48318" y="284281"/>
                  </a:lnTo>
                  <a:lnTo>
                    <a:pt x="52095" y="287980"/>
                  </a:lnTo>
                  <a:lnTo>
                    <a:pt x="55987" y="291558"/>
                  </a:lnTo>
                  <a:lnTo>
                    <a:pt x="59991" y="295010"/>
                  </a:lnTo>
                  <a:lnTo>
                    <a:pt x="64101" y="298335"/>
                  </a:lnTo>
                  <a:lnTo>
                    <a:pt x="68315" y="301528"/>
                  </a:lnTo>
                  <a:lnTo>
                    <a:pt x="72627" y="304586"/>
                  </a:lnTo>
                  <a:lnTo>
                    <a:pt x="77034" y="307506"/>
                  </a:lnTo>
                  <a:lnTo>
                    <a:pt x="81531" y="310286"/>
                  </a:lnTo>
                  <a:lnTo>
                    <a:pt x="86114" y="312922"/>
                  </a:lnTo>
                  <a:lnTo>
                    <a:pt x="90778" y="315411"/>
                  </a:lnTo>
                  <a:lnTo>
                    <a:pt x="95518" y="317752"/>
                  </a:lnTo>
                  <a:lnTo>
                    <a:pt x="100330" y="319942"/>
                  </a:lnTo>
                  <a:lnTo>
                    <a:pt x="105209" y="321978"/>
                  </a:lnTo>
                  <a:lnTo>
                    <a:pt x="110149" y="323860"/>
                  </a:lnTo>
                  <a:lnTo>
                    <a:pt x="115147" y="325584"/>
                  </a:lnTo>
                  <a:lnTo>
                    <a:pt x="120197" y="327149"/>
                  </a:lnTo>
                  <a:lnTo>
                    <a:pt x="125293" y="328554"/>
                  </a:lnTo>
                  <a:lnTo>
                    <a:pt x="130432" y="329796"/>
                  </a:lnTo>
                  <a:lnTo>
                    <a:pt x="135607" y="330876"/>
                  </a:lnTo>
                  <a:lnTo>
                    <a:pt x="140814" y="331792"/>
                  </a:lnTo>
                  <a:lnTo>
                    <a:pt x="146047" y="332542"/>
                  </a:lnTo>
                  <a:lnTo>
                    <a:pt x="151301" y="333127"/>
                  </a:lnTo>
                  <a:lnTo>
                    <a:pt x="156572" y="333545"/>
                  </a:lnTo>
                  <a:lnTo>
                    <a:pt x="161852" y="333796"/>
                  </a:lnTo>
                  <a:lnTo>
                    <a:pt x="167138" y="333881"/>
                  </a:lnTo>
                  <a:lnTo>
                    <a:pt x="172424" y="333798"/>
                  </a:lnTo>
                  <a:lnTo>
                    <a:pt x="177705" y="333547"/>
                  </a:lnTo>
                  <a:lnTo>
                    <a:pt x="182975" y="333131"/>
                  </a:lnTo>
                  <a:lnTo>
                    <a:pt x="188230" y="332547"/>
                  </a:lnTo>
                  <a:lnTo>
                    <a:pt x="193463" y="331798"/>
                  </a:lnTo>
                  <a:lnTo>
                    <a:pt x="198670" y="330883"/>
                  </a:lnTo>
                  <a:lnTo>
                    <a:pt x="203846" y="329805"/>
                  </a:lnTo>
                  <a:lnTo>
                    <a:pt x="208985" y="328563"/>
                  </a:lnTo>
                  <a:lnTo>
                    <a:pt x="214082" y="327160"/>
                  </a:lnTo>
                  <a:lnTo>
                    <a:pt x="219132" y="325596"/>
                  </a:lnTo>
                  <a:lnTo>
                    <a:pt x="224130" y="323873"/>
                  </a:lnTo>
                  <a:lnTo>
                    <a:pt x="229071" y="321993"/>
                  </a:lnTo>
                  <a:lnTo>
                    <a:pt x="233950" y="319957"/>
                  </a:lnTo>
                  <a:lnTo>
                    <a:pt x="238762" y="317768"/>
                  </a:lnTo>
                  <a:lnTo>
                    <a:pt x="243503" y="315429"/>
                  </a:lnTo>
                  <a:lnTo>
                    <a:pt x="248167" y="312940"/>
                  </a:lnTo>
                  <a:lnTo>
                    <a:pt x="252751" y="310305"/>
                  </a:lnTo>
                  <a:lnTo>
                    <a:pt x="257249" y="307527"/>
                  </a:lnTo>
                  <a:lnTo>
                    <a:pt x="261656" y="304608"/>
                  </a:lnTo>
                  <a:lnTo>
                    <a:pt x="265969" y="301551"/>
                  </a:lnTo>
                  <a:lnTo>
                    <a:pt x="270184" y="298359"/>
                  </a:lnTo>
                  <a:lnTo>
                    <a:pt x="274295" y="295035"/>
                  </a:lnTo>
                  <a:lnTo>
                    <a:pt x="278299" y="291583"/>
                  </a:lnTo>
                  <a:lnTo>
                    <a:pt x="282192" y="288006"/>
                  </a:lnTo>
                  <a:lnTo>
                    <a:pt x="285970" y="284308"/>
                  </a:lnTo>
                  <a:lnTo>
                    <a:pt x="289629" y="280492"/>
                  </a:lnTo>
                  <a:lnTo>
                    <a:pt x="293166" y="276562"/>
                  </a:lnTo>
                  <a:lnTo>
                    <a:pt x="296576" y="272523"/>
                  </a:lnTo>
                  <a:lnTo>
                    <a:pt x="299857" y="268378"/>
                  </a:lnTo>
                  <a:lnTo>
                    <a:pt x="303006" y="264131"/>
                  </a:lnTo>
                  <a:lnTo>
                    <a:pt x="306018" y="259786"/>
                  </a:lnTo>
                  <a:lnTo>
                    <a:pt x="308892" y="255349"/>
                  </a:lnTo>
                  <a:lnTo>
                    <a:pt x="311624" y="250823"/>
                  </a:lnTo>
                  <a:lnTo>
                    <a:pt x="314211" y="246212"/>
                  </a:lnTo>
                  <a:lnTo>
                    <a:pt x="316652" y="241523"/>
                  </a:lnTo>
                  <a:lnTo>
                    <a:pt x="318942" y="236758"/>
                  </a:lnTo>
                  <a:lnTo>
                    <a:pt x="321081" y="231923"/>
                  </a:lnTo>
                  <a:lnTo>
                    <a:pt x="323066" y="227023"/>
                  </a:lnTo>
                  <a:lnTo>
                    <a:pt x="324896" y="222063"/>
                  </a:lnTo>
                  <a:lnTo>
                    <a:pt x="326567" y="217048"/>
                  </a:lnTo>
                  <a:lnTo>
                    <a:pt x="328079" y="211982"/>
                  </a:lnTo>
                  <a:lnTo>
                    <a:pt x="329430" y="206871"/>
                  </a:lnTo>
                  <a:lnTo>
                    <a:pt x="330619" y="201719"/>
                  </a:lnTo>
                  <a:lnTo>
                    <a:pt x="331644" y="196533"/>
                  </a:lnTo>
                  <a:lnTo>
                    <a:pt x="332504" y="191317"/>
                  </a:lnTo>
                  <a:lnTo>
                    <a:pt x="333200" y="186076"/>
                  </a:lnTo>
                  <a:lnTo>
                    <a:pt x="333729" y="180816"/>
                  </a:lnTo>
                  <a:lnTo>
                    <a:pt x="334092" y="175542"/>
                  </a:lnTo>
                  <a:lnTo>
                    <a:pt x="334287" y="170258"/>
                  </a:lnTo>
                  <a:lnTo>
                    <a:pt x="334316" y="164972"/>
                  </a:lnTo>
                  <a:lnTo>
                    <a:pt x="334177" y="159687"/>
                  </a:lnTo>
                  <a:lnTo>
                    <a:pt x="333871" y="154409"/>
                  </a:lnTo>
                  <a:lnTo>
                    <a:pt x="333399" y="149144"/>
                  </a:lnTo>
                  <a:lnTo>
                    <a:pt x="332760" y="143896"/>
                  </a:lnTo>
                  <a:lnTo>
                    <a:pt x="331956" y="138670"/>
                  </a:lnTo>
                  <a:lnTo>
                    <a:pt x="330987" y="133473"/>
                  </a:lnTo>
                  <a:lnTo>
                    <a:pt x="329854" y="128309"/>
                  </a:lnTo>
                  <a:lnTo>
                    <a:pt x="328558" y="123184"/>
                  </a:lnTo>
                  <a:lnTo>
                    <a:pt x="327101" y="118102"/>
                  </a:lnTo>
                  <a:lnTo>
                    <a:pt x="325484" y="113069"/>
                  </a:lnTo>
                  <a:lnTo>
                    <a:pt x="323708" y="108089"/>
                  </a:lnTo>
                  <a:lnTo>
                    <a:pt x="321776" y="103168"/>
                  </a:lnTo>
                  <a:lnTo>
                    <a:pt x="319690" y="98311"/>
                  </a:lnTo>
                  <a:lnTo>
                    <a:pt x="317450" y="93521"/>
                  </a:lnTo>
                  <a:lnTo>
                    <a:pt x="315061" y="88806"/>
                  </a:lnTo>
                  <a:lnTo>
                    <a:pt x="312523" y="84168"/>
                  </a:lnTo>
                  <a:lnTo>
                    <a:pt x="309840" y="79612"/>
                  </a:lnTo>
                  <a:lnTo>
                    <a:pt x="307015" y="75144"/>
                  </a:lnTo>
                  <a:lnTo>
                    <a:pt x="304049" y="70767"/>
                  </a:lnTo>
                  <a:lnTo>
                    <a:pt x="300947" y="66487"/>
                  </a:lnTo>
                  <a:lnTo>
                    <a:pt x="297711" y="62306"/>
                  </a:lnTo>
                  <a:lnTo>
                    <a:pt x="294344" y="58230"/>
                  </a:lnTo>
                  <a:lnTo>
                    <a:pt x="290850" y="54263"/>
                  </a:lnTo>
                  <a:lnTo>
                    <a:pt x="287232" y="50408"/>
                  </a:lnTo>
                  <a:lnTo>
                    <a:pt x="283495" y="46669"/>
                  </a:lnTo>
                  <a:lnTo>
                    <a:pt x="279640" y="43050"/>
                  </a:lnTo>
                  <a:lnTo>
                    <a:pt x="275674" y="39555"/>
                  </a:lnTo>
                  <a:lnTo>
                    <a:pt x="271599" y="36187"/>
                  </a:lnTo>
                  <a:lnTo>
                    <a:pt x="267419" y="32950"/>
                  </a:lnTo>
                  <a:lnTo>
                    <a:pt x="263139" y="29846"/>
                  </a:lnTo>
                  <a:lnTo>
                    <a:pt x="258763" y="26880"/>
                  </a:lnTo>
                  <a:lnTo>
                    <a:pt x="254296" y="24053"/>
                  </a:lnTo>
                  <a:lnTo>
                    <a:pt x="249741" y="21369"/>
                  </a:lnTo>
                  <a:lnTo>
                    <a:pt x="245104" y="18830"/>
                  </a:lnTo>
                  <a:lnTo>
                    <a:pt x="240388" y="16439"/>
                  </a:lnTo>
                  <a:lnTo>
                    <a:pt x="235600" y="14199"/>
                  </a:lnTo>
                  <a:lnTo>
                    <a:pt x="230743" y="12111"/>
                  </a:lnTo>
                  <a:lnTo>
                    <a:pt x="225823" y="10178"/>
                  </a:lnTo>
                  <a:lnTo>
                    <a:pt x="220843" y="8401"/>
                  </a:lnTo>
                  <a:lnTo>
                    <a:pt x="215811" y="6782"/>
                  </a:lnTo>
                  <a:lnTo>
                    <a:pt x="210729" y="5324"/>
                  </a:lnTo>
                  <a:lnTo>
                    <a:pt x="205604" y="4027"/>
                  </a:lnTo>
                  <a:lnTo>
                    <a:pt x="200440" y="2892"/>
                  </a:lnTo>
                  <a:lnTo>
                    <a:pt x="195243" y="1922"/>
                  </a:lnTo>
                  <a:lnTo>
                    <a:pt x="190018" y="1116"/>
                  </a:lnTo>
                  <a:lnTo>
                    <a:pt x="167157" y="166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23235" y="1681503"/>
              <a:ext cx="22860" cy="167167"/>
            </a:xfrm>
            <a:custGeom>
              <a:avLst/>
              <a:pathLst>
                <a:path w="22860" h="167167">
                  <a:moveTo>
                    <a:pt x="22860" y="1570"/>
                  </a:moveTo>
                  <a:lnTo>
                    <a:pt x="15267" y="698"/>
                  </a:lnTo>
                  <a:lnTo>
                    <a:pt x="7641" y="17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853871" y="1322571"/>
              <a:ext cx="167167" cy="312633"/>
            </a:xfrm>
            <a:custGeom>
              <a:avLst/>
              <a:pathLst>
                <a:path w="167167" h="312633">
                  <a:moveTo>
                    <a:pt x="167167" y="0"/>
                  </a:moveTo>
                  <a:lnTo>
                    <a:pt x="161814" y="85"/>
                  </a:lnTo>
                  <a:lnTo>
                    <a:pt x="156466" y="342"/>
                  </a:lnTo>
                  <a:lnTo>
                    <a:pt x="151129" y="771"/>
                  </a:lnTo>
                  <a:lnTo>
                    <a:pt x="145809" y="1370"/>
                  </a:lnTo>
                  <a:lnTo>
                    <a:pt x="140510" y="2139"/>
                  </a:lnTo>
                  <a:lnTo>
                    <a:pt x="135239" y="3077"/>
                  </a:lnTo>
                  <a:lnTo>
                    <a:pt x="130001" y="4183"/>
                  </a:lnTo>
                  <a:lnTo>
                    <a:pt x="124801" y="5457"/>
                  </a:lnTo>
                  <a:lnTo>
                    <a:pt x="119644" y="6897"/>
                  </a:lnTo>
                  <a:lnTo>
                    <a:pt x="114536" y="8501"/>
                  </a:lnTo>
                  <a:lnTo>
                    <a:pt x="109482" y="10268"/>
                  </a:lnTo>
                  <a:lnTo>
                    <a:pt x="104487" y="12195"/>
                  </a:lnTo>
                  <a:lnTo>
                    <a:pt x="99556" y="14282"/>
                  </a:lnTo>
                  <a:lnTo>
                    <a:pt x="94695" y="16526"/>
                  </a:lnTo>
                  <a:lnTo>
                    <a:pt x="89908" y="18924"/>
                  </a:lnTo>
                  <a:lnTo>
                    <a:pt x="85201" y="21474"/>
                  </a:lnTo>
                  <a:lnTo>
                    <a:pt x="80577" y="24173"/>
                  </a:lnTo>
                  <a:lnTo>
                    <a:pt x="76042" y="27020"/>
                  </a:lnTo>
                  <a:lnTo>
                    <a:pt x="71601" y="30010"/>
                  </a:lnTo>
                  <a:lnTo>
                    <a:pt x="67258" y="33140"/>
                  </a:lnTo>
                  <a:lnTo>
                    <a:pt x="63017" y="36408"/>
                  </a:lnTo>
                  <a:lnTo>
                    <a:pt x="58883" y="39811"/>
                  </a:lnTo>
                  <a:lnTo>
                    <a:pt x="54860" y="43344"/>
                  </a:lnTo>
                  <a:lnTo>
                    <a:pt x="50953" y="47004"/>
                  </a:lnTo>
                  <a:lnTo>
                    <a:pt x="47164" y="50787"/>
                  </a:lnTo>
                  <a:lnTo>
                    <a:pt x="43499" y="54689"/>
                  </a:lnTo>
                  <a:lnTo>
                    <a:pt x="39960" y="58707"/>
                  </a:lnTo>
                  <a:lnTo>
                    <a:pt x="36552" y="62836"/>
                  </a:lnTo>
                  <a:lnTo>
                    <a:pt x="33278" y="67073"/>
                  </a:lnTo>
                  <a:lnTo>
                    <a:pt x="30142" y="71412"/>
                  </a:lnTo>
                  <a:lnTo>
                    <a:pt x="27146" y="75849"/>
                  </a:lnTo>
                  <a:lnTo>
                    <a:pt x="24293" y="80379"/>
                  </a:lnTo>
                  <a:lnTo>
                    <a:pt x="21587" y="84999"/>
                  </a:lnTo>
                  <a:lnTo>
                    <a:pt x="19031" y="89703"/>
                  </a:lnTo>
                  <a:lnTo>
                    <a:pt x="16626" y="94487"/>
                  </a:lnTo>
                  <a:lnTo>
                    <a:pt x="14376" y="99345"/>
                  </a:lnTo>
                  <a:lnTo>
                    <a:pt x="12282" y="104273"/>
                  </a:lnTo>
                  <a:lnTo>
                    <a:pt x="10347" y="109265"/>
                  </a:lnTo>
                  <a:lnTo>
                    <a:pt x="8574" y="114316"/>
                  </a:lnTo>
                  <a:lnTo>
                    <a:pt x="6963" y="119422"/>
                  </a:lnTo>
                  <a:lnTo>
                    <a:pt x="5516" y="124577"/>
                  </a:lnTo>
                  <a:lnTo>
                    <a:pt x="4235" y="129775"/>
                  </a:lnTo>
                  <a:lnTo>
                    <a:pt x="3121" y="135012"/>
                  </a:lnTo>
                  <a:lnTo>
                    <a:pt x="2175" y="140282"/>
                  </a:lnTo>
                  <a:lnTo>
                    <a:pt x="1399" y="145579"/>
                  </a:lnTo>
                  <a:lnTo>
                    <a:pt x="793" y="150899"/>
                  </a:lnTo>
                  <a:lnTo>
                    <a:pt x="357" y="156235"/>
                  </a:lnTo>
                  <a:lnTo>
                    <a:pt x="93" y="161582"/>
                  </a:lnTo>
                  <a:lnTo>
                    <a:pt x="0" y="166936"/>
                  </a:lnTo>
                  <a:lnTo>
                    <a:pt x="78" y="172289"/>
                  </a:lnTo>
                  <a:lnTo>
                    <a:pt x="328" y="177637"/>
                  </a:lnTo>
                  <a:lnTo>
                    <a:pt x="748" y="182974"/>
                  </a:lnTo>
                  <a:lnTo>
                    <a:pt x="1340" y="188296"/>
                  </a:lnTo>
                  <a:lnTo>
                    <a:pt x="2102" y="193595"/>
                  </a:lnTo>
                  <a:lnTo>
                    <a:pt x="3033" y="198867"/>
                  </a:lnTo>
                  <a:lnTo>
                    <a:pt x="4132" y="204107"/>
                  </a:lnTo>
                  <a:lnTo>
                    <a:pt x="5399" y="209309"/>
                  </a:lnTo>
                  <a:lnTo>
                    <a:pt x="6831" y="214468"/>
                  </a:lnTo>
                  <a:lnTo>
                    <a:pt x="8428" y="219578"/>
                  </a:lnTo>
                  <a:lnTo>
                    <a:pt x="10188" y="224635"/>
                  </a:lnTo>
                  <a:lnTo>
                    <a:pt x="12109" y="229632"/>
                  </a:lnTo>
                  <a:lnTo>
                    <a:pt x="14188" y="234566"/>
                  </a:lnTo>
                  <a:lnTo>
                    <a:pt x="16425" y="239430"/>
                  </a:lnTo>
                  <a:lnTo>
                    <a:pt x="18817" y="244220"/>
                  </a:lnTo>
                  <a:lnTo>
                    <a:pt x="21360" y="248931"/>
                  </a:lnTo>
                  <a:lnTo>
                    <a:pt x="24053" y="253559"/>
                  </a:lnTo>
                  <a:lnTo>
                    <a:pt x="26893" y="258097"/>
                  </a:lnTo>
                  <a:lnTo>
                    <a:pt x="29877" y="262543"/>
                  </a:lnTo>
                  <a:lnTo>
                    <a:pt x="33002" y="266890"/>
                  </a:lnTo>
                  <a:lnTo>
                    <a:pt x="36264" y="271135"/>
                  </a:lnTo>
                  <a:lnTo>
                    <a:pt x="39661" y="275274"/>
                  </a:lnTo>
                  <a:lnTo>
                    <a:pt x="43188" y="279302"/>
                  </a:lnTo>
                  <a:lnTo>
                    <a:pt x="46843" y="283215"/>
                  </a:lnTo>
                  <a:lnTo>
                    <a:pt x="50621" y="287008"/>
                  </a:lnTo>
                  <a:lnTo>
                    <a:pt x="54518" y="290679"/>
                  </a:lnTo>
                  <a:lnTo>
                    <a:pt x="58531" y="294223"/>
                  </a:lnTo>
                  <a:lnTo>
                    <a:pt x="62656" y="297637"/>
                  </a:lnTo>
                  <a:lnTo>
                    <a:pt x="66887" y="300917"/>
                  </a:lnTo>
                  <a:lnTo>
                    <a:pt x="71222" y="304059"/>
                  </a:lnTo>
                  <a:lnTo>
                    <a:pt x="75655" y="307062"/>
                  </a:lnTo>
                  <a:lnTo>
                    <a:pt x="80182" y="309920"/>
                  </a:lnTo>
                  <a:lnTo>
                    <a:pt x="84798" y="31263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8669" y="1489739"/>
              <a:ext cx="82369" cy="145465"/>
            </a:xfrm>
            <a:custGeom>
              <a:avLst/>
              <a:pathLst>
                <a:path w="82369" h="145465">
                  <a:moveTo>
                    <a:pt x="0" y="145465"/>
                  </a:moveTo>
                  <a:lnTo>
                    <a:pt x="8236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38669" y="1340796"/>
              <a:ext cx="249516" cy="316107"/>
            </a:xfrm>
            <a:custGeom>
              <a:avLst/>
              <a:pathLst>
                <a:path w="249516" h="316107">
                  <a:moveTo>
                    <a:pt x="0" y="294408"/>
                  </a:moveTo>
                  <a:lnTo>
                    <a:pt x="4674" y="296957"/>
                  </a:lnTo>
                  <a:lnTo>
                    <a:pt x="9428" y="299357"/>
                  </a:lnTo>
                  <a:lnTo>
                    <a:pt x="14256" y="301604"/>
                  </a:lnTo>
                  <a:lnTo>
                    <a:pt x="19153" y="303696"/>
                  </a:lnTo>
                  <a:lnTo>
                    <a:pt x="24113" y="305630"/>
                  </a:lnTo>
                  <a:lnTo>
                    <a:pt x="29134" y="307406"/>
                  </a:lnTo>
                  <a:lnTo>
                    <a:pt x="34208" y="309021"/>
                  </a:lnTo>
                  <a:lnTo>
                    <a:pt x="39331" y="310474"/>
                  </a:lnTo>
                  <a:lnTo>
                    <a:pt x="44497" y="311763"/>
                  </a:lnTo>
                  <a:lnTo>
                    <a:pt x="49702" y="312887"/>
                  </a:lnTo>
                  <a:lnTo>
                    <a:pt x="54940" y="313844"/>
                  </a:lnTo>
                  <a:lnTo>
                    <a:pt x="60206" y="314634"/>
                  </a:lnTo>
                  <a:lnTo>
                    <a:pt x="65495" y="315256"/>
                  </a:lnTo>
                  <a:lnTo>
                    <a:pt x="70800" y="315709"/>
                  </a:lnTo>
                  <a:lnTo>
                    <a:pt x="76118" y="315992"/>
                  </a:lnTo>
                  <a:lnTo>
                    <a:pt x="81442" y="316107"/>
                  </a:lnTo>
                  <a:lnTo>
                    <a:pt x="86766" y="316052"/>
                  </a:lnTo>
                  <a:lnTo>
                    <a:pt x="92086" y="315827"/>
                  </a:lnTo>
                  <a:lnTo>
                    <a:pt x="97397" y="315433"/>
                  </a:lnTo>
                  <a:lnTo>
                    <a:pt x="102692" y="314869"/>
                  </a:lnTo>
                  <a:lnTo>
                    <a:pt x="107966" y="314138"/>
                  </a:lnTo>
                  <a:lnTo>
                    <a:pt x="113215" y="313239"/>
                  </a:lnTo>
                  <a:lnTo>
                    <a:pt x="118432" y="312173"/>
                  </a:lnTo>
                  <a:lnTo>
                    <a:pt x="123612" y="310942"/>
                  </a:lnTo>
                  <a:lnTo>
                    <a:pt x="128751" y="309546"/>
                  </a:lnTo>
                  <a:lnTo>
                    <a:pt x="133843" y="307987"/>
                  </a:lnTo>
                  <a:lnTo>
                    <a:pt x="138882" y="306267"/>
                  </a:lnTo>
                  <a:lnTo>
                    <a:pt x="143864" y="304387"/>
                  </a:lnTo>
                  <a:lnTo>
                    <a:pt x="148784" y="302350"/>
                  </a:lnTo>
                  <a:lnTo>
                    <a:pt x="153636" y="300157"/>
                  </a:lnTo>
                  <a:lnTo>
                    <a:pt x="158416" y="297810"/>
                  </a:lnTo>
                  <a:lnTo>
                    <a:pt x="163119" y="295312"/>
                  </a:lnTo>
                  <a:lnTo>
                    <a:pt x="167740" y="292666"/>
                  </a:lnTo>
                  <a:lnTo>
                    <a:pt x="172274" y="289874"/>
                  </a:lnTo>
                  <a:lnTo>
                    <a:pt x="176717" y="286939"/>
                  </a:lnTo>
                  <a:lnTo>
                    <a:pt x="181065" y="283864"/>
                  </a:lnTo>
                  <a:lnTo>
                    <a:pt x="185312" y="280652"/>
                  </a:lnTo>
                  <a:lnTo>
                    <a:pt x="189455" y="277307"/>
                  </a:lnTo>
                  <a:lnTo>
                    <a:pt x="193489" y="273831"/>
                  </a:lnTo>
                  <a:lnTo>
                    <a:pt x="197410" y="270229"/>
                  </a:lnTo>
                  <a:lnTo>
                    <a:pt x="201215" y="266503"/>
                  </a:lnTo>
                  <a:lnTo>
                    <a:pt x="204899" y="262658"/>
                  </a:lnTo>
                  <a:lnTo>
                    <a:pt x="208458" y="258698"/>
                  </a:lnTo>
                  <a:lnTo>
                    <a:pt x="211890" y="254626"/>
                  </a:lnTo>
                  <a:lnTo>
                    <a:pt x="215190" y="250447"/>
                  </a:lnTo>
                  <a:lnTo>
                    <a:pt x="218356" y="246166"/>
                  </a:lnTo>
                  <a:lnTo>
                    <a:pt x="221383" y="241785"/>
                  </a:lnTo>
                  <a:lnTo>
                    <a:pt x="224270" y="237310"/>
                  </a:lnTo>
                  <a:lnTo>
                    <a:pt x="227012" y="232746"/>
                  </a:lnTo>
                  <a:lnTo>
                    <a:pt x="229608" y="228097"/>
                  </a:lnTo>
                  <a:lnTo>
                    <a:pt x="232055" y="223367"/>
                  </a:lnTo>
                  <a:lnTo>
                    <a:pt x="234349" y="218562"/>
                  </a:lnTo>
                  <a:lnTo>
                    <a:pt x="236489" y="213686"/>
                  </a:lnTo>
                  <a:lnTo>
                    <a:pt x="238473" y="208744"/>
                  </a:lnTo>
                  <a:lnTo>
                    <a:pt x="240299" y="203742"/>
                  </a:lnTo>
                  <a:lnTo>
                    <a:pt x="241964" y="198684"/>
                  </a:lnTo>
                  <a:lnTo>
                    <a:pt x="243467" y="193576"/>
                  </a:lnTo>
                  <a:lnTo>
                    <a:pt x="244807" y="188422"/>
                  </a:lnTo>
                  <a:lnTo>
                    <a:pt x="245982" y="183229"/>
                  </a:lnTo>
                  <a:lnTo>
                    <a:pt x="246991" y="178000"/>
                  </a:lnTo>
                  <a:lnTo>
                    <a:pt x="247833" y="172742"/>
                  </a:lnTo>
                  <a:lnTo>
                    <a:pt x="248507" y="167460"/>
                  </a:lnTo>
                  <a:lnTo>
                    <a:pt x="249013" y="162159"/>
                  </a:lnTo>
                  <a:lnTo>
                    <a:pt x="249349" y="156845"/>
                  </a:lnTo>
                  <a:lnTo>
                    <a:pt x="249516" y="151523"/>
                  </a:lnTo>
                  <a:lnTo>
                    <a:pt x="249514" y="146198"/>
                  </a:lnTo>
                  <a:lnTo>
                    <a:pt x="249341" y="140876"/>
                  </a:lnTo>
                  <a:lnTo>
                    <a:pt x="249000" y="135562"/>
                  </a:lnTo>
                  <a:lnTo>
                    <a:pt x="248489" y="130261"/>
                  </a:lnTo>
                  <a:lnTo>
                    <a:pt x="247810" y="124980"/>
                  </a:lnTo>
                  <a:lnTo>
                    <a:pt x="246963" y="119723"/>
                  </a:lnTo>
                  <a:lnTo>
                    <a:pt x="245949" y="114495"/>
                  </a:lnTo>
                  <a:lnTo>
                    <a:pt x="244768" y="109303"/>
                  </a:lnTo>
                  <a:lnTo>
                    <a:pt x="243424" y="104150"/>
                  </a:lnTo>
                  <a:lnTo>
                    <a:pt x="241915" y="99044"/>
                  </a:lnTo>
                  <a:lnTo>
                    <a:pt x="240245" y="93987"/>
                  </a:lnTo>
                  <a:lnTo>
                    <a:pt x="238415" y="88987"/>
                  </a:lnTo>
                  <a:lnTo>
                    <a:pt x="236426" y="84047"/>
                  </a:lnTo>
                  <a:lnTo>
                    <a:pt x="234281" y="79174"/>
                  </a:lnTo>
                  <a:lnTo>
                    <a:pt x="231982" y="74371"/>
                  </a:lnTo>
                  <a:lnTo>
                    <a:pt x="229531" y="69643"/>
                  </a:lnTo>
                  <a:lnTo>
                    <a:pt x="226930" y="64996"/>
                  </a:lnTo>
                  <a:lnTo>
                    <a:pt x="224183" y="60435"/>
                  </a:lnTo>
                  <a:lnTo>
                    <a:pt x="221293" y="55963"/>
                  </a:lnTo>
                  <a:lnTo>
                    <a:pt x="218261" y="51585"/>
                  </a:lnTo>
                  <a:lnTo>
                    <a:pt x="215091" y="47307"/>
                  </a:lnTo>
                  <a:lnTo>
                    <a:pt x="211787" y="43131"/>
                  </a:lnTo>
                  <a:lnTo>
                    <a:pt x="208351" y="39063"/>
                  </a:lnTo>
                  <a:lnTo>
                    <a:pt x="204787" y="35106"/>
                  </a:lnTo>
                  <a:lnTo>
                    <a:pt x="201100" y="31265"/>
                  </a:lnTo>
                  <a:lnTo>
                    <a:pt x="197291" y="27543"/>
                  </a:lnTo>
                  <a:lnTo>
                    <a:pt x="193366" y="23944"/>
                  </a:lnTo>
                  <a:lnTo>
                    <a:pt x="189329" y="20472"/>
                  </a:lnTo>
                  <a:lnTo>
                    <a:pt x="185183" y="17131"/>
                  </a:lnTo>
                  <a:lnTo>
                    <a:pt x="180933" y="13923"/>
                  </a:lnTo>
                  <a:lnTo>
                    <a:pt x="176582" y="10852"/>
                  </a:lnTo>
                  <a:lnTo>
                    <a:pt x="172136" y="7922"/>
                  </a:lnTo>
                  <a:lnTo>
                    <a:pt x="167599" y="5134"/>
                  </a:lnTo>
                  <a:lnTo>
                    <a:pt x="162976" y="2493"/>
                  </a:lnTo>
                  <a:lnTo>
                    <a:pt x="158271" y="0"/>
                  </a:lnTo>
                  <a:lnTo>
                    <a:pt x="82369" y="1489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21039" y="1322571"/>
              <a:ext cx="75901" cy="167167"/>
            </a:xfrm>
            <a:custGeom>
              <a:avLst/>
              <a:pathLst>
                <a:path w="75901" h="167167">
                  <a:moveTo>
                    <a:pt x="75901" y="18225"/>
                  </a:moveTo>
                  <a:lnTo>
                    <a:pt x="70845" y="15754"/>
                  </a:lnTo>
                  <a:lnTo>
                    <a:pt x="65709" y="13455"/>
                  </a:lnTo>
                  <a:lnTo>
                    <a:pt x="60498" y="11331"/>
                  </a:lnTo>
                  <a:lnTo>
                    <a:pt x="55219" y="9383"/>
                  </a:lnTo>
                  <a:lnTo>
                    <a:pt x="49877" y="7614"/>
                  </a:lnTo>
                  <a:lnTo>
                    <a:pt x="44478" y="6025"/>
                  </a:lnTo>
                  <a:lnTo>
                    <a:pt x="39029" y="4620"/>
                  </a:lnTo>
                  <a:lnTo>
                    <a:pt x="33536" y="3398"/>
                  </a:lnTo>
                  <a:lnTo>
                    <a:pt x="28005" y="2362"/>
                  </a:lnTo>
                  <a:lnTo>
                    <a:pt x="22442" y="1513"/>
                  </a:lnTo>
                  <a:lnTo>
                    <a:pt x="16854" y="851"/>
                  </a:lnTo>
                  <a:lnTo>
                    <a:pt x="11246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378095" y="1071028"/>
              <a:ext cx="167163" cy="265846"/>
            </a:xfrm>
            <a:custGeom>
              <a:avLst/>
              <a:pathLst>
                <a:path w="167163" h="265846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6" y="3055"/>
                  </a:lnTo>
                  <a:lnTo>
                    <a:pt x="130125" y="4154"/>
                  </a:lnTo>
                  <a:lnTo>
                    <a:pt x="124942" y="5419"/>
                  </a:lnTo>
                  <a:lnTo>
                    <a:pt x="119802" y="6849"/>
                  </a:lnTo>
                  <a:lnTo>
                    <a:pt x="114710" y="8442"/>
                  </a:lnTo>
                  <a:lnTo>
                    <a:pt x="109672" y="10196"/>
                  </a:lnTo>
                  <a:lnTo>
                    <a:pt x="104692" y="12111"/>
                  </a:lnTo>
                  <a:lnTo>
                    <a:pt x="99776" y="14183"/>
                  </a:lnTo>
                  <a:lnTo>
                    <a:pt x="94929" y="16412"/>
                  </a:lnTo>
                  <a:lnTo>
                    <a:pt x="90155" y="18794"/>
                  </a:lnTo>
                  <a:lnTo>
                    <a:pt x="85459" y="21327"/>
                  </a:lnTo>
                  <a:lnTo>
                    <a:pt x="80847" y="24008"/>
                  </a:lnTo>
                  <a:lnTo>
                    <a:pt x="76322" y="26835"/>
                  </a:lnTo>
                  <a:lnTo>
                    <a:pt x="71891" y="29806"/>
                  </a:lnTo>
                  <a:lnTo>
                    <a:pt x="67556" y="32916"/>
                  </a:lnTo>
                  <a:lnTo>
                    <a:pt x="63322" y="36163"/>
                  </a:lnTo>
                  <a:lnTo>
                    <a:pt x="59195" y="39543"/>
                  </a:lnTo>
                  <a:lnTo>
                    <a:pt x="55177" y="43054"/>
                  </a:lnTo>
                  <a:lnTo>
                    <a:pt x="51274" y="46690"/>
                  </a:lnTo>
                  <a:lnTo>
                    <a:pt x="47488" y="50450"/>
                  </a:lnTo>
                  <a:lnTo>
                    <a:pt x="43825" y="54328"/>
                  </a:lnTo>
                  <a:lnTo>
                    <a:pt x="40287" y="58322"/>
                  </a:lnTo>
                  <a:lnTo>
                    <a:pt x="36878" y="62426"/>
                  </a:lnTo>
                  <a:lnTo>
                    <a:pt x="33602" y="66637"/>
                  </a:lnTo>
                  <a:lnTo>
                    <a:pt x="30462" y="70950"/>
                  </a:lnTo>
                  <a:lnTo>
                    <a:pt x="27461" y="75361"/>
                  </a:lnTo>
                  <a:lnTo>
                    <a:pt x="24603" y="79866"/>
                  </a:lnTo>
                  <a:lnTo>
                    <a:pt x="21889" y="84460"/>
                  </a:lnTo>
                  <a:lnTo>
                    <a:pt x="19324" y="89138"/>
                  </a:lnTo>
                  <a:lnTo>
                    <a:pt x="16909" y="93895"/>
                  </a:lnTo>
                  <a:lnTo>
                    <a:pt x="14648" y="98727"/>
                  </a:lnTo>
                  <a:lnTo>
                    <a:pt x="12541" y="103629"/>
                  </a:lnTo>
                  <a:lnTo>
                    <a:pt x="10593" y="108595"/>
                  </a:lnTo>
                  <a:lnTo>
                    <a:pt x="8803" y="113621"/>
                  </a:lnTo>
                  <a:lnTo>
                    <a:pt x="7175" y="118702"/>
                  </a:lnTo>
                  <a:lnTo>
                    <a:pt x="5710" y="123832"/>
                  </a:lnTo>
                  <a:lnTo>
                    <a:pt x="4409" y="129006"/>
                  </a:lnTo>
                  <a:lnTo>
                    <a:pt x="3275" y="134219"/>
                  </a:lnTo>
                  <a:lnTo>
                    <a:pt x="2307" y="139466"/>
                  </a:lnTo>
                  <a:lnTo>
                    <a:pt x="1507" y="144741"/>
                  </a:lnTo>
                  <a:lnTo>
                    <a:pt x="875" y="150038"/>
                  </a:lnTo>
                  <a:lnTo>
                    <a:pt x="413" y="155354"/>
                  </a:lnTo>
                  <a:lnTo>
                    <a:pt x="121" y="160681"/>
                  </a:lnTo>
                  <a:lnTo>
                    <a:pt x="0" y="166015"/>
                  </a:lnTo>
                  <a:lnTo>
                    <a:pt x="48" y="171349"/>
                  </a:lnTo>
                  <a:lnTo>
                    <a:pt x="266" y="176680"/>
                  </a:lnTo>
                  <a:lnTo>
                    <a:pt x="655" y="182001"/>
                  </a:lnTo>
                  <a:lnTo>
                    <a:pt x="1213" y="187307"/>
                  </a:lnTo>
                  <a:lnTo>
                    <a:pt x="1940" y="192592"/>
                  </a:lnTo>
                  <a:lnTo>
                    <a:pt x="2836" y="197852"/>
                  </a:lnTo>
                  <a:lnTo>
                    <a:pt x="3899" y="203080"/>
                  </a:lnTo>
                  <a:lnTo>
                    <a:pt x="5128" y="208272"/>
                  </a:lnTo>
                  <a:lnTo>
                    <a:pt x="6522" y="213421"/>
                  </a:lnTo>
                  <a:lnTo>
                    <a:pt x="8080" y="218524"/>
                  </a:lnTo>
                  <a:lnTo>
                    <a:pt x="9800" y="223574"/>
                  </a:lnTo>
                  <a:lnTo>
                    <a:pt x="11680" y="228567"/>
                  </a:lnTo>
                  <a:lnTo>
                    <a:pt x="13719" y="233498"/>
                  </a:lnTo>
                  <a:lnTo>
                    <a:pt x="15913" y="238360"/>
                  </a:lnTo>
                  <a:lnTo>
                    <a:pt x="18262" y="243151"/>
                  </a:lnTo>
                  <a:lnTo>
                    <a:pt x="20763" y="247864"/>
                  </a:lnTo>
                  <a:lnTo>
                    <a:pt x="23412" y="252494"/>
                  </a:lnTo>
                  <a:lnTo>
                    <a:pt x="26209" y="257038"/>
                  </a:lnTo>
                  <a:lnTo>
                    <a:pt x="29148" y="261490"/>
                  </a:lnTo>
                  <a:lnTo>
                    <a:pt x="32228" y="265846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0324" y="1238196"/>
              <a:ext cx="134934" cy="98679"/>
            </a:xfrm>
            <a:custGeom>
              <a:avLst/>
              <a:pathLst>
                <a:path w="134934" h="98679">
                  <a:moveTo>
                    <a:pt x="0" y="98679"/>
                  </a:moveTo>
                  <a:lnTo>
                    <a:pt x="13493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0324" y="1172039"/>
              <a:ext cx="302093" cy="233316"/>
            </a:xfrm>
            <a:custGeom>
              <a:avLst/>
              <a:pathLst>
                <a:path w="302093" h="233316">
                  <a:moveTo>
                    <a:pt x="0" y="164836"/>
                  </a:moveTo>
                  <a:lnTo>
                    <a:pt x="3231" y="169110"/>
                  </a:lnTo>
                  <a:lnTo>
                    <a:pt x="6599" y="173278"/>
                  </a:lnTo>
                  <a:lnTo>
                    <a:pt x="10098" y="177336"/>
                  </a:lnTo>
                  <a:lnTo>
                    <a:pt x="13725" y="181280"/>
                  </a:lnTo>
                  <a:lnTo>
                    <a:pt x="17477" y="185105"/>
                  </a:lnTo>
                  <a:lnTo>
                    <a:pt x="21350" y="188809"/>
                  </a:lnTo>
                  <a:lnTo>
                    <a:pt x="25339" y="192386"/>
                  </a:lnTo>
                  <a:lnTo>
                    <a:pt x="29441" y="195834"/>
                  </a:lnTo>
                  <a:lnTo>
                    <a:pt x="33652" y="199148"/>
                  </a:lnTo>
                  <a:lnTo>
                    <a:pt x="37966" y="202326"/>
                  </a:lnTo>
                  <a:lnTo>
                    <a:pt x="42380" y="205364"/>
                  </a:lnTo>
                  <a:lnTo>
                    <a:pt x="46889" y="208259"/>
                  </a:lnTo>
                  <a:lnTo>
                    <a:pt x="51489" y="211008"/>
                  </a:lnTo>
                  <a:lnTo>
                    <a:pt x="56174" y="213608"/>
                  </a:lnTo>
                  <a:lnTo>
                    <a:pt x="60941" y="216056"/>
                  </a:lnTo>
                  <a:lnTo>
                    <a:pt x="65783" y="218351"/>
                  </a:lnTo>
                  <a:lnTo>
                    <a:pt x="70696" y="220489"/>
                  </a:lnTo>
                  <a:lnTo>
                    <a:pt x="75675" y="222468"/>
                  </a:lnTo>
                  <a:lnTo>
                    <a:pt x="80716" y="224287"/>
                  </a:lnTo>
                  <a:lnTo>
                    <a:pt x="85812" y="225944"/>
                  </a:lnTo>
                  <a:lnTo>
                    <a:pt x="90958" y="227436"/>
                  </a:lnTo>
                  <a:lnTo>
                    <a:pt x="96150" y="228762"/>
                  </a:lnTo>
                  <a:lnTo>
                    <a:pt x="101381" y="229922"/>
                  </a:lnTo>
                  <a:lnTo>
                    <a:pt x="106647" y="230913"/>
                  </a:lnTo>
                  <a:lnTo>
                    <a:pt x="111942" y="231735"/>
                  </a:lnTo>
                  <a:lnTo>
                    <a:pt x="117261" y="232387"/>
                  </a:lnTo>
                  <a:lnTo>
                    <a:pt x="122597" y="232868"/>
                  </a:lnTo>
                  <a:lnTo>
                    <a:pt x="127947" y="233178"/>
                  </a:lnTo>
                  <a:lnTo>
                    <a:pt x="133303" y="233316"/>
                  </a:lnTo>
                  <a:lnTo>
                    <a:pt x="138662" y="233282"/>
                  </a:lnTo>
                  <a:lnTo>
                    <a:pt x="144016" y="233077"/>
                  </a:lnTo>
                  <a:lnTo>
                    <a:pt x="149361" y="232700"/>
                  </a:lnTo>
                  <a:lnTo>
                    <a:pt x="154692" y="232152"/>
                  </a:lnTo>
                  <a:lnTo>
                    <a:pt x="160002" y="231434"/>
                  </a:lnTo>
                  <a:lnTo>
                    <a:pt x="165286" y="230545"/>
                  </a:lnTo>
                  <a:lnTo>
                    <a:pt x="170539" y="229488"/>
                  </a:lnTo>
                  <a:lnTo>
                    <a:pt x="175755" y="228263"/>
                  </a:lnTo>
                  <a:lnTo>
                    <a:pt x="180930" y="226871"/>
                  </a:lnTo>
                  <a:lnTo>
                    <a:pt x="186057" y="225315"/>
                  </a:lnTo>
                  <a:lnTo>
                    <a:pt x="191132" y="223594"/>
                  </a:lnTo>
                  <a:lnTo>
                    <a:pt x="196149" y="221712"/>
                  </a:lnTo>
                  <a:lnTo>
                    <a:pt x="201103" y="219671"/>
                  </a:lnTo>
                  <a:lnTo>
                    <a:pt x="205989" y="217471"/>
                  </a:lnTo>
                  <a:lnTo>
                    <a:pt x="210802" y="215116"/>
                  </a:lnTo>
                  <a:lnTo>
                    <a:pt x="215538" y="212608"/>
                  </a:lnTo>
                  <a:lnTo>
                    <a:pt x="220190" y="209949"/>
                  </a:lnTo>
                  <a:lnTo>
                    <a:pt x="224755" y="207143"/>
                  </a:lnTo>
                  <a:lnTo>
                    <a:pt x="229227" y="204192"/>
                  </a:lnTo>
                  <a:lnTo>
                    <a:pt x="233603" y="201099"/>
                  </a:lnTo>
                  <a:lnTo>
                    <a:pt x="237877" y="197867"/>
                  </a:lnTo>
                  <a:lnTo>
                    <a:pt x="242045" y="194500"/>
                  </a:lnTo>
                  <a:lnTo>
                    <a:pt x="246104" y="191001"/>
                  </a:lnTo>
                  <a:lnTo>
                    <a:pt x="250048" y="187374"/>
                  </a:lnTo>
                  <a:lnTo>
                    <a:pt x="253874" y="183623"/>
                  </a:lnTo>
                  <a:lnTo>
                    <a:pt x="257577" y="179750"/>
                  </a:lnTo>
                  <a:lnTo>
                    <a:pt x="261155" y="175761"/>
                  </a:lnTo>
                  <a:lnTo>
                    <a:pt x="264603" y="171659"/>
                  </a:lnTo>
                  <a:lnTo>
                    <a:pt x="267918" y="167449"/>
                  </a:lnTo>
                  <a:lnTo>
                    <a:pt x="271096" y="163135"/>
                  </a:lnTo>
                  <a:lnTo>
                    <a:pt x="274134" y="158721"/>
                  </a:lnTo>
                  <a:lnTo>
                    <a:pt x="277029" y="154212"/>
                  </a:lnTo>
                  <a:lnTo>
                    <a:pt x="279779" y="149613"/>
                  </a:lnTo>
                  <a:lnTo>
                    <a:pt x="282379" y="144928"/>
                  </a:lnTo>
                  <a:lnTo>
                    <a:pt x="284828" y="140162"/>
                  </a:lnTo>
                  <a:lnTo>
                    <a:pt x="287123" y="135320"/>
                  </a:lnTo>
                  <a:lnTo>
                    <a:pt x="289261" y="130407"/>
                  </a:lnTo>
                  <a:lnTo>
                    <a:pt x="291241" y="125427"/>
                  </a:lnTo>
                  <a:lnTo>
                    <a:pt x="293060" y="120387"/>
                  </a:lnTo>
                  <a:lnTo>
                    <a:pt x="294717" y="115291"/>
                  </a:lnTo>
                  <a:lnTo>
                    <a:pt x="296210" y="110145"/>
                  </a:lnTo>
                  <a:lnTo>
                    <a:pt x="297537" y="104954"/>
                  </a:lnTo>
                  <a:lnTo>
                    <a:pt x="298697" y="99722"/>
                  </a:lnTo>
                  <a:lnTo>
                    <a:pt x="299689" y="94456"/>
                  </a:lnTo>
                  <a:lnTo>
                    <a:pt x="300511" y="89162"/>
                  </a:lnTo>
                  <a:lnTo>
                    <a:pt x="301163" y="83843"/>
                  </a:lnTo>
                  <a:lnTo>
                    <a:pt x="301645" y="78506"/>
                  </a:lnTo>
                  <a:lnTo>
                    <a:pt x="301955" y="73157"/>
                  </a:lnTo>
                  <a:lnTo>
                    <a:pt x="302093" y="67800"/>
                  </a:lnTo>
                  <a:lnTo>
                    <a:pt x="302060" y="62442"/>
                  </a:lnTo>
                  <a:lnTo>
                    <a:pt x="301855" y="57088"/>
                  </a:lnTo>
                  <a:lnTo>
                    <a:pt x="301479" y="51742"/>
                  </a:lnTo>
                  <a:lnTo>
                    <a:pt x="300931" y="46412"/>
                  </a:lnTo>
                  <a:lnTo>
                    <a:pt x="300213" y="41102"/>
                  </a:lnTo>
                  <a:lnTo>
                    <a:pt x="299325" y="35818"/>
                  </a:lnTo>
                  <a:lnTo>
                    <a:pt x="298269" y="30564"/>
                  </a:lnTo>
                  <a:lnTo>
                    <a:pt x="297044" y="25348"/>
                  </a:lnTo>
                  <a:lnTo>
                    <a:pt x="295653" y="20173"/>
                  </a:lnTo>
                  <a:lnTo>
                    <a:pt x="294096" y="15046"/>
                  </a:lnTo>
                  <a:lnTo>
                    <a:pt x="292377" y="9971"/>
                  </a:lnTo>
                  <a:lnTo>
                    <a:pt x="290495" y="4954"/>
                  </a:lnTo>
                  <a:lnTo>
                    <a:pt x="288453" y="0"/>
                  </a:lnTo>
                  <a:lnTo>
                    <a:pt x="134934" y="66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45258" y="1071028"/>
              <a:ext cx="153519" cy="167167"/>
            </a:xfrm>
            <a:custGeom>
              <a:avLst/>
              <a:pathLst>
                <a:path w="153519" h="167167">
                  <a:moveTo>
                    <a:pt x="153519" y="101010"/>
                  </a:moveTo>
                  <a:lnTo>
                    <a:pt x="151300" y="96082"/>
                  </a:lnTo>
                  <a:lnTo>
                    <a:pt x="148923" y="91228"/>
                  </a:lnTo>
                  <a:lnTo>
                    <a:pt x="146391" y="86454"/>
                  </a:lnTo>
                  <a:lnTo>
                    <a:pt x="143705" y="81764"/>
                  </a:lnTo>
                  <a:lnTo>
                    <a:pt x="140869" y="77163"/>
                  </a:lnTo>
                  <a:lnTo>
                    <a:pt x="137886" y="72657"/>
                  </a:lnTo>
                  <a:lnTo>
                    <a:pt x="134759" y="68249"/>
                  </a:lnTo>
                  <a:lnTo>
                    <a:pt x="131491" y="63945"/>
                  </a:lnTo>
                  <a:lnTo>
                    <a:pt x="128086" y="59748"/>
                  </a:lnTo>
                  <a:lnTo>
                    <a:pt x="124547" y="55664"/>
                  </a:lnTo>
                  <a:lnTo>
                    <a:pt x="120877" y="51696"/>
                  </a:lnTo>
                  <a:lnTo>
                    <a:pt x="117081" y="47849"/>
                  </a:lnTo>
                  <a:lnTo>
                    <a:pt x="113163" y="44127"/>
                  </a:lnTo>
                  <a:lnTo>
                    <a:pt x="109127" y="40533"/>
                  </a:lnTo>
                  <a:lnTo>
                    <a:pt x="104976" y="37072"/>
                  </a:lnTo>
                  <a:lnTo>
                    <a:pt x="100716" y="33746"/>
                  </a:lnTo>
                  <a:lnTo>
                    <a:pt x="96351" y="30560"/>
                  </a:lnTo>
                  <a:lnTo>
                    <a:pt x="91884" y="27517"/>
                  </a:lnTo>
                  <a:lnTo>
                    <a:pt x="87322" y="24620"/>
                  </a:lnTo>
                  <a:lnTo>
                    <a:pt x="82669" y="21872"/>
                  </a:lnTo>
                  <a:lnTo>
                    <a:pt x="77929" y="19275"/>
                  </a:lnTo>
                  <a:lnTo>
                    <a:pt x="73107" y="16833"/>
                  </a:lnTo>
                  <a:lnTo>
                    <a:pt x="68210" y="14549"/>
                  </a:lnTo>
                  <a:lnTo>
                    <a:pt x="63241" y="12424"/>
                  </a:lnTo>
                  <a:lnTo>
                    <a:pt x="58205" y="10460"/>
                  </a:lnTo>
                  <a:lnTo>
                    <a:pt x="53109" y="8661"/>
                  </a:lnTo>
                  <a:lnTo>
                    <a:pt x="47958" y="7027"/>
                  </a:lnTo>
                  <a:lnTo>
                    <a:pt x="42756" y="5560"/>
                  </a:lnTo>
                  <a:lnTo>
                    <a:pt x="37510" y="4262"/>
                  </a:lnTo>
                  <a:lnTo>
                    <a:pt x="32224" y="3135"/>
                  </a:lnTo>
                  <a:lnTo>
                    <a:pt x="26905" y="2179"/>
                  </a:lnTo>
                  <a:lnTo>
                    <a:pt x="21558" y="1395"/>
                  </a:lnTo>
                  <a:lnTo>
                    <a:pt x="16188" y="785"/>
                  </a:lnTo>
                  <a:lnTo>
                    <a:pt x="10801" y="349"/>
                  </a:lnTo>
                  <a:lnTo>
                    <a:pt x="540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37725" y="941493"/>
              <a:ext cx="85819" cy="167167"/>
            </a:xfrm>
            <a:custGeom>
              <a:avLst/>
              <a:pathLst>
                <a:path w="85819" h="167167">
                  <a:moveTo>
                    <a:pt x="85819" y="0"/>
                  </a:moveTo>
                  <a:lnTo>
                    <a:pt x="80187" y="94"/>
                  </a:lnTo>
                  <a:lnTo>
                    <a:pt x="74562" y="379"/>
                  </a:lnTo>
                  <a:lnTo>
                    <a:pt x="68950" y="853"/>
                  </a:lnTo>
                  <a:lnTo>
                    <a:pt x="63356" y="1515"/>
                  </a:lnTo>
                  <a:lnTo>
                    <a:pt x="57789" y="2366"/>
                  </a:lnTo>
                  <a:lnTo>
                    <a:pt x="52253" y="3404"/>
                  </a:lnTo>
                  <a:lnTo>
                    <a:pt x="46755" y="4628"/>
                  </a:lnTo>
                  <a:lnTo>
                    <a:pt x="41301" y="6036"/>
                  </a:lnTo>
                  <a:lnTo>
                    <a:pt x="35899" y="7627"/>
                  </a:lnTo>
                  <a:lnTo>
                    <a:pt x="30552" y="9399"/>
                  </a:lnTo>
                  <a:lnTo>
                    <a:pt x="25269" y="11351"/>
                  </a:lnTo>
                  <a:lnTo>
                    <a:pt x="20054" y="13479"/>
                  </a:lnTo>
                  <a:lnTo>
                    <a:pt x="14914" y="15782"/>
                  </a:lnTo>
                  <a:lnTo>
                    <a:pt x="9854" y="18256"/>
                  </a:lnTo>
                  <a:lnTo>
                    <a:pt x="4881" y="20900"/>
                  </a:lnTo>
                  <a:lnTo>
                    <a:pt x="0" y="23709"/>
                  </a:lnTo>
                  <a:lnTo>
                    <a:pt x="8581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725" y="965203"/>
              <a:ext cx="85819" cy="143457"/>
            </a:xfrm>
            <a:custGeom>
              <a:avLst/>
              <a:pathLst>
                <a:path w="85819" h="143457">
                  <a:moveTo>
                    <a:pt x="0" y="0"/>
                  </a:moveTo>
                  <a:lnTo>
                    <a:pt x="85819" y="1434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56388" y="946362"/>
              <a:ext cx="334323" cy="329458"/>
            </a:xfrm>
            <a:custGeom>
              <a:avLst/>
              <a:pathLst>
                <a:path w="334323" h="329458">
                  <a:moveTo>
                    <a:pt x="81336" y="18841"/>
                  </a:moveTo>
                  <a:lnTo>
                    <a:pt x="76844" y="21626"/>
                  </a:lnTo>
                  <a:lnTo>
                    <a:pt x="72441" y="24551"/>
                  </a:lnTo>
                  <a:lnTo>
                    <a:pt x="68134" y="27615"/>
                  </a:lnTo>
                  <a:lnTo>
                    <a:pt x="63925" y="30813"/>
                  </a:lnTo>
                  <a:lnTo>
                    <a:pt x="59819" y="34142"/>
                  </a:lnTo>
                  <a:lnTo>
                    <a:pt x="55821" y="37600"/>
                  </a:lnTo>
                  <a:lnTo>
                    <a:pt x="51934" y="41182"/>
                  </a:lnTo>
                  <a:lnTo>
                    <a:pt x="48163" y="44885"/>
                  </a:lnTo>
                  <a:lnTo>
                    <a:pt x="44510" y="48706"/>
                  </a:lnTo>
                  <a:lnTo>
                    <a:pt x="40980" y="52641"/>
                  </a:lnTo>
                  <a:lnTo>
                    <a:pt x="37576" y="56685"/>
                  </a:lnTo>
                  <a:lnTo>
                    <a:pt x="34302" y="60834"/>
                  </a:lnTo>
                  <a:lnTo>
                    <a:pt x="31160" y="65085"/>
                  </a:lnTo>
                  <a:lnTo>
                    <a:pt x="28155" y="69434"/>
                  </a:lnTo>
                  <a:lnTo>
                    <a:pt x="25288" y="73875"/>
                  </a:lnTo>
                  <a:lnTo>
                    <a:pt x="22564" y="78404"/>
                  </a:lnTo>
                  <a:lnTo>
                    <a:pt x="19984" y="83017"/>
                  </a:lnTo>
                  <a:lnTo>
                    <a:pt x="17551" y="87710"/>
                  </a:lnTo>
                  <a:lnTo>
                    <a:pt x="15267" y="92477"/>
                  </a:lnTo>
                  <a:lnTo>
                    <a:pt x="13136" y="97314"/>
                  </a:lnTo>
                  <a:lnTo>
                    <a:pt x="11158" y="102216"/>
                  </a:lnTo>
                  <a:lnTo>
                    <a:pt x="9336" y="107178"/>
                  </a:lnTo>
                  <a:lnTo>
                    <a:pt x="7673" y="112196"/>
                  </a:lnTo>
                  <a:lnTo>
                    <a:pt x="6168" y="117263"/>
                  </a:lnTo>
                  <a:lnTo>
                    <a:pt x="4825" y="122375"/>
                  </a:lnTo>
                  <a:lnTo>
                    <a:pt x="3644" y="127527"/>
                  </a:lnTo>
                  <a:lnTo>
                    <a:pt x="2626" y="132714"/>
                  </a:lnTo>
                  <a:lnTo>
                    <a:pt x="1773" y="137931"/>
                  </a:lnTo>
                  <a:lnTo>
                    <a:pt x="1086" y="143172"/>
                  </a:lnTo>
                  <a:lnTo>
                    <a:pt x="564" y="148432"/>
                  </a:lnTo>
                  <a:lnTo>
                    <a:pt x="209" y="153706"/>
                  </a:lnTo>
                  <a:lnTo>
                    <a:pt x="21" y="158988"/>
                  </a:lnTo>
                  <a:lnTo>
                    <a:pt x="0" y="164274"/>
                  </a:lnTo>
                  <a:lnTo>
                    <a:pt x="146" y="169558"/>
                  </a:lnTo>
                  <a:lnTo>
                    <a:pt x="459" y="174835"/>
                  </a:lnTo>
                  <a:lnTo>
                    <a:pt x="938" y="180099"/>
                  </a:lnTo>
                  <a:lnTo>
                    <a:pt x="1584" y="185345"/>
                  </a:lnTo>
                  <a:lnTo>
                    <a:pt x="2396" y="190568"/>
                  </a:lnTo>
                  <a:lnTo>
                    <a:pt x="3372" y="195763"/>
                  </a:lnTo>
                  <a:lnTo>
                    <a:pt x="4512" y="200925"/>
                  </a:lnTo>
                  <a:lnTo>
                    <a:pt x="5814" y="206047"/>
                  </a:lnTo>
                  <a:lnTo>
                    <a:pt x="7278" y="211127"/>
                  </a:lnTo>
                  <a:lnTo>
                    <a:pt x="8902" y="216157"/>
                  </a:lnTo>
                  <a:lnTo>
                    <a:pt x="10684" y="221133"/>
                  </a:lnTo>
                  <a:lnTo>
                    <a:pt x="12622" y="226051"/>
                  </a:lnTo>
                  <a:lnTo>
                    <a:pt x="14715" y="230905"/>
                  </a:lnTo>
                  <a:lnTo>
                    <a:pt x="16960" y="235690"/>
                  </a:lnTo>
                  <a:lnTo>
                    <a:pt x="19356" y="240402"/>
                  </a:lnTo>
                  <a:lnTo>
                    <a:pt x="21899" y="245036"/>
                  </a:lnTo>
                  <a:lnTo>
                    <a:pt x="24587" y="249587"/>
                  </a:lnTo>
                  <a:lnTo>
                    <a:pt x="27418" y="254051"/>
                  </a:lnTo>
                  <a:lnTo>
                    <a:pt x="30389" y="258423"/>
                  </a:lnTo>
                  <a:lnTo>
                    <a:pt x="33497" y="262699"/>
                  </a:lnTo>
                  <a:lnTo>
                    <a:pt x="36738" y="266874"/>
                  </a:lnTo>
                  <a:lnTo>
                    <a:pt x="40109" y="270945"/>
                  </a:lnTo>
                  <a:lnTo>
                    <a:pt x="43608" y="274908"/>
                  </a:lnTo>
                  <a:lnTo>
                    <a:pt x="47230" y="278758"/>
                  </a:lnTo>
                  <a:lnTo>
                    <a:pt x="50972" y="282491"/>
                  </a:lnTo>
                  <a:lnTo>
                    <a:pt x="54830" y="286104"/>
                  </a:lnTo>
                  <a:lnTo>
                    <a:pt x="58800" y="289594"/>
                  </a:lnTo>
                  <a:lnTo>
                    <a:pt x="62879" y="292956"/>
                  </a:lnTo>
                  <a:lnTo>
                    <a:pt x="67062" y="296187"/>
                  </a:lnTo>
                  <a:lnTo>
                    <a:pt x="71345" y="299285"/>
                  </a:lnTo>
                  <a:lnTo>
                    <a:pt x="75724" y="302246"/>
                  </a:lnTo>
                  <a:lnTo>
                    <a:pt x="80194" y="305066"/>
                  </a:lnTo>
                  <a:lnTo>
                    <a:pt x="84752" y="307744"/>
                  </a:lnTo>
                  <a:lnTo>
                    <a:pt x="89391" y="310277"/>
                  </a:lnTo>
                  <a:lnTo>
                    <a:pt x="94109" y="312662"/>
                  </a:lnTo>
                  <a:lnTo>
                    <a:pt x="98899" y="314896"/>
                  </a:lnTo>
                  <a:lnTo>
                    <a:pt x="103758" y="316978"/>
                  </a:lnTo>
                  <a:lnTo>
                    <a:pt x="108680" y="318905"/>
                  </a:lnTo>
                  <a:lnTo>
                    <a:pt x="113660" y="320675"/>
                  </a:lnTo>
                  <a:lnTo>
                    <a:pt x="118694" y="322287"/>
                  </a:lnTo>
                  <a:lnTo>
                    <a:pt x="123777" y="323739"/>
                  </a:lnTo>
                  <a:lnTo>
                    <a:pt x="128903" y="325030"/>
                  </a:lnTo>
                  <a:lnTo>
                    <a:pt x="134067" y="326158"/>
                  </a:lnTo>
                  <a:lnTo>
                    <a:pt x="139264" y="327122"/>
                  </a:lnTo>
                  <a:lnTo>
                    <a:pt x="144489" y="327922"/>
                  </a:lnTo>
                  <a:lnTo>
                    <a:pt x="149737" y="328556"/>
                  </a:lnTo>
                  <a:lnTo>
                    <a:pt x="155002" y="329023"/>
                  </a:lnTo>
                  <a:lnTo>
                    <a:pt x="160279" y="329324"/>
                  </a:lnTo>
                  <a:lnTo>
                    <a:pt x="165563" y="329458"/>
                  </a:lnTo>
                  <a:lnTo>
                    <a:pt x="170849" y="329425"/>
                  </a:lnTo>
                  <a:lnTo>
                    <a:pt x="176131" y="329224"/>
                  </a:lnTo>
                  <a:lnTo>
                    <a:pt x="181404" y="328857"/>
                  </a:lnTo>
                  <a:lnTo>
                    <a:pt x="186663" y="328323"/>
                  </a:lnTo>
                  <a:lnTo>
                    <a:pt x="191902" y="327624"/>
                  </a:lnTo>
                  <a:lnTo>
                    <a:pt x="197117" y="326759"/>
                  </a:lnTo>
                  <a:lnTo>
                    <a:pt x="202302" y="325729"/>
                  </a:lnTo>
                  <a:lnTo>
                    <a:pt x="207451" y="324536"/>
                  </a:lnTo>
                  <a:lnTo>
                    <a:pt x="212560" y="323181"/>
                  </a:lnTo>
                  <a:lnTo>
                    <a:pt x="217624" y="321665"/>
                  </a:lnTo>
                  <a:lnTo>
                    <a:pt x="222638" y="319990"/>
                  </a:lnTo>
                  <a:lnTo>
                    <a:pt x="227595" y="318157"/>
                  </a:lnTo>
                  <a:lnTo>
                    <a:pt x="232493" y="316168"/>
                  </a:lnTo>
                  <a:lnTo>
                    <a:pt x="237325" y="314025"/>
                  </a:lnTo>
                  <a:lnTo>
                    <a:pt x="242087" y="311731"/>
                  </a:lnTo>
                  <a:lnTo>
                    <a:pt x="246774" y="309287"/>
                  </a:lnTo>
                  <a:lnTo>
                    <a:pt x="251381" y="306697"/>
                  </a:lnTo>
                  <a:lnTo>
                    <a:pt x="255905" y="303962"/>
                  </a:lnTo>
                  <a:lnTo>
                    <a:pt x="260339" y="301085"/>
                  </a:lnTo>
                  <a:lnTo>
                    <a:pt x="264680" y="298069"/>
                  </a:lnTo>
                  <a:lnTo>
                    <a:pt x="268924" y="294918"/>
                  </a:lnTo>
                  <a:lnTo>
                    <a:pt x="273066" y="291634"/>
                  </a:lnTo>
                  <a:lnTo>
                    <a:pt x="277102" y="288221"/>
                  </a:lnTo>
                  <a:lnTo>
                    <a:pt x="281029" y="284682"/>
                  </a:lnTo>
                  <a:lnTo>
                    <a:pt x="284841" y="281021"/>
                  </a:lnTo>
                  <a:lnTo>
                    <a:pt x="288536" y="277240"/>
                  </a:lnTo>
                  <a:lnTo>
                    <a:pt x="292109" y="273345"/>
                  </a:lnTo>
                  <a:lnTo>
                    <a:pt x="295558" y="269339"/>
                  </a:lnTo>
                  <a:lnTo>
                    <a:pt x="298878" y="265226"/>
                  </a:lnTo>
                  <a:lnTo>
                    <a:pt x="302066" y="261010"/>
                  </a:lnTo>
                  <a:lnTo>
                    <a:pt x="305119" y="256695"/>
                  </a:lnTo>
                  <a:lnTo>
                    <a:pt x="308035" y="252286"/>
                  </a:lnTo>
                  <a:lnTo>
                    <a:pt x="310810" y="247787"/>
                  </a:lnTo>
                  <a:lnTo>
                    <a:pt x="313441" y="243203"/>
                  </a:lnTo>
                  <a:lnTo>
                    <a:pt x="315925" y="238537"/>
                  </a:lnTo>
                  <a:lnTo>
                    <a:pt x="318261" y="233796"/>
                  </a:lnTo>
                  <a:lnTo>
                    <a:pt x="320446" y="228983"/>
                  </a:lnTo>
                  <a:lnTo>
                    <a:pt x="322478" y="224103"/>
                  </a:lnTo>
                  <a:lnTo>
                    <a:pt x="324354" y="219161"/>
                  </a:lnTo>
                  <a:lnTo>
                    <a:pt x="326074" y="214163"/>
                  </a:lnTo>
                  <a:lnTo>
                    <a:pt x="327634" y="209112"/>
                  </a:lnTo>
                  <a:lnTo>
                    <a:pt x="329034" y="204015"/>
                  </a:lnTo>
                  <a:lnTo>
                    <a:pt x="330272" y="198876"/>
                  </a:lnTo>
                  <a:lnTo>
                    <a:pt x="331347" y="193701"/>
                  </a:lnTo>
                  <a:lnTo>
                    <a:pt x="332257" y="188494"/>
                  </a:lnTo>
                  <a:lnTo>
                    <a:pt x="333003" y="183261"/>
                  </a:lnTo>
                  <a:lnTo>
                    <a:pt x="333583" y="178007"/>
                  </a:lnTo>
                  <a:lnTo>
                    <a:pt x="333996" y="172737"/>
                  </a:lnTo>
                  <a:lnTo>
                    <a:pt x="334243" y="167457"/>
                  </a:lnTo>
                  <a:lnTo>
                    <a:pt x="334323" y="162172"/>
                  </a:lnTo>
                  <a:lnTo>
                    <a:pt x="334235" y="156887"/>
                  </a:lnTo>
                  <a:lnTo>
                    <a:pt x="333980" y="151607"/>
                  </a:lnTo>
                  <a:lnTo>
                    <a:pt x="333559" y="146338"/>
                  </a:lnTo>
                  <a:lnTo>
                    <a:pt x="332971" y="141085"/>
                  </a:lnTo>
                  <a:lnTo>
                    <a:pt x="332218" y="135853"/>
                  </a:lnTo>
                  <a:lnTo>
                    <a:pt x="331299" y="130648"/>
                  </a:lnTo>
                  <a:lnTo>
                    <a:pt x="330216" y="125474"/>
                  </a:lnTo>
                  <a:lnTo>
                    <a:pt x="328971" y="120337"/>
                  </a:lnTo>
                  <a:lnTo>
                    <a:pt x="327563" y="115242"/>
                  </a:lnTo>
                  <a:lnTo>
                    <a:pt x="325995" y="110194"/>
                  </a:lnTo>
                  <a:lnTo>
                    <a:pt x="324268" y="105198"/>
                  </a:lnTo>
                  <a:lnTo>
                    <a:pt x="322385" y="100259"/>
                  </a:lnTo>
                  <a:lnTo>
                    <a:pt x="320346" y="95383"/>
                  </a:lnTo>
                  <a:lnTo>
                    <a:pt x="318153" y="90573"/>
                  </a:lnTo>
                  <a:lnTo>
                    <a:pt x="315810" y="85835"/>
                  </a:lnTo>
                  <a:lnTo>
                    <a:pt x="313318" y="81173"/>
                  </a:lnTo>
                  <a:lnTo>
                    <a:pt x="310681" y="76593"/>
                  </a:lnTo>
                  <a:lnTo>
                    <a:pt x="307899" y="72098"/>
                  </a:lnTo>
                  <a:lnTo>
                    <a:pt x="304977" y="67693"/>
                  </a:lnTo>
                  <a:lnTo>
                    <a:pt x="301917" y="63383"/>
                  </a:lnTo>
                  <a:lnTo>
                    <a:pt x="298722" y="59172"/>
                  </a:lnTo>
                  <a:lnTo>
                    <a:pt x="295396" y="55064"/>
                  </a:lnTo>
                  <a:lnTo>
                    <a:pt x="291942" y="51063"/>
                  </a:lnTo>
                  <a:lnTo>
                    <a:pt x="288362" y="47173"/>
                  </a:lnTo>
                  <a:lnTo>
                    <a:pt x="284662" y="43398"/>
                  </a:lnTo>
                  <a:lnTo>
                    <a:pt x="280844" y="39743"/>
                  </a:lnTo>
                  <a:lnTo>
                    <a:pt x="276912" y="36210"/>
                  </a:lnTo>
                  <a:lnTo>
                    <a:pt x="272871" y="32803"/>
                  </a:lnTo>
                  <a:lnTo>
                    <a:pt x="268724" y="29525"/>
                  </a:lnTo>
                  <a:lnTo>
                    <a:pt x="264476" y="26380"/>
                  </a:lnTo>
                  <a:lnTo>
                    <a:pt x="260130" y="23371"/>
                  </a:lnTo>
                  <a:lnTo>
                    <a:pt x="255691" y="20501"/>
                  </a:lnTo>
                  <a:lnTo>
                    <a:pt x="251164" y="17773"/>
                  </a:lnTo>
                  <a:lnTo>
                    <a:pt x="246552" y="15189"/>
                  </a:lnTo>
                  <a:lnTo>
                    <a:pt x="241861" y="12752"/>
                  </a:lnTo>
                  <a:lnTo>
                    <a:pt x="237096" y="10465"/>
                  </a:lnTo>
                  <a:lnTo>
                    <a:pt x="232261" y="8330"/>
                  </a:lnTo>
                  <a:lnTo>
                    <a:pt x="227360" y="6348"/>
                  </a:lnTo>
                  <a:lnTo>
                    <a:pt x="222400" y="4523"/>
                  </a:lnTo>
                  <a:lnTo>
                    <a:pt x="217384" y="2855"/>
                  </a:lnTo>
                  <a:lnTo>
                    <a:pt x="212318" y="1347"/>
                  </a:lnTo>
                  <a:lnTo>
                    <a:pt x="207206" y="0"/>
                  </a:lnTo>
                  <a:lnTo>
                    <a:pt x="167155" y="162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023544" y="941493"/>
              <a:ext cx="40051" cy="167167"/>
            </a:xfrm>
            <a:custGeom>
              <a:avLst/>
              <a:pathLst>
                <a:path w="40051" h="167167">
                  <a:moveTo>
                    <a:pt x="40051" y="4868"/>
                  </a:moveTo>
                  <a:lnTo>
                    <a:pt x="33475" y="3386"/>
                  </a:lnTo>
                  <a:lnTo>
                    <a:pt x="26846" y="2169"/>
                  </a:lnTo>
                  <a:lnTo>
                    <a:pt x="20173" y="1221"/>
                  </a:lnTo>
                  <a:lnTo>
                    <a:pt x="13466" y="543"/>
                  </a:lnTo>
                  <a:lnTo>
                    <a:pt x="6738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53378" y="941493"/>
              <a:ext cx="32837" cy="167167"/>
            </a:xfrm>
            <a:custGeom>
              <a:avLst/>
              <a:pathLst>
                <a:path w="32837" h="167167">
                  <a:moveTo>
                    <a:pt x="32837" y="0"/>
                  </a:moveTo>
                  <a:lnTo>
                    <a:pt x="26228" y="130"/>
                  </a:lnTo>
                  <a:lnTo>
                    <a:pt x="19630" y="522"/>
                  </a:lnTo>
                  <a:lnTo>
                    <a:pt x="13052" y="1174"/>
                  </a:lnTo>
                  <a:lnTo>
                    <a:pt x="6505" y="2086"/>
                  </a:lnTo>
                  <a:lnTo>
                    <a:pt x="0" y="3256"/>
                  </a:lnTo>
                  <a:lnTo>
                    <a:pt x="328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53378" y="944750"/>
              <a:ext cx="32837" cy="163910"/>
            </a:xfrm>
            <a:custGeom>
              <a:avLst/>
              <a:pathLst>
                <a:path w="32837" h="163910">
                  <a:moveTo>
                    <a:pt x="0" y="0"/>
                  </a:moveTo>
                  <a:lnTo>
                    <a:pt x="32837" y="1639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319048" y="944750"/>
              <a:ext cx="177722" cy="331077"/>
            </a:xfrm>
            <a:custGeom>
              <a:avLst/>
              <a:pathLst>
                <a:path w="177722" h="331077">
                  <a:moveTo>
                    <a:pt x="134329" y="0"/>
                  </a:moveTo>
                  <a:lnTo>
                    <a:pt x="129103" y="1134"/>
                  </a:lnTo>
                  <a:lnTo>
                    <a:pt x="123916" y="2434"/>
                  </a:lnTo>
                  <a:lnTo>
                    <a:pt x="118774" y="3900"/>
                  </a:lnTo>
                  <a:lnTo>
                    <a:pt x="113681" y="5530"/>
                  </a:lnTo>
                  <a:lnTo>
                    <a:pt x="108642" y="7322"/>
                  </a:lnTo>
                  <a:lnTo>
                    <a:pt x="103664" y="9274"/>
                  </a:lnTo>
                  <a:lnTo>
                    <a:pt x="98751" y="11384"/>
                  </a:lnTo>
                  <a:lnTo>
                    <a:pt x="93907" y="13650"/>
                  </a:lnTo>
                  <a:lnTo>
                    <a:pt x="89139" y="16070"/>
                  </a:lnTo>
                  <a:lnTo>
                    <a:pt x="84450" y="18642"/>
                  </a:lnTo>
                  <a:lnTo>
                    <a:pt x="79846" y="21362"/>
                  </a:lnTo>
                  <a:lnTo>
                    <a:pt x="75331" y="24227"/>
                  </a:lnTo>
                  <a:lnTo>
                    <a:pt x="70910" y="27236"/>
                  </a:lnTo>
                  <a:lnTo>
                    <a:pt x="66588" y="30385"/>
                  </a:lnTo>
                  <a:lnTo>
                    <a:pt x="62369" y="33670"/>
                  </a:lnTo>
                  <a:lnTo>
                    <a:pt x="58257" y="37089"/>
                  </a:lnTo>
                  <a:lnTo>
                    <a:pt x="54256" y="40637"/>
                  </a:lnTo>
                  <a:lnTo>
                    <a:pt x="50371" y="44311"/>
                  </a:lnTo>
                  <a:lnTo>
                    <a:pt x="46606" y="48108"/>
                  </a:lnTo>
                  <a:lnTo>
                    <a:pt x="42963" y="52024"/>
                  </a:lnTo>
                  <a:lnTo>
                    <a:pt x="39448" y="56053"/>
                  </a:lnTo>
                  <a:lnTo>
                    <a:pt x="36064" y="60194"/>
                  </a:lnTo>
                  <a:lnTo>
                    <a:pt x="32814" y="64440"/>
                  </a:lnTo>
                  <a:lnTo>
                    <a:pt x="29701" y="68788"/>
                  </a:lnTo>
                  <a:lnTo>
                    <a:pt x="26729" y="73233"/>
                  </a:lnTo>
                  <a:lnTo>
                    <a:pt x="23900" y="77772"/>
                  </a:lnTo>
                  <a:lnTo>
                    <a:pt x="21219" y="82398"/>
                  </a:lnTo>
                  <a:lnTo>
                    <a:pt x="18686" y="87108"/>
                  </a:lnTo>
                  <a:lnTo>
                    <a:pt x="16306" y="91896"/>
                  </a:lnTo>
                  <a:lnTo>
                    <a:pt x="14080" y="96758"/>
                  </a:lnTo>
                  <a:lnTo>
                    <a:pt x="12010" y="101689"/>
                  </a:lnTo>
                  <a:lnTo>
                    <a:pt x="10099" y="106683"/>
                  </a:lnTo>
                  <a:lnTo>
                    <a:pt x="8349" y="111736"/>
                  </a:lnTo>
                  <a:lnTo>
                    <a:pt x="6762" y="116843"/>
                  </a:lnTo>
                  <a:lnTo>
                    <a:pt x="5338" y="121997"/>
                  </a:lnTo>
                  <a:lnTo>
                    <a:pt x="4081" y="127195"/>
                  </a:lnTo>
                  <a:lnTo>
                    <a:pt x="2990" y="132430"/>
                  </a:lnTo>
                  <a:lnTo>
                    <a:pt x="2067" y="137697"/>
                  </a:lnTo>
                  <a:lnTo>
                    <a:pt x="1313" y="142991"/>
                  </a:lnTo>
                  <a:lnTo>
                    <a:pt x="729" y="148307"/>
                  </a:lnTo>
                  <a:lnTo>
                    <a:pt x="315" y="153638"/>
                  </a:lnTo>
                  <a:lnTo>
                    <a:pt x="72" y="158980"/>
                  </a:lnTo>
                  <a:lnTo>
                    <a:pt x="0" y="164327"/>
                  </a:lnTo>
                  <a:lnTo>
                    <a:pt x="98" y="169673"/>
                  </a:lnTo>
                  <a:lnTo>
                    <a:pt x="368" y="175014"/>
                  </a:lnTo>
                  <a:lnTo>
                    <a:pt x="809" y="180343"/>
                  </a:lnTo>
                  <a:lnTo>
                    <a:pt x="1419" y="185656"/>
                  </a:lnTo>
                  <a:lnTo>
                    <a:pt x="2200" y="190946"/>
                  </a:lnTo>
                  <a:lnTo>
                    <a:pt x="3149" y="196209"/>
                  </a:lnTo>
                  <a:lnTo>
                    <a:pt x="4266" y="201438"/>
                  </a:lnTo>
                  <a:lnTo>
                    <a:pt x="5550" y="206629"/>
                  </a:lnTo>
                  <a:lnTo>
                    <a:pt x="6999" y="211777"/>
                  </a:lnTo>
                  <a:lnTo>
                    <a:pt x="8611" y="216875"/>
                  </a:lnTo>
                  <a:lnTo>
                    <a:pt x="10387" y="221919"/>
                  </a:lnTo>
                  <a:lnTo>
                    <a:pt x="12322" y="226904"/>
                  </a:lnTo>
                  <a:lnTo>
                    <a:pt x="14416" y="231824"/>
                  </a:lnTo>
                  <a:lnTo>
                    <a:pt x="16667" y="236675"/>
                  </a:lnTo>
                  <a:lnTo>
                    <a:pt x="19071" y="241452"/>
                  </a:lnTo>
                  <a:lnTo>
                    <a:pt x="21627" y="246149"/>
                  </a:lnTo>
                  <a:lnTo>
                    <a:pt x="24332" y="250762"/>
                  </a:lnTo>
                  <a:lnTo>
                    <a:pt x="27183" y="255286"/>
                  </a:lnTo>
                  <a:lnTo>
                    <a:pt x="30177" y="259716"/>
                  </a:lnTo>
                  <a:lnTo>
                    <a:pt x="33311" y="264049"/>
                  </a:lnTo>
                  <a:lnTo>
                    <a:pt x="36583" y="268279"/>
                  </a:lnTo>
                  <a:lnTo>
                    <a:pt x="39988" y="272402"/>
                  </a:lnTo>
                  <a:lnTo>
                    <a:pt x="43523" y="276415"/>
                  </a:lnTo>
                  <a:lnTo>
                    <a:pt x="47185" y="280312"/>
                  </a:lnTo>
                  <a:lnTo>
                    <a:pt x="50969" y="284090"/>
                  </a:lnTo>
                  <a:lnTo>
                    <a:pt x="54872" y="287745"/>
                  </a:lnTo>
                  <a:lnTo>
                    <a:pt x="58891" y="291273"/>
                  </a:lnTo>
                  <a:lnTo>
                    <a:pt x="63020" y="294671"/>
                  </a:lnTo>
                  <a:lnTo>
                    <a:pt x="67255" y="297935"/>
                  </a:lnTo>
                  <a:lnTo>
                    <a:pt x="71593" y="301062"/>
                  </a:lnTo>
                  <a:lnTo>
                    <a:pt x="76029" y="304049"/>
                  </a:lnTo>
                  <a:lnTo>
                    <a:pt x="80558" y="306892"/>
                  </a:lnTo>
                  <a:lnTo>
                    <a:pt x="85175" y="309589"/>
                  </a:lnTo>
                  <a:lnTo>
                    <a:pt x="89877" y="312137"/>
                  </a:lnTo>
                  <a:lnTo>
                    <a:pt x="94657" y="314533"/>
                  </a:lnTo>
                  <a:lnTo>
                    <a:pt x="99512" y="316775"/>
                  </a:lnTo>
                  <a:lnTo>
                    <a:pt x="104436" y="318861"/>
                  </a:lnTo>
                  <a:lnTo>
                    <a:pt x="109424" y="320788"/>
                  </a:lnTo>
                  <a:lnTo>
                    <a:pt x="114471" y="322555"/>
                  </a:lnTo>
                  <a:lnTo>
                    <a:pt x="119572" y="324159"/>
                  </a:lnTo>
                  <a:lnTo>
                    <a:pt x="124722" y="325599"/>
                  </a:lnTo>
                  <a:lnTo>
                    <a:pt x="129916" y="326874"/>
                  </a:lnTo>
                  <a:lnTo>
                    <a:pt x="135147" y="327982"/>
                  </a:lnTo>
                  <a:lnTo>
                    <a:pt x="140411" y="328922"/>
                  </a:lnTo>
                  <a:lnTo>
                    <a:pt x="145703" y="329694"/>
                  </a:lnTo>
                  <a:lnTo>
                    <a:pt x="151016" y="330296"/>
                  </a:lnTo>
                  <a:lnTo>
                    <a:pt x="156346" y="330727"/>
                  </a:lnTo>
                  <a:lnTo>
                    <a:pt x="161687" y="330988"/>
                  </a:lnTo>
                  <a:lnTo>
                    <a:pt x="167034" y="331077"/>
                  </a:lnTo>
                  <a:lnTo>
                    <a:pt x="172381" y="330996"/>
                  </a:lnTo>
                  <a:lnTo>
                    <a:pt x="177722" y="330744"/>
                  </a:lnTo>
                  <a:lnTo>
                    <a:pt x="167166" y="1639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86215" y="941493"/>
              <a:ext cx="167167" cy="334001"/>
            </a:xfrm>
            <a:custGeom>
              <a:avLst/>
              <a:pathLst>
                <a:path w="167167" h="334001">
                  <a:moveTo>
                    <a:pt x="10555" y="334001"/>
                  </a:moveTo>
                  <a:lnTo>
                    <a:pt x="15899" y="333577"/>
                  </a:lnTo>
                  <a:lnTo>
                    <a:pt x="21226" y="332981"/>
                  </a:lnTo>
                  <a:lnTo>
                    <a:pt x="26531" y="332215"/>
                  </a:lnTo>
                  <a:lnTo>
                    <a:pt x="31809" y="331280"/>
                  </a:lnTo>
                  <a:lnTo>
                    <a:pt x="37055" y="330176"/>
                  </a:lnTo>
                  <a:lnTo>
                    <a:pt x="42262" y="328904"/>
                  </a:lnTo>
                  <a:lnTo>
                    <a:pt x="47426" y="327466"/>
                  </a:lnTo>
                  <a:lnTo>
                    <a:pt x="52541" y="325863"/>
                  </a:lnTo>
                  <a:lnTo>
                    <a:pt x="57602" y="324097"/>
                  </a:lnTo>
                  <a:lnTo>
                    <a:pt x="62603" y="322169"/>
                  </a:lnTo>
                  <a:lnTo>
                    <a:pt x="67541" y="320082"/>
                  </a:lnTo>
                  <a:lnTo>
                    <a:pt x="72409" y="317838"/>
                  </a:lnTo>
                  <a:lnTo>
                    <a:pt x="77202" y="315439"/>
                  </a:lnTo>
                  <a:lnTo>
                    <a:pt x="81916" y="312888"/>
                  </a:lnTo>
                  <a:lnTo>
                    <a:pt x="86546" y="310187"/>
                  </a:lnTo>
                  <a:lnTo>
                    <a:pt x="91087" y="307338"/>
                  </a:lnTo>
                  <a:lnTo>
                    <a:pt x="95534" y="304346"/>
                  </a:lnTo>
                  <a:lnTo>
                    <a:pt x="99883" y="301212"/>
                  </a:lnTo>
                  <a:lnTo>
                    <a:pt x="104130" y="297941"/>
                  </a:lnTo>
                  <a:lnTo>
                    <a:pt x="108269" y="294535"/>
                  </a:lnTo>
                  <a:lnTo>
                    <a:pt x="112297" y="290999"/>
                  </a:lnTo>
                  <a:lnTo>
                    <a:pt x="116209" y="287335"/>
                  </a:lnTo>
                  <a:lnTo>
                    <a:pt x="120002" y="283547"/>
                  </a:lnTo>
                  <a:lnTo>
                    <a:pt x="123672" y="279640"/>
                  </a:lnTo>
                  <a:lnTo>
                    <a:pt x="127214" y="275617"/>
                  </a:lnTo>
                  <a:lnTo>
                    <a:pt x="130626" y="271482"/>
                  </a:lnTo>
                  <a:lnTo>
                    <a:pt x="133903" y="267241"/>
                  </a:lnTo>
                  <a:lnTo>
                    <a:pt x="137043" y="262896"/>
                  </a:lnTo>
                  <a:lnTo>
                    <a:pt x="140042" y="258453"/>
                  </a:lnTo>
                  <a:lnTo>
                    <a:pt x="142896" y="253916"/>
                  </a:lnTo>
                  <a:lnTo>
                    <a:pt x="145604" y="249290"/>
                  </a:lnTo>
                  <a:lnTo>
                    <a:pt x="148162" y="244580"/>
                  </a:lnTo>
                  <a:lnTo>
                    <a:pt x="150568" y="239790"/>
                  </a:lnTo>
                  <a:lnTo>
                    <a:pt x="152819" y="234925"/>
                  </a:lnTo>
                  <a:lnTo>
                    <a:pt x="154913" y="229991"/>
                  </a:lnTo>
                  <a:lnTo>
                    <a:pt x="156847" y="224992"/>
                  </a:lnTo>
                  <a:lnTo>
                    <a:pt x="158621" y="219933"/>
                  </a:lnTo>
                  <a:lnTo>
                    <a:pt x="160231" y="214820"/>
                  </a:lnTo>
                  <a:lnTo>
                    <a:pt x="161676" y="209659"/>
                  </a:lnTo>
                  <a:lnTo>
                    <a:pt x="162956" y="204453"/>
                  </a:lnTo>
                  <a:lnTo>
                    <a:pt x="164067" y="199210"/>
                  </a:lnTo>
                  <a:lnTo>
                    <a:pt x="165010" y="193933"/>
                  </a:lnTo>
                  <a:lnTo>
                    <a:pt x="165784" y="188629"/>
                  </a:lnTo>
                  <a:lnTo>
                    <a:pt x="166386" y="183302"/>
                  </a:lnTo>
                  <a:lnTo>
                    <a:pt x="166818" y="177960"/>
                  </a:lnTo>
                  <a:lnTo>
                    <a:pt x="167078" y="172606"/>
                  </a:lnTo>
                  <a:lnTo>
                    <a:pt x="167167" y="167246"/>
                  </a:lnTo>
                  <a:lnTo>
                    <a:pt x="167084" y="161886"/>
                  </a:lnTo>
                  <a:lnTo>
                    <a:pt x="166828" y="156532"/>
                  </a:lnTo>
                  <a:lnTo>
                    <a:pt x="166402" y="151189"/>
                  </a:lnTo>
                  <a:lnTo>
                    <a:pt x="165804" y="145862"/>
                  </a:lnTo>
                  <a:lnTo>
                    <a:pt x="165035" y="140557"/>
                  </a:lnTo>
                  <a:lnTo>
                    <a:pt x="164097" y="135280"/>
                  </a:lnTo>
                  <a:lnTo>
                    <a:pt x="162991" y="130035"/>
                  </a:lnTo>
                  <a:lnTo>
                    <a:pt x="161716" y="124828"/>
                  </a:lnTo>
                  <a:lnTo>
                    <a:pt x="160276" y="119665"/>
                  </a:lnTo>
                  <a:lnTo>
                    <a:pt x="158671" y="114551"/>
                  </a:lnTo>
                  <a:lnTo>
                    <a:pt x="156902" y="109491"/>
                  </a:lnTo>
                  <a:lnTo>
                    <a:pt x="154972" y="104490"/>
                  </a:lnTo>
                  <a:lnTo>
                    <a:pt x="152883" y="99553"/>
                  </a:lnTo>
                  <a:lnTo>
                    <a:pt x="150637" y="94687"/>
                  </a:lnTo>
                  <a:lnTo>
                    <a:pt x="148235" y="89894"/>
                  </a:lnTo>
                  <a:lnTo>
                    <a:pt x="145682" y="85181"/>
                  </a:lnTo>
                  <a:lnTo>
                    <a:pt x="142978" y="80553"/>
                  </a:lnTo>
                  <a:lnTo>
                    <a:pt x="140128" y="76013"/>
                  </a:lnTo>
                  <a:lnTo>
                    <a:pt x="137133" y="71567"/>
                  </a:lnTo>
                  <a:lnTo>
                    <a:pt x="133998" y="67220"/>
                  </a:lnTo>
                  <a:lnTo>
                    <a:pt x="130724" y="62975"/>
                  </a:lnTo>
                  <a:lnTo>
                    <a:pt x="127317" y="58837"/>
                  </a:lnTo>
                  <a:lnTo>
                    <a:pt x="123778" y="54811"/>
                  </a:lnTo>
                  <a:lnTo>
                    <a:pt x="120112" y="50900"/>
                  </a:lnTo>
                  <a:lnTo>
                    <a:pt x="116323" y="47109"/>
                  </a:lnTo>
                  <a:lnTo>
                    <a:pt x="112414" y="43442"/>
                  </a:lnTo>
                  <a:lnTo>
                    <a:pt x="108389" y="39901"/>
                  </a:lnTo>
                  <a:lnTo>
                    <a:pt x="104253" y="36491"/>
                  </a:lnTo>
                  <a:lnTo>
                    <a:pt x="100010" y="33216"/>
                  </a:lnTo>
                  <a:lnTo>
                    <a:pt x="95664" y="30078"/>
                  </a:lnTo>
                  <a:lnTo>
                    <a:pt x="91220" y="27082"/>
                  </a:lnTo>
                  <a:lnTo>
                    <a:pt x="86681" y="24229"/>
                  </a:lnTo>
                  <a:lnTo>
                    <a:pt x="82054" y="21523"/>
                  </a:lnTo>
                  <a:lnTo>
                    <a:pt x="77342" y="18968"/>
                  </a:lnTo>
                  <a:lnTo>
                    <a:pt x="72551" y="16564"/>
                  </a:lnTo>
                  <a:lnTo>
                    <a:pt x="67685" y="14315"/>
                  </a:lnTo>
                  <a:lnTo>
                    <a:pt x="62750" y="12224"/>
                  </a:lnTo>
                  <a:lnTo>
                    <a:pt x="57750" y="10292"/>
                  </a:lnTo>
                  <a:lnTo>
                    <a:pt x="52691" y="8521"/>
                  </a:lnTo>
                  <a:lnTo>
                    <a:pt x="47577" y="6913"/>
                  </a:lnTo>
                  <a:lnTo>
                    <a:pt x="42415" y="5470"/>
                  </a:lnTo>
                  <a:lnTo>
                    <a:pt x="37209" y="4193"/>
                  </a:lnTo>
                  <a:lnTo>
                    <a:pt x="31965" y="3084"/>
                  </a:lnTo>
                  <a:lnTo>
                    <a:pt x="26687" y="2144"/>
                  </a:lnTo>
                  <a:lnTo>
                    <a:pt x="21383" y="1373"/>
                  </a:lnTo>
                  <a:lnTo>
                    <a:pt x="16056" y="772"/>
                  </a:lnTo>
                  <a:lnTo>
                    <a:pt x="10713" y="343"/>
                  </a:lnTo>
                  <a:lnTo>
                    <a:pt x="535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98" y="1071028"/>
              <a:ext cx="166703" cy="167167"/>
            </a:xfrm>
            <a:custGeom>
              <a:avLst/>
              <a:pathLst>
                <a:path w="166703" h="167167">
                  <a:moveTo>
                    <a:pt x="166703" y="0"/>
                  </a:moveTo>
                  <a:lnTo>
                    <a:pt x="161266" y="88"/>
                  </a:lnTo>
                  <a:lnTo>
                    <a:pt x="155835" y="353"/>
                  </a:lnTo>
                  <a:lnTo>
                    <a:pt x="150416" y="795"/>
                  </a:lnTo>
                  <a:lnTo>
                    <a:pt x="145014" y="1412"/>
                  </a:lnTo>
                  <a:lnTo>
                    <a:pt x="139635" y="2205"/>
                  </a:lnTo>
                  <a:lnTo>
                    <a:pt x="134284" y="3173"/>
                  </a:lnTo>
                  <a:lnTo>
                    <a:pt x="128968" y="4314"/>
                  </a:lnTo>
                  <a:lnTo>
                    <a:pt x="123692" y="5627"/>
                  </a:lnTo>
                  <a:lnTo>
                    <a:pt x="118461" y="7112"/>
                  </a:lnTo>
                  <a:lnTo>
                    <a:pt x="113281" y="8765"/>
                  </a:lnTo>
                  <a:lnTo>
                    <a:pt x="108158" y="10586"/>
                  </a:lnTo>
                  <a:lnTo>
                    <a:pt x="103097" y="12573"/>
                  </a:lnTo>
                  <a:lnTo>
                    <a:pt x="98103" y="14723"/>
                  </a:lnTo>
                  <a:lnTo>
                    <a:pt x="93181" y="17035"/>
                  </a:lnTo>
                  <a:lnTo>
                    <a:pt x="88338" y="19506"/>
                  </a:lnTo>
                  <a:lnTo>
                    <a:pt x="83577" y="22132"/>
                  </a:lnTo>
                  <a:lnTo>
                    <a:pt x="78904" y="24912"/>
                  </a:lnTo>
                  <a:lnTo>
                    <a:pt x="74324" y="27843"/>
                  </a:lnTo>
                  <a:lnTo>
                    <a:pt x="69842" y="30921"/>
                  </a:lnTo>
                  <a:lnTo>
                    <a:pt x="65463" y="34143"/>
                  </a:lnTo>
                  <a:lnTo>
                    <a:pt x="61190" y="37506"/>
                  </a:lnTo>
                  <a:lnTo>
                    <a:pt x="57029" y="41006"/>
                  </a:lnTo>
                  <a:lnTo>
                    <a:pt x="52984" y="44639"/>
                  </a:lnTo>
                  <a:lnTo>
                    <a:pt x="49059" y="48403"/>
                  </a:lnTo>
                  <a:lnTo>
                    <a:pt x="45259" y="52291"/>
                  </a:lnTo>
                  <a:lnTo>
                    <a:pt x="41587" y="56302"/>
                  </a:lnTo>
                  <a:lnTo>
                    <a:pt x="38048" y="60429"/>
                  </a:lnTo>
                  <a:lnTo>
                    <a:pt x="34645" y="64670"/>
                  </a:lnTo>
                  <a:lnTo>
                    <a:pt x="31381" y="69019"/>
                  </a:lnTo>
                  <a:lnTo>
                    <a:pt x="28261" y="73472"/>
                  </a:lnTo>
                  <a:lnTo>
                    <a:pt x="25287" y="78023"/>
                  </a:lnTo>
                  <a:lnTo>
                    <a:pt x="22463" y="82670"/>
                  </a:lnTo>
                  <a:lnTo>
                    <a:pt x="19791" y="87405"/>
                  </a:lnTo>
                  <a:lnTo>
                    <a:pt x="17275" y="92225"/>
                  </a:lnTo>
                  <a:lnTo>
                    <a:pt x="14917" y="97125"/>
                  </a:lnTo>
                  <a:lnTo>
                    <a:pt x="12719" y="102098"/>
                  </a:lnTo>
                  <a:lnTo>
                    <a:pt x="10684" y="107140"/>
                  </a:lnTo>
                  <a:lnTo>
                    <a:pt x="8815" y="112246"/>
                  </a:lnTo>
                  <a:lnTo>
                    <a:pt x="7112" y="117410"/>
                  </a:lnTo>
                  <a:lnTo>
                    <a:pt x="5578" y="122626"/>
                  </a:lnTo>
                  <a:lnTo>
                    <a:pt x="4215" y="127890"/>
                  </a:lnTo>
                  <a:lnTo>
                    <a:pt x="3024" y="133195"/>
                  </a:lnTo>
                  <a:lnTo>
                    <a:pt x="2005" y="138536"/>
                  </a:lnTo>
                  <a:lnTo>
                    <a:pt x="1161" y="143907"/>
                  </a:lnTo>
                  <a:lnTo>
                    <a:pt x="493" y="149303"/>
                  </a:lnTo>
                  <a:lnTo>
                    <a:pt x="0" y="154718"/>
                  </a:lnTo>
                  <a:lnTo>
                    <a:pt x="1667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98" y="1225747"/>
              <a:ext cx="166703" cy="12448"/>
            </a:xfrm>
            <a:custGeom>
              <a:avLst/>
              <a:pathLst>
                <a:path w="166703" h="12448">
                  <a:moveTo>
                    <a:pt x="0" y="0"/>
                  </a:moveTo>
                  <a:lnTo>
                    <a:pt x="166703" y="124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43" y="1073591"/>
              <a:ext cx="334323" cy="331766"/>
            </a:xfrm>
            <a:custGeom>
              <a:avLst/>
              <a:pathLst>
                <a:path w="334323" h="331766">
                  <a:moveTo>
                    <a:pt x="454" y="152156"/>
                  </a:moveTo>
                  <a:lnTo>
                    <a:pt x="142" y="157463"/>
                  </a:lnTo>
                  <a:lnTo>
                    <a:pt x="0" y="162778"/>
                  </a:lnTo>
                  <a:lnTo>
                    <a:pt x="26" y="168094"/>
                  </a:lnTo>
                  <a:lnTo>
                    <a:pt x="221" y="173407"/>
                  </a:lnTo>
                  <a:lnTo>
                    <a:pt x="586" y="178711"/>
                  </a:lnTo>
                  <a:lnTo>
                    <a:pt x="1119" y="184000"/>
                  </a:lnTo>
                  <a:lnTo>
                    <a:pt x="1819" y="189270"/>
                  </a:lnTo>
                  <a:lnTo>
                    <a:pt x="2687" y="194515"/>
                  </a:lnTo>
                  <a:lnTo>
                    <a:pt x="3722" y="199730"/>
                  </a:lnTo>
                  <a:lnTo>
                    <a:pt x="4921" y="204910"/>
                  </a:lnTo>
                  <a:lnTo>
                    <a:pt x="6285" y="210048"/>
                  </a:lnTo>
                  <a:lnTo>
                    <a:pt x="7811" y="215141"/>
                  </a:lnTo>
                  <a:lnTo>
                    <a:pt x="9499" y="220182"/>
                  </a:lnTo>
                  <a:lnTo>
                    <a:pt x="11346" y="225167"/>
                  </a:lnTo>
                  <a:lnTo>
                    <a:pt x="13350" y="230091"/>
                  </a:lnTo>
                  <a:lnTo>
                    <a:pt x="15511" y="234949"/>
                  </a:lnTo>
                  <a:lnTo>
                    <a:pt x="17824" y="239736"/>
                  </a:lnTo>
                  <a:lnTo>
                    <a:pt x="20289" y="244446"/>
                  </a:lnTo>
                  <a:lnTo>
                    <a:pt x="22902" y="249076"/>
                  </a:lnTo>
                  <a:lnTo>
                    <a:pt x="25661" y="253621"/>
                  </a:lnTo>
                  <a:lnTo>
                    <a:pt x="28563" y="258075"/>
                  </a:lnTo>
                  <a:lnTo>
                    <a:pt x="31606" y="262435"/>
                  </a:lnTo>
                  <a:lnTo>
                    <a:pt x="34785" y="266696"/>
                  </a:lnTo>
                  <a:lnTo>
                    <a:pt x="38098" y="270853"/>
                  </a:lnTo>
                  <a:lnTo>
                    <a:pt x="41542" y="274904"/>
                  </a:lnTo>
                  <a:lnTo>
                    <a:pt x="45113" y="278842"/>
                  </a:lnTo>
                  <a:lnTo>
                    <a:pt x="48807" y="282665"/>
                  </a:lnTo>
                  <a:lnTo>
                    <a:pt x="52621" y="286369"/>
                  </a:lnTo>
                  <a:lnTo>
                    <a:pt x="56551" y="289950"/>
                  </a:lnTo>
                  <a:lnTo>
                    <a:pt x="60593" y="293403"/>
                  </a:lnTo>
                  <a:lnTo>
                    <a:pt x="64743" y="296727"/>
                  </a:lnTo>
                  <a:lnTo>
                    <a:pt x="68996" y="299917"/>
                  </a:lnTo>
                  <a:lnTo>
                    <a:pt x="73348" y="302970"/>
                  </a:lnTo>
                  <a:lnTo>
                    <a:pt x="77795" y="305883"/>
                  </a:lnTo>
                  <a:lnTo>
                    <a:pt x="82333" y="308653"/>
                  </a:lnTo>
                  <a:lnTo>
                    <a:pt x="86957" y="311277"/>
                  </a:lnTo>
                  <a:lnTo>
                    <a:pt x="91661" y="313753"/>
                  </a:lnTo>
                  <a:lnTo>
                    <a:pt x="96442" y="316079"/>
                  </a:lnTo>
                  <a:lnTo>
                    <a:pt x="101295" y="318251"/>
                  </a:lnTo>
                  <a:lnTo>
                    <a:pt x="106214" y="320267"/>
                  </a:lnTo>
                  <a:lnTo>
                    <a:pt x="111194" y="322126"/>
                  </a:lnTo>
                  <a:lnTo>
                    <a:pt x="116232" y="323826"/>
                  </a:lnTo>
                  <a:lnTo>
                    <a:pt x="121321" y="325365"/>
                  </a:lnTo>
                  <a:lnTo>
                    <a:pt x="126456" y="326741"/>
                  </a:lnTo>
                  <a:lnTo>
                    <a:pt x="131632" y="327954"/>
                  </a:lnTo>
                  <a:lnTo>
                    <a:pt x="136844" y="329001"/>
                  </a:lnTo>
                  <a:lnTo>
                    <a:pt x="142087" y="329882"/>
                  </a:lnTo>
                  <a:lnTo>
                    <a:pt x="147356" y="330595"/>
                  </a:lnTo>
                  <a:lnTo>
                    <a:pt x="152644" y="331141"/>
                  </a:lnTo>
                  <a:lnTo>
                    <a:pt x="157947" y="331518"/>
                  </a:lnTo>
                  <a:lnTo>
                    <a:pt x="163259" y="331727"/>
                  </a:lnTo>
                  <a:lnTo>
                    <a:pt x="168575" y="331766"/>
                  </a:lnTo>
                  <a:lnTo>
                    <a:pt x="173890" y="331636"/>
                  </a:lnTo>
                  <a:lnTo>
                    <a:pt x="179198" y="331338"/>
                  </a:lnTo>
                  <a:lnTo>
                    <a:pt x="184494" y="330871"/>
                  </a:lnTo>
                  <a:lnTo>
                    <a:pt x="189772" y="330235"/>
                  </a:lnTo>
                  <a:lnTo>
                    <a:pt x="195028" y="329432"/>
                  </a:lnTo>
                  <a:lnTo>
                    <a:pt x="200255" y="328463"/>
                  </a:lnTo>
                  <a:lnTo>
                    <a:pt x="205449" y="327327"/>
                  </a:lnTo>
                  <a:lnTo>
                    <a:pt x="210604" y="326027"/>
                  </a:lnTo>
                  <a:lnTo>
                    <a:pt x="215715" y="324564"/>
                  </a:lnTo>
                  <a:lnTo>
                    <a:pt x="220777" y="322939"/>
                  </a:lnTo>
                  <a:lnTo>
                    <a:pt x="225785" y="321154"/>
                  </a:lnTo>
                  <a:lnTo>
                    <a:pt x="230733" y="319211"/>
                  </a:lnTo>
                  <a:lnTo>
                    <a:pt x="235617" y="317111"/>
                  </a:lnTo>
                  <a:lnTo>
                    <a:pt x="240432" y="314857"/>
                  </a:lnTo>
                  <a:lnTo>
                    <a:pt x="245173" y="312451"/>
                  </a:lnTo>
                  <a:lnTo>
                    <a:pt x="249835" y="309895"/>
                  </a:lnTo>
                  <a:lnTo>
                    <a:pt x="254413" y="307192"/>
                  </a:lnTo>
                  <a:lnTo>
                    <a:pt x="258903" y="304346"/>
                  </a:lnTo>
                  <a:lnTo>
                    <a:pt x="263300" y="301358"/>
                  </a:lnTo>
                  <a:lnTo>
                    <a:pt x="267600" y="298231"/>
                  </a:lnTo>
                  <a:lnTo>
                    <a:pt x="271799" y="294970"/>
                  </a:lnTo>
                  <a:lnTo>
                    <a:pt x="275891" y="291576"/>
                  </a:lnTo>
                  <a:lnTo>
                    <a:pt x="279874" y="288054"/>
                  </a:lnTo>
                  <a:lnTo>
                    <a:pt x="283742" y="284408"/>
                  </a:lnTo>
                  <a:lnTo>
                    <a:pt x="287493" y="280640"/>
                  </a:lnTo>
                  <a:lnTo>
                    <a:pt x="291122" y="276755"/>
                  </a:lnTo>
                  <a:lnTo>
                    <a:pt x="294626" y="272756"/>
                  </a:lnTo>
                  <a:lnTo>
                    <a:pt x="298000" y="268648"/>
                  </a:lnTo>
                  <a:lnTo>
                    <a:pt x="301242" y="264435"/>
                  </a:lnTo>
                  <a:lnTo>
                    <a:pt x="304349" y="260120"/>
                  </a:lnTo>
                  <a:lnTo>
                    <a:pt x="307317" y="255709"/>
                  </a:lnTo>
                  <a:lnTo>
                    <a:pt x="310143" y="251206"/>
                  </a:lnTo>
                  <a:lnTo>
                    <a:pt x="312825" y="246616"/>
                  </a:lnTo>
                  <a:lnTo>
                    <a:pt x="315359" y="241942"/>
                  </a:lnTo>
                  <a:lnTo>
                    <a:pt x="317743" y="237191"/>
                  </a:lnTo>
                  <a:lnTo>
                    <a:pt x="319975" y="232365"/>
                  </a:lnTo>
                  <a:lnTo>
                    <a:pt x="322053" y="227472"/>
                  </a:lnTo>
                  <a:lnTo>
                    <a:pt x="323973" y="222514"/>
                  </a:lnTo>
                  <a:lnTo>
                    <a:pt x="325736" y="217499"/>
                  </a:lnTo>
                  <a:lnTo>
                    <a:pt x="327337" y="212429"/>
                  </a:lnTo>
                  <a:lnTo>
                    <a:pt x="328777" y="207311"/>
                  </a:lnTo>
                  <a:lnTo>
                    <a:pt x="330053" y="202150"/>
                  </a:lnTo>
                  <a:lnTo>
                    <a:pt x="331165" y="196952"/>
                  </a:lnTo>
                  <a:lnTo>
                    <a:pt x="332111" y="191720"/>
                  </a:lnTo>
                  <a:lnTo>
                    <a:pt x="332889" y="186461"/>
                  </a:lnTo>
                  <a:lnTo>
                    <a:pt x="333501" y="181180"/>
                  </a:lnTo>
                  <a:lnTo>
                    <a:pt x="333944" y="175882"/>
                  </a:lnTo>
                  <a:lnTo>
                    <a:pt x="334218" y="170572"/>
                  </a:lnTo>
                  <a:lnTo>
                    <a:pt x="334323" y="165257"/>
                  </a:lnTo>
                  <a:lnTo>
                    <a:pt x="334259" y="159941"/>
                  </a:lnTo>
                  <a:lnTo>
                    <a:pt x="334027" y="154630"/>
                  </a:lnTo>
                  <a:lnTo>
                    <a:pt x="333625" y="149329"/>
                  </a:lnTo>
                  <a:lnTo>
                    <a:pt x="333055" y="144043"/>
                  </a:lnTo>
                  <a:lnTo>
                    <a:pt x="332317" y="138778"/>
                  </a:lnTo>
                  <a:lnTo>
                    <a:pt x="331412" y="133539"/>
                  </a:lnTo>
                  <a:lnTo>
                    <a:pt x="330342" y="128332"/>
                  </a:lnTo>
                  <a:lnTo>
                    <a:pt x="329106" y="123161"/>
                  </a:lnTo>
                  <a:lnTo>
                    <a:pt x="327706" y="118032"/>
                  </a:lnTo>
                  <a:lnTo>
                    <a:pt x="326144" y="112950"/>
                  </a:lnTo>
                  <a:lnTo>
                    <a:pt x="324421" y="107921"/>
                  </a:lnTo>
                  <a:lnTo>
                    <a:pt x="322539" y="102949"/>
                  </a:lnTo>
                  <a:lnTo>
                    <a:pt x="320500" y="98039"/>
                  </a:lnTo>
                  <a:lnTo>
                    <a:pt x="318305" y="93196"/>
                  </a:lnTo>
                  <a:lnTo>
                    <a:pt x="315958" y="88426"/>
                  </a:lnTo>
                  <a:lnTo>
                    <a:pt x="313461" y="83733"/>
                  </a:lnTo>
                  <a:lnTo>
                    <a:pt x="310815" y="79122"/>
                  </a:lnTo>
                  <a:lnTo>
                    <a:pt x="308024" y="74597"/>
                  </a:lnTo>
                  <a:lnTo>
                    <a:pt x="305091" y="70163"/>
                  </a:lnTo>
                  <a:lnTo>
                    <a:pt x="302018" y="65824"/>
                  </a:lnTo>
                  <a:lnTo>
                    <a:pt x="298808" y="61586"/>
                  </a:lnTo>
                  <a:lnTo>
                    <a:pt x="295466" y="57452"/>
                  </a:lnTo>
                  <a:lnTo>
                    <a:pt x="291994" y="53426"/>
                  </a:lnTo>
                  <a:lnTo>
                    <a:pt x="288395" y="49512"/>
                  </a:lnTo>
                  <a:lnTo>
                    <a:pt x="284674" y="45715"/>
                  </a:lnTo>
                  <a:lnTo>
                    <a:pt x="280834" y="42038"/>
                  </a:lnTo>
                  <a:lnTo>
                    <a:pt x="276879" y="38486"/>
                  </a:lnTo>
                  <a:lnTo>
                    <a:pt x="272813" y="35060"/>
                  </a:lnTo>
                  <a:lnTo>
                    <a:pt x="268640" y="31766"/>
                  </a:lnTo>
                  <a:lnTo>
                    <a:pt x="264365" y="28606"/>
                  </a:lnTo>
                  <a:lnTo>
                    <a:pt x="259991" y="25584"/>
                  </a:lnTo>
                  <a:lnTo>
                    <a:pt x="255524" y="22702"/>
                  </a:lnTo>
                  <a:lnTo>
                    <a:pt x="250967" y="19964"/>
                  </a:lnTo>
                  <a:lnTo>
                    <a:pt x="246325" y="17372"/>
                  </a:lnTo>
                  <a:lnTo>
                    <a:pt x="241603" y="14929"/>
                  </a:lnTo>
                  <a:lnTo>
                    <a:pt x="236806" y="12638"/>
                  </a:lnTo>
                  <a:lnTo>
                    <a:pt x="231938" y="10500"/>
                  </a:lnTo>
                  <a:lnTo>
                    <a:pt x="227005" y="8518"/>
                  </a:lnTo>
                  <a:lnTo>
                    <a:pt x="222011" y="6693"/>
                  </a:lnTo>
                  <a:lnTo>
                    <a:pt x="216962" y="5029"/>
                  </a:lnTo>
                  <a:lnTo>
                    <a:pt x="211863" y="3526"/>
                  </a:lnTo>
                  <a:lnTo>
                    <a:pt x="206718" y="2186"/>
                  </a:lnTo>
                  <a:lnTo>
                    <a:pt x="201533" y="1010"/>
                  </a:lnTo>
                  <a:lnTo>
                    <a:pt x="196314" y="0"/>
                  </a:lnTo>
                  <a:lnTo>
                    <a:pt x="167157" y="1646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964501" y="1071028"/>
              <a:ext cx="29156" cy="167167"/>
            </a:xfrm>
            <a:custGeom>
              <a:avLst/>
              <a:pathLst>
                <a:path w="29156" h="167167">
                  <a:moveTo>
                    <a:pt x="29156" y="2562"/>
                  </a:moveTo>
                  <a:lnTo>
                    <a:pt x="21916" y="1442"/>
                  </a:lnTo>
                  <a:lnTo>
                    <a:pt x="14634" y="641"/>
                  </a:lnTo>
                  <a:lnTo>
                    <a:pt x="7324" y="1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41376" y="1322571"/>
              <a:ext cx="47344" cy="167167"/>
            </a:xfrm>
            <a:custGeom>
              <a:avLst/>
              <a:pathLst>
                <a:path w="47344" h="167167">
                  <a:moveTo>
                    <a:pt x="47344" y="0"/>
                  </a:moveTo>
                  <a:lnTo>
                    <a:pt x="41345" y="107"/>
                  </a:lnTo>
                  <a:lnTo>
                    <a:pt x="35354" y="430"/>
                  </a:lnTo>
                  <a:lnTo>
                    <a:pt x="29378" y="968"/>
                  </a:lnTo>
                  <a:lnTo>
                    <a:pt x="23426" y="1719"/>
                  </a:lnTo>
                  <a:lnTo>
                    <a:pt x="17504" y="2684"/>
                  </a:lnTo>
                  <a:lnTo>
                    <a:pt x="11621" y="3861"/>
                  </a:lnTo>
                  <a:lnTo>
                    <a:pt x="5783" y="5248"/>
                  </a:lnTo>
                  <a:lnTo>
                    <a:pt x="0" y="6844"/>
                  </a:lnTo>
                  <a:lnTo>
                    <a:pt x="4734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41376" y="1329416"/>
              <a:ext cx="47344" cy="160323"/>
            </a:xfrm>
            <a:custGeom>
              <a:avLst/>
              <a:pathLst>
                <a:path w="47344" h="160323">
                  <a:moveTo>
                    <a:pt x="0" y="0"/>
                  </a:moveTo>
                  <a:lnTo>
                    <a:pt x="47344" y="1603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321572" y="1329416"/>
              <a:ext cx="334308" cy="327489"/>
            </a:xfrm>
            <a:custGeom>
              <a:avLst/>
              <a:pathLst>
                <a:path w="334308" h="327489">
                  <a:moveTo>
                    <a:pt x="119804" y="0"/>
                  </a:moveTo>
                  <a:lnTo>
                    <a:pt x="114750" y="1579"/>
                  </a:lnTo>
                  <a:lnTo>
                    <a:pt x="109749" y="3318"/>
                  </a:lnTo>
                  <a:lnTo>
                    <a:pt x="104806" y="5215"/>
                  </a:lnTo>
                  <a:lnTo>
                    <a:pt x="99925" y="7267"/>
                  </a:lnTo>
                  <a:lnTo>
                    <a:pt x="95111" y="9473"/>
                  </a:lnTo>
                  <a:lnTo>
                    <a:pt x="90370" y="11830"/>
                  </a:lnTo>
                  <a:lnTo>
                    <a:pt x="85706" y="14336"/>
                  </a:lnTo>
                  <a:lnTo>
                    <a:pt x="81123" y="16988"/>
                  </a:lnTo>
                  <a:lnTo>
                    <a:pt x="76627" y="19784"/>
                  </a:lnTo>
                  <a:lnTo>
                    <a:pt x="72222" y="22722"/>
                  </a:lnTo>
                  <a:lnTo>
                    <a:pt x="67912" y="25797"/>
                  </a:lnTo>
                  <a:lnTo>
                    <a:pt x="63701" y="29007"/>
                  </a:lnTo>
                  <a:lnTo>
                    <a:pt x="59594" y="32349"/>
                  </a:lnTo>
                  <a:lnTo>
                    <a:pt x="55596" y="35820"/>
                  </a:lnTo>
                  <a:lnTo>
                    <a:pt x="51709" y="39415"/>
                  </a:lnTo>
                  <a:lnTo>
                    <a:pt x="47937" y="43131"/>
                  </a:lnTo>
                  <a:lnTo>
                    <a:pt x="44286" y="46965"/>
                  </a:lnTo>
                  <a:lnTo>
                    <a:pt x="40758" y="50913"/>
                  </a:lnTo>
                  <a:lnTo>
                    <a:pt x="37356" y="54971"/>
                  </a:lnTo>
                  <a:lnTo>
                    <a:pt x="34085" y="59134"/>
                  </a:lnTo>
                  <a:lnTo>
                    <a:pt x="30947" y="63399"/>
                  </a:lnTo>
                  <a:lnTo>
                    <a:pt x="27946" y="67761"/>
                  </a:lnTo>
                  <a:lnTo>
                    <a:pt x="25084" y="72216"/>
                  </a:lnTo>
                  <a:lnTo>
                    <a:pt x="22365" y="76759"/>
                  </a:lnTo>
                  <a:lnTo>
                    <a:pt x="19791" y="81386"/>
                  </a:lnTo>
                  <a:lnTo>
                    <a:pt x="17365" y="86093"/>
                  </a:lnTo>
                  <a:lnTo>
                    <a:pt x="15090" y="90873"/>
                  </a:lnTo>
                  <a:lnTo>
                    <a:pt x="12967" y="95724"/>
                  </a:lnTo>
                  <a:lnTo>
                    <a:pt x="10998" y="100639"/>
                  </a:lnTo>
                  <a:lnTo>
                    <a:pt x="9186" y="105614"/>
                  </a:lnTo>
                  <a:lnTo>
                    <a:pt x="7533" y="110644"/>
                  </a:lnTo>
                  <a:lnTo>
                    <a:pt x="6040" y="115724"/>
                  </a:lnTo>
                  <a:lnTo>
                    <a:pt x="4708" y="120849"/>
                  </a:lnTo>
                  <a:lnTo>
                    <a:pt x="3539" y="126013"/>
                  </a:lnTo>
                  <a:lnTo>
                    <a:pt x="2535" y="131211"/>
                  </a:lnTo>
                  <a:lnTo>
                    <a:pt x="1696" y="136439"/>
                  </a:lnTo>
                  <a:lnTo>
                    <a:pt x="1022" y="141691"/>
                  </a:lnTo>
                  <a:lnTo>
                    <a:pt x="515" y="146961"/>
                  </a:lnTo>
                  <a:lnTo>
                    <a:pt x="176" y="152245"/>
                  </a:lnTo>
                  <a:lnTo>
                    <a:pt x="4" y="157537"/>
                  </a:lnTo>
                  <a:lnTo>
                    <a:pt x="0" y="162832"/>
                  </a:lnTo>
                  <a:lnTo>
                    <a:pt x="163" y="168124"/>
                  </a:lnTo>
                  <a:lnTo>
                    <a:pt x="494" y="173409"/>
                  </a:lnTo>
                  <a:lnTo>
                    <a:pt x="992" y="178680"/>
                  </a:lnTo>
                  <a:lnTo>
                    <a:pt x="1656" y="183933"/>
                  </a:lnTo>
                  <a:lnTo>
                    <a:pt x="2487" y="189162"/>
                  </a:lnTo>
                  <a:lnTo>
                    <a:pt x="3483" y="194362"/>
                  </a:lnTo>
                  <a:lnTo>
                    <a:pt x="4643" y="199528"/>
                  </a:lnTo>
                  <a:lnTo>
                    <a:pt x="5966" y="204655"/>
                  </a:lnTo>
                  <a:lnTo>
                    <a:pt x="7451" y="209738"/>
                  </a:lnTo>
                  <a:lnTo>
                    <a:pt x="9096" y="214770"/>
                  </a:lnTo>
                  <a:lnTo>
                    <a:pt x="10900" y="219748"/>
                  </a:lnTo>
                  <a:lnTo>
                    <a:pt x="12860" y="224667"/>
                  </a:lnTo>
                  <a:lnTo>
                    <a:pt x="14975" y="229521"/>
                  </a:lnTo>
                  <a:lnTo>
                    <a:pt x="17243" y="234305"/>
                  </a:lnTo>
                  <a:lnTo>
                    <a:pt x="19661" y="239016"/>
                  </a:lnTo>
                  <a:lnTo>
                    <a:pt x="22227" y="243647"/>
                  </a:lnTo>
                  <a:lnTo>
                    <a:pt x="24939" y="248195"/>
                  </a:lnTo>
                  <a:lnTo>
                    <a:pt x="27793" y="252654"/>
                  </a:lnTo>
                  <a:lnTo>
                    <a:pt x="30787" y="257021"/>
                  </a:lnTo>
                  <a:lnTo>
                    <a:pt x="33918" y="261291"/>
                  </a:lnTo>
                  <a:lnTo>
                    <a:pt x="37182" y="265460"/>
                  </a:lnTo>
                  <a:lnTo>
                    <a:pt x="40577" y="269523"/>
                  </a:lnTo>
                  <a:lnTo>
                    <a:pt x="44099" y="273477"/>
                  </a:lnTo>
                  <a:lnTo>
                    <a:pt x="47744" y="277317"/>
                  </a:lnTo>
                  <a:lnTo>
                    <a:pt x="51509" y="281040"/>
                  </a:lnTo>
                  <a:lnTo>
                    <a:pt x="55390" y="284641"/>
                  </a:lnTo>
                  <a:lnTo>
                    <a:pt x="59384" y="288118"/>
                  </a:lnTo>
                  <a:lnTo>
                    <a:pt x="63485" y="291467"/>
                  </a:lnTo>
                  <a:lnTo>
                    <a:pt x="67690" y="294684"/>
                  </a:lnTo>
                  <a:lnTo>
                    <a:pt x="71995" y="297767"/>
                  </a:lnTo>
                  <a:lnTo>
                    <a:pt x="76396" y="300711"/>
                  </a:lnTo>
                  <a:lnTo>
                    <a:pt x="80887" y="303515"/>
                  </a:lnTo>
                  <a:lnTo>
                    <a:pt x="85465" y="306175"/>
                  </a:lnTo>
                  <a:lnTo>
                    <a:pt x="90125" y="308688"/>
                  </a:lnTo>
                  <a:lnTo>
                    <a:pt x="94863" y="311053"/>
                  </a:lnTo>
                  <a:lnTo>
                    <a:pt x="99672" y="313267"/>
                  </a:lnTo>
                  <a:lnTo>
                    <a:pt x="104550" y="315327"/>
                  </a:lnTo>
                  <a:lnTo>
                    <a:pt x="109490" y="317232"/>
                  </a:lnTo>
                  <a:lnTo>
                    <a:pt x="114488" y="318979"/>
                  </a:lnTo>
                  <a:lnTo>
                    <a:pt x="119539" y="320567"/>
                  </a:lnTo>
                  <a:lnTo>
                    <a:pt x="124638" y="321995"/>
                  </a:lnTo>
                  <a:lnTo>
                    <a:pt x="129780" y="323260"/>
                  </a:lnTo>
                  <a:lnTo>
                    <a:pt x="134958" y="324361"/>
                  </a:lnTo>
                  <a:lnTo>
                    <a:pt x="140170" y="325299"/>
                  </a:lnTo>
                  <a:lnTo>
                    <a:pt x="145408" y="326070"/>
                  </a:lnTo>
                  <a:lnTo>
                    <a:pt x="150668" y="326676"/>
                  </a:lnTo>
                  <a:lnTo>
                    <a:pt x="155944" y="327114"/>
                  </a:lnTo>
                  <a:lnTo>
                    <a:pt x="161232" y="327385"/>
                  </a:lnTo>
                  <a:lnTo>
                    <a:pt x="166526" y="327489"/>
                  </a:lnTo>
                  <a:lnTo>
                    <a:pt x="171820" y="327425"/>
                  </a:lnTo>
                  <a:lnTo>
                    <a:pt x="177110" y="327193"/>
                  </a:lnTo>
                  <a:lnTo>
                    <a:pt x="182390" y="326794"/>
                  </a:lnTo>
                  <a:lnTo>
                    <a:pt x="187654" y="326227"/>
                  </a:lnTo>
                  <a:lnTo>
                    <a:pt x="192898" y="325495"/>
                  </a:lnTo>
                  <a:lnTo>
                    <a:pt x="198116" y="324596"/>
                  </a:lnTo>
                  <a:lnTo>
                    <a:pt x="203303" y="323533"/>
                  </a:lnTo>
                  <a:lnTo>
                    <a:pt x="208454" y="322306"/>
                  </a:lnTo>
                  <a:lnTo>
                    <a:pt x="213563" y="320917"/>
                  </a:lnTo>
                  <a:lnTo>
                    <a:pt x="218626" y="319367"/>
                  </a:lnTo>
                  <a:lnTo>
                    <a:pt x="223637" y="317657"/>
                  </a:lnTo>
                  <a:lnTo>
                    <a:pt x="228591" y="315789"/>
                  </a:lnTo>
                  <a:lnTo>
                    <a:pt x="233484" y="313765"/>
                  </a:lnTo>
                  <a:lnTo>
                    <a:pt x="238310" y="311587"/>
                  </a:lnTo>
                  <a:lnTo>
                    <a:pt x="243065" y="309258"/>
                  </a:lnTo>
                  <a:lnTo>
                    <a:pt x="247743" y="306779"/>
                  </a:lnTo>
                  <a:lnTo>
                    <a:pt x="252341" y="304153"/>
                  </a:lnTo>
                  <a:lnTo>
                    <a:pt x="256853" y="301383"/>
                  </a:lnTo>
                  <a:lnTo>
                    <a:pt x="261275" y="298471"/>
                  </a:lnTo>
                  <a:lnTo>
                    <a:pt x="265603" y="295421"/>
                  </a:lnTo>
                  <a:lnTo>
                    <a:pt x="269832" y="292235"/>
                  </a:lnTo>
                  <a:lnTo>
                    <a:pt x="273959" y="288917"/>
                  </a:lnTo>
                  <a:lnTo>
                    <a:pt x="277977" y="285470"/>
                  </a:lnTo>
                  <a:lnTo>
                    <a:pt x="281885" y="281897"/>
                  </a:lnTo>
                  <a:lnTo>
                    <a:pt x="285678" y="278202"/>
                  </a:lnTo>
                  <a:lnTo>
                    <a:pt x="289352" y="274389"/>
                  </a:lnTo>
                  <a:lnTo>
                    <a:pt x="292903" y="270462"/>
                  </a:lnTo>
                  <a:lnTo>
                    <a:pt x="296328" y="266424"/>
                  </a:lnTo>
                  <a:lnTo>
                    <a:pt x="299623" y="262280"/>
                  </a:lnTo>
                  <a:lnTo>
                    <a:pt x="302786" y="258033"/>
                  </a:lnTo>
                  <a:lnTo>
                    <a:pt x="305812" y="253689"/>
                  </a:lnTo>
                  <a:lnTo>
                    <a:pt x="308699" y="249251"/>
                  </a:lnTo>
                  <a:lnTo>
                    <a:pt x="311445" y="244723"/>
                  </a:lnTo>
                  <a:lnTo>
                    <a:pt x="314045" y="240111"/>
                  </a:lnTo>
                  <a:lnTo>
                    <a:pt x="316498" y="235419"/>
                  </a:lnTo>
                  <a:lnTo>
                    <a:pt x="318802" y="230651"/>
                  </a:lnTo>
                  <a:lnTo>
                    <a:pt x="320953" y="225813"/>
                  </a:lnTo>
                  <a:lnTo>
                    <a:pt x="322950" y="220910"/>
                  </a:lnTo>
                  <a:lnTo>
                    <a:pt x="324790" y="215945"/>
                  </a:lnTo>
                  <a:lnTo>
                    <a:pt x="326473" y="210925"/>
                  </a:lnTo>
                  <a:lnTo>
                    <a:pt x="327995" y="205854"/>
                  </a:lnTo>
                  <a:lnTo>
                    <a:pt x="329357" y="200737"/>
                  </a:lnTo>
                  <a:lnTo>
                    <a:pt x="330555" y="195579"/>
                  </a:lnTo>
                  <a:lnTo>
                    <a:pt x="331590" y="190387"/>
                  </a:lnTo>
                  <a:lnTo>
                    <a:pt x="332460" y="185164"/>
                  </a:lnTo>
                  <a:lnTo>
                    <a:pt x="333163" y="179916"/>
                  </a:lnTo>
                  <a:lnTo>
                    <a:pt x="333701" y="174649"/>
                  </a:lnTo>
                  <a:lnTo>
                    <a:pt x="334071" y="169367"/>
                  </a:lnTo>
                  <a:lnTo>
                    <a:pt x="334273" y="164076"/>
                  </a:lnTo>
                  <a:lnTo>
                    <a:pt x="334308" y="158781"/>
                  </a:lnTo>
                  <a:lnTo>
                    <a:pt x="334176" y="153488"/>
                  </a:lnTo>
                  <a:lnTo>
                    <a:pt x="333876" y="148202"/>
                  </a:lnTo>
                  <a:lnTo>
                    <a:pt x="333408" y="142928"/>
                  </a:lnTo>
                  <a:lnTo>
                    <a:pt x="332774" y="137671"/>
                  </a:lnTo>
                  <a:lnTo>
                    <a:pt x="331973" y="132437"/>
                  </a:lnTo>
                  <a:lnTo>
                    <a:pt x="331008" y="127231"/>
                  </a:lnTo>
                  <a:lnTo>
                    <a:pt x="329877" y="122059"/>
                  </a:lnTo>
                  <a:lnTo>
                    <a:pt x="328584" y="116924"/>
                  </a:lnTo>
                  <a:lnTo>
                    <a:pt x="327129" y="111833"/>
                  </a:lnTo>
                  <a:lnTo>
                    <a:pt x="325513" y="106791"/>
                  </a:lnTo>
                  <a:lnTo>
                    <a:pt x="323738" y="101803"/>
                  </a:lnTo>
                  <a:lnTo>
                    <a:pt x="321806" y="96873"/>
                  </a:lnTo>
                  <a:lnTo>
                    <a:pt x="319719" y="92007"/>
                  </a:lnTo>
                  <a:lnTo>
                    <a:pt x="317479" y="87209"/>
                  </a:lnTo>
                  <a:lnTo>
                    <a:pt x="315088" y="82485"/>
                  </a:lnTo>
                  <a:lnTo>
                    <a:pt x="312549" y="77839"/>
                  </a:lnTo>
                  <a:lnTo>
                    <a:pt x="309864" y="73276"/>
                  </a:lnTo>
                  <a:lnTo>
                    <a:pt x="307036" y="68800"/>
                  </a:lnTo>
                  <a:lnTo>
                    <a:pt x="304067" y="64415"/>
                  </a:lnTo>
                  <a:lnTo>
                    <a:pt x="300961" y="60127"/>
                  </a:lnTo>
                  <a:lnTo>
                    <a:pt x="297721" y="55940"/>
                  </a:lnTo>
                  <a:lnTo>
                    <a:pt x="294349" y="51857"/>
                  </a:lnTo>
                  <a:lnTo>
                    <a:pt x="290851" y="47883"/>
                  </a:lnTo>
                  <a:lnTo>
                    <a:pt x="287228" y="44022"/>
                  </a:lnTo>
                  <a:lnTo>
                    <a:pt x="283484" y="40277"/>
                  </a:lnTo>
                  <a:lnTo>
                    <a:pt x="279624" y="36653"/>
                  </a:lnTo>
                  <a:lnTo>
                    <a:pt x="275651" y="33153"/>
                  </a:lnTo>
                  <a:lnTo>
                    <a:pt x="271569" y="29781"/>
                  </a:lnTo>
                  <a:lnTo>
                    <a:pt x="267383" y="26539"/>
                  </a:lnTo>
                  <a:lnTo>
                    <a:pt x="263096" y="23432"/>
                  </a:lnTo>
                  <a:lnTo>
                    <a:pt x="258712" y="20462"/>
                  </a:lnTo>
                  <a:lnTo>
                    <a:pt x="254237" y="17632"/>
                  </a:lnTo>
                  <a:lnTo>
                    <a:pt x="249674" y="14946"/>
                  </a:lnTo>
                  <a:lnTo>
                    <a:pt x="167148" y="160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88720" y="1322571"/>
              <a:ext cx="82526" cy="167167"/>
            </a:xfrm>
            <a:custGeom>
              <a:avLst/>
              <a:pathLst>
                <a:path w="82526" h="167167">
                  <a:moveTo>
                    <a:pt x="82526" y="21790"/>
                  </a:moveTo>
                  <a:lnTo>
                    <a:pt x="77474" y="19036"/>
                  </a:lnTo>
                  <a:lnTo>
                    <a:pt x="72330" y="16458"/>
                  </a:lnTo>
                  <a:lnTo>
                    <a:pt x="67101" y="14058"/>
                  </a:lnTo>
                  <a:lnTo>
                    <a:pt x="61792" y="11840"/>
                  </a:lnTo>
                  <a:lnTo>
                    <a:pt x="56410" y="9805"/>
                  </a:lnTo>
                  <a:lnTo>
                    <a:pt x="50961" y="7957"/>
                  </a:lnTo>
                  <a:lnTo>
                    <a:pt x="45452" y="6297"/>
                  </a:lnTo>
                  <a:lnTo>
                    <a:pt x="39889" y="4828"/>
                  </a:lnTo>
                  <a:lnTo>
                    <a:pt x="34279" y="3552"/>
                  </a:lnTo>
                  <a:lnTo>
                    <a:pt x="28628" y="2469"/>
                  </a:lnTo>
                  <a:lnTo>
                    <a:pt x="22943" y="1581"/>
                  </a:lnTo>
                  <a:lnTo>
                    <a:pt x="17231" y="890"/>
                  </a:lnTo>
                  <a:lnTo>
                    <a:pt x="11498" y="395"/>
                  </a:lnTo>
                  <a:lnTo>
                    <a:pt x="575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4117" y="1681503"/>
              <a:ext cx="12407" cy="167167"/>
            </a:xfrm>
            <a:custGeom>
              <a:avLst/>
              <a:pathLst>
                <a:path w="12407" h="167167">
                  <a:moveTo>
                    <a:pt x="12407" y="0"/>
                  </a:moveTo>
                  <a:lnTo>
                    <a:pt x="0" y="461"/>
                  </a:lnTo>
                  <a:lnTo>
                    <a:pt x="124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4117" y="1681964"/>
              <a:ext cx="12407" cy="166706"/>
            </a:xfrm>
            <a:custGeom>
              <a:avLst/>
              <a:pathLst>
                <a:path w="12407" h="166706">
                  <a:moveTo>
                    <a:pt x="0" y="0"/>
                  </a:moveTo>
                  <a:lnTo>
                    <a:pt x="12407" y="166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93244" y="1681964"/>
              <a:ext cx="93280" cy="166706"/>
            </a:xfrm>
            <a:custGeom>
              <a:avLst/>
              <a:pathLst>
                <a:path w="93280" h="166706">
                  <a:moveTo>
                    <a:pt x="80872" y="0"/>
                  </a:moveTo>
                  <a:lnTo>
                    <a:pt x="75127" y="527"/>
                  </a:lnTo>
                  <a:lnTo>
                    <a:pt x="69404" y="1252"/>
                  </a:lnTo>
                  <a:lnTo>
                    <a:pt x="63709" y="2175"/>
                  </a:lnTo>
                  <a:lnTo>
                    <a:pt x="58049" y="3293"/>
                  </a:lnTo>
                  <a:lnTo>
                    <a:pt x="52431" y="4606"/>
                  </a:lnTo>
                  <a:lnTo>
                    <a:pt x="46862" y="6112"/>
                  </a:lnTo>
                  <a:lnTo>
                    <a:pt x="41349" y="7809"/>
                  </a:lnTo>
                  <a:lnTo>
                    <a:pt x="35897" y="9696"/>
                  </a:lnTo>
                  <a:lnTo>
                    <a:pt x="30513" y="11769"/>
                  </a:lnTo>
                  <a:lnTo>
                    <a:pt x="25204" y="14027"/>
                  </a:lnTo>
                  <a:lnTo>
                    <a:pt x="19977" y="16467"/>
                  </a:lnTo>
                  <a:lnTo>
                    <a:pt x="14836" y="19086"/>
                  </a:lnTo>
                  <a:lnTo>
                    <a:pt x="9789" y="21881"/>
                  </a:lnTo>
                  <a:lnTo>
                    <a:pt x="4842" y="24848"/>
                  </a:lnTo>
                  <a:lnTo>
                    <a:pt x="0" y="27984"/>
                  </a:lnTo>
                  <a:lnTo>
                    <a:pt x="93280" y="166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919357" y="1681503"/>
              <a:ext cx="334326" cy="334323"/>
            </a:xfrm>
            <a:custGeom>
              <a:avLst/>
              <a:pathLst>
                <a:path w="334326" h="334323">
                  <a:moveTo>
                    <a:pt x="73887" y="28445"/>
                  </a:moveTo>
                  <a:lnTo>
                    <a:pt x="69548" y="31463"/>
                  </a:lnTo>
                  <a:lnTo>
                    <a:pt x="65307" y="34617"/>
                  </a:lnTo>
                  <a:lnTo>
                    <a:pt x="61168" y="37903"/>
                  </a:lnTo>
                  <a:lnTo>
                    <a:pt x="57134" y="41319"/>
                  </a:lnTo>
                  <a:lnTo>
                    <a:pt x="53211" y="44860"/>
                  </a:lnTo>
                  <a:lnTo>
                    <a:pt x="49401" y="48524"/>
                  </a:lnTo>
                  <a:lnTo>
                    <a:pt x="45710" y="52306"/>
                  </a:lnTo>
                  <a:lnTo>
                    <a:pt x="42139" y="56203"/>
                  </a:lnTo>
                  <a:lnTo>
                    <a:pt x="38694" y="60211"/>
                  </a:lnTo>
                  <a:lnTo>
                    <a:pt x="35377" y="64326"/>
                  </a:lnTo>
                  <a:lnTo>
                    <a:pt x="32192" y="68543"/>
                  </a:lnTo>
                  <a:lnTo>
                    <a:pt x="29141" y="72859"/>
                  </a:lnTo>
                  <a:lnTo>
                    <a:pt x="26229" y="77270"/>
                  </a:lnTo>
                  <a:lnTo>
                    <a:pt x="23458" y="81770"/>
                  </a:lnTo>
                  <a:lnTo>
                    <a:pt x="20830" y="86356"/>
                  </a:lnTo>
                  <a:lnTo>
                    <a:pt x="18348" y="91022"/>
                  </a:lnTo>
                  <a:lnTo>
                    <a:pt x="16016" y="95765"/>
                  </a:lnTo>
                  <a:lnTo>
                    <a:pt x="13834" y="100579"/>
                  </a:lnTo>
                  <a:lnTo>
                    <a:pt x="11806" y="105459"/>
                  </a:lnTo>
                  <a:lnTo>
                    <a:pt x="9932" y="110402"/>
                  </a:lnTo>
                  <a:lnTo>
                    <a:pt x="8217" y="115401"/>
                  </a:lnTo>
                  <a:lnTo>
                    <a:pt x="6659" y="120451"/>
                  </a:lnTo>
                  <a:lnTo>
                    <a:pt x="5263" y="125549"/>
                  </a:lnTo>
                  <a:lnTo>
                    <a:pt x="4028" y="130688"/>
                  </a:lnTo>
                  <a:lnTo>
                    <a:pt x="2956" y="135863"/>
                  </a:lnTo>
                  <a:lnTo>
                    <a:pt x="2049" y="141070"/>
                  </a:lnTo>
                  <a:lnTo>
                    <a:pt x="1307" y="146303"/>
                  </a:lnTo>
                  <a:lnTo>
                    <a:pt x="730" y="151556"/>
                  </a:lnTo>
                  <a:lnTo>
                    <a:pt x="320" y="156826"/>
                  </a:lnTo>
                  <a:lnTo>
                    <a:pt x="76" y="162105"/>
                  </a:lnTo>
                  <a:lnTo>
                    <a:pt x="0" y="167390"/>
                  </a:lnTo>
                  <a:lnTo>
                    <a:pt x="90" y="172674"/>
                  </a:lnTo>
                  <a:lnTo>
                    <a:pt x="348" y="177953"/>
                  </a:lnTo>
                  <a:lnTo>
                    <a:pt x="772" y="183222"/>
                  </a:lnTo>
                  <a:lnTo>
                    <a:pt x="1363" y="188474"/>
                  </a:lnTo>
                  <a:lnTo>
                    <a:pt x="2119" y="193705"/>
                  </a:lnTo>
                  <a:lnTo>
                    <a:pt x="3041" y="198909"/>
                  </a:lnTo>
                  <a:lnTo>
                    <a:pt x="4126" y="204081"/>
                  </a:lnTo>
                  <a:lnTo>
                    <a:pt x="5375" y="209217"/>
                  </a:lnTo>
                  <a:lnTo>
                    <a:pt x="6785" y="214311"/>
                  </a:lnTo>
                  <a:lnTo>
                    <a:pt x="8355" y="219357"/>
                  </a:lnTo>
                  <a:lnTo>
                    <a:pt x="10084" y="224352"/>
                  </a:lnTo>
                  <a:lnTo>
                    <a:pt x="11971" y="229289"/>
                  </a:lnTo>
                  <a:lnTo>
                    <a:pt x="14012" y="234164"/>
                  </a:lnTo>
                  <a:lnTo>
                    <a:pt x="16207" y="238972"/>
                  </a:lnTo>
                  <a:lnTo>
                    <a:pt x="18552" y="243708"/>
                  </a:lnTo>
                  <a:lnTo>
                    <a:pt x="21046" y="248368"/>
                  </a:lnTo>
                  <a:lnTo>
                    <a:pt x="23686" y="252947"/>
                  </a:lnTo>
                  <a:lnTo>
                    <a:pt x="26469" y="257440"/>
                  </a:lnTo>
                  <a:lnTo>
                    <a:pt x="29393" y="261843"/>
                  </a:lnTo>
                  <a:lnTo>
                    <a:pt x="32455" y="266151"/>
                  </a:lnTo>
                  <a:lnTo>
                    <a:pt x="35652" y="270360"/>
                  </a:lnTo>
                  <a:lnTo>
                    <a:pt x="38980" y="274466"/>
                  </a:lnTo>
                  <a:lnTo>
                    <a:pt x="42436" y="278464"/>
                  </a:lnTo>
                  <a:lnTo>
                    <a:pt x="46016" y="282352"/>
                  </a:lnTo>
                  <a:lnTo>
                    <a:pt x="49718" y="286124"/>
                  </a:lnTo>
                  <a:lnTo>
                    <a:pt x="53538" y="289777"/>
                  </a:lnTo>
                  <a:lnTo>
                    <a:pt x="57470" y="293308"/>
                  </a:lnTo>
                  <a:lnTo>
                    <a:pt x="61513" y="296713"/>
                  </a:lnTo>
                  <a:lnTo>
                    <a:pt x="65661" y="299988"/>
                  </a:lnTo>
                  <a:lnTo>
                    <a:pt x="69910" y="303131"/>
                  </a:lnTo>
                  <a:lnTo>
                    <a:pt x="74257" y="306137"/>
                  </a:lnTo>
                  <a:lnTo>
                    <a:pt x="78697" y="309005"/>
                  </a:lnTo>
                  <a:lnTo>
                    <a:pt x="83225" y="311731"/>
                  </a:lnTo>
                  <a:lnTo>
                    <a:pt x="87837" y="314312"/>
                  </a:lnTo>
                  <a:lnTo>
                    <a:pt x="92528" y="316746"/>
                  </a:lnTo>
                  <a:lnTo>
                    <a:pt x="97294" y="319031"/>
                  </a:lnTo>
                  <a:lnTo>
                    <a:pt x="102130" y="321164"/>
                  </a:lnTo>
                  <a:lnTo>
                    <a:pt x="107031" y="323143"/>
                  </a:lnTo>
                  <a:lnTo>
                    <a:pt x="111991" y="324966"/>
                  </a:lnTo>
                  <a:lnTo>
                    <a:pt x="117008" y="326632"/>
                  </a:lnTo>
                  <a:lnTo>
                    <a:pt x="122074" y="328138"/>
                  </a:lnTo>
                  <a:lnTo>
                    <a:pt x="127185" y="329483"/>
                  </a:lnTo>
                  <a:lnTo>
                    <a:pt x="132336" y="330665"/>
                  </a:lnTo>
                  <a:lnTo>
                    <a:pt x="137522" y="331685"/>
                  </a:lnTo>
                  <a:lnTo>
                    <a:pt x="142738" y="332540"/>
                  </a:lnTo>
                  <a:lnTo>
                    <a:pt x="147978" y="333229"/>
                  </a:lnTo>
                  <a:lnTo>
                    <a:pt x="153237" y="333753"/>
                  </a:lnTo>
                  <a:lnTo>
                    <a:pt x="158510" y="334110"/>
                  </a:lnTo>
                  <a:lnTo>
                    <a:pt x="163792" y="334300"/>
                  </a:lnTo>
                  <a:lnTo>
                    <a:pt x="169077" y="334323"/>
                  </a:lnTo>
                  <a:lnTo>
                    <a:pt x="174361" y="334180"/>
                  </a:lnTo>
                  <a:lnTo>
                    <a:pt x="179637" y="333869"/>
                  </a:lnTo>
                  <a:lnTo>
                    <a:pt x="184900" y="333391"/>
                  </a:lnTo>
                  <a:lnTo>
                    <a:pt x="190146" y="332747"/>
                  </a:lnTo>
                  <a:lnTo>
                    <a:pt x="195369" y="331938"/>
                  </a:lnTo>
                  <a:lnTo>
                    <a:pt x="200564" y="330964"/>
                  </a:lnTo>
                  <a:lnTo>
                    <a:pt x="205725" y="329827"/>
                  </a:lnTo>
                  <a:lnTo>
                    <a:pt x="210848" y="328526"/>
                  </a:lnTo>
                  <a:lnTo>
                    <a:pt x="215927" y="327065"/>
                  </a:lnTo>
                  <a:lnTo>
                    <a:pt x="220958" y="325444"/>
                  </a:lnTo>
                  <a:lnTo>
                    <a:pt x="225934" y="323664"/>
                  </a:lnTo>
                  <a:lnTo>
                    <a:pt x="230852" y="321728"/>
                  </a:lnTo>
                  <a:lnTo>
                    <a:pt x="235706" y="319638"/>
                  </a:lnTo>
                  <a:lnTo>
                    <a:pt x="240492" y="317395"/>
                  </a:lnTo>
                  <a:lnTo>
                    <a:pt x="245205" y="315002"/>
                  </a:lnTo>
                  <a:lnTo>
                    <a:pt x="249839" y="312461"/>
                  </a:lnTo>
                  <a:lnTo>
                    <a:pt x="254391" y="309775"/>
                  </a:lnTo>
                  <a:lnTo>
                    <a:pt x="258855" y="306946"/>
                  </a:lnTo>
                  <a:lnTo>
                    <a:pt x="263228" y="303978"/>
                  </a:lnTo>
                  <a:lnTo>
                    <a:pt x="267505" y="300872"/>
                  </a:lnTo>
                  <a:lnTo>
                    <a:pt x="271682" y="297634"/>
                  </a:lnTo>
                  <a:lnTo>
                    <a:pt x="275754" y="294264"/>
                  </a:lnTo>
                  <a:lnTo>
                    <a:pt x="279718" y="290768"/>
                  </a:lnTo>
                  <a:lnTo>
                    <a:pt x="283569" y="287148"/>
                  </a:lnTo>
                  <a:lnTo>
                    <a:pt x="287303" y="283409"/>
                  </a:lnTo>
                  <a:lnTo>
                    <a:pt x="290918" y="279553"/>
                  </a:lnTo>
                  <a:lnTo>
                    <a:pt x="294409" y="275584"/>
                  </a:lnTo>
                  <a:lnTo>
                    <a:pt x="297773" y="271508"/>
                  </a:lnTo>
                  <a:lnTo>
                    <a:pt x="301006" y="267327"/>
                  </a:lnTo>
                  <a:lnTo>
                    <a:pt x="304105" y="263046"/>
                  </a:lnTo>
                  <a:lnTo>
                    <a:pt x="307068" y="258669"/>
                  </a:lnTo>
                  <a:lnTo>
                    <a:pt x="309891" y="254201"/>
                  </a:lnTo>
                  <a:lnTo>
                    <a:pt x="312571" y="249645"/>
                  </a:lnTo>
                  <a:lnTo>
                    <a:pt x="315105" y="245007"/>
                  </a:lnTo>
                  <a:lnTo>
                    <a:pt x="317492" y="240292"/>
                  </a:lnTo>
                  <a:lnTo>
                    <a:pt x="319729" y="235503"/>
                  </a:lnTo>
                  <a:lnTo>
                    <a:pt x="321813" y="230646"/>
                  </a:lnTo>
                  <a:lnTo>
                    <a:pt x="323742" y="225726"/>
                  </a:lnTo>
                  <a:lnTo>
                    <a:pt x="325515" y="220747"/>
                  </a:lnTo>
                  <a:lnTo>
                    <a:pt x="327130" y="215714"/>
                  </a:lnTo>
                  <a:lnTo>
                    <a:pt x="328584" y="210633"/>
                  </a:lnTo>
                  <a:lnTo>
                    <a:pt x="329878" y="205508"/>
                  </a:lnTo>
                  <a:lnTo>
                    <a:pt x="331009" y="200345"/>
                  </a:lnTo>
                  <a:lnTo>
                    <a:pt x="331976" y="195149"/>
                  </a:lnTo>
                  <a:lnTo>
                    <a:pt x="332778" y="189925"/>
                  </a:lnTo>
                  <a:lnTo>
                    <a:pt x="333414" y="184679"/>
                  </a:lnTo>
                  <a:lnTo>
                    <a:pt x="333885" y="179414"/>
                  </a:lnTo>
                  <a:lnTo>
                    <a:pt x="334189" y="174138"/>
                  </a:lnTo>
                  <a:lnTo>
                    <a:pt x="334326" y="168854"/>
                  </a:lnTo>
                  <a:lnTo>
                    <a:pt x="334296" y="163569"/>
                  </a:lnTo>
                  <a:lnTo>
                    <a:pt x="334098" y="158288"/>
                  </a:lnTo>
                  <a:lnTo>
                    <a:pt x="333734" y="153015"/>
                  </a:lnTo>
                  <a:lnTo>
                    <a:pt x="333203" y="147756"/>
                  </a:lnTo>
                  <a:lnTo>
                    <a:pt x="332507" y="142517"/>
                  </a:lnTo>
                  <a:lnTo>
                    <a:pt x="331645" y="137303"/>
                  </a:lnTo>
                  <a:lnTo>
                    <a:pt x="330619" y="132118"/>
                  </a:lnTo>
                  <a:lnTo>
                    <a:pt x="329429" y="126969"/>
                  </a:lnTo>
                  <a:lnTo>
                    <a:pt x="328077" y="121859"/>
                  </a:lnTo>
                  <a:lnTo>
                    <a:pt x="326564" y="116795"/>
                  </a:lnTo>
                  <a:lnTo>
                    <a:pt x="324892" y="111781"/>
                  </a:lnTo>
                  <a:lnTo>
                    <a:pt x="323063" y="106823"/>
                  </a:lnTo>
                  <a:lnTo>
                    <a:pt x="321077" y="101925"/>
                  </a:lnTo>
                  <a:lnTo>
                    <a:pt x="318938" y="97092"/>
                  </a:lnTo>
                  <a:lnTo>
                    <a:pt x="316647" y="92329"/>
                  </a:lnTo>
                  <a:lnTo>
                    <a:pt x="314206" y="87641"/>
                  </a:lnTo>
                  <a:lnTo>
                    <a:pt x="311619" y="83032"/>
                  </a:lnTo>
                  <a:lnTo>
                    <a:pt x="308887" y="78508"/>
                  </a:lnTo>
                  <a:lnTo>
                    <a:pt x="306013" y="74072"/>
                  </a:lnTo>
                  <a:lnTo>
                    <a:pt x="303001" y="69729"/>
                  </a:lnTo>
                  <a:lnTo>
                    <a:pt x="299853" y="65484"/>
                  </a:lnTo>
                  <a:lnTo>
                    <a:pt x="296572" y="61340"/>
                  </a:lnTo>
                  <a:lnTo>
                    <a:pt x="293162" y="57302"/>
                  </a:lnTo>
                  <a:lnTo>
                    <a:pt x="289626" y="53374"/>
                  </a:lnTo>
                  <a:lnTo>
                    <a:pt x="285967" y="49560"/>
                  </a:lnTo>
                  <a:lnTo>
                    <a:pt x="282190" y="45863"/>
                  </a:lnTo>
                  <a:lnTo>
                    <a:pt x="278298" y="42287"/>
                  </a:lnTo>
                  <a:lnTo>
                    <a:pt x="274294" y="38837"/>
                  </a:lnTo>
                  <a:lnTo>
                    <a:pt x="270184" y="35514"/>
                  </a:lnTo>
                  <a:lnTo>
                    <a:pt x="265971" y="32323"/>
                  </a:lnTo>
                  <a:lnTo>
                    <a:pt x="261658" y="29267"/>
                  </a:lnTo>
                  <a:lnTo>
                    <a:pt x="257252" y="26349"/>
                  </a:lnTo>
                  <a:lnTo>
                    <a:pt x="252755" y="23572"/>
                  </a:lnTo>
                  <a:lnTo>
                    <a:pt x="248173" y="20938"/>
                  </a:lnTo>
                  <a:lnTo>
                    <a:pt x="243510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2" y="11888"/>
                  </a:lnTo>
                  <a:lnTo>
                    <a:pt x="224142" y="10008"/>
                  </a:lnTo>
                  <a:lnTo>
                    <a:pt x="219145" y="8286"/>
                  </a:lnTo>
                  <a:lnTo>
                    <a:pt x="214097" y="6722"/>
                  </a:lnTo>
                  <a:lnTo>
                    <a:pt x="209001" y="5319"/>
                  </a:lnTo>
                  <a:lnTo>
                    <a:pt x="203864" y="4077"/>
                  </a:lnTo>
                  <a:lnTo>
                    <a:pt x="198690" y="2999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436" y="2126963"/>
              <a:ext cx="21851" cy="167167"/>
            </a:xfrm>
            <a:custGeom>
              <a:avLst/>
              <a:pathLst>
                <a:path w="21851" h="167167">
                  <a:moveTo>
                    <a:pt x="21851" y="0"/>
                  </a:moveTo>
                  <a:lnTo>
                    <a:pt x="14549" y="159"/>
                  </a:lnTo>
                  <a:lnTo>
                    <a:pt x="7260" y="637"/>
                  </a:lnTo>
                  <a:lnTo>
                    <a:pt x="0" y="1434"/>
                  </a:lnTo>
                  <a:lnTo>
                    <a:pt x="218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9436" y="2128398"/>
              <a:ext cx="21851" cy="165733"/>
            </a:xfrm>
            <a:custGeom>
              <a:avLst/>
              <a:pathLst>
                <a:path w="21851" h="165733">
                  <a:moveTo>
                    <a:pt x="0" y="0"/>
                  </a:moveTo>
                  <a:lnTo>
                    <a:pt x="21851" y="165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614131" y="2127655"/>
              <a:ext cx="334312" cy="333641"/>
            </a:xfrm>
            <a:custGeom>
              <a:avLst/>
              <a:pathLst>
                <a:path w="334312" h="333641">
                  <a:moveTo>
                    <a:pt x="145304" y="742"/>
                  </a:moveTo>
                  <a:lnTo>
                    <a:pt x="140056" y="1519"/>
                  </a:lnTo>
                  <a:lnTo>
                    <a:pt x="134836" y="2462"/>
                  </a:lnTo>
                  <a:lnTo>
                    <a:pt x="129649" y="3570"/>
                  </a:lnTo>
                  <a:lnTo>
                    <a:pt x="124499" y="4842"/>
                  </a:lnTo>
                  <a:lnTo>
                    <a:pt x="119392" y="6277"/>
                  </a:lnTo>
                  <a:lnTo>
                    <a:pt x="114333" y="7873"/>
                  </a:lnTo>
                  <a:lnTo>
                    <a:pt x="109328" y="9629"/>
                  </a:lnTo>
                  <a:lnTo>
                    <a:pt x="104380" y="11542"/>
                  </a:lnTo>
                  <a:lnTo>
                    <a:pt x="99496" y="13612"/>
                  </a:lnTo>
                  <a:lnTo>
                    <a:pt x="94680" y="15836"/>
                  </a:lnTo>
                  <a:lnTo>
                    <a:pt x="89937" y="18211"/>
                  </a:lnTo>
                  <a:lnTo>
                    <a:pt x="85272" y="20736"/>
                  </a:lnTo>
                  <a:lnTo>
                    <a:pt x="80689" y="23407"/>
                  </a:lnTo>
                  <a:lnTo>
                    <a:pt x="76193" y="26222"/>
                  </a:lnTo>
                  <a:lnTo>
                    <a:pt x="71789" y="29179"/>
                  </a:lnTo>
                  <a:lnTo>
                    <a:pt x="67481" y="32274"/>
                  </a:lnTo>
                  <a:lnTo>
                    <a:pt x="63273" y="35504"/>
                  </a:lnTo>
                  <a:lnTo>
                    <a:pt x="59170" y="38866"/>
                  </a:lnTo>
                  <a:lnTo>
                    <a:pt x="55176" y="42356"/>
                  </a:lnTo>
                  <a:lnTo>
                    <a:pt x="51294" y="45972"/>
                  </a:lnTo>
                  <a:lnTo>
                    <a:pt x="47529" y="49709"/>
                  </a:lnTo>
                  <a:lnTo>
                    <a:pt x="43884" y="53563"/>
                  </a:lnTo>
                  <a:lnTo>
                    <a:pt x="40364" y="57531"/>
                  </a:lnTo>
                  <a:lnTo>
                    <a:pt x="36971" y="61609"/>
                  </a:lnTo>
                  <a:lnTo>
                    <a:pt x="33710" y="65792"/>
                  </a:lnTo>
                  <a:lnTo>
                    <a:pt x="30582" y="70077"/>
                  </a:lnTo>
                  <a:lnTo>
                    <a:pt x="27592" y="74458"/>
                  </a:lnTo>
                  <a:lnTo>
                    <a:pt x="24743" y="78933"/>
                  </a:lnTo>
                  <a:lnTo>
                    <a:pt x="22037" y="83495"/>
                  </a:lnTo>
                  <a:lnTo>
                    <a:pt x="19478" y="88141"/>
                  </a:lnTo>
                  <a:lnTo>
                    <a:pt x="17067" y="92866"/>
                  </a:lnTo>
                  <a:lnTo>
                    <a:pt x="14807" y="97666"/>
                  </a:lnTo>
                  <a:lnTo>
                    <a:pt x="12700" y="102534"/>
                  </a:lnTo>
                  <a:lnTo>
                    <a:pt x="10749" y="107467"/>
                  </a:lnTo>
                  <a:lnTo>
                    <a:pt x="8956" y="112459"/>
                  </a:lnTo>
                  <a:lnTo>
                    <a:pt x="7321" y="117505"/>
                  </a:lnTo>
                  <a:lnTo>
                    <a:pt x="5848" y="122601"/>
                  </a:lnTo>
                  <a:lnTo>
                    <a:pt x="4537" y="127741"/>
                  </a:lnTo>
                  <a:lnTo>
                    <a:pt x="3390" y="132921"/>
                  </a:lnTo>
                  <a:lnTo>
                    <a:pt x="2408" y="138133"/>
                  </a:lnTo>
                  <a:lnTo>
                    <a:pt x="1592" y="143375"/>
                  </a:lnTo>
                  <a:lnTo>
                    <a:pt x="942" y="148639"/>
                  </a:lnTo>
                  <a:lnTo>
                    <a:pt x="460" y="153922"/>
                  </a:lnTo>
                  <a:lnTo>
                    <a:pt x="146" y="159217"/>
                  </a:lnTo>
                  <a:lnTo>
                    <a:pt x="0" y="164520"/>
                  </a:lnTo>
                  <a:lnTo>
                    <a:pt x="22" y="169824"/>
                  </a:lnTo>
                  <a:lnTo>
                    <a:pt x="212" y="175126"/>
                  </a:lnTo>
                  <a:lnTo>
                    <a:pt x="571" y="180418"/>
                  </a:lnTo>
                  <a:lnTo>
                    <a:pt x="1097" y="185696"/>
                  </a:lnTo>
                  <a:lnTo>
                    <a:pt x="1790" y="190956"/>
                  </a:lnTo>
                  <a:lnTo>
                    <a:pt x="2650" y="196190"/>
                  </a:lnTo>
                  <a:lnTo>
                    <a:pt x="3676" y="201394"/>
                  </a:lnTo>
                  <a:lnTo>
                    <a:pt x="4866" y="206564"/>
                  </a:lnTo>
                  <a:lnTo>
                    <a:pt x="6220" y="211693"/>
                  </a:lnTo>
                  <a:lnTo>
                    <a:pt x="7735" y="216776"/>
                  </a:lnTo>
                  <a:lnTo>
                    <a:pt x="9412" y="221809"/>
                  </a:lnTo>
                  <a:lnTo>
                    <a:pt x="11247" y="226786"/>
                  </a:lnTo>
                  <a:lnTo>
                    <a:pt x="13239" y="231702"/>
                  </a:lnTo>
                  <a:lnTo>
                    <a:pt x="15386" y="236553"/>
                  </a:lnTo>
                  <a:lnTo>
                    <a:pt x="17686" y="241333"/>
                  </a:lnTo>
                  <a:lnTo>
                    <a:pt x="20136" y="246038"/>
                  </a:lnTo>
                  <a:lnTo>
                    <a:pt x="22734" y="250662"/>
                  </a:lnTo>
                  <a:lnTo>
                    <a:pt x="25478" y="255202"/>
                  </a:lnTo>
                  <a:lnTo>
                    <a:pt x="28365" y="259653"/>
                  </a:lnTo>
                  <a:lnTo>
                    <a:pt x="31391" y="264009"/>
                  </a:lnTo>
                  <a:lnTo>
                    <a:pt x="34554" y="268268"/>
                  </a:lnTo>
                  <a:lnTo>
                    <a:pt x="37850" y="272424"/>
                  </a:lnTo>
                  <a:lnTo>
                    <a:pt x="41277" y="276473"/>
                  </a:lnTo>
                  <a:lnTo>
                    <a:pt x="44830" y="280412"/>
                  </a:lnTo>
                  <a:lnTo>
                    <a:pt x="48507" y="284235"/>
                  </a:lnTo>
                  <a:lnTo>
                    <a:pt x="52303" y="287941"/>
                  </a:lnTo>
                  <a:lnTo>
                    <a:pt x="56215" y="291524"/>
                  </a:lnTo>
                  <a:lnTo>
                    <a:pt x="60238" y="294981"/>
                  </a:lnTo>
                  <a:lnTo>
                    <a:pt x="64369" y="298308"/>
                  </a:lnTo>
                  <a:lnTo>
                    <a:pt x="68604" y="301503"/>
                  </a:lnTo>
                  <a:lnTo>
                    <a:pt x="72937" y="304562"/>
                  </a:lnTo>
                  <a:lnTo>
                    <a:pt x="77366" y="307482"/>
                  </a:lnTo>
                  <a:lnTo>
                    <a:pt x="81885" y="310260"/>
                  </a:lnTo>
                  <a:lnTo>
                    <a:pt x="86490" y="312893"/>
                  </a:lnTo>
                  <a:lnTo>
                    <a:pt x="91176" y="315378"/>
                  </a:lnTo>
                  <a:lnTo>
                    <a:pt x="95939" y="317714"/>
                  </a:lnTo>
                  <a:lnTo>
                    <a:pt x="100773" y="319897"/>
                  </a:lnTo>
                  <a:lnTo>
                    <a:pt x="105675" y="321926"/>
                  </a:lnTo>
                  <a:lnTo>
                    <a:pt x="110638" y="323799"/>
                  </a:lnTo>
                  <a:lnTo>
                    <a:pt x="115658" y="325513"/>
                  </a:lnTo>
                  <a:lnTo>
                    <a:pt x="120730" y="327067"/>
                  </a:lnTo>
                  <a:lnTo>
                    <a:pt x="125848" y="328459"/>
                  </a:lnTo>
                  <a:lnTo>
                    <a:pt x="131008" y="329688"/>
                  </a:lnTo>
                  <a:lnTo>
                    <a:pt x="136205" y="330753"/>
                  </a:lnTo>
                  <a:lnTo>
                    <a:pt x="141433" y="331652"/>
                  </a:lnTo>
                  <a:lnTo>
                    <a:pt x="146687" y="332385"/>
                  </a:lnTo>
                  <a:lnTo>
                    <a:pt x="151961" y="332951"/>
                  </a:lnTo>
                  <a:lnTo>
                    <a:pt x="157251" y="333349"/>
                  </a:lnTo>
                  <a:lnTo>
                    <a:pt x="162550" y="333579"/>
                  </a:lnTo>
                  <a:lnTo>
                    <a:pt x="167854" y="333641"/>
                  </a:lnTo>
                  <a:lnTo>
                    <a:pt x="173158" y="333535"/>
                  </a:lnTo>
                  <a:lnTo>
                    <a:pt x="178455" y="333260"/>
                  </a:lnTo>
                  <a:lnTo>
                    <a:pt x="183741" y="332818"/>
                  </a:lnTo>
                  <a:lnTo>
                    <a:pt x="189011" y="332208"/>
                  </a:lnTo>
                  <a:lnTo>
                    <a:pt x="194258" y="331431"/>
                  </a:lnTo>
                  <a:lnTo>
                    <a:pt x="199478" y="330488"/>
                  </a:lnTo>
                  <a:lnTo>
                    <a:pt x="204666" y="329380"/>
                  </a:lnTo>
                  <a:lnTo>
                    <a:pt x="209816" y="328108"/>
                  </a:lnTo>
                  <a:lnTo>
                    <a:pt x="214922" y="326673"/>
                  </a:lnTo>
                  <a:lnTo>
                    <a:pt x="219981" y="325077"/>
                  </a:lnTo>
                  <a:lnTo>
                    <a:pt x="224987" y="323321"/>
                  </a:lnTo>
                  <a:lnTo>
                    <a:pt x="229934" y="321407"/>
                  </a:lnTo>
                  <a:lnTo>
                    <a:pt x="234818" y="319337"/>
                  </a:lnTo>
                  <a:lnTo>
                    <a:pt x="239634" y="317113"/>
                  </a:lnTo>
                  <a:lnTo>
                    <a:pt x="244377" y="314738"/>
                  </a:lnTo>
                  <a:lnTo>
                    <a:pt x="249042" y="312213"/>
                  </a:lnTo>
                  <a:lnTo>
                    <a:pt x="253625" y="309542"/>
                  </a:lnTo>
                  <a:lnTo>
                    <a:pt x="258121" y="306726"/>
                  </a:lnTo>
                  <a:lnTo>
                    <a:pt x="262525" y="303769"/>
                  </a:lnTo>
                  <a:lnTo>
                    <a:pt x="266833" y="300674"/>
                  </a:lnTo>
                  <a:lnTo>
                    <a:pt x="271041" y="297444"/>
                  </a:lnTo>
                  <a:lnTo>
                    <a:pt x="275144" y="294082"/>
                  </a:lnTo>
                  <a:lnTo>
                    <a:pt x="279138" y="290592"/>
                  </a:lnTo>
                  <a:lnTo>
                    <a:pt x="283020" y="286976"/>
                  </a:lnTo>
                  <a:lnTo>
                    <a:pt x="286785" y="283239"/>
                  </a:lnTo>
                  <a:lnTo>
                    <a:pt x="290429" y="279385"/>
                  </a:lnTo>
                  <a:lnTo>
                    <a:pt x="293949" y="275417"/>
                  </a:lnTo>
                  <a:lnTo>
                    <a:pt x="297342" y="271339"/>
                  </a:lnTo>
                  <a:lnTo>
                    <a:pt x="300604" y="267156"/>
                  </a:lnTo>
                  <a:lnTo>
                    <a:pt x="303731" y="262871"/>
                  </a:lnTo>
                  <a:lnTo>
                    <a:pt x="306721" y="258489"/>
                  </a:lnTo>
                  <a:lnTo>
                    <a:pt x="309570" y="254015"/>
                  </a:lnTo>
                  <a:lnTo>
                    <a:pt x="312276" y="249452"/>
                  </a:lnTo>
                  <a:lnTo>
                    <a:pt x="314835" y="244806"/>
                  </a:lnTo>
                  <a:lnTo>
                    <a:pt x="317246" y="240081"/>
                  </a:lnTo>
                  <a:lnTo>
                    <a:pt x="319506" y="235282"/>
                  </a:lnTo>
                  <a:lnTo>
                    <a:pt x="321612" y="230413"/>
                  </a:lnTo>
                  <a:lnTo>
                    <a:pt x="323563" y="225480"/>
                  </a:lnTo>
                  <a:lnTo>
                    <a:pt x="325357" y="220488"/>
                  </a:lnTo>
                  <a:lnTo>
                    <a:pt x="326991" y="215442"/>
                  </a:lnTo>
                  <a:lnTo>
                    <a:pt x="328464" y="210346"/>
                  </a:lnTo>
                  <a:lnTo>
                    <a:pt x="329774" y="205206"/>
                  </a:lnTo>
                  <a:lnTo>
                    <a:pt x="330921" y="200026"/>
                  </a:lnTo>
                  <a:lnTo>
                    <a:pt x="331903" y="194814"/>
                  </a:lnTo>
                  <a:lnTo>
                    <a:pt x="332720" y="189572"/>
                  </a:lnTo>
                  <a:lnTo>
                    <a:pt x="333369" y="184307"/>
                  </a:lnTo>
                  <a:lnTo>
                    <a:pt x="333851" y="179025"/>
                  </a:lnTo>
                  <a:lnTo>
                    <a:pt x="334165" y="173730"/>
                  </a:lnTo>
                  <a:lnTo>
                    <a:pt x="334312" y="168427"/>
                  </a:lnTo>
                  <a:lnTo>
                    <a:pt x="334289" y="163122"/>
                  </a:lnTo>
                  <a:lnTo>
                    <a:pt x="334099" y="157821"/>
                  </a:lnTo>
                  <a:lnTo>
                    <a:pt x="333740" y="152529"/>
                  </a:lnTo>
                  <a:lnTo>
                    <a:pt x="333214" y="147250"/>
                  </a:lnTo>
                  <a:lnTo>
                    <a:pt x="332520" y="141991"/>
                  </a:lnTo>
                  <a:lnTo>
                    <a:pt x="331660" y="136757"/>
                  </a:lnTo>
                  <a:lnTo>
                    <a:pt x="330634" y="131553"/>
                  </a:lnTo>
                  <a:lnTo>
                    <a:pt x="329444" y="126383"/>
                  </a:lnTo>
                  <a:lnTo>
                    <a:pt x="328090" y="121254"/>
                  </a:lnTo>
                  <a:lnTo>
                    <a:pt x="326575" y="116171"/>
                  </a:lnTo>
                  <a:lnTo>
                    <a:pt x="324898" y="111138"/>
                  </a:lnTo>
                  <a:lnTo>
                    <a:pt x="323063" y="106161"/>
                  </a:lnTo>
                  <a:lnTo>
                    <a:pt x="321071" y="101245"/>
                  </a:lnTo>
                  <a:lnTo>
                    <a:pt x="318924" y="96394"/>
                  </a:lnTo>
                  <a:lnTo>
                    <a:pt x="316624" y="91614"/>
                  </a:lnTo>
                  <a:lnTo>
                    <a:pt x="314173" y="86910"/>
                  </a:lnTo>
                  <a:lnTo>
                    <a:pt x="311575" y="82285"/>
                  </a:lnTo>
                  <a:lnTo>
                    <a:pt x="308831" y="77745"/>
                  </a:lnTo>
                  <a:lnTo>
                    <a:pt x="305944" y="73295"/>
                  </a:lnTo>
                  <a:lnTo>
                    <a:pt x="302918" y="68938"/>
                  </a:lnTo>
                  <a:lnTo>
                    <a:pt x="299755" y="64680"/>
                  </a:lnTo>
                  <a:lnTo>
                    <a:pt x="296458" y="60524"/>
                  </a:lnTo>
                  <a:lnTo>
                    <a:pt x="293032" y="56475"/>
                  </a:lnTo>
                  <a:lnTo>
                    <a:pt x="289478" y="52536"/>
                  </a:lnTo>
                  <a:lnTo>
                    <a:pt x="285802" y="48713"/>
                  </a:lnTo>
                  <a:lnTo>
                    <a:pt x="282005" y="45007"/>
                  </a:lnTo>
                  <a:lnTo>
                    <a:pt x="278094" y="41425"/>
                  </a:lnTo>
                  <a:lnTo>
                    <a:pt x="274070" y="37968"/>
                  </a:lnTo>
                  <a:lnTo>
                    <a:pt x="269939" y="34640"/>
                  </a:lnTo>
                  <a:lnTo>
                    <a:pt x="265704" y="31445"/>
                  </a:lnTo>
                  <a:lnTo>
                    <a:pt x="261371" y="28387"/>
                  </a:lnTo>
                  <a:lnTo>
                    <a:pt x="256942" y="25467"/>
                  </a:lnTo>
                  <a:lnTo>
                    <a:pt x="252423" y="22689"/>
                  </a:lnTo>
                  <a:lnTo>
                    <a:pt x="247818" y="20056"/>
                  </a:lnTo>
                  <a:lnTo>
                    <a:pt x="243131" y="17571"/>
                  </a:lnTo>
                  <a:lnTo>
                    <a:pt x="238369" y="15235"/>
                  </a:lnTo>
                  <a:lnTo>
                    <a:pt x="233534" y="13052"/>
                  </a:lnTo>
                  <a:lnTo>
                    <a:pt x="228633" y="11023"/>
                  </a:lnTo>
                  <a:lnTo>
                    <a:pt x="223670" y="9151"/>
                  </a:lnTo>
                  <a:lnTo>
                    <a:pt x="218650" y="7437"/>
                  </a:lnTo>
                  <a:lnTo>
                    <a:pt x="213578" y="5883"/>
                  </a:lnTo>
                  <a:lnTo>
                    <a:pt x="208459" y="4491"/>
                  </a:lnTo>
                  <a:lnTo>
                    <a:pt x="203299" y="3262"/>
                  </a:lnTo>
                  <a:lnTo>
                    <a:pt x="198102" y="2197"/>
                  </a:lnTo>
                  <a:lnTo>
                    <a:pt x="192874" y="1298"/>
                  </a:lnTo>
                  <a:lnTo>
                    <a:pt x="187621" y="565"/>
                  </a:lnTo>
                  <a:lnTo>
                    <a:pt x="182346" y="0"/>
                  </a:lnTo>
                  <a:lnTo>
                    <a:pt x="167156" y="1664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81287" y="2126963"/>
              <a:ext cx="15190" cy="167167"/>
            </a:xfrm>
            <a:custGeom>
              <a:avLst/>
              <a:pathLst>
                <a:path w="15190" h="167167">
                  <a:moveTo>
                    <a:pt x="15190" y="69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444" y="2633064"/>
              <a:ext cx="4303" cy="167167"/>
            </a:xfrm>
            <a:custGeom>
              <a:avLst/>
              <a:pathLst>
                <a:path w="4303" h="167167">
                  <a:moveTo>
                    <a:pt x="4303" y="0"/>
                  </a:moveTo>
                  <a:lnTo>
                    <a:pt x="0" y="55"/>
                  </a:lnTo>
                  <a:lnTo>
                    <a:pt x="430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6444" y="2633119"/>
              <a:ext cx="4303" cy="167112"/>
            </a:xfrm>
            <a:custGeom>
              <a:avLst/>
              <a:pathLst>
                <a:path w="4303" h="167112">
                  <a:moveTo>
                    <a:pt x="0" y="0"/>
                  </a:moveTo>
                  <a:lnTo>
                    <a:pt x="4303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423588" y="2633119"/>
              <a:ext cx="334320" cy="334276"/>
            </a:xfrm>
            <a:custGeom>
              <a:avLst/>
              <a:pathLst>
                <a:path w="334320" h="334276">
                  <a:moveTo>
                    <a:pt x="162856" y="0"/>
                  </a:moveTo>
                  <a:lnTo>
                    <a:pt x="157556" y="220"/>
                  </a:lnTo>
                  <a:lnTo>
                    <a:pt x="152267" y="609"/>
                  </a:lnTo>
                  <a:lnTo>
                    <a:pt x="146992" y="1165"/>
                  </a:lnTo>
                  <a:lnTo>
                    <a:pt x="141738" y="1888"/>
                  </a:lnTo>
                  <a:lnTo>
                    <a:pt x="136510" y="2778"/>
                  </a:lnTo>
                  <a:lnTo>
                    <a:pt x="131312" y="3833"/>
                  </a:lnTo>
                  <a:lnTo>
                    <a:pt x="126150" y="5052"/>
                  </a:lnTo>
                  <a:lnTo>
                    <a:pt x="121030" y="6435"/>
                  </a:lnTo>
                  <a:lnTo>
                    <a:pt x="115956" y="7979"/>
                  </a:lnTo>
                  <a:lnTo>
                    <a:pt x="110933" y="9683"/>
                  </a:lnTo>
                  <a:lnTo>
                    <a:pt x="105968" y="11546"/>
                  </a:lnTo>
                  <a:lnTo>
                    <a:pt x="101063" y="13566"/>
                  </a:lnTo>
                  <a:lnTo>
                    <a:pt x="96226" y="15740"/>
                  </a:lnTo>
                  <a:lnTo>
                    <a:pt x="91459" y="18066"/>
                  </a:lnTo>
                  <a:lnTo>
                    <a:pt x="86769" y="20543"/>
                  </a:lnTo>
                  <a:lnTo>
                    <a:pt x="82160" y="23167"/>
                  </a:lnTo>
                  <a:lnTo>
                    <a:pt x="77636" y="25936"/>
                  </a:lnTo>
                  <a:lnTo>
                    <a:pt x="73203" y="28847"/>
                  </a:lnTo>
                  <a:lnTo>
                    <a:pt x="68864" y="31897"/>
                  </a:lnTo>
                  <a:lnTo>
                    <a:pt x="64624" y="35083"/>
                  </a:lnTo>
                  <a:lnTo>
                    <a:pt x="60487" y="38402"/>
                  </a:lnTo>
                  <a:lnTo>
                    <a:pt x="56458" y="41851"/>
                  </a:lnTo>
                  <a:lnTo>
                    <a:pt x="52540" y="45426"/>
                  </a:lnTo>
                  <a:lnTo>
                    <a:pt x="48737" y="49123"/>
                  </a:lnTo>
                  <a:lnTo>
                    <a:pt x="45054" y="52939"/>
                  </a:lnTo>
                  <a:lnTo>
                    <a:pt x="41494" y="56870"/>
                  </a:lnTo>
                  <a:lnTo>
                    <a:pt x="38060" y="60912"/>
                  </a:lnTo>
                  <a:lnTo>
                    <a:pt x="34756" y="65061"/>
                  </a:lnTo>
                  <a:lnTo>
                    <a:pt x="31585" y="69313"/>
                  </a:lnTo>
                  <a:lnTo>
                    <a:pt x="28551" y="73663"/>
                  </a:lnTo>
                  <a:lnTo>
                    <a:pt x="25656" y="78107"/>
                  </a:lnTo>
                  <a:lnTo>
                    <a:pt x="22904" y="82641"/>
                  </a:lnTo>
                  <a:lnTo>
                    <a:pt x="20297" y="87260"/>
                  </a:lnTo>
                  <a:lnTo>
                    <a:pt x="17837" y="91959"/>
                  </a:lnTo>
                  <a:lnTo>
                    <a:pt x="15528" y="96733"/>
                  </a:lnTo>
                  <a:lnTo>
                    <a:pt x="13372" y="101579"/>
                  </a:lnTo>
                  <a:lnTo>
                    <a:pt x="11371" y="106491"/>
                  </a:lnTo>
                  <a:lnTo>
                    <a:pt x="9526" y="111463"/>
                  </a:lnTo>
                  <a:lnTo>
                    <a:pt x="7840" y="116492"/>
                  </a:lnTo>
                  <a:lnTo>
                    <a:pt x="6314" y="121572"/>
                  </a:lnTo>
                  <a:lnTo>
                    <a:pt x="4951" y="126697"/>
                  </a:lnTo>
                  <a:lnTo>
                    <a:pt x="3750" y="131863"/>
                  </a:lnTo>
                  <a:lnTo>
                    <a:pt x="2714" y="137065"/>
                  </a:lnTo>
                  <a:lnTo>
                    <a:pt x="1844" y="142297"/>
                  </a:lnTo>
                  <a:lnTo>
                    <a:pt x="1140" y="147553"/>
                  </a:lnTo>
                  <a:lnTo>
                    <a:pt x="603" y="152830"/>
                  </a:lnTo>
                  <a:lnTo>
                    <a:pt x="234" y="158121"/>
                  </a:lnTo>
                  <a:lnTo>
                    <a:pt x="32" y="163421"/>
                  </a:lnTo>
                  <a:lnTo>
                    <a:pt x="0" y="168724"/>
                  </a:lnTo>
                  <a:lnTo>
                    <a:pt x="135" y="174026"/>
                  </a:lnTo>
                  <a:lnTo>
                    <a:pt x="438" y="179321"/>
                  </a:lnTo>
                  <a:lnTo>
                    <a:pt x="909" y="184604"/>
                  </a:lnTo>
                  <a:lnTo>
                    <a:pt x="1548" y="189869"/>
                  </a:lnTo>
                  <a:lnTo>
                    <a:pt x="2353" y="195112"/>
                  </a:lnTo>
                  <a:lnTo>
                    <a:pt x="3325" y="200326"/>
                  </a:lnTo>
                  <a:lnTo>
                    <a:pt x="4461" y="205506"/>
                  </a:lnTo>
                  <a:lnTo>
                    <a:pt x="5761" y="210648"/>
                  </a:lnTo>
                  <a:lnTo>
                    <a:pt x="7223" y="215746"/>
                  </a:lnTo>
                  <a:lnTo>
                    <a:pt x="8846" y="220796"/>
                  </a:lnTo>
                  <a:lnTo>
                    <a:pt x="10629" y="225791"/>
                  </a:lnTo>
                  <a:lnTo>
                    <a:pt x="12569" y="230727"/>
                  </a:lnTo>
                  <a:lnTo>
                    <a:pt x="14665" y="235599"/>
                  </a:lnTo>
                  <a:lnTo>
                    <a:pt x="16915" y="240402"/>
                  </a:lnTo>
                  <a:lnTo>
                    <a:pt x="19315" y="245132"/>
                  </a:lnTo>
                  <a:lnTo>
                    <a:pt x="21865" y="249782"/>
                  </a:lnTo>
                  <a:lnTo>
                    <a:pt x="24560" y="254350"/>
                  </a:lnTo>
                  <a:lnTo>
                    <a:pt x="27400" y="258830"/>
                  </a:lnTo>
                  <a:lnTo>
                    <a:pt x="30380" y="263217"/>
                  </a:lnTo>
                  <a:lnTo>
                    <a:pt x="33497" y="267508"/>
                  </a:lnTo>
                  <a:lnTo>
                    <a:pt x="36749" y="271698"/>
                  </a:lnTo>
                  <a:lnTo>
                    <a:pt x="40133" y="275782"/>
                  </a:lnTo>
                  <a:lnTo>
                    <a:pt x="43644" y="279757"/>
                  </a:lnTo>
                  <a:lnTo>
                    <a:pt x="47280" y="283619"/>
                  </a:lnTo>
                  <a:lnTo>
                    <a:pt x="51036" y="287363"/>
                  </a:lnTo>
                  <a:lnTo>
                    <a:pt x="54909" y="290986"/>
                  </a:lnTo>
                  <a:lnTo>
                    <a:pt x="58895" y="294485"/>
                  </a:lnTo>
                  <a:lnTo>
                    <a:pt x="62991" y="297855"/>
                  </a:lnTo>
                  <a:lnTo>
                    <a:pt x="67191" y="301094"/>
                  </a:lnTo>
                  <a:lnTo>
                    <a:pt x="71491" y="304198"/>
                  </a:lnTo>
                  <a:lnTo>
                    <a:pt x="75888" y="307164"/>
                  </a:lnTo>
                  <a:lnTo>
                    <a:pt x="80377" y="309988"/>
                  </a:lnTo>
                  <a:lnTo>
                    <a:pt x="84953" y="312670"/>
                  </a:lnTo>
                  <a:lnTo>
                    <a:pt x="89612" y="315204"/>
                  </a:lnTo>
                  <a:lnTo>
                    <a:pt x="94349" y="317590"/>
                  </a:lnTo>
                  <a:lnTo>
                    <a:pt x="99160" y="319824"/>
                  </a:lnTo>
                  <a:lnTo>
                    <a:pt x="104038" y="321904"/>
                  </a:lnTo>
                  <a:lnTo>
                    <a:pt x="108981" y="323828"/>
                  </a:lnTo>
                  <a:lnTo>
                    <a:pt x="113981" y="325595"/>
                  </a:lnTo>
                  <a:lnTo>
                    <a:pt x="119036" y="327202"/>
                  </a:lnTo>
                  <a:lnTo>
                    <a:pt x="124139" y="328648"/>
                  </a:lnTo>
                  <a:lnTo>
                    <a:pt x="129285" y="329932"/>
                  </a:lnTo>
                  <a:lnTo>
                    <a:pt x="134469" y="331051"/>
                  </a:lnTo>
                  <a:lnTo>
                    <a:pt x="139686" y="332006"/>
                  </a:lnTo>
                  <a:lnTo>
                    <a:pt x="144931" y="332795"/>
                  </a:lnTo>
                  <a:lnTo>
                    <a:pt x="150198" y="333416"/>
                  </a:lnTo>
                  <a:lnTo>
                    <a:pt x="155482" y="333871"/>
                  </a:lnTo>
                  <a:lnTo>
                    <a:pt x="160778" y="334157"/>
                  </a:lnTo>
                  <a:lnTo>
                    <a:pt x="166081" y="334276"/>
                  </a:lnTo>
                  <a:lnTo>
                    <a:pt x="171384" y="334226"/>
                  </a:lnTo>
                  <a:lnTo>
                    <a:pt x="176684" y="334007"/>
                  </a:lnTo>
                  <a:lnTo>
                    <a:pt x="181973" y="333621"/>
                  </a:lnTo>
                  <a:lnTo>
                    <a:pt x="187248" y="333068"/>
                  </a:lnTo>
                  <a:lnTo>
                    <a:pt x="192503" y="332347"/>
                  </a:lnTo>
                  <a:lnTo>
                    <a:pt x="197732" y="331460"/>
                  </a:lnTo>
                  <a:lnTo>
                    <a:pt x="202930" y="330407"/>
                  </a:lnTo>
                  <a:lnTo>
                    <a:pt x="208092" y="329190"/>
                  </a:lnTo>
                  <a:lnTo>
                    <a:pt x="213213" y="327810"/>
                  </a:lnTo>
                  <a:lnTo>
                    <a:pt x="218288" y="326268"/>
                  </a:lnTo>
                  <a:lnTo>
                    <a:pt x="223311" y="324566"/>
                  </a:lnTo>
                  <a:lnTo>
                    <a:pt x="228278" y="322705"/>
                  </a:lnTo>
                  <a:lnTo>
                    <a:pt x="233183" y="320688"/>
                  </a:lnTo>
                  <a:lnTo>
                    <a:pt x="238022" y="318517"/>
                  </a:lnTo>
                  <a:lnTo>
                    <a:pt x="242789" y="316192"/>
                  </a:lnTo>
                  <a:lnTo>
                    <a:pt x="247480" y="313718"/>
                  </a:lnTo>
                  <a:lnTo>
                    <a:pt x="252091" y="311096"/>
                  </a:lnTo>
                  <a:lnTo>
                    <a:pt x="256616" y="308329"/>
                  </a:lnTo>
                  <a:lnTo>
                    <a:pt x="261050" y="305421"/>
                  </a:lnTo>
                  <a:lnTo>
                    <a:pt x="265391" y="302372"/>
                  </a:lnTo>
                  <a:lnTo>
                    <a:pt x="269632" y="299188"/>
                  </a:lnTo>
                  <a:lnTo>
                    <a:pt x="273771" y="295871"/>
                  </a:lnTo>
                  <a:lnTo>
                    <a:pt x="277802" y="292424"/>
                  </a:lnTo>
                  <a:lnTo>
                    <a:pt x="281721" y="288851"/>
                  </a:lnTo>
                  <a:lnTo>
                    <a:pt x="285526" y="285155"/>
                  </a:lnTo>
                  <a:lnTo>
                    <a:pt x="289211" y="281341"/>
                  </a:lnTo>
                  <a:lnTo>
                    <a:pt x="292773" y="277412"/>
                  </a:lnTo>
                  <a:lnTo>
                    <a:pt x="296209" y="273371"/>
                  </a:lnTo>
                  <a:lnTo>
                    <a:pt x="299515" y="269224"/>
                  </a:lnTo>
                  <a:lnTo>
                    <a:pt x="302687" y="264974"/>
                  </a:lnTo>
                  <a:lnTo>
                    <a:pt x="305724" y="260625"/>
                  </a:lnTo>
                  <a:lnTo>
                    <a:pt x="308621" y="256182"/>
                  </a:lnTo>
                  <a:lnTo>
                    <a:pt x="311375" y="251650"/>
                  </a:lnTo>
                  <a:lnTo>
                    <a:pt x="313984" y="247032"/>
                  </a:lnTo>
                  <a:lnTo>
                    <a:pt x="316446" y="242334"/>
                  </a:lnTo>
                  <a:lnTo>
                    <a:pt x="318757" y="237561"/>
                  </a:lnTo>
                  <a:lnTo>
                    <a:pt x="320915" y="232716"/>
                  </a:lnTo>
                  <a:lnTo>
                    <a:pt x="322919" y="227805"/>
                  </a:lnTo>
                  <a:lnTo>
                    <a:pt x="324766" y="222834"/>
                  </a:lnTo>
                  <a:lnTo>
                    <a:pt x="326455" y="217806"/>
                  </a:lnTo>
                  <a:lnTo>
                    <a:pt x="327983" y="212727"/>
                  </a:lnTo>
                  <a:lnTo>
                    <a:pt x="329349" y="207602"/>
                  </a:lnTo>
                  <a:lnTo>
                    <a:pt x="330552" y="202437"/>
                  </a:lnTo>
                  <a:lnTo>
                    <a:pt x="331590" y="197236"/>
                  </a:lnTo>
                  <a:lnTo>
                    <a:pt x="332463" y="192004"/>
                  </a:lnTo>
                  <a:lnTo>
                    <a:pt x="333169" y="186748"/>
                  </a:lnTo>
                  <a:lnTo>
                    <a:pt x="333709" y="181471"/>
                  </a:lnTo>
                  <a:lnTo>
                    <a:pt x="334080" y="176181"/>
                  </a:lnTo>
                  <a:lnTo>
                    <a:pt x="334284" y="170881"/>
                  </a:lnTo>
                  <a:lnTo>
                    <a:pt x="334320" y="165577"/>
                  </a:lnTo>
                  <a:lnTo>
                    <a:pt x="334187" y="160275"/>
                  </a:lnTo>
                  <a:lnTo>
                    <a:pt x="333886" y="154980"/>
                  </a:lnTo>
                  <a:lnTo>
                    <a:pt x="333417" y="149697"/>
                  </a:lnTo>
                  <a:lnTo>
                    <a:pt x="332781" y="144431"/>
                  </a:lnTo>
                  <a:lnTo>
                    <a:pt x="331978" y="139189"/>
                  </a:lnTo>
                  <a:lnTo>
                    <a:pt x="331009" y="133974"/>
                  </a:lnTo>
                  <a:lnTo>
                    <a:pt x="329876" y="128793"/>
                  </a:lnTo>
                  <a:lnTo>
                    <a:pt x="328578" y="123650"/>
                  </a:lnTo>
                  <a:lnTo>
                    <a:pt x="327118" y="118552"/>
                  </a:lnTo>
                  <a:lnTo>
                    <a:pt x="325497" y="113502"/>
                  </a:lnTo>
                  <a:lnTo>
                    <a:pt x="323717" y="108506"/>
                  </a:lnTo>
                  <a:lnTo>
                    <a:pt x="321779" y="103569"/>
                  </a:lnTo>
                  <a:lnTo>
                    <a:pt x="319685" y="98696"/>
                  </a:lnTo>
                  <a:lnTo>
                    <a:pt x="317438" y="93891"/>
                  </a:lnTo>
                  <a:lnTo>
                    <a:pt x="315040" y="89161"/>
                  </a:lnTo>
                  <a:lnTo>
                    <a:pt x="312492" y="84509"/>
                  </a:lnTo>
                  <a:lnTo>
                    <a:pt x="309799" y="79940"/>
                  </a:lnTo>
                  <a:lnTo>
                    <a:pt x="306962" y="75459"/>
                  </a:lnTo>
                  <a:lnTo>
                    <a:pt x="303984" y="71070"/>
                  </a:lnTo>
                  <a:lnTo>
                    <a:pt x="300868" y="66778"/>
                  </a:lnTo>
                  <a:lnTo>
                    <a:pt x="297618" y="62587"/>
                  </a:lnTo>
                  <a:lnTo>
                    <a:pt x="294237" y="58501"/>
                  </a:lnTo>
                  <a:lnTo>
                    <a:pt x="290727" y="54524"/>
                  </a:lnTo>
                  <a:lnTo>
                    <a:pt x="287093" y="50661"/>
                  </a:lnTo>
                  <a:lnTo>
                    <a:pt x="283339" y="46915"/>
                  </a:lnTo>
                  <a:lnTo>
                    <a:pt x="279467" y="43290"/>
                  </a:lnTo>
                  <a:lnTo>
                    <a:pt x="275483" y="39789"/>
                  </a:lnTo>
                  <a:lnTo>
                    <a:pt x="271389" y="36417"/>
                  </a:lnTo>
                  <a:lnTo>
                    <a:pt x="267191" y="33176"/>
                  </a:lnTo>
                  <a:lnTo>
                    <a:pt x="262891" y="30070"/>
                  </a:lnTo>
                  <a:lnTo>
                    <a:pt x="258496" y="27102"/>
                  </a:lnTo>
                  <a:lnTo>
                    <a:pt x="254008" y="24275"/>
                  </a:lnTo>
                  <a:lnTo>
                    <a:pt x="249433" y="21592"/>
                  </a:lnTo>
                  <a:lnTo>
                    <a:pt x="244776" y="19055"/>
                  </a:lnTo>
                  <a:lnTo>
                    <a:pt x="240040" y="16668"/>
                  </a:lnTo>
                  <a:lnTo>
                    <a:pt x="235230" y="14431"/>
                  </a:lnTo>
                  <a:lnTo>
                    <a:pt x="230353" y="12349"/>
                  </a:lnTo>
                  <a:lnTo>
                    <a:pt x="225411" y="10422"/>
                  </a:lnTo>
                  <a:lnTo>
                    <a:pt x="167159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90748" y="2633064"/>
              <a:ext cx="58252" cy="167167"/>
            </a:xfrm>
            <a:custGeom>
              <a:avLst/>
              <a:pathLst>
                <a:path w="58252" h="167167">
                  <a:moveTo>
                    <a:pt x="58252" y="10477"/>
                  </a:moveTo>
                  <a:lnTo>
                    <a:pt x="52639" y="8504"/>
                  </a:lnTo>
                  <a:lnTo>
                    <a:pt x="46959" y="6731"/>
                  </a:lnTo>
                  <a:lnTo>
                    <a:pt x="41220" y="5161"/>
                  </a:lnTo>
                  <a:lnTo>
                    <a:pt x="35429" y="3797"/>
                  </a:lnTo>
                  <a:lnTo>
                    <a:pt x="29593" y="2640"/>
                  </a:lnTo>
                  <a:lnTo>
                    <a:pt x="23719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5074" y="3170392"/>
              <a:ext cx="20906" cy="167167"/>
            </a:xfrm>
            <a:custGeom>
              <a:avLst/>
              <a:pathLst>
                <a:path w="20906" h="167167">
                  <a:moveTo>
                    <a:pt x="20906" y="0"/>
                  </a:moveTo>
                  <a:lnTo>
                    <a:pt x="10432" y="328"/>
                  </a:lnTo>
                  <a:lnTo>
                    <a:pt x="0" y="1312"/>
                  </a:lnTo>
                  <a:lnTo>
                    <a:pt x="2090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5074" y="3171705"/>
              <a:ext cx="20906" cy="165854"/>
            </a:xfrm>
            <a:custGeom>
              <a:avLst/>
              <a:pathLst>
                <a:path w="20906" h="165854">
                  <a:moveTo>
                    <a:pt x="0" y="0"/>
                  </a:moveTo>
                  <a:lnTo>
                    <a:pt x="20906" y="1658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358818" y="3171705"/>
              <a:ext cx="334326" cy="333004"/>
            </a:xfrm>
            <a:custGeom>
              <a:avLst/>
              <a:pathLst>
                <a:path w="334326" h="333004">
                  <a:moveTo>
                    <a:pt x="146255" y="0"/>
                  </a:moveTo>
                  <a:lnTo>
                    <a:pt x="141026" y="743"/>
                  </a:lnTo>
                  <a:lnTo>
                    <a:pt x="135823" y="1651"/>
                  </a:lnTo>
                  <a:lnTo>
                    <a:pt x="130652" y="2723"/>
                  </a:lnTo>
                  <a:lnTo>
                    <a:pt x="125517" y="3957"/>
                  </a:lnTo>
                  <a:lnTo>
                    <a:pt x="120423" y="5354"/>
                  </a:lnTo>
                  <a:lnTo>
                    <a:pt x="115376" y="6910"/>
                  </a:lnTo>
                  <a:lnTo>
                    <a:pt x="110381" y="8626"/>
                  </a:lnTo>
                  <a:lnTo>
                    <a:pt x="105443" y="10498"/>
                  </a:lnTo>
                  <a:lnTo>
                    <a:pt x="100566" y="12525"/>
                  </a:lnTo>
                  <a:lnTo>
                    <a:pt x="95755" y="14705"/>
                  </a:lnTo>
                  <a:lnTo>
                    <a:pt x="91016" y="17036"/>
                  </a:lnTo>
                  <a:lnTo>
                    <a:pt x="86353" y="19516"/>
                  </a:lnTo>
                  <a:lnTo>
                    <a:pt x="81770" y="22142"/>
                  </a:lnTo>
                  <a:lnTo>
                    <a:pt x="77273" y="24911"/>
                  </a:lnTo>
                  <a:lnTo>
                    <a:pt x="72866" y="27821"/>
                  </a:lnTo>
                  <a:lnTo>
                    <a:pt x="68552" y="30869"/>
                  </a:lnTo>
                  <a:lnTo>
                    <a:pt x="64337" y="34051"/>
                  </a:lnTo>
                  <a:lnTo>
                    <a:pt x="60225" y="37365"/>
                  </a:lnTo>
                  <a:lnTo>
                    <a:pt x="56219" y="40807"/>
                  </a:lnTo>
                  <a:lnTo>
                    <a:pt x="52325" y="44374"/>
                  </a:lnTo>
                  <a:lnTo>
                    <a:pt x="48544" y="48063"/>
                  </a:lnTo>
                  <a:lnTo>
                    <a:pt x="44883" y="51869"/>
                  </a:lnTo>
                  <a:lnTo>
                    <a:pt x="41343" y="55788"/>
                  </a:lnTo>
                  <a:lnTo>
                    <a:pt x="37929" y="59818"/>
                  </a:lnTo>
                  <a:lnTo>
                    <a:pt x="34643" y="63953"/>
                  </a:lnTo>
                  <a:lnTo>
                    <a:pt x="31490" y="68190"/>
                  </a:lnTo>
                  <a:lnTo>
                    <a:pt x="28473" y="72525"/>
                  </a:lnTo>
                  <a:lnTo>
                    <a:pt x="25594" y="76953"/>
                  </a:lnTo>
                  <a:lnTo>
                    <a:pt x="22856" y="81469"/>
                  </a:lnTo>
                  <a:lnTo>
                    <a:pt x="20262" y="86070"/>
                  </a:lnTo>
                  <a:lnTo>
                    <a:pt x="17815" y="90750"/>
                  </a:lnTo>
                  <a:lnTo>
                    <a:pt x="15517" y="95505"/>
                  </a:lnTo>
                  <a:lnTo>
                    <a:pt x="13371" y="100331"/>
                  </a:lnTo>
                  <a:lnTo>
                    <a:pt x="11378" y="105222"/>
                  </a:lnTo>
                  <a:lnTo>
                    <a:pt x="9540" y="110173"/>
                  </a:lnTo>
                  <a:lnTo>
                    <a:pt x="7860" y="115180"/>
                  </a:lnTo>
                  <a:lnTo>
                    <a:pt x="6338" y="120238"/>
                  </a:lnTo>
                  <a:lnTo>
                    <a:pt x="4978" y="125341"/>
                  </a:lnTo>
                  <a:lnTo>
                    <a:pt x="3779" y="130485"/>
                  </a:lnTo>
                  <a:lnTo>
                    <a:pt x="2743" y="135664"/>
                  </a:lnTo>
                  <a:lnTo>
                    <a:pt x="1871" y="140873"/>
                  </a:lnTo>
                  <a:lnTo>
                    <a:pt x="1165" y="146107"/>
                  </a:lnTo>
                  <a:lnTo>
                    <a:pt x="624" y="151360"/>
                  </a:lnTo>
                  <a:lnTo>
                    <a:pt x="249" y="156628"/>
                  </a:lnTo>
                  <a:lnTo>
                    <a:pt x="41" y="161906"/>
                  </a:lnTo>
                  <a:lnTo>
                    <a:pt x="0" y="167187"/>
                  </a:lnTo>
                  <a:lnTo>
                    <a:pt x="125" y="172467"/>
                  </a:lnTo>
                  <a:lnTo>
                    <a:pt x="417" y="177740"/>
                  </a:lnTo>
                  <a:lnTo>
                    <a:pt x="876" y="183002"/>
                  </a:lnTo>
                  <a:lnTo>
                    <a:pt x="1501" y="188246"/>
                  </a:lnTo>
                  <a:lnTo>
                    <a:pt x="2291" y="193468"/>
                  </a:lnTo>
                  <a:lnTo>
                    <a:pt x="3245" y="198663"/>
                  </a:lnTo>
                  <a:lnTo>
                    <a:pt x="4364" y="203825"/>
                  </a:lnTo>
                  <a:lnTo>
                    <a:pt x="5644" y="208948"/>
                  </a:lnTo>
                  <a:lnTo>
                    <a:pt x="7086" y="214029"/>
                  </a:lnTo>
                  <a:lnTo>
                    <a:pt x="8688" y="219062"/>
                  </a:lnTo>
                  <a:lnTo>
                    <a:pt x="10448" y="224041"/>
                  </a:lnTo>
                  <a:lnTo>
                    <a:pt x="12364" y="228963"/>
                  </a:lnTo>
                  <a:lnTo>
                    <a:pt x="14435" y="233822"/>
                  </a:lnTo>
                  <a:lnTo>
                    <a:pt x="16658" y="238612"/>
                  </a:lnTo>
                  <a:lnTo>
                    <a:pt x="19032" y="243330"/>
                  </a:lnTo>
                  <a:lnTo>
                    <a:pt x="21553" y="247971"/>
                  </a:lnTo>
                  <a:lnTo>
                    <a:pt x="24220" y="252530"/>
                  </a:lnTo>
                  <a:lnTo>
                    <a:pt x="27029" y="257002"/>
                  </a:lnTo>
                  <a:lnTo>
                    <a:pt x="29979" y="261383"/>
                  </a:lnTo>
                  <a:lnTo>
                    <a:pt x="33065" y="265669"/>
                  </a:lnTo>
                  <a:lnTo>
                    <a:pt x="36285" y="269856"/>
                  </a:lnTo>
                  <a:lnTo>
                    <a:pt x="39636" y="273938"/>
                  </a:lnTo>
                  <a:lnTo>
                    <a:pt x="43114" y="277913"/>
                  </a:lnTo>
                  <a:lnTo>
                    <a:pt x="46715" y="281775"/>
                  </a:lnTo>
                  <a:lnTo>
                    <a:pt x="50437" y="285522"/>
                  </a:lnTo>
                  <a:lnTo>
                    <a:pt x="54276" y="289150"/>
                  </a:lnTo>
                  <a:lnTo>
                    <a:pt x="58227" y="292654"/>
                  </a:lnTo>
                  <a:lnTo>
                    <a:pt x="62287" y="296032"/>
                  </a:lnTo>
                  <a:lnTo>
                    <a:pt x="66452" y="299280"/>
                  </a:lnTo>
                  <a:lnTo>
                    <a:pt x="70717" y="302395"/>
                  </a:lnTo>
                  <a:lnTo>
                    <a:pt x="75078" y="305374"/>
                  </a:lnTo>
                  <a:lnTo>
                    <a:pt x="79532" y="308213"/>
                  </a:lnTo>
                  <a:lnTo>
                    <a:pt x="84073" y="310910"/>
                  </a:lnTo>
                  <a:lnTo>
                    <a:pt x="88696" y="313463"/>
                  </a:lnTo>
                  <a:lnTo>
                    <a:pt x="93398" y="315868"/>
                  </a:lnTo>
                  <a:lnTo>
                    <a:pt x="98174" y="318123"/>
                  </a:lnTo>
                  <a:lnTo>
                    <a:pt x="103019" y="320226"/>
                  </a:lnTo>
                  <a:lnTo>
                    <a:pt x="107927" y="322175"/>
                  </a:lnTo>
                  <a:lnTo>
                    <a:pt x="112895" y="323969"/>
                  </a:lnTo>
                  <a:lnTo>
                    <a:pt x="117917" y="325604"/>
                  </a:lnTo>
                  <a:lnTo>
                    <a:pt x="122988" y="327080"/>
                  </a:lnTo>
                  <a:lnTo>
                    <a:pt x="128103" y="328395"/>
                  </a:lnTo>
                  <a:lnTo>
                    <a:pt x="133257" y="329548"/>
                  </a:lnTo>
                  <a:lnTo>
                    <a:pt x="138445" y="330537"/>
                  </a:lnTo>
                  <a:lnTo>
                    <a:pt x="143662" y="331362"/>
                  </a:lnTo>
                  <a:lnTo>
                    <a:pt x="148902" y="332022"/>
                  </a:lnTo>
                  <a:lnTo>
                    <a:pt x="154160" y="332516"/>
                  </a:lnTo>
                  <a:lnTo>
                    <a:pt x="159431" y="332843"/>
                  </a:lnTo>
                  <a:lnTo>
                    <a:pt x="164710" y="333004"/>
                  </a:lnTo>
                  <a:lnTo>
                    <a:pt x="169992" y="332998"/>
                  </a:lnTo>
                  <a:lnTo>
                    <a:pt x="175271" y="332825"/>
                  </a:lnTo>
                  <a:lnTo>
                    <a:pt x="180541" y="332486"/>
                  </a:lnTo>
                  <a:lnTo>
                    <a:pt x="185798" y="331980"/>
                  </a:lnTo>
                  <a:lnTo>
                    <a:pt x="191037" y="331308"/>
                  </a:lnTo>
                  <a:lnTo>
                    <a:pt x="196252" y="330471"/>
                  </a:lnTo>
                  <a:lnTo>
                    <a:pt x="201437" y="329470"/>
                  </a:lnTo>
                  <a:lnTo>
                    <a:pt x="206589" y="328306"/>
                  </a:lnTo>
                  <a:lnTo>
                    <a:pt x="211701" y="326979"/>
                  </a:lnTo>
                  <a:lnTo>
                    <a:pt x="216769" y="325492"/>
                  </a:lnTo>
                  <a:lnTo>
                    <a:pt x="221787" y="323845"/>
                  </a:lnTo>
                  <a:lnTo>
                    <a:pt x="226750" y="322041"/>
                  </a:lnTo>
                  <a:lnTo>
                    <a:pt x="231655" y="320080"/>
                  </a:lnTo>
                  <a:lnTo>
                    <a:pt x="236494" y="317966"/>
                  </a:lnTo>
                  <a:lnTo>
                    <a:pt x="241265" y="315700"/>
                  </a:lnTo>
                  <a:lnTo>
                    <a:pt x="245962" y="313284"/>
                  </a:lnTo>
                  <a:lnTo>
                    <a:pt x="250580" y="310721"/>
                  </a:lnTo>
                  <a:lnTo>
                    <a:pt x="255114" y="308014"/>
                  </a:lnTo>
                  <a:lnTo>
                    <a:pt x="259561" y="305165"/>
                  </a:lnTo>
                  <a:lnTo>
                    <a:pt x="263916" y="302176"/>
                  </a:lnTo>
                  <a:lnTo>
                    <a:pt x="268174" y="299052"/>
                  </a:lnTo>
                  <a:lnTo>
                    <a:pt x="272331" y="295794"/>
                  </a:lnTo>
                  <a:lnTo>
                    <a:pt x="276383" y="292407"/>
                  </a:lnTo>
                  <a:lnTo>
                    <a:pt x="280327" y="288894"/>
                  </a:lnTo>
                  <a:lnTo>
                    <a:pt x="284157" y="285257"/>
                  </a:lnTo>
                  <a:lnTo>
                    <a:pt x="287871" y="281502"/>
                  </a:lnTo>
                  <a:lnTo>
                    <a:pt x="291464" y="277631"/>
                  </a:lnTo>
                  <a:lnTo>
                    <a:pt x="294933" y="273648"/>
                  </a:lnTo>
                  <a:lnTo>
                    <a:pt x="298274" y="269558"/>
                  </a:lnTo>
                  <a:lnTo>
                    <a:pt x="301485" y="265365"/>
                  </a:lnTo>
                  <a:lnTo>
                    <a:pt x="304561" y="261072"/>
                  </a:lnTo>
                  <a:lnTo>
                    <a:pt x="307500" y="256684"/>
                  </a:lnTo>
                  <a:lnTo>
                    <a:pt x="310300" y="252205"/>
                  </a:lnTo>
                  <a:lnTo>
                    <a:pt x="312956" y="247641"/>
                  </a:lnTo>
                  <a:lnTo>
                    <a:pt x="315467" y="242994"/>
                  </a:lnTo>
                  <a:lnTo>
                    <a:pt x="317830" y="238271"/>
                  </a:lnTo>
                  <a:lnTo>
                    <a:pt x="320042" y="233475"/>
                  </a:lnTo>
                  <a:lnTo>
                    <a:pt x="322102" y="228612"/>
                  </a:lnTo>
                  <a:lnTo>
                    <a:pt x="324007" y="223686"/>
                  </a:lnTo>
                  <a:lnTo>
                    <a:pt x="325756" y="218702"/>
                  </a:lnTo>
                  <a:lnTo>
                    <a:pt x="327346" y="213666"/>
                  </a:lnTo>
                  <a:lnTo>
                    <a:pt x="328776" y="208582"/>
                  </a:lnTo>
                  <a:lnTo>
                    <a:pt x="330045" y="203455"/>
                  </a:lnTo>
                  <a:lnTo>
                    <a:pt x="331152" y="198291"/>
                  </a:lnTo>
                  <a:lnTo>
                    <a:pt x="332095" y="193094"/>
                  </a:lnTo>
                  <a:lnTo>
                    <a:pt x="332873" y="187870"/>
                  </a:lnTo>
                  <a:lnTo>
                    <a:pt x="333486" y="182625"/>
                  </a:lnTo>
                  <a:lnTo>
                    <a:pt x="333933" y="177362"/>
                  </a:lnTo>
                  <a:lnTo>
                    <a:pt x="334213" y="172088"/>
                  </a:lnTo>
                  <a:lnTo>
                    <a:pt x="334326" y="166808"/>
                  </a:lnTo>
                  <a:lnTo>
                    <a:pt x="334273" y="161527"/>
                  </a:lnTo>
                  <a:lnTo>
                    <a:pt x="334053" y="156250"/>
                  </a:lnTo>
                  <a:lnTo>
                    <a:pt x="333666" y="150983"/>
                  </a:lnTo>
                  <a:lnTo>
                    <a:pt x="333113" y="145730"/>
                  </a:lnTo>
                  <a:lnTo>
                    <a:pt x="332395" y="140498"/>
                  </a:lnTo>
                  <a:lnTo>
                    <a:pt x="331511" y="135291"/>
                  </a:lnTo>
                  <a:lnTo>
                    <a:pt x="330464" y="130114"/>
                  </a:lnTo>
                  <a:lnTo>
                    <a:pt x="329253" y="124973"/>
                  </a:lnTo>
                  <a:lnTo>
                    <a:pt x="327881" y="119873"/>
                  </a:lnTo>
                  <a:lnTo>
                    <a:pt x="326348" y="114819"/>
                  </a:lnTo>
                  <a:lnTo>
                    <a:pt x="324657" y="109816"/>
                  </a:lnTo>
                  <a:lnTo>
                    <a:pt x="322808" y="104869"/>
                  </a:lnTo>
                  <a:lnTo>
                    <a:pt x="320803" y="99982"/>
                  </a:lnTo>
                  <a:lnTo>
                    <a:pt x="318646" y="95162"/>
                  </a:lnTo>
                  <a:lnTo>
                    <a:pt x="316337" y="90412"/>
                  </a:lnTo>
                  <a:lnTo>
                    <a:pt x="313879" y="85737"/>
                  </a:lnTo>
                  <a:lnTo>
                    <a:pt x="311275" y="81142"/>
                  </a:lnTo>
                  <a:lnTo>
                    <a:pt x="308527" y="76632"/>
                  </a:lnTo>
                  <a:lnTo>
                    <a:pt x="305638" y="72211"/>
                  </a:lnTo>
                  <a:lnTo>
                    <a:pt x="302611" y="67883"/>
                  </a:lnTo>
                  <a:lnTo>
                    <a:pt x="299448" y="63653"/>
                  </a:lnTo>
                  <a:lnTo>
                    <a:pt x="296154" y="59525"/>
                  </a:lnTo>
                  <a:lnTo>
                    <a:pt x="292731" y="55503"/>
                  </a:lnTo>
                  <a:lnTo>
                    <a:pt x="289182" y="51592"/>
                  </a:lnTo>
                  <a:lnTo>
                    <a:pt x="285511" y="47794"/>
                  </a:lnTo>
                  <a:lnTo>
                    <a:pt x="281723" y="44114"/>
                  </a:lnTo>
                  <a:lnTo>
                    <a:pt x="277820" y="40556"/>
                  </a:lnTo>
                  <a:lnTo>
                    <a:pt x="273807" y="37123"/>
                  </a:lnTo>
                  <a:lnTo>
                    <a:pt x="269687" y="33818"/>
                  </a:lnTo>
                  <a:lnTo>
                    <a:pt x="265465" y="30645"/>
                  </a:lnTo>
                  <a:lnTo>
                    <a:pt x="261144" y="27607"/>
                  </a:lnTo>
                  <a:lnTo>
                    <a:pt x="256730" y="24708"/>
                  </a:lnTo>
                  <a:lnTo>
                    <a:pt x="252227" y="21949"/>
                  </a:lnTo>
                  <a:lnTo>
                    <a:pt x="247638" y="19333"/>
                  </a:lnTo>
                  <a:lnTo>
                    <a:pt x="242969" y="16864"/>
                  </a:lnTo>
                  <a:lnTo>
                    <a:pt x="238225" y="14544"/>
                  </a:lnTo>
                  <a:lnTo>
                    <a:pt x="233410" y="12374"/>
                  </a:lnTo>
                  <a:lnTo>
                    <a:pt x="228528" y="10358"/>
                  </a:lnTo>
                  <a:lnTo>
                    <a:pt x="223585" y="8497"/>
                  </a:lnTo>
                  <a:lnTo>
                    <a:pt x="218586" y="6793"/>
                  </a:lnTo>
                  <a:lnTo>
                    <a:pt x="167162" y="1658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3170392"/>
              <a:ext cx="51424" cy="167167"/>
            </a:xfrm>
            <a:custGeom>
              <a:avLst/>
              <a:pathLst>
                <a:path w="51424" h="167167">
                  <a:moveTo>
                    <a:pt x="51424" y="8106"/>
                  </a:moveTo>
                  <a:lnTo>
                    <a:pt x="45169" y="6218"/>
                  </a:lnTo>
                  <a:lnTo>
                    <a:pt x="38845" y="4576"/>
                  </a:lnTo>
                  <a:lnTo>
                    <a:pt x="32462" y="3182"/>
                  </a:lnTo>
                  <a:lnTo>
                    <a:pt x="26029" y="2039"/>
                  </a:lnTo>
                  <a:lnTo>
                    <a:pt x="19557" y="1147"/>
                  </a:lnTo>
                  <a:lnTo>
                    <a:pt x="13054" y="510"/>
                  </a:lnTo>
                  <a:lnTo>
                    <a:pt x="6532" y="12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280" y="3707720"/>
              <a:ext cx="4467" cy="167167"/>
            </a:xfrm>
            <a:custGeom>
              <a:avLst/>
              <a:pathLst>
                <a:path w="4467" h="167167">
                  <a:moveTo>
                    <a:pt x="4467" y="0"/>
                  </a:moveTo>
                  <a:lnTo>
                    <a:pt x="0" y="59"/>
                  </a:lnTo>
                  <a:lnTo>
                    <a:pt x="446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6280" y="3707780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423582" y="3707720"/>
              <a:ext cx="334326" cy="334320"/>
            </a:xfrm>
            <a:custGeom>
              <a:avLst/>
              <a:pathLst>
                <a:path w="334326" h="334320">
                  <a:moveTo>
                    <a:pt x="162698" y="59"/>
                  </a:moveTo>
                  <a:lnTo>
                    <a:pt x="157421" y="284"/>
                  </a:lnTo>
                  <a:lnTo>
                    <a:pt x="152153" y="675"/>
                  </a:lnTo>
                  <a:lnTo>
                    <a:pt x="146901" y="1232"/>
                  </a:lnTo>
                  <a:lnTo>
                    <a:pt x="141669" y="1955"/>
                  </a:lnTo>
                  <a:lnTo>
                    <a:pt x="136462" y="2843"/>
                  </a:lnTo>
                  <a:lnTo>
                    <a:pt x="131286" y="3895"/>
                  </a:lnTo>
                  <a:lnTo>
                    <a:pt x="126146" y="5110"/>
                  </a:lnTo>
                  <a:lnTo>
                    <a:pt x="121047" y="6487"/>
                  </a:lnTo>
                  <a:lnTo>
                    <a:pt x="115994" y="8024"/>
                  </a:lnTo>
                  <a:lnTo>
                    <a:pt x="110992" y="9720"/>
                  </a:lnTo>
                  <a:lnTo>
                    <a:pt x="106046" y="11574"/>
                  </a:lnTo>
                  <a:lnTo>
                    <a:pt x="101161" y="13582"/>
                  </a:lnTo>
                  <a:lnTo>
                    <a:pt x="96342" y="15744"/>
                  </a:lnTo>
                  <a:lnTo>
                    <a:pt x="91593" y="18057"/>
                  </a:lnTo>
                  <a:lnTo>
                    <a:pt x="86920" y="20519"/>
                  </a:lnTo>
                  <a:lnTo>
                    <a:pt x="82327" y="23127"/>
                  </a:lnTo>
                  <a:lnTo>
                    <a:pt x="77819" y="25879"/>
                  </a:lnTo>
                  <a:lnTo>
                    <a:pt x="73400" y="28772"/>
                  </a:lnTo>
                  <a:lnTo>
                    <a:pt x="69075" y="31804"/>
                  </a:lnTo>
                  <a:lnTo>
                    <a:pt x="64847" y="34970"/>
                  </a:lnTo>
                  <a:lnTo>
                    <a:pt x="60722" y="38269"/>
                  </a:lnTo>
                  <a:lnTo>
                    <a:pt x="56703" y="41696"/>
                  </a:lnTo>
                  <a:lnTo>
                    <a:pt x="52794" y="45248"/>
                  </a:lnTo>
                  <a:lnTo>
                    <a:pt x="49000" y="48922"/>
                  </a:lnTo>
                  <a:lnTo>
                    <a:pt x="45323" y="52714"/>
                  </a:lnTo>
                  <a:lnTo>
                    <a:pt x="41768" y="56621"/>
                  </a:lnTo>
                  <a:lnTo>
                    <a:pt x="38338" y="60637"/>
                  </a:lnTo>
                  <a:lnTo>
                    <a:pt x="35037" y="64761"/>
                  </a:lnTo>
                  <a:lnTo>
                    <a:pt x="31868" y="68986"/>
                  </a:lnTo>
                  <a:lnTo>
                    <a:pt x="28834" y="73309"/>
                  </a:lnTo>
                  <a:lnTo>
                    <a:pt x="25938" y="77726"/>
                  </a:lnTo>
                  <a:lnTo>
                    <a:pt x="23183" y="82232"/>
                  </a:lnTo>
                  <a:lnTo>
                    <a:pt x="20571" y="86824"/>
                  </a:lnTo>
                  <a:lnTo>
                    <a:pt x="18106" y="91495"/>
                  </a:lnTo>
                  <a:lnTo>
                    <a:pt x="15790" y="96242"/>
                  </a:lnTo>
                  <a:lnTo>
                    <a:pt x="13625" y="101059"/>
                  </a:lnTo>
                  <a:lnTo>
                    <a:pt x="11613" y="105943"/>
                  </a:lnTo>
                  <a:lnTo>
                    <a:pt x="9756" y="110888"/>
                  </a:lnTo>
                  <a:lnTo>
                    <a:pt x="8057" y="115889"/>
                  </a:lnTo>
                  <a:lnTo>
                    <a:pt x="6516" y="120941"/>
                  </a:lnTo>
                  <a:lnTo>
                    <a:pt x="5136" y="126039"/>
                  </a:lnTo>
                  <a:lnTo>
                    <a:pt x="3918" y="131179"/>
                  </a:lnTo>
                  <a:lnTo>
                    <a:pt x="2862" y="136354"/>
                  </a:lnTo>
                  <a:lnTo>
                    <a:pt x="1971" y="141560"/>
                  </a:lnTo>
                  <a:lnTo>
                    <a:pt x="1244" y="146792"/>
                  </a:lnTo>
                  <a:lnTo>
                    <a:pt x="684" y="152044"/>
                  </a:lnTo>
                  <a:lnTo>
                    <a:pt x="289" y="157311"/>
                  </a:lnTo>
                  <a:lnTo>
                    <a:pt x="61" y="162587"/>
                  </a:lnTo>
                  <a:lnTo>
                    <a:pt x="0" y="167869"/>
                  </a:lnTo>
                  <a:lnTo>
                    <a:pt x="105" y="173150"/>
                  </a:lnTo>
                  <a:lnTo>
                    <a:pt x="378" y="178424"/>
                  </a:lnTo>
                  <a:lnTo>
                    <a:pt x="816" y="183688"/>
                  </a:lnTo>
                  <a:lnTo>
                    <a:pt x="1421" y="188935"/>
                  </a:lnTo>
                  <a:lnTo>
                    <a:pt x="2192" y="194160"/>
                  </a:lnTo>
                  <a:lnTo>
                    <a:pt x="3127" y="199359"/>
                  </a:lnTo>
                  <a:lnTo>
                    <a:pt x="4226" y="204525"/>
                  </a:lnTo>
                  <a:lnTo>
                    <a:pt x="5487" y="209654"/>
                  </a:lnTo>
                  <a:lnTo>
                    <a:pt x="6910" y="214740"/>
                  </a:lnTo>
                  <a:lnTo>
                    <a:pt x="8493" y="219780"/>
                  </a:lnTo>
                  <a:lnTo>
                    <a:pt x="10235" y="224766"/>
                  </a:lnTo>
                  <a:lnTo>
                    <a:pt x="12133" y="229695"/>
                  </a:lnTo>
                  <a:lnTo>
                    <a:pt x="14185" y="234562"/>
                  </a:lnTo>
                  <a:lnTo>
                    <a:pt x="16391" y="239361"/>
                  </a:lnTo>
                  <a:lnTo>
                    <a:pt x="18747" y="244088"/>
                  </a:lnTo>
                  <a:lnTo>
                    <a:pt x="21251" y="248739"/>
                  </a:lnTo>
                  <a:lnTo>
                    <a:pt x="23901" y="253308"/>
                  </a:lnTo>
                  <a:lnTo>
                    <a:pt x="26694" y="257791"/>
                  </a:lnTo>
                  <a:lnTo>
                    <a:pt x="29627" y="262183"/>
                  </a:lnTo>
                  <a:lnTo>
                    <a:pt x="32697" y="266481"/>
                  </a:lnTo>
                  <a:lnTo>
                    <a:pt x="35902" y="270679"/>
                  </a:lnTo>
                  <a:lnTo>
                    <a:pt x="39238" y="274775"/>
                  </a:lnTo>
                  <a:lnTo>
                    <a:pt x="42701" y="278762"/>
                  </a:lnTo>
                  <a:lnTo>
                    <a:pt x="46289" y="282639"/>
                  </a:lnTo>
                  <a:lnTo>
                    <a:pt x="49997" y="286400"/>
                  </a:lnTo>
                  <a:lnTo>
                    <a:pt x="53822" y="290042"/>
                  </a:lnTo>
                  <a:lnTo>
                    <a:pt x="57761" y="293561"/>
                  </a:lnTo>
                  <a:lnTo>
                    <a:pt x="61808" y="296955"/>
                  </a:lnTo>
                  <a:lnTo>
                    <a:pt x="65961" y="300218"/>
                  </a:lnTo>
                  <a:lnTo>
                    <a:pt x="70215" y="303349"/>
                  </a:lnTo>
                  <a:lnTo>
                    <a:pt x="74566" y="306344"/>
                  </a:lnTo>
                  <a:lnTo>
                    <a:pt x="79009" y="309200"/>
                  </a:lnTo>
                  <a:lnTo>
                    <a:pt x="83540" y="311914"/>
                  </a:lnTo>
                  <a:lnTo>
                    <a:pt x="88155" y="314484"/>
                  </a:lnTo>
                  <a:lnTo>
                    <a:pt x="92848" y="316906"/>
                  </a:lnTo>
                  <a:lnTo>
                    <a:pt x="97616" y="319179"/>
                  </a:lnTo>
                  <a:lnTo>
                    <a:pt x="102453" y="321301"/>
                  </a:lnTo>
                  <a:lnTo>
                    <a:pt x="107355" y="323268"/>
                  </a:lnTo>
                  <a:lnTo>
                    <a:pt x="112316" y="325080"/>
                  </a:lnTo>
                  <a:lnTo>
                    <a:pt x="117332" y="326734"/>
                  </a:lnTo>
                  <a:lnTo>
                    <a:pt x="122398" y="328229"/>
                  </a:lnTo>
                  <a:lnTo>
                    <a:pt x="127509" y="329562"/>
                  </a:lnTo>
                  <a:lnTo>
                    <a:pt x="132659" y="330734"/>
                  </a:lnTo>
                  <a:lnTo>
                    <a:pt x="137843" y="331743"/>
                  </a:lnTo>
                  <a:lnTo>
                    <a:pt x="143057" y="332587"/>
                  </a:lnTo>
                  <a:lnTo>
                    <a:pt x="148295" y="333266"/>
                  </a:lnTo>
                  <a:lnTo>
                    <a:pt x="153552" y="333779"/>
                  </a:lnTo>
                  <a:lnTo>
                    <a:pt x="158823" y="334126"/>
                  </a:lnTo>
                  <a:lnTo>
                    <a:pt x="164101" y="334306"/>
                  </a:lnTo>
                  <a:lnTo>
                    <a:pt x="169383" y="334320"/>
                  </a:lnTo>
                  <a:lnTo>
                    <a:pt x="174663" y="334166"/>
                  </a:lnTo>
                  <a:lnTo>
                    <a:pt x="179935" y="333846"/>
                  </a:lnTo>
                  <a:lnTo>
                    <a:pt x="185194" y="333359"/>
                  </a:lnTo>
                  <a:lnTo>
                    <a:pt x="190436" y="332707"/>
                  </a:lnTo>
                  <a:lnTo>
                    <a:pt x="195654" y="331889"/>
                  </a:lnTo>
                  <a:lnTo>
                    <a:pt x="200843" y="330907"/>
                  </a:lnTo>
                  <a:lnTo>
                    <a:pt x="205999" y="329761"/>
                  </a:lnTo>
                  <a:lnTo>
                    <a:pt x="211117" y="328453"/>
                  </a:lnTo>
                  <a:lnTo>
                    <a:pt x="216190" y="326984"/>
                  </a:lnTo>
                  <a:lnTo>
                    <a:pt x="221215" y="325356"/>
                  </a:lnTo>
                  <a:lnTo>
                    <a:pt x="226185" y="323569"/>
                  </a:lnTo>
                  <a:lnTo>
                    <a:pt x="231097" y="321626"/>
                  </a:lnTo>
                  <a:lnTo>
                    <a:pt x="235944" y="319530"/>
                  </a:lnTo>
                  <a:lnTo>
                    <a:pt x="240724" y="317281"/>
                  </a:lnTo>
                  <a:lnTo>
                    <a:pt x="245429" y="314882"/>
                  </a:lnTo>
                  <a:lnTo>
                    <a:pt x="250057" y="312336"/>
                  </a:lnTo>
                  <a:lnTo>
                    <a:pt x="254602" y="309645"/>
                  </a:lnTo>
                  <a:lnTo>
                    <a:pt x="259059" y="306811"/>
                  </a:lnTo>
                  <a:lnTo>
                    <a:pt x="263425" y="303838"/>
                  </a:lnTo>
                  <a:lnTo>
                    <a:pt x="267695" y="300729"/>
                  </a:lnTo>
                  <a:lnTo>
                    <a:pt x="271864" y="297487"/>
                  </a:lnTo>
                  <a:lnTo>
                    <a:pt x="275929" y="294114"/>
                  </a:lnTo>
                  <a:lnTo>
                    <a:pt x="279885" y="290614"/>
                  </a:lnTo>
                  <a:lnTo>
                    <a:pt x="283729" y="286992"/>
                  </a:lnTo>
                  <a:lnTo>
                    <a:pt x="287456" y="283250"/>
                  </a:lnTo>
                  <a:lnTo>
                    <a:pt x="291063" y="279391"/>
                  </a:lnTo>
                  <a:lnTo>
                    <a:pt x="294547" y="275421"/>
                  </a:lnTo>
                  <a:lnTo>
                    <a:pt x="297903" y="271343"/>
                  </a:lnTo>
                  <a:lnTo>
                    <a:pt x="301129" y="267161"/>
                  </a:lnTo>
                  <a:lnTo>
                    <a:pt x="304221" y="262879"/>
                  </a:lnTo>
                  <a:lnTo>
                    <a:pt x="307176" y="258501"/>
                  </a:lnTo>
                  <a:lnTo>
                    <a:pt x="309992" y="254032"/>
                  </a:lnTo>
                  <a:lnTo>
                    <a:pt x="312665" y="249477"/>
                  </a:lnTo>
                  <a:lnTo>
                    <a:pt x="315193" y="244839"/>
                  </a:lnTo>
                  <a:lnTo>
                    <a:pt x="317573" y="240124"/>
                  </a:lnTo>
                  <a:lnTo>
                    <a:pt x="319802" y="235336"/>
                  </a:lnTo>
                  <a:lnTo>
                    <a:pt x="321880" y="230479"/>
                  </a:lnTo>
                  <a:lnTo>
                    <a:pt x="323803" y="225560"/>
                  </a:lnTo>
                  <a:lnTo>
                    <a:pt x="325569" y="220582"/>
                  </a:lnTo>
                  <a:lnTo>
                    <a:pt x="327178" y="215551"/>
                  </a:lnTo>
                  <a:lnTo>
                    <a:pt x="328626" y="210472"/>
                  </a:lnTo>
                  <a:lnTo>
                    <a:pt x="329914" y="205350"/>
                  </a:lnTo>
                  <a:lnTo>
                    <a:pt x="331039" y="200189"/>
                  </a:lnTo>
                  <a:lnTo>
                    <a:pt x="332000" y="194996"/>
                  </a:lnTo>
                  <a:lnTo>
                    <a:pt x="332797" y="189774"/>
                  </a:lnTo>
                  <a:lnTo>
                    <a:pt x="333429" y="184530"/>
                  </a:lnTo>
                  <a:lnTo>
                    <a:pt x="333894" y="179269"/>
                  </a:lnTo>
                  <a:lnTo>
                    <a:pt x="334193" y="173996"/>
                  </a:lnTo>
                  <a:lnTo>
                    <a:pt x="334326" y="168716"/>
                  </a:lnTo>
                  <a:lnTo>
                    <a:pt x="334291" y="163434"/>
                  </a:lnTo>
                  <a:lnTo>
                    <a:pt x="334090" y="158156"/>
                  </a:lnTo>
                  <a:lnTo>
                    <a:pt x="333722" y="152887"/>
                  </a:lnTo>
                  <a:lnTo>
                    <a:pt x="333188" y="147632"/>
                  </a:lnTo>
                  <a:lnTo>
                    <a:pt x="332488" y="142397"/>
                  </a:lnTo>
                  <a:lnTo>
                    <a:pt x="331623" y="137186"/>
                  </a:lnTo>
                  <a:lnTo>
                    <a:pt x="330593" y="132006"/>
                  </a:lnTo>
                  <a:lnTo>
                    <a:pt x="329401" y="126860"/>
                  </a:lnTo>
                  <a:lnTo>
                    <a:pt x="328047" y="121755"/>
                  </a:lnTo>
                  <a:lnTo>
                    <a:pt x="326532" y="116695"/>
                  </a:lnTo>
                  <a:lnTo>
                    <a:pt x="324858" y="111686"/>
                  </a:lnTo>
                  <a:lnTo>
                    <a:pt x="323026" y="106732"/>
                  </a:lnTo>
                  <a:lnTo>
                    <a:pt x="321039" y="101838"/>
                  </a:lnTo>
                  <a:lnTo>
                    <a:pt x="318898" y="97009"/>
                  </a:lnTo>
                  <a:lnTo>
                    <a:pt x="316606" y="92251"/>
                  </a:lnTo>
                  <a:lnTo>
                    <a:pt x="314165" y="87567"/>
                  </a:lnTo>
                  <a:lnTo>
                    <a:pt x="311577" y="82963"/>
                  </a:lnTo>
                  <a:lnTo>
                    <a:pt x="308844" y="78443"/>
                  </a:lnTo>
                  <a:lnTo>
                    <a:pt x="305971" y="74011"/>
                  </a:lnTo>
                  <a:lnTo>
                    <a:pt x="302958" y="69672"/>
                  </a:lnTo>
                  <a:lnTo>
                    <a:pt x="299811" y="65431"/>
                  </a:lnTo>
                  <a:lnTo>
                    <a:pt x="296530" y="61291"/>
                  </a:lnTo>
                  <a:lnTo>
                    <a:pt x="293121" y="57257"/>
                  </a:lnTo>
                  <a:lnTo>
                    <a:pt x="289586" y="53333"/>
                  </a:lnTo>
                  <a:lnTo>
                    <a:pt x="285928" y="49522"/>
                  </a:lnTo>
                  <a:lnTo>
                    <a:pt x="282153" y="45829"/>
                  </a:lnTo>
                  <a:lnTo>
                    <a:pt x="278262" y="42257"/>
                  </a:lnTo>
                  <a:lnTo>
                    <a:pt x="274260" y="38809"/>
                  </a:lnTo>
                  <a:lnTo>
                    <a:pt x="270152" y="35490"/>
                  </a:lnTo>
                  <a:lnTo>
                    <a:pt x="265940" y="32302"/>
                  </a:lnTo>
                  <a:lnTo>
                    <a:pt x="261630" y="29249"/>
                  </a:lnTo>
                  <a:lnTo>
                    <a:pt x="257226" y="26334"/>
                  </a:lnTo>
                  <a:lnTo>
                    <a:pt x="252732" y="23559"/>
                  </a:lnTo>
                  <a:lnTo>
                    <a:pt x="248152" y="20927"/>
                  </a:lnTo>
                  <a:lnTo>
                    <a:pt x="243492" y="18442"/>
                  </a:lnTo>
                  <a:lnTo>
                    <a:pt x="238755" y="16105"/>
                  </a:lnTo>
                  <a:lnTo>
                    <a:pt x="233947" y="13918"/>
                  </a:lnTo>
                  <a:lnTo>
                    <a:pt x="229073" y="11885"/>
                  </a:lnTo>
                  <a:lnTo>
                    <a:pt x="224136" y="10007"/>
                  </a:lnTo>
                  <a:lnTo>
                    <a:pt x="219142" y="8285"/>
                  </a:lnTo>
                  <a:lnTo>
                    <a:pt x="214097" y="6723"/>
                  </a:lnTo>
                  <a:lnTo>
                    <a:pt x="209005" y="5320"/>
                  </a:lnTo>
                  <a:lnTo>
                    <a:pt x="203871" y="4079"/>
                  </a:lnTo>
                  <a:lnTo>
                    <a:pt x="198700" y="3001"/>
                  </a:lnTo>
                  <a:lnTo>
                    <a:pt x="193498" y="2087"/>
                  </a:lnTo>
                  <a:lnTo>
                    <a:pt x="188270" y="1337"/>
                  </a:lnTo>
                  <a:lnTo>
                    <a:pt x="183021" y="753"/>
                  </a:lnTo>
                  <a:lnTo>
                    <a:pt x="177755" y="335"/>
                  </a:lnTo>
                  <a:lnTo>
                    <a:pt x="172479" y="84"/>
                  </a:lnTo>
                  <a:lnTo>
                    <a:pt x="167198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819" y="4213821"/>
              <a:ext cx="4467" cy="167167"/>
            </a:xfrm>
            <a:custGeom>
              <a:avLst/>
              <a:pathLst>
                <a:path w="4467" h="167167">
                  <a:moveTo>
                    <a:pt x="4467" y="0"/>
                  </a:moveTo>
                  <a:lnTo>
                    <a:pt x="0" y="59"/>
                  </a:lnTo>
                  <a:lnTo>
                    <a:pt x="446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819" y="4213881"/>
              <a:ext cx="4467" cy="167107"/>
            </a:xfrm>
            <a:custGeom>
              <a:avLst/>
              <a:pathLst>
                <a:path w="4467" h="167107">
                  <a:moveTo>
                    <a:pt x="0" y="0"/>
                  </a:moveTo>
                  <a:lnTo>
                    <a:pt x="4467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14121" y="4213821"/>
              <a:ext cx="334324" cy="334321"/>
            </a:xfrm>
            <a:custGeom>
              <a:avLst/>
              <a:pathLst>
                <a:path w="334324" h="334321">
                  <a:moveTo>
                    <a:pt x="162698" y="59"/>
                  </a:moveTo>
                  <a:lnTo>
                    <a:pt x="157422" y="283"/>
                  </a:lnTo>
                  <a:lnTo>
                    <a:pt x="152157" y="674"/>
                  </a:lnTo>
                  <a:lnTo>
                    <a:pt x="146906" y="1231"/>
                  </a:lnTo>
                  <a:lnTo>
                    <a:pt x="141675" y="1954"/>
                  </a:lnTo>
                  <a:lnTo>
                    <a:pt x="136470" y="2842"/>
                  </a:lnTo>
                  <a:lnTo>
                    <a:pt x="131295" y="3893"/>
                  </a:lnTo>
                  <a:lnTo>
                    <a:pt x="126157" y="5107"/>
                  </a:lnTo>
                  <a:lnTo>
                    <a:pt x="121059" y="6483"/>
                  </a:lnTo>
                  <a:lnTo>
                    <a:pt x="116007" y="8020"/>
                  </a:lnTo>
                  <a:lnTo>
                    <a:pt x="111006" y="9715"/>
                  </a:lnTo>
                  <a:lnTo>
                    <a:pt x="106061" y="11567"/>
                  </a:lnTo>
                  <a:lnTo>
                    <a:pt x="101177" y="13575"/>
                  </a:lnTo>
                  <a:lnTo>
                    <a:pt x="96359" y="15735"/>
                  </a:lnTo>
                  <a:lnTo>
                    <a:pt x="91612" y="18047"/>
                  </a:lnTo>
                  <a:lnTo>
                    <a:pt x="86940" y="20508"/>
                  </a:lnTo>
                  <a:lnTo>
                    <a:pt x="82348" y="23115"/>
                  </a:lnTo>
                  <a:lnTo>
                    <a:pt x="77841" y="25865"/>
                  </a:lnTo>
                  <a:lnTo>
                    <a:pt x="73423" y="28757"/>
                  </a:lnTo>
                  <a:lnTo>
                    <a:pt x="69098" y="31787"/>
                  </a:lnTo>
                  <a:lnTo>
                    <a:pt x="64871" y="34952"/>
                  </a:lnTo>
                  <a:lnTo>
                    <a:pt x="60747" y="38248"/>
                  </a:lnTo>
                  <a:lnTo>
                    <a:pt x="56728" y="41674"/>
                  </a:lnTo>
                  <a:lnTo>
                    <a:pt x="52820" y="45224"/>
                  </a:lnTo>
                  <a:lnTo>
                    <a:pt x="49025" y="48897"/>
                  </a:lnTo>
                  <a:lnTo>
                    <a:pt x="45349" y="52687"/>
                  </a:lnTo>
                  <a:lnTo>
                    <a:pt x="41794" y="56591"/>
                  </a:lnTo>
                  <a:lnTo>
                    <a:pt x="38364" y="60606"/>
                  </a:lnTo>
                  <a:lnTo>
                    <a:pt x="35063" y="64727"/>
                  </a:lnTo>
                  <a:lnTo>
                    <a:pt x="31894" y="68950"/>
                  </a:lnTo>
                  <a:lnTo>
                    <a:pt x="28859" y="73272"/>
                  </a:lnTo>
                  <a:lnTo>
                    <a:pt x="25963" y="77687"/>
                  </a:lnTo>
                  <a:lnTo>
                    <a:pt x="23207" y="82191"/>
                  </a:lnTo>
                  <a:lnTo>
                    <a:pt x="20595" y="86780"/>
                  </a:lnTo>
                  <a:lnTo>
                    <a:pt x="18129" y="91449"/>
                  </a:lnTo>
                  <a:lnTo>
                    <a:pt x="15812" y="96194"/>
                  </a:lnTo>
                  <a:lnTo>
                    <a:pt x="13646" y="101010"/>
                  </a:lnTo>
                  <a:lnTo>
                    <a:pt x="11633" y="105891"/>
                  </a:lnTo>
                  <a:lnTo>
                    <a:pt x="9776" y="110834"/>
                  </a:lnTo>
                  <a:lnTo>
                    <a:pt x="8075" y="115833"/>
                  </a:lnTo>
                  <a:lnTo>
                    <a:pt x="6533" y="120883"/>
                  </a:lnTo>
                  <a:lnTo>
                    <a:pt x="5152" y="125980"/>
                  </a:lnTo>
                  <a:lnTo>
                    <a:pt x="3932" y="131117"/>
                  </a:lnTo>
                  <a:lnTo>
                    <a:pt x="2874" y="136290"/>
                  </a:lnTo>
                  <a:lnTo>
                    <a:pt x="1981" y="141495"/>
                  </a:lnTo>
                  <a:lnTo>
                    <a:pt x="1253" y="146725"/>
                  </a:lnTo>
                  <a:lnTo>
                    <a:pt x="690" y="151975"/>
                  </a:lnTo>
                  <a:lnTo>
                    <a:pt x="293" y="157240"/>
                  </a:lnTo>
                  <a:lnTo>
                    <a:pt x="63" y="162515"/>
                  </a:lnTo>
                  <a:lnTo>
                    <a:pt x="0" y="167795"/>
                  </a:lnTo>
                  <a:lnTo>
                    <a:pt x="103" y="173075"/>
                  </a:lnTo>
                  <a:lnTo>
                    <a:pt x="373" y="178348"/>
                  </a:lnTo>
                  <a:lnTo>
                    <a:pt x="809" y="183610"/>
                  </a:lnTo>
                  <a:lnTo>
                    <a:pt x="1411" y="188856"/>
                  </a:lnTo>
                  <a:lnTo>
                    <a:pt x="2179" y="194080"/>
                  </a:lnTo>
                  <a:lnTo>
                    <a:pt x="3111" y="199278"/>
                  </a:lnTo>
                  <a:lnTo>
                    <a:pt x="4207" y="204443"/>
                  </a:lnTo>
                  <a:lnTo>
                    <a:pt x="5466" y="209571"/>
                  </a:lnTo>
                  <a:lnTo>
                    <a:pt x="6886" y="214657"/>
                  </a:lnTo>
                  <a:lnTo>
                    <a:pt x="8466" y="219696"/>
                  </a:lnTo>
                  <a:lnTo>
                    <a:pt x="10204" y="224682"/>
                  </a:lnTo>
                  <a:lnTo>
                    <a:pt x="12099" y="229610"/>
                  </a:lnTo>
                  <a:lnTo>
                    <a:pt x="14148" y="234477"/>
                  </a:lnTo>
                  <a:lnTo>
                    <a:pt x="16351" y="239276"/>
                  </a:lnTo>
                  <a:lnTo>
                    <a:pt x="18703" y="244003"/>
                  </a:lnTo>
                  <a:lnTo>
                    <a:pt x="21204" y="248654"/>
                  </a:lnTo>
                  <a:lnTo>
                    <a:pt x="23850" y="253223"/>
                  </a:lnTo>
                  <a:lnTo>
                    <a:pt x="26640" y="257706"/>
                  </a:lnTo>
                  <a:lnTo>
                    <a:pt x="29569" y="262099"/>
                  </a:lnTo>
                  <a:lnTo>
                    <a:pt x="32636" y="266398"/>
                  </a:lnTo>
                  <a:lnTo>
                    <a:pt x="35838" y="270597"/>
                  </a:lnTo>
                  <a:lnTo>
                    <a:pt x="39170" y="274693"/>
                  </a:lnTo>
                  <a:lnTo>
                    <a:pt x="42630" y="278682"/>
                  </a:lnTo>
                  <a:lnTo>
                    <a:pt x="46214" y="282560"/>
                  </a:lnTo>
                  <a:lnTo>
                    <a:pt x="49918" y="286322"/>
                  </a:lnTo>
                  <a:lnTo>
                    <a:pt x="53740" y="289966"/>
                  </a:lnTo>
                  <a:lnTo>
                    <a:pt x="57675" y="293487"/>
                  </a:lnTo>
                  <a:lnTo>
                    <a:pt x="61719" y="296882"/>
                  </a:lnTo>
                  <a:lnTo>
                    <a:pt x="65869" y="300147"/>
                  </a:lnTo>
                  <a:lnTo>
                    <a:pt x="70119" y="303280"/>
                  </a:lnTo>
                  <a:lnTo>
                    <a:pt x="74467" y="306277"/>
                  </a:lnTo>
                  <a:lnTo>
                    <a:pt x="78906" y="309136"/>
                  </a:lnTo>
                  <a:lnTo>
                    <a:pt x="83434" y="311852"/>
                  </a:lnTo>
                  <a:lnTo>
                    <a:pt x="88046" y="314425"/>
                  </a:lnTo>
                  <a:lnTo>
                    <a:pt x="92736" y="316850"/>
                  </a:lnTo>
                  <a:lnTo>
                    <a:pt x="97501" y="319126"/>
                  </a:lnTo>
                  <a:lnTo>
                    <a:pt x="102335" y="321251"/>
                  </a:lnTo>
                  <a:lnTo>
                    <a:pt x="107234" y="323221"/>
                  </a:lnTo>
                  <a:lnTo>
                    <a:pt x="112192" y="325036"/>
                  </a:lnTo>
                  <a:lnTo>
                    <a:pt x="117206" y="326694"/>
                  </a:lnTo>
                  <a:lnTo>
                    <a:pt x="122269" y="328192"/>
                  </a:lnTo>
                  <a:lnTo>
                    <a:pt x="127377" y="329530"/>
                  </a:lnTo>
                  <a:lnTo>
                    <a:pt x="132525" y="330705"/>
                  </a:lnTo>
                  <a:lnTo>
                    <a:pt x="137707" y="331718"/>
                  </a:lnTo>
                  <a:lnTo>
                    <a:pt x="142919" y="332566"/>
                  </a:lnTo>
                  <a:lnTo>
                    <a:pt x="148155" y="333250"/>
                  </a:lnTo>
                  <a:lnTo>
                    <a:pt x="153410" y="333767"/>
                  </a:lnTo>
                  <a:lnTo>
                    <a:pt x="158678" y="334118"/>
                  </a:lnTo>
                  <a:lnTo>
                    <a:pt x="163955" y="334303"/>
                  </a:lnTo>
                  <a:lnTo>
                    <a:pt x="169236" y="334321"/>
                  </a:lnTo>
                  <a:lnTo>
                    <a:pt x="174514" y="334172"/>
                  </a:lnTo>
                  <a:lnTo>
                    <a:pt x="179785" y="333857"/>
                  </a:lnTo>
                  <a:lnTo>
                    <a:pt x="185043" y="333375"/>
                  </a:lnTo>
                  <a:lnTo>
                    <a:pt x="190283" y="332728"/>
                  </a:lnTo>
                  <a:lnTo>
                    <a:pt x="195501" y="331915"/>
                  </a:lnTo>
                  <a:lnTo>
                    <a:pt x="200690" y="330938"/>
                  </a:lnTo>
                  <a:lnTo>
                    <a:pt x="205846" y="329798"/>
                  </a:lnTo>
                  <a:lnTo>
                    <a:pt x="210963" y="328495"/>
                  </a:lnTo>
                  <a:lnTo>
                    <a:pt x="216036" y="327031"/>
                  </a:lnTo>
                  <a:lnTo>
                    <a:pt x="221061" y="325408"/>
                  </a:lnTo>
                  <a:lnTo>
                    <a:pt x="226032" y="323627"/>
                  </a:lnTo>
                  <a:lnTo>
                    <a:pt x="230944" y="321689"/>
                  </a:lnTo>
                  <a:lnTo>
                    <a:pt x="235792" y="319598"/>
                  </a:lnTo>
                  <a:lnTo>
                    <a:pt x="240572" y="317355"/>
                  </a:lnTo>
                  <a:lnTo>
                    <a:pt x="245279" y="314961"/>
                  </a:lnTo>
                  <a:lnTo>
                    <a:pt x="249908" y="312420"/>
                  </a:lnTo>
                  <a:lnTo>
                    <a:pt x="254454" y="309735"/>
                  </a:lnTo>
                  <a:lnTo>
                    <a:pt x="258913" y="306907"/>
                  </a:lnTo>
                  <a:lnTo>
                    <a:pt x="263281" y="303939"/>
                  </a:lnTo>
                  <a:lnTo>
                    <a:pt x="267553" y="300836"/>
                  </a:lnTo>
                  <a:lnTo>
                    <a:pt x="271724" y="297598"/>
                  </a:lnTo>
                  <a:lnTo>
                    <a:pt x="275792" y="294231"/>
                  </a:lnTo>
                  <a:lnTo>
                    <a:pt x="279751" y="290737"/>
                  </a:lnTo>
                  <a:lnTo>
                    <a:pt x="283597" y="287119"/>
                  </a:lnTo>
                  <a:lnTo>
                    <a:pt x="287328" y="283382"/>
                  </a:lnTo>
                  <a:lnTo>
                    <a:pt x="290938" y="279529"/>
                  </a:lnTo>
                  <a:lnTo>
                    <a:pt x="294425" y="275564"/>
                  </a:lnTo>
                  <a:lnTo>
                    <a:pt x="297785" y="271491"/>
                  </a:lnTo>
                  <a:lnTo>
                    <a:pt x="301015" y="267313"/>
                  </a:lnTo>
                  <a:lnTo>
                    <a:pt x="304111" y="263036"/>
                  </a:lnTo>
                  <a:lnTo>
                    <a:pt x="307071" y="258663"/>
                  </a:lnTo>
                  <a:lnTo>
                    <a:pt x="309890" y="254199"/>
                  </a:lnTo>
                  <a:lnTo>
                    <a:pt x="312568" y="249648"/>
                  </a:lnTo>
                  <a:lnTo>
                    <a:pt x="315100" y="245014"/>
                  </a:lnTo>
                  <a:lnTo>
                    <a:pt x="317485" y="240303"/>
                  </a:lnTo>
                  <a:lnTo>
                    <a:pt x="319720" y="235519"/>
                  </a:lnTo>
                  <a:lnTo>
                    <a:pt x="321803" y="230667"/>
                  </a:lnTo>
                  <a:lnTo>
                    <a:pt x="323731" y="225751"/>
                  </a:lnTo>
                  <a:lnTo>
                    <a:pt x="325504" y="220777"/>
                  </a:lnTo>
                  <a:lnTo>
                    <a:pt x="327118" y="215750"/>
                  </a:lnTo>
                  <a:lnTo>
                    <a:pt x="328572" y="210674"/>
                  </a:lnTo>
                  <a:lnTo>
                    <a:pt x="329866" y="205554"/>
                  </a:lnTo>
                  <a:lnTo>
                    <a:pt x="330997" y="200397"/>
                  </a:lnTo>
                  <a:lnTo>
                    <a:pt x="331965" y="195206"/>
                  </a:lnTo>
                  <a:lnTo>
                    <a:pt x="332768" y="189987"/>
                  </a:lnTo>
                  <a:lnTo>
                    <a:pt x="333406" y="184745"/>
                  </a:lnTo>
                  <a:lnTo>
                    <a:pt x="333879" y="179486"/>
                  </a:lnTo>
                  <a:lnTo>
                    <a:pt x="334185" y="174215"/>
                  </a:lnTo>
                  <a:lnTo>
                    <a:pt x="334324" y="168936"/>
                  </a:lnTo>
                  <a:lnTo>
                    <a:pt x="334296" y="163656"/>
                  </a:lnTo>
                  <a:lnTo>
                    <a:pt x="334102" y="158379"/>
                  </a:lnTo>
                  <a:lnTo>
                    <a:pt x="333741" y="153111"/>
                  </a:lnTo>
                  <a:lnTo>
                    <a:pt x="333214" y="147857"/>
                  </a:lnTo>
                  <a:lnTo>
                    <a:pt x="332522" y="142623"/>
                  </a:lnTo>
                  <a:lnTo>
                    <a:pt x="331664" y="137412"/>
                  </a:lnTo>
                  <a:lnTo>
                    <a:pt x="330642" y="132232"/>
                  </a:lnTo>
                  <a:lnTo>
                    <a:pt x="329457" y="127086"/>
                  </a:lnTo>
                  <a:lnTo>
                    <a:pt x="328110" y="121981"/>
                  </a:lnTo>
                  <a:lnTo>
                    <a:pt x="326603" y="116920"/>
                  </a:lnTo>
                  <a:lnTo>
                    <a:pt x="324936" y="111909"/>
                  </a:lnTo>
                  <a:lnTo>
                    <a:pt x="323113" y="106954"/>
                  </a:lnTo>
                  <a:lnTo>
                    <a:pt x="321133" y="102059"/>
                  </a:lnTo>
                  <a:lnTo>
                    <a:pt x="319000" y="97229"/>
                  </a:lnTo>
                  <a:lnTo>
                    <a:pt x="316715" y="92468"/>
                  </a:lnTo>
                  <a:lnTo>
                    <a:pt x="314282" y="87782"/>
                  </a:lnTo>
                  <a:lnTo>
                    <a:pt x="311701" y="83175"/>
                  </a:lnTo>
                  <a:lnTo>
                    <a:pt x="308976" y="78652"/>
                  </a:lnTo>
                  <a:lnTo>
                    <a:pt x="306110" y="74218"/>
                  </a:lnTo>
                  <a:lnTo>
                    <a:pt x="303105" y="69876"/>
                  </a:lnTo>
                  <a:lnTo>
                    <a:pt x="299964" y="65631"/>
                  </a:lnTo>
                  <a:lnTo>
                    <a:pt x="296691" y="61487"/>
                  </a:lnTo>
                  <a:lnTo>
                    <a:pt x="293289" y="57449"/>
                  </a:lnTo>
                  <a:lnTo>
                    <a:pt x="289761" y="53521"/>
                  </a:lnTo>
                  <a:lnTo>
                    <a:pt x="286110" y="49706"/>
                  </a:lnTo>
                  <a:lnTo>
                    <a:pt x="282341" y="46007"/>
                  </a:lnTo>
                  <a:lnTo>
                    <a:pt x="278457" y="42430"/>
                  </a:lnTo>
                  <a:lnTo>
                    <a:pt x="274462" y="38978"/>
                  </a:lnTo>
                  <a:lnTo>
                    <a:pt x="270360" y="35653"/>
                  </a:lnTo>
                  <a:lnTo>
                    <a:pt x="266155" y="32459"/>
                  </a:lnTo>
                  <a:lnTo>
                    <a:pt x="261851" y="29400"/>
                  </a:lnTo>
                  <a:lnTo>
                    <a:pt x="257453" y="26478"/>
                  </a:lnTo>
                  <a:lnTo>
                    <a:pt x="252964" y="23697"/>
                  </a:lnTo>
                  <a:lnTo>
                    <a:pt x="248390" y="21059"/>
                  </a:lnTo>
                  <a:lnTo>
                    <a:pt x="243735" y="18566"/>
                  </a:lnTo>
                  <a:lnTo>
                    <a:pt x="239004" y="16222"/>
                  </a:lnTo>
                  <a:lnTo>
                    <a:pt x="234201" y="14029"/>
                  </a:lnTo>
                  <a:lnTo>
                    <a:pt x="229331" y="11988"/>
                  </a:lnTo>
                  <a:lnTo>
                    <a:pt x="224399" y="10102"/>
                  </a:lnTo>
                  <a:lnTo>
                    <a:pt x="219410" y="8373"/>
                  </a:lnTo>
                  <a:lnTo>
                    <a:pt x="214368" y="6802"/>
                  </a:lnTo>
                  <a:lnTo>
                    <a:pt x="209280" y="5391"/>
                  </a:lnTo>
                  <a:lnTo>
                    <a:pt x="204150" y="4142"/>
                  </a:lnTo>
                  <a:lnTo>
                    <a:pt x="198982" y="3055"/>
                  </a:lnTo>
                  <a:lnTo>
                    <a:pt x="193783" y="2132"/>
                  </a:lnTo>
                  <a:lnTo>
                    <a:pt x="188558" y="1374"/>
                  </a:lnTo>
                  <a:lnTo>
                    <a:pt x="183311" y="781"/>
                  </a:lnTo>
                  <a:lnTo>
                    <a:pt x="178048" y="354"/>
                  </a:lnTo>
                  <a:lnTo>
                    <a:pt x="172774" y="93"/>
                  </a:lnTo>
                  <a:lnTo>
                    <a:pt x="167494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835" y="4659281"/>
              <a:ext cx="689" cy="167167"/>
            </a:xfrm>
            <a:custGeom>
              <a:avLst/>
              <a:pathLst>
                <a:path w="689" h="167167">
                  <a:moveTo>
                    <a:pt x="689" y="0"/>
                  </a:moveTo>
                  <a:lnTo>
                    <a:pt x="0" y="1"/>
                  </a:lnTo>
                  <a:lnTo>
                    <a:pt x="68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835" y="4659283"/>
              <a:ext cx="689" cy="167166"/>
            </a:xfrm>
            <a:custGeom>
              <a:avLst/>
              <a:pathLst>
                <a:path w="689" h="167166">
                  <a:moveTo>
                    <a:pt x="0" y="0"/>
                  </a:moveTo>
                  <a:lnTo>
                    <a:pt x="689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43922" y="4659283"/>
              <a:ext cx="142602" cy="167166"/>
            </a:xfrm>
            <a:custGeom>
              <a:avLst/>
              <a:pathLst>
                <a:path w="142602" h="167166">
                  <a:moveTo>
                    <a:pt x="141912" y="0"/>
                  </a:moveTo>
                  <a:lnTo>
                    <a:pt x="136426" y="112"/>
                  </a:lnTo>
                  <a:lnTo>
                    <a:pt x="130946" y="405"/>
                  </a:lnTo>
                  <a:lnTo>
                    <a:pt x="125479" y="877"/>
                  </a:lnTo>
                  <a:lnTo>
                    <a:pt x="120030" y="1529"/>
                  </a:lnTo>
                  <a:lnTo>
                    <a:pt x="114606" y="2359"/>
                  </a:lnTo>
                  <a:lnTo>
                    <a:pt x="109211" y="3367"/>
                  </a:lnTo>
                  <a:lnTo>
                    <a:pt x="103853" y="4551"/>
                  </a:lnTo>
                  <a:lnTo>
                    <a:pt x="98537" y="5911"/>
                  </a:lnTo>
                  <a:lnTo>
                    <a:pt x="93268" y="7444"/>
                  </a:lnTo>
                  <a:lnTo>
                    <a:pt x="88052" y="9149"/>
                  </a:lnTo>
                  <a:lnTo>
                    <a:pt x="82895" y="11025"/>
                  </a:lnTo>
                  <a:lnTo>
                    <a:pt x="77802" y="13069"/>
                  </a:lnTo>
                  <a:lnTo>
                    <a:pt x="72779" y="15279"/>
                  </a:lnTo>
                  <a:lnTo>
                    <a:pt x="67831" y="17652"/>
                  </a:lnTo>
                  <a:lnTo>
                    <a:pt x="62964" y="20187"/>
                  </a:lnTo>
                  <a:lnTo>
                    <a:pt x="58183" y="22880"/>
                  </a:lnTo>
                  <a:lnTo>
                    <a:pt x="53492" y="25729"/>
                  </a:lnTo>
                  <a:lnTo>
                    <a:pt x="48898" y="28730"/>
                  </a:lnTo>
                  <a:lnTo>
                    <a:pt x="44405" y="31880"/>
                  </a:lnTo>
                  <a:lnTo>
                    <a:pt x="40017" y="35176"/>
                  </a:lnTo>
                  <a:lnTo>
                    <a:pt x="35740" y="38614"/>
                  </a:lnTo>
                  <a:lnTo>
                    <a:pt x="31578" y="42191"/>
                  </a:lnTo>
                  <a:lnTo>
                    <a:pt x="27536" y="45902"/>
                  </a:lnTo>
                  <a:lnTo>
                    <a:pt x="23618" y="49745"/>
                  </a:lnTo>
                  <a:lnTo>
                    <a:pt x="19828" y="53713"/>
                  </a:lnTo>
                  <a:lnTo>
                    <a:pt x="16170" y="57804"/>
                  </a:lnTo>
                  <a:lnTo>
                    <a:pt x="12649" y="62013"/>
                  </a:lnTo>
                  <a:lnTo>
                    <a:pt x="9268" y="66335"/>
                  </a:lnTo>
                  <a:lnTo>
                    <a:pt x="6030" y="70766"/>
                  </a:lnTo>
                  <a:lnTo>
                    <a:pt x="2940" y="75300"/>
                  </a:lnTo>
                  <a:lnTo>
                    <a:pt x="0" y="79934"/>
                  </a:lnTo>
                  <a:lnTo>
                    <a:pt x="142602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919366" y="4659281"/>
              <a:ext cx="334309" cy="334333"/>
            </a:xfrm>
            <a:custGeom>
              <a:avLst/>
              <a:pathLst>
                <a:path w="334309" h="334333">
                  <a:moveTo>
                    <a:pt x="24555" y="79935"/>
                  </a:moveTo>
                  <a:lnTo>
                    <a:pt x="21863" y="84498"/>
                  </a:lnTo>
                  <a:lnTo>
                    <a:pt x="19316" y="89144"/>
                  </a:lnTo>
                  <a:lnTo>
                    <a:pt x="16918" y="93868"/>
                  </a:lnTo>
                  <a:lnTo>
                    <a:pt x="14670" y="98666"/>
                  </a:lnTo>
                  <a:lnTo>
                    <a:pt x="12576" y="103533"/>
                  </a:lnTo>
                  <a:lnTo>
                    <a:pt x="10637" y="108464"/>
                  </a:lnTo>
                  <a:lnTo>
                    <a:pt x="8855" y="113453"/>
                  </a:lnTo>
                  <a:lnTo>
                    <a:pt x="7233" y="118497"/>
                  </a:lnTo>
                  <a:lnTo>
                    <a:pt x="5771" y="123589"/>
                  </a:lnTo>
                  <a:lnTo>
                    <a:pt x="4471" y="128725"/>
                  </a:lnTo>
                  <a:lnTo>
                    <a:pt x="3334" y="133900"/>
                  </a:lnTo>
                  <a:lnTo>
                    <a:pt x="2362" y="139108"/>
                  </a:lnTo>
                  <a:lnTo>
                    <a:pt x="1556" y="144345"/>
                  </a:lnTo>
                  <a:lnTo>
                    <a:pt x="916" y="149604"/>
                  </a:lnTo>
                  <a:lnTo>
                    <a:pt x="443" y="154881"/>
                  </a:lnTo>
                  <a:lnTo>
                    <a:pt x="137" y="160171"/>
                  </a:lnTo>
                  <a:lnTo>
                    <a:pt x="0" y="165467"/>
                  </a:lnTo>
                  <a:lnTo>
                    <a:pt x="30" y="170765"/>
                  </a:lnTo>
                  <a:lnTo>
                    <a:pt x="228" y="176059"/>
                  </a:lnTo>
                  <a:lnTo>
                    <a:pt x="593" y="181345"/>
                  </a:lnTo>
                  <a:lnTo>
                    <a:pt x="1126" y="186616"/>
                  </a:lnTo>
                  <a:lnTo>
                    <a:pt x="1826" y="191868"/>
                  </a:lnTo>
                  <a:lnTo>
                    <a:pt x="2692" y="197095"/>
                  </a:lnTo>
                  <a:lnTo>
                    <a:pt x="3723" y="202292"/>
                  </a:lnTo>
                  <a:lnTo>
                    <a:pt x="4918" y="207453"/>
                  </a:lnTo>
                  <a:lnTo>
                    <a:pt x="6276" y="212574"/>
                  </a:lnTo>
                  <a:lnTo>
                    <a:pt x="7796" y="217650"/>
                  </a:lnTo>
                  <a:lnTo>
                    <a:pt x="9476" y="222675"/>
                  </a:lnTo>
                  <a:lnTo>
                    <a:pt x="11314" y="227644"/>
                  </a:lnTo>
                  <a:lnTo>
                    <a:pt x="13309" y="232552"/>
                  </a:lnTo>
                  <a:lnTo>
                    <a:pt x="15458" y="237395"/>
                  </a:lnTo>
                  <a:lnTo>
                    <a:pt x="17760" y="242167"/>
                  </a:lnTo>
                  <a:lnTo>
                    <a:pt x="20211" y="246864"/>
                  </a:lnTo>
                  <a:lnTo>
                    <a:pt x="22811" y="251480"/>
                  </a:lnTo>
                  <a:lnTo>
                    <a:pt x="25555" y="256012"/>
                  </a:lnTo>
                  <a:lnTo>
                    <a:pt x="28442" y="260455"/>
                  </a:lnTo>
                  <a:lnTo>
                    <a:pt x="31468" y="264804"/>
                  </a:lnTo>
                  <a:lnTo>
                    <a:pt x="34630" y="269055"/>
                  </a:lnTo>
                  <a:lnTo>
                    <a:pt x="37925" y="273204"/>
                  </a:lnTo>
                  <a:lnTo>
                    <a:pt x="41350" y="277246"/>
                  </a:lnTo>
                  <a:lnTo>
                    <a:pt x="44902" y="281177"/>
                  </a:lnTo>
                  <a:lnTo>
                    <a:pt x="48576" y="284994"/>
                  </a:lnTo>
                  <a:lnTo>
                    <a:pt x="52370" y="288693"/>
                  </a:lnTo>
                  <a:lnTo>
                    <a:pt x="56279" y="292269"/>
                  </a:lnTo>
                  <a:lnTo>
                    <a:pt x="60299" y="295720"/>
                  </a:lnTo>
                  <a:lnTo>
                    <a:pt x="64426" y="299042"/>
                  </a:lnTo>
                  <a:lnTo>
                    <a:pt x="68657" y="302231"/>
                  </a:lnTo>
                  <a:lnTo>
                    <a:pt x="72987" y="305285"/>
                  </a:lnTo>
                  <a:lnTo>
                    <a:pt x="77411" y="308200"/>
                  </a:lnTo>
                  <a:lnTo>
                    <a:pt x="81925" y="310973"/>
                  </a:lnTo>
                  <a:lnTo>
                    <a:pt x="86525" y="313602"/>
                  </a:lnTo>
                  <a:lnTo>
                    <a:pt x="91206" y="316084"/>
                  </a:lnTo>
                  <a:lnTo>
                    <a:pt x="95963" y="318416"/>
                  </a:lnTo>
                  <a:lnTo>
                    <a:pt x="100792" y="320596"/>
                  </a:lnTo>
                  <a:lnTo>
                    <a:pt x="105688" y="322622"/>
                  </a:lnTo>
                  <a:lnTo>
                    <a:pt x="110645" y="324492"/>
                  </a:lnTo>
                  <a:lnTo>
                    <a:pt x="115659" y="326204"/>
                  </a:lnTo>
                  <a:lnTo>
                    <a:pt x="120725" y="327756"/>
                  </a:lnTo>
                  <a:lnTo>
                    <a:pt x="125837" y="329147"/>
                  </a:lnTo>
                  <a:lnTo>
                    <a:pt x="130991" y="330375"/>
                  </a:lnTo>
                  <a:lnTo>
                    <a:pt x="136181" y="331439"/>
                  </a:lnTo>
                  <a:lnTo>
                    <a:pt x="141402" y="332338"/>
                  </a:lnTo>
                  <a:lnTo>
                    <a:pt x="146649" y="333072"/>
                  </a:lnTo>
                  <a:lnTo>
                    <a:pt x="151917" y="333638"/>
                  </a:lnTo>
                  <a:lnTo>
                    <a:pt x="157200" y="334038"/>
                  </a:lnTo>
                  <a:lnTo>
                    <a:pt x="162493" y="334269"/>
                  </a:lnTo>
                  <a:lnTo>
                    <a:pt x="167791" y="334333"/>
                  </a:lnTo>
                  <a:lnTo>
                    <a:pt x="173088" y="334229"/>
                  </a:lnTo>
                  <a:lnTo>
                    <a:pt x="178379" y="333957"/>
                  </a:lnTo>
                  <a:lnTo>
                    <a:pt x="183659" y="333518"/>
                  </a:lnTo>
                  <a:lnTo>
                    <a:pt x="188923" y="332912"/>
                  </a:lnTo>
                  <a:lnTo>
                    <a:pt x="194164" y="332139"/>
                  </a:lnTo>
                  <a:lnTo>
                    <a:pt x="199378" y="331200"/>
                  </a:lnTo>
                  <a:lnTo>
                    <a:pt x="204560" y="330096"/>
                  </a:lnTo>
                  <a:lnTo>
                    <a:pt x="209705" y="328829"/>
                  </a:lnTo>
                  <a:lnTo>
                    <a:pt x="214806" y="327400"/>
                  </a:lnTo>
                  <a:lnTo>
                    <a:pt x="219860" y="325809"/>
                  </a:lnTo>
                  <a:lnTo>
                    <a:pt x="224861" y="324060"/>
                  </a:lnTo>
                  <a:lnTo>
                    <a:pt x="229804" y="322152"/>
                  </a:lnTo>
                  <a:lnTo>
                    <a:pt x="234684" y="320089"/>
                  </a:lnTo>
                  <a:lnTo>
                    <a:pt x="239496" y="317873"/>
                  </a:lnTo>
                  <a:lnTo>
                    <a:pt x="244236" y="315505"/>
                  </a:lnTo>
                  <a:lnTo>
                    <a:pt x="248898" y="312987"/>
                  </a:lnTo>
                  <a:lnTo>
                    <a:pt x="253478" y="310324"/>
                  </a:lnTo>
                  <a:lnTo>
                    <a:pt x="257971" y="307517"/>
                  </a:lnTo>
                  <a:lnTo>
                    <a:pt x="262373" y="304568"/>
                  </a:lnTo>
                  <a:lnTo>
                    <a:pt x="266679" y="301482"/>
                  </a:lnTo>
                  <a:lnTo>
                    <a:pt x="270886" y="298261"/>
                  </a:lnTo>
                  <a:lnTo>
                    <a:pt x="274988" y="294908"/>
                  </a:lnTo>
                  <a:lnTo>
                    <a:pt x="278982" y="291426"/>
                  </a:lnTo>
                  <a:lnTo>
                    <a:pt x="282863" y="287820"/>
                  </a:lnTo>
                  <a:lnTo>
                    <a:pt x="286629" y="284093"/>
                  </a:lnTo>
                  <a:lnTo>
                    <a:pt x="290274" y="280248"/>
                  </a:lnTo>
                  <a:lnTo>
                    <a:pt x="293796" y="276290"/>
                  </a:lnTo>
                  <a:lnTo>
                    <a:pt x="297190" y="272222"/>
                  </a:lnTo>
                  <a:lnTo>
                    <a:pt x="300454" y="268049"/>
                  </a:lnTo>
                  <a:lnTo>
                    <a:pt x="303584" y="263774"/>
                  </a:lnTo>
                  <a:lnTo>
                    <a:pt x="306577" y="259402"/>
                  </a:lnTo>
                  <a:lnTo>
                    <a:pt x="309430" y="254938"/>
                  </a:lnTo>
                  <a:lnTo>
                    <a:pt x="312140" y="250385"/>
                  </a:lnTo>
                  <a:lnTo>
                    <a:pt x="314704" y="245749"/>
                  </a:lnTo>
                  <a:lnTo>
                    <a:pt x="317120" y="241034"/>
                  </a:lnTo>
                  <a:lnTo>
                    <a:pt x="319386" y="236244"/>
                  </a:lnTo>
                  <a:lnTo>
                    <a:pt x="321499" y="231386"/>
                  </a:lnTo>
                  <a:lnTo>
                    <a:pt x="323456" y="226462"/>
                  </a:lnTo>
                  <a:lnTo>
                    <a:pt x="325257" y="221480"/>
                  </a:lnTo>
                  <a:lnTo>
                    <a:pt x="326898" y="216442"/>
                  </a:lnTo>
                  <a:lnTo>
                    <a:pt x="328380" y="211355"/>
                  </a:lnTo>
                  <a:lnTo>
                    <a:pt x="329699" y="206224"/>
                  </a:lnTo>
                  <a:lnTo>
                    <a:pt x="330855" y="201054"/>
                  </a:lnTo>
                  <a:lnTo>
                    <a:pt x="331847" y="195849"/>
                  </a:lnTo>
                  <a:lnTo>
                    <a:pt x="332673" y="190616"/>
                  </a:lnTo>
                  <a:lnTo>
                    <a:pt x="333333" y="185359"/>
                  </a:lnTo>
                  <a:lnTo>
                    <a:pt x="333826" y="180084"/>
                  </a:lnTo>
                  <a:lnTo>
                    <a:pt x="334152" y="174795"/>
                  </a:lnTo>
                  <a:lnTo>
                    <a:pt x="334309" y="169500"/>
                  </a:lnTo>
                  <a:lnTo>
                    <a:pt x="334299" y="164202"/>
                  </a:lnTo>
                  <a:lnTo>
                    <a:pt x="334122" y="158906"/>
                  </a:lnTo>
                  <a:lnTo>
                    <a:pt x="333776" y="153619"/>
                  </a:lnTo>
                  <a:lnTo>
                    <a:pt x="333263" y="148346"/>
                  </a:lnTo>
                  <a:lnTo>
                    <a:pt x="332583" y="143092"/>
                  </a:lnTo>
                  <a:lnTo>
                    <a:pt x="331737" y="137862"/>
                  </a:lnTo>
                  <a:lnTo>
                    <a:pt x="330726" y="132661"/>
                  </a:lnTo>
                  <a:lnTo>
                    <a:pt x="329550" y="127495"/>
                  </a:lnTo>
                  <a:lnTo>
                    <a:pt x="328211" y="122369"/>
                  </a:lnTo>
                  <a:lnTo>
                    <a:pt x="326711" y="117287"/>
                  </a:lnTo>
                  <a:lnTo>
                    <a:pt x="325050" y="112256"/>
                  </a:lnTo>
                  <a:lnTo>
                    <a:pt x="323231" y="107280"/>
                  </a:lnTo>
                  <a:lnTo>
                    <a:pt x="321254" y="102365"/>
                  </a:lnTo>
                  <a:lnTo>
                    <a:pt x="319123" y="97514"/>
                  </a:lnTo>
                  <a:lnTo>
                    <a:pt x="316840" y="92733"/>
                  </a:lnTo>
                  <a:lnTo>
                    <a:pt x="314406" y="88027"/>
                  </a:lnTo>
                  <a:lnTo>
                    <a:pt x="311824" y="83401"/>
                  </a:lnTo>
                  <a:lnTo>
                    <a:pt x="309097" y="78858"/>
                  </a:lnTo>
                  <a:lnTo>
                    <a:pt x="306227" y="74405"/>
                  </a:lnTo>
                  <a:lnTo>
                    <a:pt x="303218" y="70044"/>
                  </a:lnTo>
                  <a:lnTo>
                    <a:pt x="300071" y="65781"/>
                  </a:lnTo>
                  <a:lnTo>
                    <a:pt x="296792" y="61620"/>
                  </a:lnTo>
                  <a:lnTo>
                    <a:pt x="293382" y="57565"/>
                  </a:lnTo>
                  <a:lnTo>
                    <a:pt x="289845" y="53620"/>
                  </a:lnTo>
                  <a:lnTo>
                    <a:pt x="286185" y="49789"/>
                  </a:lnTo>
                  <a:lnTo>
                    <a:pt x="282406" y="46076"/>
                  </a:lnTo>
                  <a:lnTo>
                    <a:pt x="278511" y="42485"/>
                  </a:lnTo>
                  <a:lnTo>
                    <a:pt x="274504" y="39019"/>
                  </a:lnTo>
                  <a:lnTo>
                    <a:pt x="270389" y="35682"/>
                  </a:lnTo>
                  <a:lnTo>
                    <a:pt x="266170" y="32476"/>
                  </a:lnTo>
                  <a:lnTo>
                    <a:pt x="261852" y="29406"/>
                  </a:lnTo>
                  <a:lnTo>
                    <a:pt x="257439" y="26475"/>
                  </a:lnTo>
                  <a:lnTo>
                    <a:pt x="252935" y="23684"/>
                  </a:lnTo>
                  <a:lnTo>
                    <a:pt x="248345" y="21038"/>
                  </a:lnTo>
                  <a:lnTo>
                    <a:pt x="243674" y="18539"/>
                  </a:lnTo>
                  <a:lnTo>
                    <a:pt x="238925" y="16189"/>
                  </a:lnTo>
                  <a:lnTo>
                    <a:pt x="234105" y="13990"/>
                  </a:lnTo>
                  <a:lnTo>
                    <a:pt x="229217" y="11946"/>
                  </a:lnTo>
                  <a:lnTo>
                    <a:pt x="224267" y="10057"/>
                  </a:lnTo>
                  <a:lnTo>
                    <a:pt x="219259" y="8326"/>
                  </a:lnTo>
                  <a:lnTo>
                    <a:pt x="214200" y="6755"/>
                  </a:lnTo>
                  <a:lnTo>
                    <a:pt x="209093" y="5345"/>
                  </a:lnTo>
                  <a:lnTo>
                    <a:pt x="203943" y="4097"/>
                  </a:lnTo>
                  <a:lnTo>
                    <a:pt x="198757" y="3013"/>
                  </a:lnTo>
                  <a:lnTo>
                    <a:pt x="193539" y="2094"/>
                  </a:lnTo>
                  <a:lnTo>
                    <a:pt x="188295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131" y="0"/>
                  </a:moveTo>
                  <a:lnTo>
                    <a:pt x="0" y="0"/>
                  </a:ln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89" y="5018213"/>
              <a:ext cx="131" cy="167167"/>
            </a:xfrm>
            <a:custGeom>
              <a:avLst/>
              <a:pathLst>
                <a:path w="131" h="167167">
                  <a:moveTo>
                    <a:pt x="0" y="0"/>
                  </a:moveTo>
                  <a:lnTo>
                    <a:pt x="13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321568" y="5018213"/>
              <a:ext cx="334315" cy="334332"/>
            </a:xfrm>
            <a:custGeom>
              <a:avLst/>
              <a:pathLst>
                <a:path w="334315" h="334332">
                  <a:moveTo>
                    <a:pt x="167020" y="0"/>
                  </a:moveTo>
                  <a:lnTo>
                    <a:pt x="161727" y="87"/>
                  </a:lnTo>
                  <a:lnTo>
                    <a:pt x="156439" y="343"/>
                  </a:lnTo>
                  <a:lnTo>
                    <a:pt x="151162" y="766"/>
                  </a:lnTo>
                  <a:lnTo>
                    <a:pt x="145901" y="1356"/>
                  </a:lnTo>
                  <a:lnTo>
                    <a:pt x="140662" y="2112"/>
                  </a:lnTo>
                  <a:lnTo>
                    <a:pt x="135449" y="3033"/>
                  </a:lnTo>
                  <a:lnTo>
                    <a:pt x="130267" y="4119"/>
                  </a:lnTo>
                  <a:lnTo>
                    <a:pt x="125123" y="5369"/>
                  </a:lnTo>
                  <a:lnTo>
                    <a:pt x="120021" y="6781"/>
                  </a:lnTo>
                  <a:lnTo>
                    <a:pt x="114966" y="8354"/>
                  </a:lnTo>
                  <a:lnTo>
                    <a:pt x="109963" y="10086"/>
                  </a:lnTo>
                  <a:lnTo>
                    <a:pt x="105018" y="11975"/>
                  </a:lnTo>
                  <a:lnTo>
                    <a:pt x="100135" y="14021"/>
                  </a:lnTo>
                  <a:lnTo>
                    <a:pt x="95320" y="16220"/>
                  </a:lnTo>
                  <a:lnTo>
                    <a:pt x="90576" y="18570"/>
                  </a:lnTo>
                  <a:lnTo>
                    <a:pt x="85909" y="21069"/>
                  </a:lnTo>
                  <a:lnTo>
                    <a:pt x="81324" y="23715"/>
                  </a:lnTo>
                  <a:lnTo>
                    <a:pt x="76824" y="26504"/>
                  </a:lnTo>
                  <a:lnTo>
                    <a:pt x="72416" y="29435"/>
                  </a:lnTo>
                  <a:lnTo>
                    <a:pt x="68102" y="32504"/>
                  </a:lnTo>
                  <a:lnTo>
                    <a:pt x="63888" y="35708"/>
                  </a:lnTo>
                  <a:lnTo>
                    <a:pt x="59777" y="39044"/>
                  </a:lnTo>
                  <a:lnTo>
                    <a:pt x="55774" y="42508"/>
                  </a:lnTo>
                  <a:lnTo>
                    <a:pt x="51882" y="46097"/>
                  </a:lnTo>
                  <a:lnTo>
                    <a:pt x="48107" y="49808"/>
                  </a:lnTo>
                  <a:lnTo>
                    <a:pt x="44450" y="53636"/>
                  </a:lnTo>
                  <a:lnTo>
                    <a:pt x="40917" y="57578"/>
                  </a:lnTo>
                  <a:lnTo>
                    <a:pt x="37510" y="61630"/>
                  </a:lnTo>
                  <a:lnTo>
                    <a:pt x="34233" y="65788"/>
                  </a:lnTo>
                  <a:lnTo>
                    <a:pt x="31090" y="70048"/>
                  </a:lnTo>
                  <a:lnTo>
                    <a:pt x="28083" y="74405"/>
                  </a:lnTo>
                  <a:lnTo>
                    <a:pt x="25215" y="78855"/>
                  </a:lnTo>
                  <a:lnTo>
                    <a:pt x="22490" y="83394"/>
                  </a:lnTo>
                  <a:lnTo>
                    <a:pt x="19910" y="88016"/>
                  </a:lnTo>
                  <a:lnTo>
                    <a:pt x="17478" y="92718"/>
                  </a:lnTo>
                  <a:lnTo>
                    <a:pt x="15195" y="97495"/>
                  </a:lnTo>
                  <a:lnTo>
                    <a:pt x="13065" y="102341"/>
                  </a:lnTo>
                  <a:lnTo>
                    <a:pt x="11090" y="107253"/>
                  </a:lnTo>
                  <a:lnTo>
                    <a:pt x="9271" y="112225"/>
                  </a:lnTo>
                  <a:lnTo>
                    <a:pt x="7611" y="117251"/>
                  </a:lnTo>
                  <a:lnTo>
                    <a:pt x="6110" y="122328"/>
                  </a:lnTo>
                  <a:lnTo>
                    <a:pt x="4771" y="127450"/>
                  </a:lnTo>
                  <a:lnTo>
                    <a:pt x="3595" y="132612"/>
                  </a:lnTo>
                  <a:lnTo>
                    <a:pt x="2583" y="137808"/>
                  </a:lnTo>
                  <a:lnTo>
                    <a:pt x="1736" y="143034"/>
                  </a:lnTo>
                  <a:lnTo>
                    <a:pt x="1054" y="148284"/>
                  </a:lnTo>
                  <a:lnTo>
                    <a:pt x="540" y="153552"/>
                  </a:lnTo>
                  <a:lnTo>
                    <a:pt x="192" y="158835"/>
                  </a:lnTo>
                  <a:lnTo>
                    <a:pt x="12" y="164126"/>
                  </a:lnTo>
                  <a:lnTo>
                    <a:pt x="0" y="169420"/>
                  </a:lnTo>
                  <a:lnTo>
                    <a:pt x="155" y="174711"/>
                  </a:lnTo>
                  <a:lnTo>
                    <a:pt x="477" y="179995"/>
                  </a:lnTo>
                  <a:lnTo>
                    <a:pt x="967" y="185267"/>
                  </a:lnTo>
                  <a:lnTo>
                    <a:pt x="1624" y="190520"/>
                  </a:lnTo>
                  <a:lnTo>
                    <a:pt x="2446" y="195749"/>
                  </a:lnTo>
                  <a:lnTo>
                    <a:pt x="3434" y="200950"/>
                  </a:lnTo>
                  <a:lnTo>
                    <a:pt x="4585" y="206117"/>
                  </a:lnTo>
                  <a:lnTo>
                    <a:pt x="5900" y="211245"/>
                  </a:lnTo>
                  <a:lnTo>
                    <a:pt x="7377" y="216329"/>
                  </a:lnTo>
                  <a:lnTo>
                    <a:pt x="9014" y="221364"/>
                  </a:lnTo>
                  <a:lnTo>
                    <a:pt x="10809" y="226344"/>
                  </a:lnTo>
                  <a:lnTo>
                    <a:pt x="12761" y="231265"/>
                  </a:lnTo>
                  <a:lnTo>
                    <a:pt x="14868" y="236121"/>
                  </a:lnTo>
                  <a:lnTo>
                    <a:pt x="17128" y="240909"/>
                  </a:lnTo>
                  <a:lnTo>
                    <a:pt x="19538" y="245622"/>
                  </a:lnTo>
                  <a:lnTo>
                    <a:pt x="22097" y="250257"/>
                  </a:lnTo>
                  <a:lnTo>
                    <a:pt x="24800" y="254808"/>
                  </a:lnTo>
                  <a:lnTo>
                    <a:pt x="27647" y="259272"/>
                  </a:lnTo>
                  <a:lnTo>
                    <a:pt x="30633" y="263643"/>
                  </a:lnTo>
                  <a:lnTo>
                    <a:pt x="33757" y="267917"/>
                  </a:lnTo>
                  <a:lnTo>
                    <a:pt x="37014" y="272091"/>
                  </a:lnTo>
                  <a:lnTo>
                    <a:pt x="40401" y="276159"/>
                  </a:lnTo>
                  <a:lnTo>
                    <a:pt x="43916" y="280118"/>
                  </a:lnTo>
                  <a:lnTo>
                    <a:pt x="47554" y="283963"/>
                  </a:lnTo>
                  <a:lnTo>
                    <a:pt x="51313" y="287692"/>
                  </a:lnTo>
                  <a:lnTo>
                    <a:pt x="55187" y="291299"/>
                  </a:lnTo>
                  <a:lnTo>
                    <a:pt x="59174" y="294782"/>
                  </a:lnTo>
                  <a:lnTo>
                    <a:pt x="63269" y="298137"/>
                  </a:lnTo>
                  <a:lnTo>
                    <a:pt x="67468" y="301361"/>
                  </a:lnTo>
                  <a:lnTo>
                    <a:pt x="71767" y="304450"/>
                  </a:lnTo>
                  <a:lnTo>
                    <a:pt x="76162" y="307402"/>
                  </a:lnTo>
                  <a:lnTo>
                    <a:pt x="80648" y="310213"/>
                  </a:lnTo>
                  <a:lnTo>
                    <a:pt x="85221" y="312880"/>
                  </a:lnTo>
                  <a:lnTo>
                    <a:pt x="89876" y="315401"/>
                  </a:lnTo>
                  <a:lnTo>
                    <a:pt x="94608" y="317774"/>
                  </a:lnTo>
                  <a:lnTo>
                    <a:pt x="99414" y="319995"/>
                  </a:lnTo>
                  <a:lnTo>
                    <a:pt x="104287" y="322063"/>
                  </a:lnTo>
                  <a:lnTo>
                    <a:pt x="109223" y="323976"/>
                  </a:lnTo>
                  <a:lnTo>
                    <a:pt x="114217" y="325732"/>
                  </a:lnTo>
                  <a:lnTo>
                    <a:pt x="119265" y="327329"/>
                  </a:lnTo>
                  <a:lnTo>
                    <a:pt x="124360" y="328765"/>
                  </a:lnTo>
                  <a:lnTo>
                    <a:pt x="129499" y="330039"/>
                  </a:lnTo>
                  <a:lnTo>
                    <a:pt x="134675" y="331149"/>
                  </a:lnTo>
                  <a:lnTo>
                    <a:pt x="139883" y="332095"/>
                  </a:lnTo>
                  <a:lnTo>
                    <a:pt x="145120" y="332876"/>
                  </a:lnTo>
                  <a:lnTo>
                    <a:pt x="150378" y="333491"/>
                  </a:lnTo>
                  <a:lnTo>
                    <a:pt x="155653" y="333938"/>
                  </a:lnTo>
                  <a:lnTo>
                    <a:pt x="160939" y="334219"/>
                  </a:lnTo>
                  <a:lnTo>
                    <a:pt x="166232" y="334332"/>
                  </a:lnTo>
                  <a:lnTo>
                    <a:pt x="171525" y="334277"/>
                  </a:lnTo>
                  <a:lnTo>
                    <a:pt x="176815" y="334055"/>
                  </a:lnTo>
                  <a:lnTo>
                    <a:pt x="182094" y="333665"/>
                  </a:lnTo>
                  <a:lnTo>
                    <a:pt x="187359" y="333109"/>
                  </a:lnTo>
                  <a:lnTo>
                    <a:pt x="192603" y="332385"/>
                  </a:lnTo>
                  <a:lnTo>
                    <a:pt x="197822" y="331497"/>
                  </a:lnTo>
                  <a:lnTo>
                    <a:pt x="203010" y="330443"/>
                  </a:lnTo>
                  <a:lnTo>
                    <a:pt x="208162" y="329226"/>
                  </a:lnTo>
                  <a:lnTo>
                    <a:pt x="213273" y="327846"/>
                  </a:lnTo>
                  <a:lnTo>
                    <a:pt x="218338" y="326305"/>
                  </a:lnTo>
                  <a:lnTo>
                    <a:pt x="223351" y="324604"/>
                  </a:lnTo>
                  <a:lnTo>
                    <a:pt x="228308" y="322746"/>
                  </a:lnTo>
                  <a:lnTo>
                    <a:pt x="233204" y="320732"/>
                  </a:lnTo>
                  <a:lnTo>
                    <a:pt x="238033" y="318563"/>
                  </a:lnTo>
                  <a:lnTo>
                    <a:pt x="242791" y="316243"/>
                  </a:lnTo>
                  <a:lnTo>
                    <a:pt x="247474" y="313773"/>
                  </a:lnTo>
                  <a:lnTo>
                    <a:pt x="252076" y="311156"/>
                  </a:lnTo>
                  <a:lnTo>
                    <a:pt x="256593" y="308395"/>
                  </a:lnTo>
                  <a:lnTo>
                    <a:pt x="261020" y="305492"/>
                  </a:lnTo>
                  <a:lnTo>
                    <a:pt x="265353" y="302450"/>
                  </a:lnTo>
                  <a:lnTo>
                    <a:pt x="269587" y="299273"/>
                  </a:lnTo>
                  <a:lnTo>
                    <a:pt x="273719" y="295963"/>
                  </a:lnTo>
                  <a:lnTo>
                    <a:pt x="277743" y="292524"/>
                  </a:lnTo>
                  <a:lnTo>
                    <a:pt x="281657" y="288959"/>
                  </a:lnTo>
                  <a:lnTo>
                    <a:pt x="285456" y="285273"/>
                  </a:lnTo>
                  <a:lnTo>
                    <a:pt x="289137" y="281467"/>
                  </a:lnTo>
                  <a:lnTo>
                    <a:pt x="292695" y="277547"/>
                  </a:lnTo>
                  <a:lnTo>
                    <a:pt x="296127" y="273517"/>
                  </a:lnTo>
                  <a:lnTo>
                    <a:pt x="299430" y="269380"/>
                  </a:lnTo>
                  <a:lnTo>
                    <a:pt x="302600" y="265140"/>
                  </a:lnTo>
                  <a:lnTo>
                    <a:pt x="305635" y="260802"/>
                  </a:lnTo>
                  <a:lnTo>
                    <a:pt x="308530" y="256370"/>
                  </a:lnTo>
                  <a:lnTo>
                    <a:pt x="311284" y="251848"/>
                  </a:lnTo>
                  <a:lnTo>
                    <a:pt x="313893" y="247242"/>
                  </a:lnTo>
                  <a:lnTo>
                    <a:pt x="316355" y="242555"/>
                  </a:lnTo>
                  <a:lnTo>
                    <a:pt x="318667" y="237793"/>
                  </a:lnTo>
                  <a:lnTo>
                    <a:pt x="320827" y="232960"/>
                  </a:lnTo>
                  <a:lnTo>
                    <a:pt x="322834" y="228061"/>
                  </a:lnTo>
                  <a:lnTo>
                    <a:pt x="324684" y="223101"/>
                  </a:lnTo>
                  <a:lnTo>
                    <a:pt x="326376" y="218085"/>
                  </a:lnTo>
                  <a:lnTo>
                    <a:pt x="327908" y="213018"/>
                  </a:lnTo>
                  <a:lnTo>
                    <a:pt x="329280" y="207904"/>
                  </a:lnTo>
                  <a:lnTo>
                    <a:pt x="330488" y="202750"/>
                  </a:lnTo>
                  <a:lnTo>
                    <a:pt x="331533" y="197560"/>
                  </a:lnTo>
                  <a:lnTo>
                    <a:pt x="332413" y="192340"/>
                  </a:lnTo>
                  <a:lnTo>
                    <a:pt x="333127" y="187095"/>
                  </a:lnTo>
                  <a:lnTo>
                    <a:pt x="333675" y="181829"/>
                  </a:lnTo>
                  <a:lnTo>
                    <a:pt x="334056" y="176549"/>
                  </a:lnTo>
                  <a:lnTo>
                    <a:pt x="334269" y="171259"/>
                  </a:lnTo>
                  <a:lnTo>
                    <a:pt x="334315" y="165965"/>
                  </a:lnTo>
                  <a:lnTo>
                    <a:pt x="334193" y="160673"/>
                  </a:lnTo>
                  <a:lnTo>
                    <a:pt x="333904" y="155387"/>
                  </a:lnTo>
                  <a:lnTo>
                    <a:pt x="333447" y="150113"/>
                  </a:lnTo>
                  <a:lnTo>
                    <a:pt x="332824" y="144856"/>
                  </a:lnTo>
                  <a:lnTo>
                    <a:pt x="332034" y="139621"/>
                  </a:lnTo>
                  <a:lnTo>
                    <a:pt x="331079" y="134414"/>
                  </a:lnTo>
                  <a:lnTo>
                    <a:pt x="329960" y="129240"/>
                  </a:lnTo>
                  <a:lnTo>
                    <a:pt x="328677" y="124103"/>
                  </a:lnTo>
                  <a:lnTo>
                    <a:pt x="327233" y="119010"/>
                  </a:lnTo>
                  <a:lnTo>
                    <a:pt x="325628" y="113966"/>
                  </a:lnTo>
                  <a:lnTo>
                    <a:pt x="323864" y="108974"/>
                  </a:lnTo>
                  <a:lnTo>
                    <a:pt x="321942" y="104041"/>
                  </a:lnTo>
                  <a:lnTo>
                    <a:pt x="319866" y="99172"/>
                  </a:lnTo>
                  <a:lnTo>
                    <a:pt x="317636" y="94370"/>
                  </a:lnTo>
                  <a:lnTo>
                    <a:pt x="315256" y="89642"/>
                  </a:lnTo>
                  <a:lnTo>
                    <a:pt x="312727" y="84991"/>
                  </a:lnTo>
                  <a:lnTo>
                    <a:pt x="310052" y="80422"/>
                  </a:lnTo>
                  <a:lnTo>
                    <a:pt x="307233" y="75941"/>
                  </a:lnTo>
                  <a:lnTo>
                    <a:pt x="304274" y="71551"/>
                  </a:lnTo>
                  <a:lnTo>
                    <a:pt x="301178" y="67257"/>
                  </a:lnTo>
                  <a:lnTo>
                    <a:pt x="297947" y="63064"/>
                  </a:lnTo>
                  <a:lnTo>
                    <a:pt x="294585" y="58974"/>
                  </a:lnTo>
                  <a:lnTo>
                    <a:pt x="291095" y="54993"/>
                  </a:lnTo>
                  <a:lnTo>
                    <a:pt x="287481" y="51125"/>
                  </a:lnTo>
                  <a:lnTo>
                    <a:pt x="283747" y="47373"/>
                  </a:lnTo>
                  <a:lnTo>
                    <a:pt x="279895" y="43741"/>
                  </a:lnTo>
                  <a:lnTo>
                    <a:pt x="275930" y="40233"/>
                  </a:lnTo>
                  <a:lnTo>
                    <a:pt x="271856" y="36852"/>
                  </a:lnTo>
                  <a:lnTo>
                    <a:pt x="267678" y="33602"/>
                  </a:lnTo>
                  <a:lnTo>
                    <a:pt x="263398" y="30486"/>
                  </a:lnTo>
                  <a:lnTo>
                    <a:pt x="259022" y="27507"/>
                  </a:lnTo>
                  <a:lnTo>
                    <a:pt x="254553" y="24668"/>
                  </a:lnTo>
                  <a:lnTo>
                    <a:pt x="249997" y="21972"/>
                  </a:lnTo>
                  <a:lnTo>
                    <a:pt x="245358" y="19422"/>
                  </a:lnTo>
                  <a:lnTo>
                    <a:pt x="240641" y="17019"/>
                  </a:lnTo>
                  <a:lnTo>
                    <a:pt x="235850" y="14768"/>
                  </a:lnTo>
                  <a:lnTo>
                    <a:pt x="230990" y="12669"/>
                  </a:lnTo>
                  <a:lnTo>
                    <a:pt x="226065" y="10725"/>
                  </a:lnTo>
                  <a:lnTo>
                    <a:pt x="221082" y="8938"/>
                  </a:lnTo>
                  <a:lnTo>
                    <a:pt x="216045" y="7309"/>
                  </a:lnTo>
                  <a:lnTo>
                    <a:pt x="210959" y="5841"/>
                  </a:lnTo>
                  <a:lnTo>
                    <a:pt x="205828" y="4535"/>
                  </a:lnTo>
                  <a:lnTo>
                    <a:pt x="200659" y="3392"/>
                  </a:lnTo>
                  <a:lnTo>
                    <a:pt x="195457" y="2413"/>
                  </a:lnTo>
                  <a:lnTo>
                    <a:pt x="190226" y="1600"/>
                  </a:lnTo>
                  <a:lnTo>
                    <a:pt x="184972" y="952"/>
                  </a:lnTo>
                  <a:lnTo>
                    <a:pt x="179700" y="471"/>
                  </a:lnTo>
                  <a:lnTo>
                    <a:pt x="174415" y="157"/>
                  </a:lnTo>
                  <a:lnTo>
                    <a:pt x="169123" y="1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720" y="5018213"/>
              <a:ext cx="1971" cy="167167"/>
            </a:xfrm>
            <a:custGeom>
              <a:avLst/>
              <a:pathLst>
                <a:path w="1971" h="167167">
                  <a:moveTo>
                    <a:pt x="1971" y="1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816820" y="5269756"/>
              <a:ext cx="147680" cy="167167"/>
            </a:xfrm>
            <a:custGeom>
              <a:avLst/>
              <a:pathLst>
                <a:path w="147680" h="167167">
                  <a:moveTo>
                    <a:pt x="147680" y="0"/>
                  </a:moveTo>
                  <a:lnTo>
                    <a:pt x="142194" y="90"/>
                  </a:lnTo>
                  <a:lnTo>
                    <a:pt x="136714" y="360"/>
                  </a:lnTo>
                  <a:lnTo>
                    <a:pt x="131246" y="809"/>
                  </a:lnTo>
                  <a:lnTo>
                    <a:pt x="125796" y="1438"/>
                  </a:lnTo>
                  <a:lnTo>
                    <a:pt x="120369" y="2246"/>
                  </a:lnTo>
                  <a:lnTo>
                    <a:pt x="114972" y="3231"/>
                  </a:lnTo>
                  <a:lnTo>
                    <a:pt x="109610" y="4392"/>
                  </a:lnTo>
                  <a:lnTo>
                    <a:pt x="104288" y="5729"/>
                  </a:lnTo>
                  <a:lnTo>
                    <a:pt x="99014" y="7240"/>
                  </a:lnTo>
                  <a:lnTo>
                    <a:pt x="93792" y="8923"/>
                  </a:lnTo>
                  <a:lnTo>
                    <a:pt x="88628" y="10777"/>
                  </a:lnTo>
                  <a:lnTo>
                    <a:pt x="83528" y="12799"/>
                  </a:lnTo>
                  <a:lnTo>
                    <a:pt x="78497" y="14988"/>
                  </a:lnTo>
                  <a:lnTo>
                    <a:pt x="73540" y="17340"/>
                  </a:lnTo>
                  <a:lnTo>
                    <a:pt x="68663" y="19854"/>
                  </a:lnTo>
                  <a:lnTo>
                    <a:pt x="63871" y="22526"/>
                  </a:lnTo>
                  <a:lnTo>
                    <a:pt x="59170" y="25354"/>
                  </a:lnTo>
                  <a:lnTo>
                    <a:pt x="54564" y="28335"/>
                  </a:lnTo>
                  <a:lnTo>
                    <a:pt x="50058" y="31466"/>
                  </a:lnTo>
                  <a:lnTo>
                    <a:pt x="45657" y="34742"/>
                  </a:lnTo>
                  <a:lnTo>
                    <a:pt x="41367" y="38162"/>
                  </a:lnTo>
                  <a:lnTo>
                    <a:pt x="37190" y="41720"/>
                  </a:lnTo>
                  <a:lnTo>
                    <a:pt x="33133" y="45413"/>
                  </a:lnTo>
                  <a:lnTo>
                    <a:pt x="29199" y="49238"/>
                  </a:lnTo>
                  <a:lnTo>
                    <a:pt x="25393" y="53190"/>
                  </a:lnTo>
                  <a:lnTo>
                    <a:pt x="21719" y="57264"/>
                  </a:lnTo>
                  <a:lnTo>
                    <a:pt x="18180" y="61457"/>
                  </a:lnTo>
                  <a:lnTo>
                    <a:pt x="14781" y="65763"/>
                  </a:lnTo>
                  <a:lnTo>
                    <a:pt x="11525" y="70179"/>
                  </a:lnTo>
                  <a:lnTo>
                    <a:pt x="8415" y="74700"/>
                  </a:lnTo>
                  <a:lnTo>
                    <a:pt x="5456" y="79320"/>
                  </a:lnTo>
                  <a:lnTo>
                    <a:pt x="2649" y="84034"/>
                  </a:lnTo>
                  <a:lnTo>
                    <a:pt x="0" y="88838"/>
                  </a:lnTo>
                  <a:lnTo>
                    <a:pt x="14768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797346" y="5269756"/>
              <a:ext cx="334304" cy="334334"/>
            </a:xfrm>
            <a:custGeom>
              <a:avLst/>
              <a:pathLst>
                <a:path w="334304" h="334334">
                  <a:moveTo>
                    <a:pt x="19474" y="88838"/>
                  </a:moveTo>
                  <a:lnTo>
                    <a:pt x="17065" y="93559"/>
                  </a:lnTo>
                  <a:lnTo>
                    <a:pt x="14807" y="98355"/>
                  </a:lnTo>
                  <a:lnTo>
                    <a:pt x="12702" y="103219"/>
                  </a:lnTo>
                  <a:lnTo>
                    <a:pt x="10753" y="108148"/>
                  </a:lnTo>
                  <a:lnTo>
                    <a:pt x="8960" y="113136"/>
                  </a:lnTo>
                  <a:lnTo>
                    <a:pt x="7327" y="118178"/>
                  </a:lnTo>
                  <a:lnTo>
                    <a:pt x="5854" y="123270"/>
                  </a:lnTo>
                  <a:lnTo>
                    <a:pt x="4543" y="128405"/>
                  </a:lnTo>
                  <a:lnTo>
                    <a:pt x="3396" y="133580"/>
                  </a:lnTo>
                  <a:lnTo>
                    <a:pt x="2414" y="138788"/>
                  </a:lnTo>
                  <a:lnTo>
                    <a:pt x="1597" y="144025"/>
                  </a:lnTo>
                  <a:lnTo>
                    <a:pt x="946" y="149285"/>
                  </a:lnTo>
                  <a:lnTo>
                    <a:pt x="463" y="154564"/>
                  </a:lnTo>
                  <a:lnTo>
                    <a:pt x="147" y="159854"/>
                  </a:lnTo>
                  <a:lnTo>
                    <a:pt x="0" y="165153"/>
                  </a:lnTo>
                  <a:lnTo>
                    <a:pt x="20" y="170453"/>
                  </a:lnTo>
                  <a:lnTo>
                    <a:pt x="208" y="175750"/>
                  </a:lnTo>
                  <a:lnTo>
                    <a:pt x="564" y="181038"/>
                  </a:lnTo>
                  <a:lnTo>
                    <a:pt x="1087" y="186312"/>
                  </a:lnTo>
                  <a:lnTo>
                    <a:pt x="1778" y="191568"/>
                  </a:lnTo>
                  <a:lnTo>
                    <a:pt x="2634" y="196798"/>
                  </a:lnTo>
                  <a:lnTo>
                    <a:pt x="3657" y="201999"/>
                  </a:lnTo>
                  <a:lnTo>
                    <a:pt x="4843" y="207165"/>
                  </a:lnTo>
                  <a:lnTo>
                    <a:pt x="6193" y="212290"/>
                  </a:lnTo>
                  <a:lnTo>
                    <a:pt x="7704" y="217370"/>
                  </a:lnTo>
                  <a:lnTo>
                    <a:pt x="9376" y="222400"/>
                  </a:lnTo>
                  <a:lnTo>
                    <a:pt x="11206" y="227374"/>
                  </a:lnTo>
                  <a:lnTo>
                    <a:pt x="13193" y="232288"/>
                  </a:lnTo>
                  <a:lnTo>
                    <a:pt x="15335" y="237136"/>
                  </a:lnTo>
                  <a:lnTo>
                    <a:pt x="17629" y="241914"/>
                  </a:lnTo>
                  <a:lnTo>
                    <a:pt x="20074" y="246617"/>
                  </a:lnTo>
                  <a:lnTo>
                    <a:pt x="22667" y="251240"/>
                  </a:lnTo>
                  <a:lnTo>
                    <a:pt x="25405" y="255778"/>
                  </a:lnTo>
                  <a:lnTo>
                    <a:pt x="28285" y="260227"/>
                  </a:lnTo>
                  <a:lnTo>
                    <a:pt x="31305" y="264583"/>
                  </a:lnTo>
                  <a:lnTo>
                    <a:pt x="34462" y="268841"/>
                  </a:lnTo>
                  <a:lnTo>
                    <a:pt x="37752" y="272996"/>
                  </a:lnTo>
                  <a:lnTo>
                    <a:pt x="41172" y="277046"/>
                  </a:lnTo>
                  <a:lnTo>
                    <a:pt x="44719" y="280984"/>
                  </a:lnTo>
                  <a:lnTo>
                    <a:pt x="48389" y="284809"/>
                  </a:lnTo>
                  <a:lnTo>
                    <a:pt x="52178" y="288515"/>
                  </a:lnTo>
                  <a:lnTo>
                    <a:pt x="56083" y="292099"/>
                  </a:lnTo>
                  <a:lnTo>
                    <a:pt x="60099" y="295557"/>
                  </a:lnTo>
                  <a:lnTo>
                    <a:pt x="64223" y="298886"/>
                  </a:lnTo>
                  <a:lnTo>
                    <a:pt x="68451" y="302083"/>
                  </a:lnTo>
                  <a:lnTo>
                    <a:pt x="72777" y="305145"/>
                  </a:lnTo>
                  <a:lnTo>
                    <a:pt x="77199" y="308067"/>
                  </a:lnTo>
                  <a:lnTo>
                    <a:pt x="81711" y="310848"/>
                  </a:lnTo>
                  <a:lnTo>
                    <a:pt x="86309" y="313485"/>
                  </a:lnTo>
                  <a:lnTo>
                    <a:pt x="90988" y="315974"/>
                  </a:lnTo>
                  <a:lnTo>
                    <a:pt x="95744" y="318314"/>
                  </a:lnTo>
                  <a:lnTo>
                    <a:pt x="100572" y="320502"/>
                  </a:lnTo>
                  <a:lnTo>
                    <a:pt x="105466" y="322536"/>
                  </a:lnTo>
                  <a:lnTo>
                    <a:pt x="110423" y="324413"/>
                  </a:lnTo>
                  <a:lnTo>
                    <a:pt x="115437" y="326133"/>
                  </a:lnTo>
                  <a:lnTo>
                    <a:pt x="120502" y="327693"/>
                  </a:lnTo>
                  <a:lnTo>
                    <a:pt x="125615" y="329091"/>
                  </a:lnTo>
                  <a:lnTo>
                    <a:pt x="130769" y="330326"/>
                  </a:lnTo>
                  <a:lnTo>
                    <a:pt x="135960" y="331398"/>
                  </a:lnTo>
                  <a:lnTo>
                    <a:pt x="141182" y="332304"/>
                  </a:lnTo>
                  <a:lnTo>
                    <a:pt x="146430" y="333045"/>
                  </a:lnTo>
                  <a:lnTo>
                    <a:pt x="151699" y="333618"/>
                  </a:lnTo>
                  <a:lnTo>
                    <a:pt x="156984" y="334025"/>
                  </a:lnTo>
                  <a:lnTo>
                    <a:pt x="162279" y="334263"/>
                  </a:lnTo>
                  <a:lnTo>
                    <a:pt x="167579" y="334334"/>
                  </a:lnTo>
                  <a:lnTo>
                    <a:pt x="172878" y="334236"/>
                  </a:lnTo>
                  <a:lnTo>
                    <a:pt x="178172" y="333971"/>
                  </a:lnTo>
                  <a:lnTo>
                    <a:pt x="183454" y="333538"/>
                  </a:lnTo>
                  <a:lnTo>
                    <a:pt x="188720" y="332938"/>
                  </a:lnTo>
                  <a:lnTo>
                    <a:pt x="193965" y="332171"/>
                  </a:lnTo>
                  <a:lnTo>
                    <a:pt x="199182" y="331238"/>
                  </a:lnTo>
                  <a:lnTo>
                    <a:pt x="204368" y="330140"/>
                  </a:lnTo>
                  <a:lnTo>
                    <a:pt x="209516" y="328878"/>
                  </a:lnTo>
                  <a:lnTo>
                    <a:pt x="214621" y="327454"/>
                  </a:lnTo>
                  <a:lnTo>
                    <a:pt x="219679" y="325869"/>
                  </a:lnTo>
                  <a:lnTo>
                    <a:pt x="224683" y="324124"/>
                  </a:lnTo>
                  <a:lnTo>
                    <a:pt x="229630" y="322221"/>
                  </a:lnTo>
                  <a:lnTo>
                    <a:pt x="234515" y="320162"/>
                  </a:lnTo>
                  <a:lnTo>
                    <a:pt x="239331" y="317950"/>
                  </a:lnTo>
                  <a:lnTo>
                    <a:pt x="244075" y="315586"/>
                  </a:lnTo>
                  <a:lnTo>
                    <a:pt x="248741" y="313073"/>
                  </a:lnTo>
                  <a:lnTo>
                    <a:pt x="253326" y="310413"/>
                  </a:lnTo>
                  <a:lnTo>
                    <a:pt x="257824" y="307609"/>
                  </a:lnTo>
                  <a:lnTo>
                    <a:pt x="262231" y="304664"/>
                  </a:lnTo>
                  <a:lnTo>
                    <a:pt x="266542" y="301581"/>
                  </a:lnTo>
                  <a:lnTo>
                    <a:pt x="270753" y="298363"/>
                  </a:lnTo>
                  <a:lnTo>
                    <a:pt x="274860" y="295012"/>
                  </a:lnTo>
                  <a:lnTo>
                    <a:pt x="278859" y="291534"/>
                  </a:lnTo>
                  <a:lnTo>
                    <a:pt x="282746" y="287930"/>
                  </a:lnTo>
                  <a:lnTo>
                    <a:pt x="286516" y="284205"/>
                  </a:lnTo>
                  <a:lnTo>
                    <a:pt x="290166" y="280362"/>
                  </a:lnTo>
                  <a:lnTo>
                    <a:pt x="293693" y="276405"/>
                  </a:lnTo>
                  <a:lnTo>
                    <a:pt x="297093" y="272339"/>
                  </a:lnTo>
                  <a:lnTo>
                    <a:pt x="300362" y="268166"/>
                  </a:lnTo>
                  <a:lnTo>
                    <a:pt x="303497" y="263893"/>
                  </a:lnTo>
                  <a:lnTo>
                    <a:pt x="306494" y="259522"/>
                  </a:lnTo>
                  <a:lnTo>
                    <a:pt x="309352" y="255058"/>
                  </a:lnTo>
                  <a:lnTo>
                    <a:pt x="312067" y="250506"/>
                  </a:lnTo>
                  <a:lnTo>
                    <a:pt x="314636" y="245870"/>
                  </a:lnTo>
                  <a:lnTo>
                    <a:pt x="317057" y="241155"/>
                  </a:lnTo>
                  <a:lnTo>
                    <a:pt x="319328" y="236365"/>
                  </a:lnTo>
                  <a:lnTo>
                    <a:pt x="321445" y="231506"/>
                  </a:lnTo>
                  <a:lnTo>
                    <a:pt x="323407" y="226583"/>
                  </a:lnTo>
                  <a:lnTo>
                    <a:pt x="325212" y="221599"/>
                  </a:lnTo>
                  <a:lnTo>
                    <a:pt x="326858" y="216561"/>
                  </a:lnTo>
                  <a:lnTo>
                    <a:pt x="328344" y="211473"/>
                  </a:lnTo>
                  <a:lnTo>
                    <a:pt x="329667" y="206341"/>
                  </a:lnTo>
                  <a:lnTo>
                    <a:pt x="330828" y="201169"/>
                  </a:lnTo>
                  <a:lnTo>
                    <a:pt x="331823" y="195963"/>
                  </a:lnTo>
                  <a:lnTo>
                    <a:pt x="332653" y="190728"/>
                  </a:lnTo>
                  <a:lnTo>
                    <a:pt x="333317" y="185470"/>
                  </a:lnTo>
                  <a:lnTo>
                    <a:pt x="333814" y="180193"/>
                  </a:lnTo>
                  <a:lnTo>
                    <a:pt x="334143" y="174903"/>
                  </a:lnTo>
                  <a:lnTo>
                    <a:pt x="334304" y="169605"/>
                  </a:lnTo>
                  <a:lnTo>
                    <a:pt x="334298" y="164305"/>
                  </a:lnTo>
                  <a:lnTo>
                    <a:pt x="334123" y="159008"/>
                  </a:lnTo>
                  <a:lnTo>
                    <a:pt x="333780" y="153718"/>
                  </a:lnTo>
                  <a:lnTo>
                    <a:pt x="333270" y="148443"/>
                  </a:lnTo>
                  <a:lnTo>
                    <a:pt x="332593" y="143186"/>
                  </a:lnTo>
                  <a:lnTo>
                    <a:pt x="331750" y="137953"/>
                  </a:lnTo>
                  <a:lnTo>
                    <a:pt x="330741" y="132750"/>
                  </a:lnTo>
                  <a:lnTo>
                    <a:pt x="329568" y="127581"/>
                  </a:lnTo>
                  <a:lnTo>
                    <a:pt x="328231" y="122452"/>
                  </a:lnTo>
                  <a:lnTo>
                    <a:pt x="326732" y="117368"/>
                  </a:lnTo>
                  <a:lnTo>
                    <a:pt x="325073" y="112334"/>
                  </a:lnTo>
                  <a:lnTo>
                    <a:pt x="323256" y="107355"/>
                  </a:lnTo>
                  <a:lnTo>
                    <a:pt x="321281" y="102437"/>
                  </a:lnTo>
                  <a:lnTo>
                    <a:pt x="319152" y="97583"/>
                  </a:lnTo>
                  <a:lnTo>
                    <a:pt x="316869" y="92799"/>
                  </a:lnTo>
                  <a:lnTo>
                    <a:pt x="314436" y="88090"/>
                  </a:lnTo>
                  <a:lnTo>
                    <a:pt x="311855" y="83461"/>
                  </a:lnTo>
                  <a:lnTo>
                    <a:pt x="309129" y="78916"/>
                  </a:lnTo>
                  <a:lnTo>
                    <a:pt x="306260" y="74459"/>
                  </a:lnTo>
                  <a:lnTo>
                    <a:pt x="303251" y="70096"/>
                  </a:lnTo>
                  <a:lnTo>
                    <a:pt x="300105" y="65830"/>
                  </a:lnTo>
                  <a:lnTo>
                    <a:pt x="296826" y="61666"/>
                  </a:lnTo>
                  <a:lnTo>
                    <a:pt x="293416" y="57608"/>
                  </a:lnTo>
                  <a:lnTo>
                    <a:pt x="289879" y="53661"/>
                  </a:lnTo>
                  <a:lnTo>
                    <a:pt x="286219" y="49827"/>
                  </a:lnTo>
                  <a:lnTo>
                    <a:pt x="282439" y="46111"/>
                  </a:lnTo>
                  <a:lnTo>
                    <a:pt x="278543" y="42517"/>
                  </a:lnTo>
                  <a:lnTo>
                    <a:pt x="274536" y="39049"/>
                  </a:lnTo>
                  <a:lnTo>
                    <a:pt x="270420" y="35709"/>
                  </a:lnTo>
                  <a:lnTo>
                    <a:pt x="266201" y="32501"/>
                  </a:lnTo>
                  <a:lnTo>
                    <a:pt x="261882" y="29429"/>
                  </a:lnTo>
                  <a:lnTo>
                    <a:pt x="257467" y="26495"/>
                  </a:lnTo>
                  <a:lnTo>
                    <a:pt x="252962" y="23703"/>
                  </a:lnTo>
                  <a:lnTo>
                    <a:pt x="248371" y="21054"/>
                  </a:lnTo>
                  <a:lnTo>
                    <a:pt x="243698" y="18553"/>
                  </a:lnTo>
                  <a:lnTo>
                    <a:pt x="238948" y="16201"/>
                  </a:lnTo>
                  <a:lnTo>
                    <a:pt x="234126" y="14001"/>
                  </a:lnTo>
                  <a:lnTo>
                    <a:pt x="229237" y="11955"/>
                  </a:lnTo>
                  <a:lnTo>
                    <a:pt x="224285" y="10065"/>
                  </a:lnTo>
                  <a:lnTo>
                    <a:pt x="219276" y="8333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6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010" y="5399291"/>
              <a:ext cx="4205" cy="167167"/>
            </a:xfrm>
            <a:custGeom>
              <a:avLst/>
              <a:pathLst>
                <a:path w="4205" h="167167">
                  <a:moveTo>
                    <a:pt x="4205" y="0"/>
                  </a:moveTo>
                  <a:lnTo>
                    <a:pt x="0" y="52"/>
                  </a:lnTo>
                  <a:lnTo>
                    <a:pt x="420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2010" y="5399344"/>
              <a:ext cx="4205" cy="167114"/>
            </a:xfrm>
            <a:custGeom>
              <a:avLst/>
              <a:pathLst>
                <a:path w="4205" h="167114">
                  <a:moveTo>
                    <a:pt x="0" y="0"/>
                  </a:moveTo>
                  <a:lnTo>
                    <a:pt x="4205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319048" y="5399344"/>
              <a:ext cx="334322" cy="334272"/>
            </a:xfrm>
            <a:custGeom>
              <a:avLst/>
              <a:pathLst>
                <a:path w="334322" h="334272">
                  <a:moveTo>
                    <a:pt x="162962" y="0"/>
                  </a:moveTo>
                  <a:lnTo>
                    <a:pt x="157685" y="216"/>
                  </a:lnTo>
                  <a:lnTo>
                    <a:pt x="152419" y="598"/>
                  </a:lnTo>
                  <a:lnTo>
                    <a:pt x="147167" y="1147"/>
                  </a:lnTo>
                  <a:lnTo>
                    <a:pt x="141935" y="1862"/>
                  </a:lnTo>
                  <a:lnTo>
                    <a:pt x="136728" y="2741"/>
                  </a:lnTo>
                  <a:lnTo>
                    <a:pt x="131552" y="3784"/>
                  </a:lnTo>
                  <a:lnTo>
                    <a:pt x="126411" y="4991"/>
                  </a:lnTo>
                  <a:lnTo>
                    <a:pt x="121311" y="6359"/>
                  </a:lnTo>
                  <a:lnTo>
                    <a:pt x="116257" y="7887"/>
                  </a:lnTo>
                  <a:lnTo>
                    <a:pt x="111253" y="9575"/>
                  </a:lnTo>
                  <a:lnTo>
                    <a:pt x="106305" y="11419"/>
                  </a:lnTo>
                  <a:lnTo>
                    <a:pt x="101418" y="13419"/>
                  </a:lnTo>
                  <a:lnTo>
                    <a:pt x="96597" y="15572"/>
                  </a:lnTo>
                  <a:lnTo>
                    <a:pt x="91846" y="17877"/>
                  </a:lnTo>
                  <a:lnTo>
                    <a:pt x="87170" y="20330"/>
                  </a:lnTo>
                  <a:lnTo>
                    <a:pt x="82574" y="22930"/>
                  </a:lnTo>
                  <a:lnTo>
                    <a:pt x="78062" y="25674"/>
                  </a:lnTo>
                  <a:lnTo>
                    <a:pt x="73639" y="28559"/>
                  </a:lnTo>
                  <a:lnTo>
                    <a:pt x="69310" y="31582"/>
                  </a:lnTo>
                  <a:lnTo>
                    <a:pt x="65078" y="34740"/>
                  </a:lnTo>
                  <a:lnTo>
                    <a:pt x="60948" y="38030"/>
                  </a:lnTo>
                  <a:lnTo>
                    <a:pt x="56924" y="41450"/>
                  </a:lnTo>
                  <a:lnTo>
                    <a:pt x="53010" y="44994"/>
                  </a:lnTo>
                  <a:lnTo>
                    <a:pt x="49210" y="48661"/>
                  </a:lnTo>
                  <a:lnTo>
                    <a:pt x="45528" y="52445"/>
                  </a:lnTo>
                  <a:lnTo>
                    <a:pt x="41967" y="56344"/>
                  </a:lnTo>
                  <a:lnTo>
                    <a:pt x="38531" y="60354"/>
                  </a:lnTo>
                  <a:lnTo>
                    <a:pt x="35223" y="64470"/>
                  </a:lnTo>
                  <a:lnTo>
                    <a:pt x="32047" y="68688"/>
                  </a:lnTo>
                  <a:lnTo>
                    <a:pt x="29005" y="73005"/>
                  </a:lnTo>
                  <a:lnTo>
                    <a:pt x="26102" y="77416"/>
                  </a:lnTo>
                  <a:lnTo>
                    <a:pt x="23339" y="81916"/>
                  </a:lnTo>
                  <a:lnTo>
                    <a:pt x="20720" y="86501"/>
                  </a:lnTo>
                  <a:lnTo>
                    <a:pt x="18247" y="91167"/>
                  </a:lnTo>
                  <a:lnTo>
                    <a:pt x="15923" y="95908"/>
                  </a:lnTo>
                  <a:lnTo>
                    <a:pt x="13749" y="100720"/>
                  </a:lnTo>
                  <a:lnTo>
                    <a:pt x="11729" y="105599"/>
                  </a:lnTo>
                  <a:lnTo>
                    <a:pt x="9864" y="110539"/>
                  </a:lnTo>
                  <a:lnTo>
                    <a:pt x="8155" y="115535"/>
                  </a:lnTo>
                  <a:lnTo>
                    <a:pt x="6605" y="120583"/>
                  </a:lnTo>
                  <a:lnTo>
                    <a:pt x="5216" y="125678"/>
                  </a:lnTo>
                  <a:lnTo>
                    <a:pt x="3988" y="130813"/>
                  </a:lnTo>
                  <a:lnTo>
                    <a:pt x="2923" y="135985"/>
                  </a:lnTo>
                  <a:lnTo>
                    <a:pt x="2022" y="141188"/>
                  </a:lnTo>
                  <a:lnTo>
                    <a:pt x="1285" y="146417"/>
                  </a:lnTo>
                  <a:lnTo>
                    <a:pt x="714" y="151667"/>
                  </a:lnTo>
                  <a:lnTo>
                    <a:pt x="309" y="156932"/>
                  </a:lnTo>
                  <a:lnTo>
                    <a:pt x="71" y="162207"/>
                  </a:lnTo>
                  <a:lnTo>
                    <a:pt x="0" y="167487"/>
                  </a:lnTo>
                  <a:lnTo>
                    <a:pt x="95" y="172766"/>
                  </a:lnTo>
                  <a:lnTo>
                    <a:pt x="357" y="178040"/>
                  </a:lnTo>
                  <a:lnTo>
                    <a:pt x="785" y="183303"/>
                  </a:lnTo>
                  <a:lnTo>
                    <a:pt x="1379" y="188550"/>
                  </a:lnTo>
                  <a:lnTo>
                    <a:pt x="2139" y="193776"/>
                  </a:lnTo>
                  <a:lnTo>
                    <a:pt x="3063" y="198975"/>
                  </a:lnTo>
                  <a:lnTo>
                    <a:pt x="4151" y="204142"/>
                  </a:lnTo>
                  <a:lnTo>
                    <a:pt x="5402" y="209272"/>
                  </a:lnTo>
                  <a:lnTo>
                    <a:pt x="6814" y="214360"/>
                  </a:lnTo>
                  <a:lnTo>
                    <a:pt x="8387" y="219401"/>
                  </a:lnTo>
                  <a:lnTo>
                    <a:pt x="10117" y="224390"/>
                  </a:lnTo>
                  <a:lnTo>
                    <a:pt x="12005" y="229321"/>
                  </a:lnTo>
                  <a:lnTo>
                    <a:pt x="14047" y="234191"/>
                  </a:lnTo>
                  <a:lnTo>
                    <a:pt x="16242" y="238994"/>
                  </a:lnTo>
                  <a:lnTo>
                    <a:pt x="18587" y="243725"/>
                  </a:lnTo>
                  <a:lnTo>
                    <a:pt x="21081" y="248379"/>
                  </a:lnTo>
                  <a:lnTo>
                    <a:pt x="23721" y="252952"/>
                  </a:lnTo>
                  <a:lnTo>
                    <a:pt x="26503" y="257440"/>
                  </a:lnTo>
                  <a:lnTo>
                    <a:pt x="29426" y="261838"/>
                  </a:lnTo>
                  <a:lnTo>
                    <a:pt x="32487" y="266141"/>
                  </a:lnTo>
                  <a:lnTo>
                    <a:pt x="35682" y="270345"/>
                  </a:lnTo>
                  <a:lnTo>
                    <a:pt x="39008" y="274447"/>
                  </a:lnTo>
                  <a:lnTo>
                    <a:pt x="42462" y="278441"/>
                  </a:lnTo>
                  <a:lnTo>
                    <a:pt x="46040" y="282324"/>
                  </a:lnTo>
                  <a:lnTo>
                    <a:pt x="49739" y="286092"/>
                  </a:lnTo>
                  <a:lnTo>
                    <a:pt x="53556" y="289741"/>
                  </a:lnTo>
                  <a:lnTo>
                    <a:pt x="57485" y="293269"/>
                  </a:lnTo>
                  <a:lnTo>
                    <a:pt x="61524" y="296670"/>
                  </a:lnTo>
                  <a:lnTo>
                    <a:pt x="65669" y="299942"/>
                  </a:lnTo>
                  <a:lnTo>
                    <a:pt x="69915" y="303081"/>
                  </a:lnTo>
                  <a:lnTo>
                    <a:pt x="74258" y="306085"/>
                  </a:lnTo>
                  <a:lnTo>
                    <a:pt x="78693" y="308950"/>
                  </a:lnTo>
                  <a:lnTo>
                    <a:pt x="83217" y="311674"/>
                  </a:lnTo>
                  <a:lnTo>
                    <a:pt x="87825" y="314253"/>
                  </a:lnTo>
                  <a:lnTo>
                    <a:pt x="92512" y="316685"/>
                  </a:lnTo>
                  <a:lnTo>
                    <a:pt x="97273" y="318969"/>
                  </a:lnTo>
                  <a:lnTo>
                    <a:pt x="102104" y="321100"/>
                  </a:lnTo>
                  <a:lnTo>
                    <a:pt x="107000" y="323079"/>
                  </a:lnTo>
                  <a:lnTo>
                    <a:pt x="111956" y="324901"/>
                  </a:lnTo>
                  <a:lnTo>
                    <a:pt x="116967" y="326566"/>
                  </a:lnTo>
                  <a:lnTo>
                    <a:pt x="122028" y="328072"/>
                  </a:lnTo>
                  <a:lnTo>
                    <a:pt x="127134" y="329417"/>
                  </a:lnTo>
                  <a:lnTo>
                    <a:pt x="132280" y="330601"/>
                  </a:lnTo>
                  <a:lnTo>
                    <a:pt x="137461" y="331621"/>
                  </a:lnTo>
                  <a:lnTo>
                    <a:pt x="142672" y="332477"/>
                  </a:lnTo>
                  <a:lnTo>
                    <a:pt x="147907" y="333168"/>
                  </a:lnTo>
                  <a:lnTo>
                    <a:pt x="153161" y="333694"/>
                  </a:lnTo>
                  <a:lnTo>
                    <a:pt x="158430" y="334053"/>
                  </a:lnTo>
                  <a:lnTo>
                    <a:pt x="163706" y="334246"/>
                  </a:lnTo>
                  <a:lnTo>
                    <a:pt x="168987" y="334272"/>
                  </a:lnTo>
                  <a:lnTo>
                    <a:pt x="174265" y="334131"/>
                  </a:lnTo>
                  <a:lnTo>
                    <a:pt x="179537" y="333823"/>
                  </a:lnTo>
                  <a:lnTo>
                    <a:pt x="184796" y="333349"/>
                  </a:lnTo>
                  <a:lnTo>
                    <a:pt x="190038" y="332710"/>
                  </a:lnTo>
                  <a:lnTo>
                    <a:pt x="195256" y="331905"/>
                  </a:lnTo>
                  <a:lnTo>
                    <a:pt x="200447" y="330935"/>
                  </a:lnTo>
                  <a:lnTo>
                    <a:pt x="205605" y="329802"/>
                  </a:lnTo>
                  <a:lnTo>
                    <a:pt x="210724" y="328507"/>
                  </a:lnTo>
                  <a:lnTo>
                    <a:pt x="215799" y="327051"/>
                  </a:lnTo>
                  <a:lnTo>
                    <a:pt x="220827" y="325435"/>
                  </a:lnTo>
                  <a:lnTo>
                    <a:pt x="225800" y="323661"/>
                  </a:lnTo>
                  <a:lnTo>
                    <a:pt x="230715" y="321731"/>
                  </a:lnTo>
                  <a:lnTo>
                    <a:pt x="235567" y="319647"/>
                  </a:lnTo>
                  <a:lnTo>
                    <a:pt x="240350" y="317411"/>
                  </a:lnTo>
                  <a:lnTo>
                    <a:pt x="245061" y="315024"/>
                  </a:lnTo>
                  <a:lnTo>
                    <a:pt x="249694" y="312490"/>
                  </a:lnTo>
                  <a:lnTo>
                    <a:pt x="254244" y="309811"/>
                  </a:lnTo>
                  <a:lnTo>
                    <a:pt x="258708" y="306990"/>
                  </a:lnTo>
                  <a:lnTo>
                    <a:pt x="263080" y="304029"/>
                  </a:lnTo>
                  <a:lnTo>
                    <a:pt x="267356" y="300931"/>
                  </a:lnTo>
                  <a:lnTo>
                    <a:pt x="271533" y="297700"/>
                  </a:lnTo>
                  <a:lnTo>
                    <a:pt x="275605" y="294339"/>
                  </a:lnTo>
                  <a:lnTo>
                    <a:pt x="279569" y="290850"/>
                  </a:lnTo>
                  <a:lnTo>
                    <a:pt x="283421" y="287238"/>
                  </a:lnTo>
                  <a:lnTo>
                    <a:pt x="287157" y="283507"/>
                  </a:lnTo>
                  <a:lnTo>
                    <a:pt x="290773" y="279659"/>
                  </a:lnTo>
                  <a:lnTo>
                    <a:pt x="294266" y="275699"/>
                  </a:lnTo>
                  <a:lnTo>
                    <a:pt x="297632" y="271630"/>
                  </a:lnTo>
                  <a:lnTo>
                    <a:pt x="300868" y="267457"/>
                  </a:lnTo>
                  <a:lnTo>
                    <a:pt x="303971" y="263185"/>
                  </a:lnTo>
                  <a:lnTo>
                    <a:pt x="306937" y="258816"/>
                  </a:lnTo>
                  <a:lnTo>
                    <a:pt x="309763" y="254356"/>
                  </a:lnTo>
                  <a:lnTo>
                    <a:pt x="312448" y="249808"/>
                  </a:lnTo>
                  <a:lnTo>
                    <a:pt x="314987" y="245178"/>
                  </a:lnTo>
                  <a:lnTo>
                    <a:pt x="317379" y="240471"/>
                  </a:lnTo>
                  <a:lnTo>
                    <a:pt x="319621" y="235690"/>
                  </a:lnTo>
                  <a:lnTo>
                    <a:pt x="321711" y="230841"/>
                  </a:lnTo>
                  <a:lnTo>
                    <a:pt x="323646" y="225928"/>
                  </a:lnTo>
                  <a:lnTo>
                    <a:pt x="325426" y="220956"/>
                  </a:lnTo>
                  <a:lnTo>
                    <a:pt x="327047" y="215931"/>
                  </a:lnTo>
                  <a:lnTo>
                    <a:pt x="328509" y="210857"/>
                  </a:lnTo>
                  <a:lnTo>
                    <a:pt x="329810" y="205739"/>
                  </a:lnTo>
                  <a:lnTo>
                    <a:pt x="330949" y="200583"/>
                  </a:lnTo>
                  <a:lnTo>
                    <a:pt x="331925" y="195393"/>
                  </a:lnTo>
                  <a:lnTo>
                    <a:pt x="332736" y="190176"/>
                  </a:lnTo>
                  <a:lnTo>
                    <a:pt x="333381" y="184935"/>
                  </a:lnTo>
                  <a:lnTo>
                    <a:pt x="333861" y="179676"/>
                  </a:lnTo>
                  <a:lnTo>
                    <a:pt x="334175" y="174405"/>
                  </a:lnTo>
                  <a:lnTo>
                    <a:pt x="334322" y="169127"/>
                  </a:lnTo>
                  <a:lnTo>
                    <a:pt x="334302" y="163846"/>
                  </a:lnTo>
                  <a:lnTo>
                    <a:pt x="334115" y="158569"/>
                  </a:lnTo>
                  <a:lnTo>
                    <a:pt x="333762" y="153300"/>
                  </a:lnTo>
                  <a:lnTo>
                    <a:pt x="333243" y="148045"/>
                  </a:lnTo>
                  <a:lnTo>
                    <a:pt x="332558" y="142810"/>
                  </a:lnTo>
                  <a:lnTo>
                    <a:pt x="331708" y="137598"/>
                  </a:lnTo>
                  <a:lnTo>
                    <a:pt x="330693" y="132416"/>
                  </a:lnTo>
                  <a:lnTo>
                    <a:pt x="329516" y="127268"/>
                  </a:lnTo>
                  <a:lnTo>
                    <a:pt x="328176" y="122161"/>
                  </a:lnTo>
                  <a:lnTo>
                    <a:pt x="326676" y="117098"/>
                  </a:lnTo>
                  <a:lnTo>
                    <a:pt x="325017" y="112085"/>
                  </a:lnTo>
                  <a:lnTo>
                    <a:pt x="323200" y="107127"/>
                  </a:lnTo>
                  <a:lnTo>
                    <a:pt x="321228" y="102229"/>
                  </a:lnTo>
                  <a:lnTo>
                    <a:pt x="319101" y="97395"/>
                  </a:lnTo>
                  <a:lnTo>
                    <a:pt x="316824" y="92631"/>
                  </a:lnTo>
                  <a:lnTo>
                    <a:pt x="314397" y="87942"/>
                  </a:lnTo>
                  <a:lnTo>
                    <a:pt x="311823" y="83331"/>
                  </a:lnTo>
                  <a:lnTo>
                    <a:pt x="309104" y="78804"/>
                  </a:lnTo>
                  <a:lnTo>
                    <a:pt x="306244" y="74365"/>
                  </a:lnTo>
                  <a:lnTo>
                    <a:pt x="303245" y="70019"/>
                  </a:lnTo>
                  <a:lnTo>
                    <a:pt x="300111" y="65769"/>
                  </a:lnTo>
                  <a:lnTo>
                    <a:pt x="296844" y="61621"/>
                  </a:lnTo>
                  <a:lnTo>
                    <a:pt x="293447" y="57578"/>
                  </a:lnTo>
                  <a:lnTo>
                    <a:pt x="289925" y="53644"/>
                  </a:lnTo>
                  <a:lnTo>
                    <a:pt x="286279" y="49824"/>
                  </a:lnTo>
                  <a:lnTo>
                    <a:pt x="282516" y="46120"/>
                  </a:lnTo>
                  <a:lnTo>
                    <a:pt x="278637" y="42537"/>
                  </a:lnTo>
                  <a:lnTo>
                    <a:pt x="274646" y="39079"/>
                  </a:lnTo>
                  <a:lnTo>
                    <a:pt x="270549" y="35748"/>
                  </a:lnTo>
                  <a:lnTo>
                    <a:pt x="266348" y="32548"/>
                  </a:lnTo>
                  <a:lnTo>
                    <a:pt x="262049" y="29483"/>
                  </a:lnTo>
                  <a:lnTo>
                    <a:pt x="257654" y="26555"/>
                  </a:lnTo>
                  <a:lnTo>
                    <a:pt x="253170" y="23767"/>
                  </a:lnTo>
                  <a:lnTo>
                    <a:pt x="248599" y="21122"/>
                  </a:lnTo>
                  <a:lnTo>
                    <a:pt x="243948" y="18623"/>
                  </a:lnTo>
                  <a:lnTo>
                    <a:pt x="239220" y="16272"/>
                  </a:lnTo>
                  <a:lnTo>
                    <a:pt x="234419" y="14072"/>
                  </a:lnTo>
                  <a:lnTo>
                    <a:pt x="229552" y="12024"/>
                  </a:lnTo>
                  <a:lnTo>
                    <a:pt x="224623" y="10131"/>
                  </a:lnTo>
                  <a:lnTo>
                    <a:pt x="219636" y="8394"/>
                  </a:lnTo>
                  <a:lnTo>
                    <a:pt x="214597" y="6816"/>
                  </a:lnTo>
                  <a:lnTo>
                    <a:pt x="209510" y="5398"/>
                  </a:lnTo>
                  <a:lnTo>
                    <a:pt x="167167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86215" y="5399291"/>
              <a:ext cx="42343" cy="167167"/>
            </a:xfrm>
            <a:custGeom>
              <a:avLst/>
              <a:pathLst>
                <a:path w="42343" h="167167">
                  <a:moveTo>
                    <a:pt x="42343" y="5451"/>
                  </a:moveTo>
                  <a:lnTo>
                    <a:pt x="36400" y="4011"/>
                  </a:lnTo>
                  <a:lnTo>
                    <a:pt x="30408" y="2788"/>
                  </a:lnTo>
                  <a:lnTo>
                    <a:pt x="24375" y="1786"/>
                  </a:lnTo>
                  <a:lnTo>
                    <a:pt x="18310" y="1005"/>
                  </a:lnTo>
                  <a:lnTo>
                    <a:pt x="12220" y="447"/>
                  </a:lnTo>
                  <a:lnTo>
                    <a:pt x="611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0964" y="5399291"/>
              <a:ext cx="52580" cy="167167"/>
            </a:xfrm>
            <a:custGeom>
              <a:avLst/>
              <a:pathLst>
                <a:path w="52580" h="167167">
                  <a:moveTo>
                    <a:pt x="52580" y="0"/>
                  </a:moveTo>
                  <a:lnTo>
                    <a:pt x="46638" y="105"/>
                  </a:lnTo>
                  <a:lnTo>
                    <a:pt x="40703" y="422"/>
                  </a:lnTo>
                  <a:lnTo>
                    <a:pt x="34784" y="949"/>
                  </a:lnTo>
                  <a:lnTo>
                    <a:pt x="28887" y="1687"/>
                  </a:lnTo>
                  <a:lnTo>
                    <a:pt x="23020" y="2634"/>
                  </a:lnTo>
                  <a:lnTo>
                    <a:pt x="17191" y="3788"/>
                  </a:lnTo>
                  <a:lnTo>
                    <a:pt x="11406" y="5149"/>
                  </a:lnTo>
                  <a:lnTo>
                    <a:pt x="5673" y="6715"/>
                  </a:lnTo>
                  <a:lnTo>
                    <a:pt x="0" y="8484"/>
                  </a:lnTo>
                  <a:lnTo>
                    <a:pt x="525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0964" y="5407776"/>
              <a:ext cx="52580" cy="158682"/>
            </a:xfrm>
            <a:custGeom>
              <a:avLst/>
              <a:pathLst>
                <a:path w="52580" h="158682">
                  <a:moveTo>
                    <a:pt x="0" y="0"/>
                  </a:moveTo>
                  <a:lnTo>
                    <a:pt x="52580" y="158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0964" y="5407776"/>
              <a:ext cx="52580" cy="158682"/>
            </a:xfrm>
            <a:custGeom>
              <a:avLst/>
              <a:pathLst>
                <a:path w="52580" h="158682">
                  <a:moveTo>
                    <a:pt x="0" y="0"/>
                  </a:moveTo>
                  <a:lnTo>
                    <a:pt x="52580" y="158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0964" y="5407776"/>
              <a:ext cx="52580" cy="158682"/>
            </a:xfrm>
            <a:custGeom>
              <a:avLst/>
              <a:pathLst>
                <a:path w="52580" h="158682">
                  <a:moveTo>
                    <a:pt x="0" y="0"/>
                  </a:moveTo>
                  <a:lnTo>
                    <a:pt x="52580" y="1586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0964" y="5407776"/>
              <a:ext cx="52580" cy="158682"/>
            </a:xfrm>
            <a:custGeom>
              <a:avLst/>
              <a:pathLst>
                <a:path w="52580" h="158682">
                  <a:moveTo>
                    <a:pt x="0" y="0"/>
                  </a:moveTo>
                  <a:lnTo>
                    <a:pt x="52580" y="1586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70964" y="5407776"/>
              <a:ext cx="52580" cy="158682"/>
            </a:xfrm>
            <a:custGeom>
              <a:avLst/>
              <a:pathLst>
                <a:path w="52580" h="158682">
                  <a:moveTo>
                    <a:pt x="0" y="0"/>
                  </a:moveTo>
                  <a:lnTo>
                    <a:pt x="52580" y="1586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856377" y="5407776"/>
              <a:ext cx="167166" cy="320124"/>
            </a:xfrm>
            <a:custGeom>
              <a:avLst/>
              <a:pathLst>
                <a:path w="167166" h="320124">
                  <a:moveTo>
                    <a:pt x="114586" y="0"/>
                  </a:moveTo>
                  <a:lnTo>
                    <a:pt x="109538" y="1762"/>
                  </a:lnTo>
                  <a:lnTo>
                    <a:pt x="104548" y="3686"/>
                  </a:lnTo>
                  <a:lnTo>
                    <a:pt x="99623" y="5768"/>
                  </a:lnTo>
                  <a:lnTo>
                    <a:pt x="94767" y="8006"/>
                  </a:lnTo>
                  <a:lnTo>
                    <a:pt x="89984" y="10399"/>
                  </a:lnTo>
                  <a:lnTo>
                    <a:pt x="85281" y="12944"/>
                  </a:lnTo>
                  <a:lnTo>
                    <a:pt x="80662" y="15637"/>
                  </a:lnTo>
                  <a:lnTo>
                    <a:pt x="76131" y="18477"/>
                  </a:lnTo>
                  <a:lnTo>
                    <a:pt x="71693" y="21460"/>
                  </a:lnTo>
                  <a:lnTo>
                    <a:pt x="67353" y="24584"/>
                  </a:lnTo>
                  <a:lnTo>
                    <a:pt x="63115" y="27845"/>
                  </a:lnTo>
                  <a:lnTo>
                    <a:pt x="58984" y="31240"/>
                  </a:lnTo>
                  <a:lnTo>
                    <a:pt x="54963" y="34765"/>
                  </a:lnTo>
                  <a:lnTo>
                    <a:pt x="51057" y="38418"/>
                  </a:lnTo>
                  <a:lnTo>
                    <a:pt x="47270" y="42193"/>
                  </a:lnTo>
                  <a:lnTo>
                    <a:pt x="43606" y="46087"/>
                  </a:lnTo>
                  <a:lnTo>
                    <a:pt x="40067" y="50097"/>
                  </a:lnTo>
                  <a:lnTo>
                    <a:pt x="36660" y="54217"/>
                  </a:lnTo>
                  <a:lnTo>
                    <a:pt x="33385" y="58445"/>
                  </a:lnTo>
                  <a:lnTo>
                    <a:pt x="30248" y="62775"/>
                  </a:lnTo>
                  <a:lnTo>
                    <a:pt x="27250" y="67203"/>
                  </a:lnTo>
                  <a:lnTo>
                    <a:pt x="24396" y="71725"/>
                  </a:lnTo>
                  <a:lnTo>
                    <a:pt x="21688" y="76336"/>
                  </a:lnTo>
                  <a:lnTo>
                    <a:pt x="19128" y="81031"/>
                  </a:lnTo>
                  <a:lnTo>
                    <a:pt x="16720" y="85805"/>
                  </a:lnTo>
                  <a:lnTo>
                    <a:pt x="14466" y="90655"/>
                  </a:lnTo>
                  <a:lnTo>
                    <a:pt x="12369" y="95573"/>
                  </a:lnTo>
                  <a:lnTo>
                    <a:pt x="10430" y="100557"/>
                  </a:lnTo>
                  <a:lnTo>
                    <a:pt x="8651" y="105599"/>
                  </a:lnTo>
                  <a:lnTo>
                    <a:pt x="7034" y="110697"/>
                  </a:lnTo>
                  <a:lnTo>
                    <a:pt x="5581" y="115843"/>
                  </a:lnTo>
                  <a:lnTo>
                    <a:pt x="4294" y="121033"/>
                  </a:lnTo>
                  <a:lnTo>
                    <a:pt x="3173" y="126261"/>
                  </a:lnTo>
                  <a:lnTo>
                    <a:pt x="2220" y="131523"/>
                  </a:lnTo>
                  <a:lnTo>
                    <a:pt x="1435" y="136813"/>
                  </a:lnTo>
                  <a:lnTo>
                    <a:pt x="821" y="142124"/>
                  </a:lnTo>
                  <a:lnTo>
                    <a:pt x="376" y="147453"/>
                  </a:lnTo>
                  <a:lnTo>
                    <a:pt x="102" y="152794"/>
                  </a:lnTo>
                  <a:lnTo>
                    <a:pt x="0" y="158140"/>
                  </a:lnTo>
                  <a:lnTo>
                    <a:pt x="68" y="163487"/>
                  </a:lnTo>
                  <a:lnTo>
                    <a:pt x="307" y="168829"/>
                  </a:lnTo>
                  <a:lnTo>
                    <a:pt x="717" y="174160"/>
                  </a:lnTo>
                  <a:lnTo>
                    <a:pt x="1297" y="179476"/>
                  </a:lnTo>
                  <a:lnTo>
                    <a:pt x="2047" y="184771"/>
                  </a:lnTo>
                  <a:lnTo>
                    <a:pt x="2966" y="190039"/>
                  </a:lnTo>
                  <a:lnTo>
                    <a:pt x="4053" y="195274"/>
                  </a:lnTo>
                  <a:lnTo>
                    <a:pt x="5306" y="200473"/>
                  </a:lnTo>
                  <a:lnTo>
                    <a:pt x="6726" y="205628"/>
                  </a:lnTo>
                  <a:lnTo>
                    <a:pt x="8309" y="210736"/>
                  </a:lnTo>
                  <a:lnTo>
                    <a:pt x="10056" y="215790"/>
                  </a:lnTo>
                  <a:lnTo>
                    <a:pt x="11962" y="220786"/>
                  </a:lnTo>
                  <a:lnTo>
                    <a:pt x="14028" y="225718"/>
                  </a:lnTo>
                  <a:lnTo>
                    <a:pt x="16251" y="230581"/>
                  </a:lnTo>
                  <a:lnTo>
                    <a:pt x="18627" y="235372"/>
                  </a:lnTo>
                  <a:lnTo>
                    <a:pt x="21156" y="240083"/>
                  </a:lnTo>
                  <a:lnTo>
                    <a:pt x="23834" y="244711"/>
                  </a:lnTo>
                  <a:lnTo>
                    <a:pt x="26659" y="249252"/>
                  </a:lnTo>
                  <a:lnTo>
                    <a:pt x="29628" y="253699"/>
                  </a:lnTo>
                  <a:lnTo>
                    <a:pt x="32737" y="258050"/>
                  </a:lnTo>
                  <a:lnTo>
                    <a:pt x="35984" y="262298"/>
                  </a:lnTo>
                  <a:lnTo>
                    <a:pt x="39365" y="266441"/>
                  </a:lnTo>
                  <a:lnTo>
                    <a:pt x="42877" y="270474"/>
                  </a:lnTo>
                  <a:lnTo>
                    <a:pt x="46516" y="274392"/>
                  </a:lnTo>
                  <a:lnTo>
                    <a:pt x="50279" y="278191"/>
                  </a:lnTo>
                  <a:lnTo>
                    <a:pt x="54161" y="281869"/>
                  </a:lnTo>
                  <a:lnTo>
                    <a:pt x="58159" y="285420"/>
                  </a:lnTo>
                  <a:lnTo>
                    <a:pt x="62268" y="288842"/>
                  </a:lnTo>
                  <a:lnTo>
                    <a:pt x="66485" y="292130"/>
                  </a:lnTo>
                  <a:lnTo>
                    <a:pt x="70805" y="295282"/>
                  </a:lnTo>
                  <a:lnTo>
                    <a:pt x="75223" y="298294"/>
                  </a:lnTo>
                  <a:lnTo>
                    <a:pt x="79735" y="301163"/>
                  </a:lnTo>
                  <a:lnTo>
                    <a:pt x="84337" y="303887"/>
                  </a:lnTo>
                  <a:lnTo>
                    <a:pt x="89024" y="306462"/>
                  </a:lnTo>
                  <a:lnTo>
                    <a:pt x="93790" y="308885"/>
                  </a:lnTo>
                  <a:lnTo>
                    <a:pt x="98632" y="311155"/>
                  </a:lnTo>
                  <a:lnTo>
                    <a:pt x="103543" y="313269"/>
                  </a:lnTo>
                  <a:lnTo>
                    <a:pt x="108520" y="315225"/>
                  </a:lnTo>
                  <a:lnTo>
                    <a:pt x="113557" y="317021"/>
                  </a:lnTo>
                  <a:lnTo>
                    <a:pt x="118649" y="318654"/>
                  </a:lnTo>
                  <a:lnTo>
                    <a:pt x="123790" y="320124"/>
                  </a:lnTo>
                  <a:lnTo>
                    <a:pt x="167166" y="1586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80168" y="5399291"/>
              <a:ext cx="210531" cy="334329"/>
            </a:xfrm>
            <a:custGeom>
              <a:avLst/>
              <a:pathLst>
                <a:path w="210531" h="334329">
                  <a:moveTo>
                    <a:pt x="0" y="328609"/>
                  </a:moveTo>
                  <a:lnTo>
                    <a:pt x="5157" y="329907"/>
                  </a:lnTo>
                  <a:lnTo>
                    <a:pt x="10352" y="331040"/>
                  </a:lnTo>
                  <a:lnTo>
                    <a:pt x="15582" y="332008"/>
                  </a:lnTo>
                  <a:lnTo>
                    <a:pt x="20839" y="332808"/>
                  </a:lnTo>
                  <a:lnTo>
                    <a:pt x="26119" y="333441"/>
                  </a:lnTo>
                  <a:lnTo>
                    <a:pt x="31417" y="333906"/>
                  </a:lnTo>
                  <a:lnTo>
                    <a:pt x="36727" y="334202"/>
                  </a:lnTo>
                  <a:lnTo>
                    <a:pt x="42043" y="334329"/>
                  </a:lnTo>
                  <a:lnTo>
                    <a:pt x="47361" y="334287"/>
                  </a:lnTo>
                  <a:lnTo>
                    <a:pt x="52675" y="334076"/>
                  </a:lnTo>
                  <a:lnTo>
                    <a:pt x="57979" y="333695"/>
                  </a:lnTo>
                  <a:lnTo>
                    <a:pt x="63269" y="333146"/>
                  </a:lnTo>
                  <a:lnTo>
                    <a:pt x="68538" y="332430"/>
                  </a:lnTo>
                  <a:lnTo>
                    <a:pt x="73782" y="331546"/>
                  </a:lnTo>
                  <a:lnTo>
                    <a:pt x="78996" y="330495"/>
                  </a:lnTo>
                  <a:lnTo>
                    <a:pt x="84173" y="329280"/>
                  </a:lnTo>
                  <a:lnTo>
                    <a:pt x="89309" y="327900"/>
                  </a:lnTo>
                  <a:lnTo>
                    <a:pt x="94398" y="326358"/>
                  </a:lnTo>
                  <a:lnTo>
                    <a:pt x="99436" y="324654"/>
                  </a:lnTo>
                  <a:lnTo>
                    <a:pt x="104417" y="322791"/>
                  </a:lnTo>
                  <a:lnTo>
                    <a:pt x="109336" y="320771"/>
                  </a:lnTo>
                  <a:lnTo>
                    <a:pt x="114189" y="318595"/>
                  </a:lnTo>
                  <a:lnTo>
                    <a:pt x="118970" y="316266"/>
                  </a:lnTo>
                  <a:lnTo>
                    <a:pt x="123674" y="313786"/>
                  </a:lnTo>
                  <a:lnTo>
                    <a:pt x="128297" y="311158"/>
                  </a:lnTo>
                  <a:lnTo>
                    <a:pt x="132834" y="308383"/>
                  </a:lnTo>
                  <a:lnTo>
                    <a:pt x="137281" y="305466"/>
                  </a:lnTo>
                  <a:lnTo>
                    <a:pt x="141632" y="302409"/>
                  </a:lnTo>
                  <a:lnTo>
                    <a:pt x="145884" y="299216"/>
                  </a:lnTo>
                  <a:lnTo>
                    <a:pt x="150033" y="295888"/>
                  </a:lnTo>
                  <a:lnTo>
                    <a:pt x="154073" y="292430"/>
                  </a:lnTo>
                  <a:lnTo>
                    <a:pt x="158002" y="288846"/>
                  </a:lnTo>
                  <a:lnTo>
                    <a:pt x="161814" y="285138"/>
                  </a:lnTo>
                  <a:lnTo>
                    <a:pt x="165507" y="281311"/>
                  </a:lnTo>
                  <a:lnTo>
                    <a:pt x="169076" y="277369"/>
                  </a:lnTo>
                  <a:lnTo>
                    <a:pt x="172517" y="273315"/>
                  </a:lnTo>
                  <a:lnTo>
                    <a:pt x="175828" y="269153"/>
                  </a:lnTo>
                  <a:lnTo>
                    <a:pt x="179005" y="264888"/>
                  </a:lnTo>
                  <a:lnTo>
                    <a:pt x="182045" y="260525"/>
                  </a:lnTo>
                  <a:lnTo>
                    <a:pt x="184944" y="256067"/>
                  </a:lnTo>
                  <a:lnTo>
                    <a:pt x="187701" y="251519"/>
                  </a:lnTo>
                  <a:lnTo>
                    <a:pt x="190311" y="246885"/>
                  </a:lnTo>
                  <a:lnTo>
                    <a:pt x="192772" y="242171"/>
                  </a:lnTo>
                  <a:lnTo>
                    <a:pt x="195082" y="237381"/>
                  </a:lnTo>
                  <a:lnTo>
                    <a:pt x="197239" y="232520"/>
                  </a:lnTo>
                  <a:lnTo>
                    <a:pt x="199240" y="227593"/>
                  </a:lnTo>
                  <a:lnTo>
                    <a:pt x="201083" y="222604"/>
                  </a:lnTo>
                  <a:lnTo>
                    <a:pt x="202766" y="217560"/>
                  </a:lnTo>
                  <a:lnTo>
                    <a:pt x="204289" y="212464"/>
                  </a:lnTo>
                  <a:lnTo>
                    <a:pt x="205648" y="207323"/>
                  </a:lnTo>
                  <a:lnTo>
                    <a:pt x="206843" y="202141"/>
                  </a:lnTo>
                  <a:lnTo>
                    <a:pt x="207873" y="196924"/>
                  </a:lnTo>
                  <a:lnTo>
                    <a:pt x="208736" y="191676"/>
                  </a:lnTo>
                  <a:lnTo>
                    <a:pt x="209432" y="186404"/>
                  </a:lnTo>
                  <a:lnTo>
                    <a:pt x="209960" y="181112"/>
                  </a:lnTo>
                  <a:lnTo>
                    <a:pt x="210319" y="175807"/>
                  </a:lnTo>
                  <a:lnTo>
                    <a:pt x="210510" y="170492"/>
                  </a:lnTo>
                  <a:lnTo>
                    <a:pt x="210531" y="165174"/>
                  </a:lnTo>
                  <a:lnTo>
                    <a:pt x="210383" y="159858"/>
                  </a:lnTo>
                  <a:lnTo>
                    <a:pt x="210066" y="154549"/>
                  </a:lnTo>
                  <a:lnTo>
                    <a:pt x="209580" y="149254"/>
                  </a:lnTo>
                  <a:lnTo>
                    <a:pt x="208926" y="143976"/>
                  </a:lnTo>
                  <a:lnTo>
                    <a:pt x="208105" y="138722"/>
                  </a:lnTo>
                  <a:lnTo>
                    <a:pt x="207117" y="133496"/>
                  </a:lnTo>
                  <a:lnTo>
                    <a:pt x="205963" y="128305"/>
                  </a:lnTo>
                  <a:lnTo>
                    <a:pt x="204645" y="123153"/>
                  </a:lnTo>
                  <a:lnTo>
                    <a:pt x="203163" y="118046"/>
                  </a:lnTo>
                  <a:lnTo>
                    <a:pt x="201520" y="112988"/>
                  </a:lnTo>
                  <a:lnTo>
                    <a:pt x="199716" y="107985"/>
                  </a:lnTo>
                  <a:lnTo>
                    <a:pt x="197755" y="103042"/>
                  </a:lnTo>
                  <a:lnTo>
                    <a:pt x="195637" y="98164"/>
                  </a:lnTo>
                  <a:lnTo>
                    <a:pt x="193365" y="93356"/>
                  </a:lnTo>
                  <a:lnTo>
                    <a:pt x="190941" y="88622"/>
                  </a:lnTo>
                  <a:lnTo>
                    <a:pt x="188368" y="83968"/>
                  </a:lnTo>
                  <a:lnTo>
                    <a:pt x="185648" y="79398"/>
                  </a:lnTo>
                  <a:lnTo>
                    <a:pt x="182785" y="74917"/>
                  </a:lnTo>
                  <a:lnTo>
                    <a:pt x="179780" y="70529"/>
                  </a:lnTo>
                  <a:lnTo>
                    <a:pt x="176637" y="66240"/>
                  </a:lnTo>
                  <a:lnTo>
                    <a:pt x="173359" y="62052"/>
                  </a:lnTo>
                  <a:lnTo>
                    <a:pt x="169950" y="57970"/>
                  </a:lnTo>
                  <a:lnTo>
                    <a:pt x="166412" y="54000"/>
                  </a:lnTo>
                  <a:lnTo>
                    <a:pt x="162750" y="50143"/>
                  </a:lnTo>
                  <a:lnTo>
                    <a:pt x="158968" y="46405"/>
                  </a:lnTo>
                  <a:lnTo>
                    <a:pt x="155068" y="42790"/>
                  </a:lnTo>
                  <a:lnTo>
                    <a:pt x="151055" y="39300"/>
                  </a:lnTo>
                  <a:lnTo>
                    <a:pt x="146933" y="35939"/>
                  </a:lnTo>
                  <a:lnTo>
                    <a:pt x="142707" y="32712"/>
                  </a:lnTo>
                  <a:lnTo>
                    <a:pt x="138380" y="29620"/>
                  </a:lnTo>
                  <a:lnTo>
                    <a:pt x="133957" y="26668"/>
                  </a:lnTo>
                  <a:lnTo>
                    <a:pt x="129442" y="23858"/>
                  </a:lnTo>
                  <a:lnTo>
                    <a:pt x="124840" y="21193"/>
                  </a:lnTo>
                  <a:lnTo>
                    <a:pt x="120155" y="18675"/>
                  </a:lnTo>
                  <a:lnTo>
                    <a:pt x="115393" y="16308"/>
                  </a:lnTo>
                  <a:lnTo>
                    <a:pt x="110558" y="14094"/>
                  </a:lnTo>
                  <a:lnTo>
                    <a:pt x="105655" y="12034"/>
                  </a:lnTo>
                  <a:lnTo>
                    <a:pt x="100689" y="10132"/>
                  </a:lnTo>
                  <a:lnTo>
                    <a:pt x="95665" y="8388"/>
                  </a:lnTo>
                  <a:lnTo>
                    <a:pt x="90588" y="6805"/>
                  </a:lnTo>
                  <a:lnTo>
                    <a:pt x="85463" y="5385"/>
                  </a:lnTo>
                  <a:lnTo>
                    <a:pt x="80296" y="4128"/>
                  </a:lnTo>
                  <a:lnTo>
                    <a:pt x="75091" y="3036"/>
                  </a:lnTo>
                  <a:lnTo>
                    <a:pt x="69854" y="2110"/>
                  </a:lnTo>
                  <a:lnTo>
                    <a:pt x="64591" y="1351"/>
                  </a:lnTo>
                  <a:lnTo>
                    <a:pt x="59306" y="760"/>
                  </a:lnTo>
                  <a:lnTo>
                    <a:pt x="54005" y="338"/>
                  </a:lnTo>
                  <a:lnTo>
                    <a:pt x="48693" y="84"/>
                  </a:lnTo>
                  <a:lnTo>
                    <a:pt x="43375" y="0"/>
                  </a:lnTo>
                  <a:lnTo>
                    <a:pt x="433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5721" y="5269756"/>
              <a:ext cx="19536" cy="167167"/>
            </a:xfrm>
            <a:custGeom>
              <a:avLst/>
              <a:pathLst>
                <a:path w="19536" h="167167">
                  <a:moveTo>
                    <a:pt x="19536" y="0"/>
                  </a:moveTo>
                  <a:lnTo>
                    <a:pt x="9751" y="286"/>
                  </a:lnTo>
                  <a:lnTo>
                    <a:pt x="0" y="1145"/>
                  </a:lnTo>
                  <a:lnTo>
                    <a:pt x="195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5721" y="5270901"/>
              <a:ext cx="19536" cy="166021"/>
            </a:xfrm>
            <a:custGeom>
              <a:avLst/>
              <a:pathLst>
                <a:path w="19536" h="166021">
                  <a:moveTo>
                    <a:pt x="0" y="0"/>
                  </a:moveTo>
                  <a:lnTo>
                    <a:pt x="19536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5721" y="5270901"/>
              <a:ext cx="19536" cy="166021"/>
            </a:xfrm>
            <a:custGeom>
              <a:avLst/>
              <a:pathLst>
                <a:path w="19536" h="166021">
                  <a:moveTo>
                    <a:pt x="0" y="0"/>
                  </a:moveTo>
                  <a:lnTo>
                    <a:pt x="19536" y="166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5721" y="5270901"/>
              <a:ext cx="19536" cy="166021"/>
            </a:xfrm>
            <a:custGeom>
              <a:avLst/>
              <a:pathLst>
                <a:path w="19536" h="166021">
                  <a:moveTo>
                    <a:pt x="0" y="0"/>
                  </a:moveTo>
                  <a:lnTo>
                    <a:pt x="19536" y="166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25721" y="5270901"/>
              <a:ext cx="19536" cy="166021"/>
            </a:xfrm>
            <a:custGeom>
              <a:avLst/>
              <a:pathLst>
                <a:path w="19536" h="166021">
                  <a:moveTo>
                    <a:pt x="0" y="0"/>
                  </a:moveTo>
                  <a:lnTo>
                    <a:pt x="19536" y="166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89507" y="5270901"/>
              <a:ext cx="155751" cy="166021"/>
            </a:xfrm>
            <a:custGeom>
              <a:avLst/>
              <a:pathLst>
                <a:path w="155751" h="166021">
                  <a:moveTo>
                    <a:pt x="136214" y="0"/>
                  </a:moveTo>
                  <a:lnTo>
                    <a:pt x="130782" y="729"/>
                  </a:lnTo>
                  <a:lnTo>
                    <a:pt x="125377" y="1636"/>
                  </a:lnTo>
                  <a:lnTo>
                    <a:pt x="120005" y="2720"/>
                  </a:lnTo>
                  <a:lnTo>
                    <a:pt x="114671" y="3980"/>
                  </a:lnTo>
                  <a:lnTo>
                    <a:pt x="109381" y="5414"/>
                  </a:lnTo>
                  <a:lnTo>
                    <a:pt x="104141" y="7020"/>
                  </a:lnTo>
                  <a:lnTo>
                    <a:pt x="98957" y="8797"/>
                  </a:lnTo>
                  <a:lnTo>
                    <a:pt x="93834" y="10744"/>
                  </a:lnTo>
                  <a:lnTo>
                    <a:pt x="88777" y="12857"/>
                  </a:lnTo>
                  <a:lnTo>
                    <a:pt x="83792" y="15134"/>
                  </a:lnTo>
                  <a:lnTo>
                    <a:pt x="78885" y="17574"/>
                  </a:lnTo>
                  <a:lnTo>
                    <a:pt x="74060" y="20174"/>
                  </a:lnTo>
                  <a:lnTo>
                    <a:pt x="69323" y="22930"/>
                  </a:lnTo>
                  <a:lnTo>
                    <a:pt x="64678" y="25840"/>
                  </a:lnTo>
                  <a:lnTo>
                    <a:pt x="60132" y="28901"/>
                  </a:lnTo>
                  <a:lnTo>
                    <a:pt x="55689" y="32109"/>
                  </a:lnTo>
                  <a:lnTo>
                    <a:pt x="51353" y="35461"/>
                  </a:lnTo>
                  <a:lnTo>
                    <a:pt x="47129" y="38954"/>
                  </a:lnTo>
                  <a:lnTo>
                    <a:pt x="43022" y="42583"/>
                  </a:lnTo>
                  <a:lnTo>
                    <a:pt x="39036" y="46344"/>
                  </a:lnTo>
                  <a:lnTo>
                    <a:pt x="35176" y="50234"/>
                  </a:lnTo>
                  <a:lnTo>
                    <a:pt x="31445" y="54249"/>
                  </a:lnTo>
                  <a:lnTo>
                    <a:pt x="27848" y="58384"/>
                  </a:lnTo>
                  <a:lnTo>
                    <a:pt x="24388" y="62635"/>
                  </a:lnTo>
                  <a:lnTo>
                    <a:pt x="21070" y="66996"/>
                  </a:lnTo>
                  <a:lnTo>
                    <a:pt x="17896" y="71465"/>
                  </a:lnTo>
                  <a:lnTo>
                    <a:pt x="14871" y="76034"/>
                  </a:lnTo>
                  <a:lnTo>
                    <a:pt x="11996" y="80701"/>
                  </a:lnTo>
                  <a:lnTo>
                    <a:pt x="9277" y="85459"/>
                  </a:lnTo>
                  <a:lnTo>
                    <a:pt x="6715" y="90304"/>
                  </a:lnTo>
                  <a:lnTo>
                    <a:pt x="4313" y="95230"/>
                  </a:lnTo>
                  <a:lnTo>
                    <a:pt x="2074" y="100232"/>
                  </a:lnTo>
                  <a:lnTo>
                    <a:pt x="0" y="105305"/>
                  </a:lnTo>
                  <a:lnTo>
                    <a:pt x="155751" y="166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378098" y="5269756"/>
              <a:ext cx="334311" cy="334333"/>
            </a:xfrm>
            <a:custGeom>
              <a:avLst/>
              <a:pathLst>
                <a:path w="334311" h="334333">
                  <a:moveTo>
                    <a:pt x="11408" y="106451"/>
                  </a:moveTo>
                  <a:lnTo>
                    <a:pt x="9557" y="111430"/>
                  </a:lnTo>
                  <a:lnTo>
                    <a:pt x="7866" y="116465"/>
                  </a:lnTo>
                  <a:lnTo>
                    <a:pt x="6336" y="121551"/>
                  </a:lnTo>
                  <a:lnTo>
                    <a:pt x="4968" y="126684"/>
                  </a:lnTo>
                  <a:lnTo>
                    <a:pt x="3764" y="131857"/>
                  </a:lnTo>
                  <a:lnTo>
                    <a:pt x="2724" y="137066"/>
                  </a:lnTo>
                  <a:lnTo>
                    <a:pt x="1851" y="142305"/>
                  </a:lnTo>
                  <a:lnTo>
                    <a:pt x="1144" y="147570"/>
                  </a:lnTo>
                  <a:lnTo>
                    <a:pt x="606" y="152854"/>
                  </a:lnTo>
                  <a:lnTo>
                    <a:pt x="235" y="158153"/>
                  </a:lnTo>
                  <a:lnTo>
                    <a:pt x="33" y="163460"/>
                  </a:lnTo>
                  <a:lnTo>
                    <a:pt x="0" y="168772"/>
                  </a:lnTo>
                  <a:lnTo>
                    <a:pt x="135" y="174082"/>
                  </a:lnTo>
                  <a:lnTo>
                    <a:pt x="439" y="179385"/>
                  </a:lnTo>
                  <a:lnTo>
                    <a:pt x="911" y="184675"/>
                  </a:lnTo>
                  <a:lnTo>
                    <a:pt x="1551" y="189948"/>
                  </a:lnTo>
                  <a:lnTo>
                    <a:pt x="2359" y="195198"/>
                  </a:lnTo>
                  <a:lnTo>
                    <a:pt x="3332" y="200420"/>
                  </a:lnTo>
                  <a:lnTo>
                    <a:pt x="4472" y="205608"/>
                  </a:lnTo>
                  <a:lnTo>
                    <a:pt x="5775" y="210757"/>
                  </a:lnTo>
                  <a:lnTo>
                    <a:pt x="7241" y="215862"/>
                  </a:lnTo>
                  <a:lnTo>
                    <a:pt x="8869" y="220918"/>
                  </a:lnTo>
                  <a:lnTo>
                    <a:pt x="10657" y="225920"/>
                  </a:lnTo>
                  <a:lnTo>
                    <a:pt x="12602" y="230862"/>
                  </a:lnTo>
                  <a:lnTo>
                    <a:pt x="14704" y="235741"/>
                  </a:lnTo>
                  <a:lnTo>
                    <a:pt x="16960" y="240550"/>
                  </a:lnTo>
                  <a:lnTo>
                    <a:pt x="19367" y="245284"/>
                  </a:lnTo>
                  <a:lnTo>
                    <a:pt x="21923" y="249940"/>
                  </a:lnTo>
                  <a:lnTo>
                    <a:pt x="24626" y="254513"/>
                  </a:lnTo>
                  <a:lnTo>
                    <a:pt x="27473" y="258997"/>
                  </a:lnTo>
                  <a:lnTo>
                    <a:pt x="30461" y="263388"/>
                  </a:lnTo>
                  <a:lnTo>
                    <a:pt x="33587" y="267683"/>
                  </a:lnTo>
                  <a:lnTo>
                    <a:pt x="36848" y="271876"/>
                  </a:lnTo>
                  <a:lnTo>
                    <a:pt x="40240" y="275963"/>
                  </a:lnTo>
                  <a:lnTo>
                    <a:pt x="43761" y="279940"/>
                  </a:lnTo>
                  <a:lnTo>
                    <a:pt x="47406" y="283804"/>
                  </a:lnTo>
                  <a:lnTo>
                    <a:pt x="51172" y="287549"/>
                  </a:lnTo>
                  <a:lnTo>
                    <a:pt x="55055" y="291174"/>
                  </a:lnTo>
                  <a:lnTo>
                    <a:pt x="59052" y="294673"/>
                  </a:lnTo>
                  <a:lnTo>
                    <a:pt x="63157" y="298043"/>
                  </a:lnTo>
                  <a:lnTo>
                    <a:pt x="67367" y="301281"/>
                  </a:lnTo>
                  <a:lnTo>
                    <a:pt x="71679" y="304384"/>
                  </a:lnTo>
                  <a:lnTo>
                    <a:pt x="76086" y="307348"/>
                  </a:lnTo>
                  <a:lnTo>
                    <a:pt x="80586" y="310170"/>
                  </a:lnTo>
                  <a:lnTo>
                    <a:pt x="85173" y="312849"/>
                  </a:lnTo>
                  <a:lnTo>
                    <a:pt x="89842" y="315380"/>
                  </a:lnTo>
                  <a:lnTo>
                    <a:pt x="94590" y="317761"/>
                  </a:lnTo>
                  <a:lnTo>
                    <a:pt x="99411" y="319991"/>
                  </a:lnTo>
                  <a:lnTo>
                    <a:pt x="104301" y="322066"/>
                  </a:lnTo>
                  <a:lnTo>
                    <a:pt x="109254" y="323985"/>
                  </a:lnTo>
                  <a:lnTo>
                    <a:pt x="114265" y="325746"/>
                  </a:lnTo>
                  <a:lnTo>
                    <a:pt x="119330" y="327346"/>
                  </a:lnTo>
                  <a:lnTo>
                    <a:pt x="124443" y="328785"/>
                  </a:lnTo>
                  <a:lnTo>
                    <a:pt x="129599" y="330060"/>
                  </a:lnTo>
                  <a:lnTo>
                    <a:pt x="134793" y="331171"/>
                  </a:lnTo>
                  <a:lnTo>
                    <a:pt x="140020" y="332117"/>
                  </a:lnTo>
                  <a:lnTo>
                    <a:pt x="145274" y="332896"/>
                  </a:lnTo>
                  <a:lnTo>
                    <a:pt x="150551" y="333507"/>
                  </a:lnTo>
                  <a:lnTo>
                    <a:pt x="155844" y="333951"/>
                  </a:lnTo>
                  <a:lnTo>
                    <a:pt x="161148" y="334226"/>
                  </a:lnTo>
                  <a:lnTo>
                    <a:pt x="166459" y="334333"/>
                  </a:lnTo>
                  <a:lnTo>
                    <a:pt x="171770" y="334271"/>
                  </a:lnTo>
                  <a:lnTo>
                    <a:pt x="177076" y="334040"/>
                  </a:lnTo>
                  <a:lnTo>
                    <a:pt x="182373" y="333641"/>
                  </a:lnTo>
                  <a:lnTo>
                    <a:pt x="187654" y="333073"/>
                  </a:lnTo>
                  <a:lnTo>
                    <a:pt x="192915" y="332338"/>
                  </a:lnTo>
                  <a:lnTo>
                    <a:pt x="198149" y="331437"/>
                  </a:lnTo>
                  <a:lnTo>
                    <a:pt x="203353" y="330369"/>
                  </a:lnTo>
                  <a:lnTo>
                    <a:pt x="208519" y="329137"/>
                  </a:lnTo>
                  <a:lnTo>
                    <a:pt x="213644" y="327741"/>
                  </a:lnTo>
                  <a:lnTo>
                    <a:pt x="218722" y="326183"/>
                  </a:lnTo>
                  <a:lnTo>
                    <a:pt x="223748" y="324465"/>
                  </a:lnTo>
                  <a:lnTo>
                    <a:pt x="228717" y="322588"/>
                  </a:lnTo>
                  <a:lnTo>
                    <a:pt x="233624" y="320553"/>
                  </a:lnTo>
                  <a:lnTo>
                    <a:pt x="238463" y="318364"/>
                  </a:lnTo>
                  <a:lnTo>
                    <a:pt x="243231" y="316023"/>
                  </a:lnTo>
                  <a:lnTo>
                    <a:pt x="247922" y="313531"/>
                  </a:lnTo>
                  <a:lnTo>
                    <a:pt x="252531" y="310891"/>
                  </a:lnTo>
                  <a:lnTo>
                    <a:pt x="257054" y="308106"/>
                  </a:lnTo>
                  <a:lnTo>
                    <a:pt x="261486" y="305179"/>
                  </a:lnTo>
                  <a:lnTo>
                    <a:pt x="265823" y="302113"/>
                  </a:lnTo>
                  <a:lnTo>
                    <a:pt x="270061" y="298910"/>
                  </a:lnTo>
                  <a:lnTo>
                    <a:pt x="274194" y="295574"/>
                  </a:lnTo>
                  <a:lnTo>
                    <a:pt x="278220" y="292109"/>
                  </a:lnTo>
                  <a:lnTo>
                    <a:pt x="282133" y="288517"/>
                  </a:lnTo>
                  <a:lnTo>
                    <a:pt x="285931" y="284803"/>
                  </a:lnTo>
                  <a:lnTo>
                    <a:pt x="289608" y="280971"/>
                  </a:lnTo>
                  <a:lnTo>
                    <a:pt x="293162" y="277023"/>
                  </a:lnTo>
                  <a:lnTo>
                    <a:pt x="296588" y="272964"/>
                  </a:lnTo>
                  <a:lnTo>
                    <a:pt x="299884" y="268799"/>
                  </a:lnTo>
                  <a:lnTo>
                    <a:pt x="303046" y="264531"/>
                  </a:lnTo>
                  <a:lnTo>
                    <a:pt x="306071" y="260165"/>
                  </a:lnTo>
                  <a:lnTo>
                    <a:pt x="308955" y="255704"/>
                  </a:lnTo>
                  <a:lnTo>
                    <a:pt x="311696" y="251155"/>
                  </a:lnTo>
                  <a:lnTo>
                    <a:pt x="314292" y="246520"/>
                  </a:lnTo>
                  <a:lnTo>
                    <a:pt x="316739" y="241806"/>
                  </a:lnTo>
                  <a:lnTo>
                    <a:pt x="319034" y="237016"/>
                  </a:lnTo>
                  <a:lnTo>
                    <a:pt x="321177" y="232156"/>
                  </a:lnTo>
                  <a:lnTo>
                    <a:pt x="323164" y="227230"/>
                  </a:lnTo>
                  <a:lnTo>
                    <a:pt x="324993" y="222243"/>
                  </a:lnTo>
                  <a:lnTo>
                    <a:pt x="326663" y="217201"/>
                  </a:lnTo>
                  <a:lnTo>
                    <a:pt x="328172" y="212108"/>
                  </a:lnTo>
                  <a:lnTo>
                    <a:pt x="329519" y="206970"/>
                  </a:lnTo>
                  <a:lnTo>
                    <a:pt x="330702" y="201792"/>
                  </a:lnTo>
                  <a:lnTo>
                    <a:pt x="331719" y="196579"/>
                  </a:lnTo>
                  <a:lnTo>
                    <a:pt x="332570" y="191336"/>
                  </a:lnTo>
                  <a:lnTo>
                    <a:pt x="333255" y="186068"/>
                  </a:lnTo>
                  <a:lnTo>
                    <a:pt x="333771" y="180782"/>
                  </a:lnTo>
                  <a:lnTo>
                    <a:pt x="334120" y="175482"/>
                  </a:lnTo>
                  <a:lnTo>
                    <a:pt x="334300" y="170173"/>
                  </a:lnTo>
                  <a:lnTo>
                    <a:pt x="334311" y="164861"/>
                  </a:lnTo>
                  <a:lnTo>
                    <a:pt x="334153" y="159552"/>
                  </a:lnTo>
                  <a:lnTo>
                    <a:pt x="333827" y="154251"/>
                  </a:lnTo>
                  <a:lnTo>
                    <a:pt x="333332" y="148962"/>
                  </a:lnTo>
                  <a:lnTo>
                    <a:pt x="332670" y="143692"/>
                  </a:lnTo>
                  <a:lnTo>
                    <a:pt x="331841" y="138445"/>
                  </a:lnTo>
                  <a:lnTo>
                    <a:pt x="330845" y="133228"/>
                  </a:lnTo>
                  <a:lnTo>
                    <a:pt x="329684" y="128045"/>
                  </a:lnTo>
                  <a:lnTo>
                    <a:pt x="328359" y="122901"/>
                  </a:lnTo>
                  <a:lnTo>
                    <a:pt x="326872" y="117802"/>
                  </a:lnTo>
                  <a:lnTo>
                    <a:pt x="325223" y="112753"/>
                  </a:lnTo>
                  <a:lnTo>
                    <a:pt x="323414" y="107758"/>
                  </a:lnTo>
                  <a:lnTo>
                    <a:pt x="321448" y="102824"/>
                  </a:lnTo>
                  <a:lnTo>
                    <a:pt x="319326" y="97955"/>
                  </a:lnTo>
                  <a:lnTo>
                    <a:pt x="317050" y="93155"/>
                  </a:lnTo>
                  <a:lnTo>
                    <a:pt x="314623" y="88431"/>
                  </a:lnTo>
                  <a:lnTo>
                    <a:pt x="312047" y="83786"/>
                  </a:lnTo>
                  <a:lnTo>
                    <a:pt x="309325" y="79225"/>
                  </a:lnTo>
                  <a:lnTo>
                    <a:pt x="306459" y="74752"/>
                  </a:lnTo>
                  <a:lnTo>
                    <a:pt x="303453" y="70373"/>
                  </a:lnTo>
                  <a:lnTo>
                    <a:pt x="300309" y="66092"/>
                  </a:lnTo>
                  <a:lnTo>
                    <a:pt x="297031" y="61913"/>
                  </a:lnTo>
                  <a:lnTo>
                    <a:pt x="293621" y="57840"/>
                  </a:lnTo>
                  <a:lnTo>
                    <a:pt x="290084" y="53877"/>
                  </a:lnTo>
                  <a:lnTo>
                    <a:pt x="286423" y="50029"/>
                  </a:lnTo>
                  <a:lnTo>
                    <a:pt x="282641" y="46299"/>
                  </a:lnTo>
                  <a:lnTo>
                    <a:pt x="278743" y="42692"/>
                  </a:lnTo>
                  <a:lnTo>
                    <a:pt x="274732" y="39209"/>
                  </a:lnTo>
                  <a:lnTo>
                    <a:pt x="270612" y="35856"/>
                  </a:lnTo>
                  <a:lnTo>
                    <a:pt x="266388" y="32636"/>
                  </a:lnTo>
                  <a:lnTo>
                    <a:pt x="262064" y="29551"/>
                  </a:lnTo>
                  <a:lnTo>
                    <a:pt x="257644" y="26606"/>
                  </a:lnTo>
                  <a:lnTo>
                    <a:pt x="253133" y="23802"/>
                  </a:lnTo>
                  <a:lnTo>
                    <a:pt x="248534" y="21143"/>
                  </a:lnTo>
                  <a:lnTo>
                    <a:pt x="243854" y="18631"/>
                  </a:lnTo>
                  <a:lnTo>
                    <a:pt x="239096" y="16270"/>
                  </a:lnTo>
                  <a:lnTo>
                    <a:pt x="234266" y="14060"/>
                  </a:lnTo>
                  <a:lnTo>
                    <a:pt x="229368" y="12006"/>
                  </a:lnTo>
                  <a:lnTo>
                    <a:pt x="224407" y="10108"/>
                  </a:lnTo>
                  <a:lnTo>
                    <a:pt x="219388" y="8368"/>
                  </a:lnTo>
                  <a:lnTo>
                    <a:pt x="214317" y="6789"/>
                  </a:lnTo>
                  <a:lnTo>
                    <a:pt x="209198" y="5372"/>
                  </a:lnTo>
                  <a:lnTo>
                    <a:pt x="204036" y="4118"/>
                  </a:lnTo>
                  <a:lnTo>
                    <a:pt x="198838" y="3028"/>
                  </a:lnTo>
                  <a:lnTo>
                    <a:pt x="193607" y="2105"/>
                  </a:lnTo>
                  <a:lnTo>
                    <a:pt x="188349" y="1348"/>
                  </a:lnTo>
                  <a:lnTo>
                    <a:pt x="183071" y="758"/>
                  </a:lnTo>
                  <a:lnTo>
                    <a:pt x="177776" y="337"/>
                  </a:lnTo>
                  <a:lnTo>
                    <a:pt x="172470" y="84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588" y="5018213"/>
              <a:ext cx="31450" cy="167167"/>
            </a:xfrm>
            <a:custGeom>
              <a:avLst/>
              <a:pathLst>
                <a:path w="31450" h="167167">
                  <a:moveTo>
                    <a:pt x="31450" y="0"/>
                  </a:moveTo>
                  <a:lnTo>
                    <a:pt x="25124" y="119"/>
                  </a:lnTo>
                  <a:lnTo>
                    <a:pt x="18807" y="478"/>
                  </a:lnTo>
                  <a:lnTo>
                    <a:pt x="12507" y="1076"/>
                  </a:lnTo>
                  <a:lnTo>
                    <a:pt x="6235" y="1912"/>
                  </a:lnTo>
                  <a:lnTo>
                    <a:pt x="0" y="2985"/>
                  </a:lnTo>
                  <a:lnTo>
                    <a:pt x="314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588" y="5021198"/>
              <a:ext cx="31450" cy="164182"/>
            </a:xfrm>
            <a:custGeom>
              <a:avLst/>
              <a:pathLst>
                <a:path w="31450" h="164182">
                  <a:moveTo>
                    <a:pt x="0" y="0"/>
                  </a:moveTo>
                  <a:lnTo>
                    <a:pt x="31450" y="1641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588" y="5021198"/>
              <a:ext cx="31450" cy="164182"/>
            </a:xfrm>
            <a:custGeom>
              <a:avLst/>
              <a:pathLst>
                <a:path w="31450" h="164182">
                  <a:moveTo>
                    <a:pt x="0" y="0"/>
                  </a:moveTo>
                  <a:lnTo>
                    <a:pt x="31450" y="1641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989588" y="5021198"/>
              <a:ext cx="31450" cy="164182"/>
            </a:xfrm>
            <a:custGeom>
              <a:avLst/>
              <a:pathLst>
                <a:path w="31450" h="164182">
                  <a:moveTo>
                    <a:pt x="0" y="0"/>
                  </a:moveTo>
                  <a:lnTo>
                    <a:pt x="31450" y="1641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88" y="5021198"/>
              <a:ext cx="167151" cy="188141"/>
            </a:xfrm>
            <a:custGeom>
              <a:avLst/>
              <a:pathLst>
                <a:path w="167151" h="188141">
                  <a:moveTo>
                    <a:pt x="135700" y="0"/>
                  </a:moveTo>
                  <a:lnTo>
                    <a:pt x="130389" y="1106"/>
                  </a:lnTo>
                  <a:lnTo>
                    <a:pt x="125117" y="2385"/>
                  </a:lnTo>
                  <a:lnTo>
                    <a:pt x="119889" y="3834"/>
                  </a:lnTo>
                  <a:lnTo>
                    <a:pt x="114711" y="5452"/>
                  </a:lnTo>
                  <a:lnTo>
                    <a:pt x="109588" y="7238"/>
                  </a:lnTo>
                  <a:lnTo>
                    <a:pt x="104525" y="9188"/>
                  </a:lnTo>
                  <a:lnTo>
                    <a:pt x="99529" y="11302"/>
                  </a:lnTo>
                  <a:lnTo>
                    <a:pt x="94604" y="13576"/>
                  </a:lnTo>
                  <a:lnTo>
                    <a:pt x="89755" y="16010"/>
                  </a:lnTo>
                  <a:lnTo>
                    <a:pt x="84988" y="18599"/>
                  </a:lnTo>
                  <a:lnTo>
                    <a:pt x="80307" y="21342"/>
                  </a:lnTo>
                  <a:lnTo>
                    <a:pt x="75718" y="24235"/>
                  </a:lnTo>
                  <a:lnTo>
                    <a:pt x="71225" y="27276"/>
                  </a:lnTo>
                  <a:lnTo>
                    <a:pt x="66833" y="30460"/>
                  </a:lnTo>
                  <a:lnTo>
                    <a:pt x="62547" y="33786"/>
                  </a:lnTo>
                  <a:lnTo>
                    <a:pt x="58371" y="37249"/>
                  </a:lnTo>
                  <a:lnTo>
                    <a:pt x="54310" y="40845"/>
                  </a:lnTo>
                  <a:lnTo>
                    <a:pt x="50367" y="44572"/>
                  </a:lnTo>
                  <a:lnTo>
                    <a:pt x="46547" y="48424"/>
                  </a:lnTo>
                  <a:lnTo>
                    <a:pt x="42855" y="52399"/>
                  </a:lnTo>
                  <a:lnTo>
                    <a:pt x="39293" y="56491"/>
                  </a:lnTo>
                  <a:lnTo>
                    <a:pt x="35866" y="60696"/>
                  </a:lnTo>
                  <a:lnTo>
                    <a:pt x="32577" y="65011"/>
                  </a:lnTo>
                  <a:lnTo>
                    <a:pt x="29430" y="69430"/>
                  </a:lnTo>
                  <a:lnTo>
                    <a:pt x="26428" y="73948"/>
                  </a:lnTo>
                  <a:lnTo>
                    <a:pt x="23574" y="78562"/>
                  </a:lnTo>
                  <a:lnTo>
                    <a:pt x="20871" y="83266"/>
                  </a:lnTo>
                  <a:lnTo>
                    <a:pt x="18323" y="88055"/>
                  </a:lnTo>
                  <a:lnTo>
                    <a:pt x="15931" y="92924"/>
                  </a:lnTo>
                  <a:lnTo>
                    <a:pt x="13698" y="97869"/>
                  </a:lnTo>
                  <a:lnTo>
                    <a:pt x="11627" y="102883"/>
                  </a:lnTo>
                  <a:lnTo>
                    <a:pt x="9720" y="107962"/>
                  </a:lnTo>
                  <a:lnTo>
                    <a:pt x="7979" y="113100"/>
                  </a:lnTo>
                  <a:lnTo>
                    <a:pt x="6405" y="118292"/>
                  </a:lnTo>
                  <a:lnTo>
                    <a:pt x="5001" y="123532"/>
                  </a:lnTo>
                  <a:lnTo>
                    <a:pt x="3767" y="128815"/>
                  </a:lnTo>
                  <a:lnTo>
                    <a:pt x="2706" y="134135"/>
                  </a:lnTo>
                  <a:lnTo>
                    <a:pt x="1817" y="139487"/>
                  </a:lnTo>
                  <a:lnTo>
                    <a:pt x="1103" y="144864"/>
                  </a:lnTo>
                  <a:lnTo>
                    <a:pt x="564" y="150263"/>
                  </a:lnTo>
                  <a:lnTo>
                    <a:pt x="200" y="155675"/>
                  </a:lnTo>
                  <a:lnTo>
                    <a:pt x="12" y="161097"/>
                  </a:lnTo>
                  <a:lnTo>
                    <a:pt x="0" y="166522"/>
                  </a:lnTo>
                  <a:lnTo>
                    <a:pt x="163" y="171945"/>
                  </a:lnTo>
                  <a:lnTo>
                    <a:pt x="503" y="177359"/>
                  </a:lnTo>
                  <a:lnTo>
                    <a:pt x="1019" y="182760"/>
                  </a:lnTo>
                  <a:lnTo>
                    <a:pt x="1709" y="188141"/>
                  </a:lnTo>
                  <a:lnTo>
                    <a:pt x="167151" y="1641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855597" y="5018213"/>
              <a:ext cx="332588" cy="334334"/>
            </a:xfrm>
            <a:custGeom>
              <a:avLst/>
              <a:pathLst>
                <a:path w="332588" h="334334">
                  <a:moveTo>
                    <a:pt x="0" y="191126"/>
                  </a:moveTo>
                  <a:lnTo>
                    <a:pt x="843" y="196362"/>
                  </a:lnTo>
                  <a:lnTo>
                    <a:pt x="1852" y="201568"/>
                  </a:lnTo>
                  <a:lnTo>
                    <a:pt x="3025" y="206740"/>
                  </a:lnTo>
                  <a:lnTo>
                    <a:pt x="4362" y="211872"/>
                  </a:lnTo>
                  <a:lnTo>
                    <a:pt x="5861" y="216959"/>
                  </a:lnTo>
                  <a:lnTo>
                    <a:pt x="7521" y="221996"/>
                  </a:lnTo>
                  <a:lnTo>
                    <a:pt x="9340" y="226978"/>
                  </a:lnTo>
                  <a:lnTo>
                    <a:pt x="11316" y="231900"/>
                  </a:lnTo>
                  <a:lnTo>
                    <a:pt x="13447" y="236756"/>
                  </a:lnTo>
                  <a:lnTo>
                    <a:pt x="15731" y="241542"/>
                  </a:lnTo>
                  <a:lnTo>
                    <a:pt x="18165" y="246254"/>
                  </a:lnTo>
                  <a:lnTo>
                    <a:pt x="20748" y="250886"/>
                  </a:lnTo>
                  <a:lnTo>
                    <a:pt x="23476" y="255433"/>
                  </a:lnTo>
                  <a:lnTo>
                    <a:pt x="26348" y="259892"/>
                  </a:lnTo>
                  <a:lnTo>
                    <a:pt x="29359" y="264258"/>
                  </a:lnTo>
                  <a:lnTo>
                    <a:pt x="32507" y="268526"/>
                  </a:lnTo>
                  <a:lnTo>
                    <a:pt x="35789" y="272691"/>
                  </a:lnTo>
                  <a:lnTo>
                    <a:pt x="39202" y="276751"/>
                  </a:lnTo>
                  <a:lnTo>
                    <a:pt x="42742" y="280700"/>
                  </a:lnTo>
                  <a:lnTo>
                    <a:pt x="46405" y="284535"/>
                  </a:lnTo>
                  <a:lnTo>
                    <a:pt x="50188" y="288252"/>
                  </a:lnTo>
                  <a:lnTo>
                    <a:pt x="54087" y="291847"/>
                  </a:lnTo>
                  <a:lnTo>
                    <a:pt x="58098" y="295317"/>
                  </a:lnTo>
                  <a:lnTo>
                    <a:pt x="62217" y="298657"/>
                  </a:lnTo>
                  <a:lnTo>
                    <a:pt x="66440" y="301865"/>
                  </a:lnTo>
                  <a:lnTo>
                    <a:pt x="70762" y="304938"/>
                  </a:lnTo>
                  <a:lnTo>
                    <a:pt x="75180" y="307872"/>
                  </a:lnTo>
                  <a:lnTo>
                    <a:pt x="79689" y="310664"/>
                  </a:lnTo>
                  <a:lnTo>
                    <a:pt x="84284" y="313312"/>
                  </a:lnTo>
                  <a:lnTo>
                    <a:pt x="88960" y="315813"/>
                  </a:lnTo>
                  <a:lnTo>
                    <a:pt x="93714" y="318164"/>
                  </a:lnTo>
                  <a:lnTo>
                    <a:pt x="98540" y="320363"/>
                  </a:lnTo>
                  <a:lnTo>
                    <a:pt x="103433" y="322409"/>
                  </a:lnTo>
                  <a:lnTo>
                    <a:pt x="108389" y="324297"/>
                  </a:lnTo>
                  <a:lnTo>
                    <a:pt x="113402" y="326028"/>
                  </a:lnTo>
                  <a:lnTo>
                    <a:pt x="118467" y="327599"/>
                  </a:lnTo>
                  <a:lnTo>
                    <a:pt x="123580" y="329008"/>
                  </a:lnTo>
                  <a:lnTo>
                    <a:pt x="128735" y="330255"/>
                  </a:lnTo>
                  <a:lnTo>
                    <a:pt x="133926" y="331337"/>
                  </a:lnTo>
                  <a:lnTo>
                    <a:pt x="139150" y="332254"/>
                  </a:lnTo>
                  <a:lnTo>
                    <a:pt x="144400" y="333005"/>
                  </a:lnTo>
                  <a:lnTo>
                    <a:pt x="149671" y="333589"/>
                  </a:lnTo>
                  <a:lnTo>
                    <a:pt x="154958" y="334005"/>
                  </a:lnTo>
                  <a:lnTo>
                    <a:pt x="160255" y="334254"/>
                  </a:lnTo>
                  <a:lnTo>
                    <a:pt x="165558" y="334334"/>
                  </a:lnTo>
                  <a:lnTo>
                    <a:pt x="170861" y="334247"/>
                  </a:lnTo>
                  <a:lnTo>
                    <a:pt x="176158" y="333991"/>
                  </a:lnTo>
                  <a:lnTo>
                    <a:pt x="181444" y="333567"/>
                  </a:lnTo>
                  <a:lnTo>
                    <a:pt x="186715" y="332975"/>
                  </a:lnTo>
                  <a:lnTo>
                    <a:pt x="191964" y="332217"/>
                  </a:lnTo>
                  <a:lnTo>
                    <a:pt x="197186" y="331293"/>
                  </a:lnTo>
                  <a:lnTo>
                    <a:pt x="202376" y="330203"/>
                  </a:lnTo>
                  <a:lnTo>
                    <a:pt x="207529" y="328949"/>
                  </a:lnTo>
                  <a:lnTo>
                    <a:pt x="212640" y="327533"/>
                  </a:lnTo>
                  <a:lnTo>
                    <a:pt x="217703" y="325955"/>
                  </a:lnTo>
                  <a:lnTo>
                    <a:pt x="222713" y="324217"/>
                  </a:lnTo>
                  <a:lnTo>
                    <a:pt x="227666" y="322322"/>
                  </a:lnTo>
                  <a:lnTo>
                    <a:pt x="232557" y="320270"/>
                  </a:lnTo>
                  <a:lnTo>
                    <a:pt x="237380" y="318064"/>
                  </a:lnTo>
                  <a:lnTo>
                    <a:pt x="242130" y="315706"/>
                  </a:lnTo>
                  <a:lnTo>
                    <a:pt x="246803" y="313198"/>
                  </a:lnTo>
                  <a:lnTo>
                    <a:pt x="251394" y="310544"/>
                  </a:lnTo>
                  <a:lnTo>
                    <a:pt x="255899" y="307745"/>
                  </a:lnTo>
                  <a:lnTo>
                    <a:pt x="260313" y="304805"/>
                  </a:lnTo>
                  <a:lnTo>
                    <a:pt x="264631" y="301727"/>
                  </a:lnTo>
                  <a:lnTo>
                    <a:pt x="268850" y="298512"/>
                  </a:lnTo>
                  <a:lnTo>
                    <a:pt x="272964" y="295166"/>
                  </a:lnTo>
                  <a:lnTo>
                    <a:pt x="276970" y="291691"/>
                  </a:lnTo>
                  <a:lnTo>
                    <a:pt x="280864" y="288091"/>
                  </a:lnTo>
                  <a:lnTo>
                    <a:pt x="284642" y="284368"/>
                  </a:lnTo>
                  <a:lnTo>
                    <a:pt x="288299" y="280528"/>
                  </a:lnTo>
                  <a:lnTo>
                    <a:pt x="291834" y="276574"/>
                  </a:lnTo>
                  <a:lnTo>
                    <a:pt x="295240" y="272510"/>
                  </a:lnTo>
                  <a:lnTo>
                    <a:pt x="298517" y="268339"/>
                  </a:lnTo>
                  <a:lnTo>
                    <a:pt x="301659" y="264067"/>
                  </a:lnTo>
                  <a:lnTo>
                    <a:pt x="304664" y="259697"/>
                  </a:lnTo>
                  <a:lnTo>
                    <a:pt x="307529" y="255235"/>
                  </a:lnTo>
                  <a:lnTo>
                    <a:pt x="310251" y="250683"/>
                  </a:lnTo>
                  <a:lnTo>
                    <a:pt x="312828" y="246048"/>
                  </a:lnTo>
                  <a:lnTo>
                    <a:pt x="315256" y="241333"/>
                  </a:lnTo>
                  <a:lnTo>
                    <a:pt x="317533" y="236543"/>
                  </a:lnTo>
                  <a:lnTo>
                    <a:pt x="319657" y="231684"/>
                  </a:lnTo>
                  <a:lnTo>
                    <a:pt x="321626" y="226759"/>
                  </a:lnTo>
                  <a:lnTo>
                    <a:pt x="323438" y="221775"/>
                  </a:lnTo>
                  <a:lnTo>
                    <a:pt x="325090" y="216736"/>
                  </a:lnTo>
                  <a:lnTo>
                    <a:pt x="326582" y="211647"/>
                  </a:lnTo>
                  <a:lnTo>
                    <a:pt x="327912" y="206513"/>
                  </a:lnTo>
                  <a:lnTo>
                    <a:pt x="329079" y="201339"/>
                  </a:lnTo>
                  <a:lnTo>
                    <a:pt x="330080" y="196131"/>
                  </a:lnTo>
                  <a:lnTo>
                    <a:pt x="330916" y="190894"/>
                  </a:lnTo>
                  <a:lnTo>
                    <a:pt x="331585" y="185633"/>
                  </a:lnTo>
                  <a:lnTo>
                    <a:pt x="332088" y="180354"/>
                  </a:lnTo>
                  <a:lnTo>
                    <a:pt x="332422" y="175061"/>
                  </a:lnTo>
                  <a:lnTo>
                    <a:pt x="332588" y="169760"/>
                  </a:lnTo>
                  <a:lnTo>
                    <a:pt x="332587" y="164457"/>
                  </a:lnTo>
                  <a:lnTo>
                    <a:pt x="332416" y="159156"/>
                  </a:lnTo>
                  <a:lnTo>
                    <a:pt x="332078" y="153864"/>
                  </a:lnTo>
                  <a:lnTo>
                    <a:pt x="331573" y="148584"/>
                  </a:lnTo>
                  <a:lnTo>
                    <a:pt x="330899" y="143324"/>
                  </a:lnTo>
                  <a:lnTo>
                    <a:pt x="330060" y="138087"/>
                  </a:lnTo>
                  <a:lnTo>
                    <a:pt x="329055" y="132880"/>
                  </a:lnTo>
                  <a:lnTo>
                    <a:pt x="327885" y="127707"/>
                  </a:lnTo>
                  <a:lnTo>
                    <a:pt x="326551" y="122574"/>
                  </a:lnTo>
                  <a:lnTo>
                    <a:pt x="325056" y="117486"/>
                  </a:lnTo>
                  <a:lnTo>
                    <a:pt x="323399" y="112448"/>
                  </a:lnTo>
                  <a:lnTo>
                    <a:pt x="321584" y="107465"/>
                  </a:lnTo>
                  <a:lnTo>
                    <a:pt x="319612" y="102542"/>
                  </a:lnTo>
                  <a:lnTo>
                    <a:pt x="317484" y="97684"/>
                  </a:lnTo>
                  <a:lnTo>
                    <a:pt x="315204" y="92896"/>
                  </a:lnTo>
                  <a:lnTo>
                    <a:pt x="312772" y="88183"/>
                  </a:lnTo>
                  <a:lnTo>
                    <a:pt x="310193" y="83549"/>
                  </a:lnTo>
                  <a:lnTo>
                    <a:pt x="307468" y="79000"/>
                  </a:lnTo>
                  <a:lnTo>
                    <a:pt x="304599" y="74539"/>
                  </a:lnTo>
                  <a:lnTo>
                    <a:pt x="301591" y="70171"/>
                  </a:lnTo>
                  <a:lnTo>
                    <a:pt x="298446" y="65901"/>
                  </a:lnTo>
                  <a:lnTo>
                    <a:pt x="295167" y="61733"/>
                  </a:lnTo>
                  <a:lnTo>
                    <a:pt x="291757" y="57671"/>
                  </a:lnTo>
                  <a:lnTo>
                    <a:pt x="288220" y="53720"/>
                  </a:lnTo>
                  <a:lnTo>
                    <a:pt x="284560" y="49882"/>
                  </a:lnTo>
                  <a:lnTo>
                    <a:pt x="280779" y="46163"/>
                  </a:lnTo>
                  <a:lnTo>
                    <a:pt x="276883" y="42565"/>
                  </a:lnTo>
                  <a:lnTo>
                    <a:pt x="272874" y="39093"/>
                  </a:lnTo>
                  <a:lnTo>
                    <a:pt x="268758" y="35749"/>
                  </a:lnTo>
                  <a:lnTo>
                    <a:pt x="264537" y="32538"/>
                  </a:lnTo>
                  <a:lnTo>
                    <a:pt x="260217" y="29462"/>
                  </a:lnTo>
                  <a:lnTo>
                    <a:pt x="255801" y="26525"/>
                  </a:lnTo>
                  <a:lnTo>
                    <a:pt x="251294" y="23730"/>
                  </a:lnTo>
                  <a:lnTo>
                    <a:pt x="246701" y="21079"/>
                  </a:lnTo>
                  <a:lnTo>
                    <a:pt x="242026" y="18574"/>
                  </a:lnTo>
                  <a:lnTo>
                    <a:pt x="237274" y="16220"/>
                  </a:lnTo>
                  <a:lnTo>
                    <a:pt x="232450" y="14017"/>
                  </a:lnTo>
                  <a:lnTo>
                    <a:pt x="227558" y="11969"/>
                  </a:lnTo>
                  <a:lnTo>
                    <a:pt x="222604" y="10076"/>
                  </a:lnTo>
                  <a:lnTo>
                    <a:pt x="217592" y="8342"/>
                  </a:lnTo>
                  <a:lnTo>
                    <a:pt x="212527" y="6768"/>
                  </a:lnTo>
                  <a:lnTo>
                    <a:pt x="207416" y="5355"/>
                  </a:lnTo>
                  <a:lnTo>
                    <a:pt x="202262" y="4105"/>
                  </a:lnTo>
                  <a:lnTo>
                    <a:pt x="197071" y="3019"/>
                  </a:lnTo>
                  <a:lnTo>
                    <a:pt x="191848" y="2098"/>
                  </a:lnTo>
                  <a:lnTo>
                    <a:pt x="186599" y="1344"/>
                  </a:lnTo>
                  <a:lnTo>
                    <a:pt x="181328" y="756"/>
                  </a:lnTo>
                  <a:lnTo>
                    <a:pt x="176041" y="336"/>
                  </a:lnTo>
                  <a:lnTo>
                    <a:pt x="170744" y="84"/>
                  </a:lnTo>
                  <a:lnTo>
                    <a:pt x="165441" y="0"/>
                  </a:lnTo>
                  <a:lnTo>
                    <a:pt x="1654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08735" y="4659281"/>
              <a:ext cx="114499" cy="167167"/>
            </a:xfrm>
            <a:custGeom>
              <a:avLst/>
              <a:pathLst>
                <a:path w="114499" h="167167">
                  <a:moveTo>
                    <a:pt x="114499" y="0"/>
                  </a:moveTo>
                  <a:lnTo>
                    <a:pt x="109016" y="89"/>
                  </a:lnTo>
                  <a:lnTo>
                    <a:pt x="103539" y="359"/>
                  </a:lnTo>
                  <a:lnTo>
                    <a:pt x="98073" y="808"/>
                  </a:lnTo>
                  <a:lnTo>
                    <a:pt x="92626" y="1437"/>
                  </a:lnTo>
                  <a:lnTo>
                    <a:pt x="87202" y="2243"/>
                  </a:lnTo>
                  <a:lnTo>
                    <a:pt x="81807" y="3227"/>
                  </a:lnTo>
                  <a:lnTo>
                    <a:pt x="76448" y="4388"/>
                  </a:lnTo>
                  <a:lnTo>
                    <a:pt x="71129" y="5723"/>
                  </a:lnTo>
                  <a:lnTo>
                    <a:pt x="65857" y="7233"/>
                  </a:lnTo>
                  <a:lnTo>
                    <a:pt x="60638" y="8914"/>
                  </a:lnTo>
                  <a:lnTo>
                    <a:pt x="55476" y="10766"/>
                  </a:lnTo>
                  <a:lnTo>
                    <a:pt x="50378" y="12786"/>
                  </a:lnTo>
                  <a:lnTo>
                    <a:pt x="45349" y="14972"/>
                  </a:lnTo>
                  <a:lnTo>
                    <a:pt x="40394" y="17322"/>
                  </a:lnTo>
                  <a:lnTo>
                    <a:pt x="35519" y="19833"/>
                  </a:lnTo>
                  <a:lnTo>
                    <a:pt x="30729" y="22503"/>
                  </a:lnTo>
                  <a:lnTo>
                    <a:pt x="26030" y="25328"/>
                  </a:lnTo>
                  <a:lnTo>
                    <a:pt x="21425" y="28306"/>
                  </a:lnTo>
                  <a:lnTo>
                    <a:pt x="16920" y="31434"/>
                  </a:lnTo>
                  <a:lnTo>
                    <a:pt x="12521" y="34707"/>
                  </a:lnTo>
                  <a:lnTo>
                    <a:pt x="8231" y="38123"/>
                  </a:lnTo>
                  <a:lnTo>
                    <a:pt x="4056" y="41678"/>
                  </a:lnTo>
                  <a:lnTo>
                    <a:pt x="0" y="45368"/>
                  </a:lnTo>
                  <a:lnTo>
                    <a:pt x="1144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08735" y="4704650"/>
              <a:ext cx="114499" cy="121798"/>
            </a:xfrm>
            <a:custGeom>
              <a:avLst/>
              <a:pathLst>
                <a:path w="114499" h="121798">
                  <a:moveTo>
                    <a:pt x="0" y="0"/>
                  </a:moveTo>
                  <a:lnTo>
                    <a:pt x="114499" y="1217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308735" y="4704650"/>
              <a:ext cx="114499" cy="121798"/>
            </a:xfrm>
            <a:custGeom>
              <a:avLst/>
              <a:pathLst>
                <a:path w="114499" h="121798">
                  <a:moveTo>
                    <a:pt x="0" y="0"/>
                  </a:moveTo>
                  <a:lnTo>
                    <a:pt x="114499" y="1217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256076" y="4704650"/>
              <a:ext cx="334307" cy="288965"/>
            </a:xfrm>
            <a:custGeom>
              <a:avLst/>
              <a:pathLst>
                <a:path w="334307" h="288965">
                  <a:moveTo>
                    <a:pt x="52659" y="0"/>
                  </a:moveTo>
                  <a:lnTo>
                    <a:pt x="48844" y="3702"/>
                  </a:lnTo>
                  <a:lnTo>
                    <a:pt x="45149" y="7523"/>
                  </a:lnTo>
                  <a:lnTo>
                    <a:pt x="41577" y="11460"/>
                  </a:lnTo>
                  <a:lnTo>
                    <a:pt x="38132" y="15509"/>
                  </a:lnTo>
                  <a:lnTo>
                    <a:pt x="34818" y="19665"/>
                  </a:lnTo>
                  <a:lnTo>
                    <a:pt x="31637" y="23925"/>
                  </a:lnTo>
                  <a:lnTo>
                    <a:pt x="28594" y="28283"/>
                  </a:lnTo>
                  <a:lnTo>
                    <a:pt x="25690" y="32737"/>
                  </a:lnTo>
                  <a:lnTo>
                    <a:pt x="22930" y="37280"/>
                  </a:lnTo>
                  <a:lnTo>
                    <a:pt x="20316" y="41908"/>
                  </a:lnTo>
                  <a:lnTo>
                    <a:pt x="17850" y="46618"/>
                  </a:lnTo>
                  <a:lnTo>
                    <a:pt x="15535" y="51403"/>
                  </a:lnTo>
                  <a:lnTo>
                    <a:pt x="13373" y="56260"/>
                  </a:lnTo>
                  <a:lnTo>
                    <a:pt x="11367" y="61182"/>
                  </a:lnTo>
                  <a:lnTo>
                    <a:pt x="9519" y="66167"/>
                  </a:lnTo>
                  <a:lnTo>
                    <a:pt x="7829" y="71207"/>
                  </a:lnTo>
                  <a:lnTo>
                    <a:pt x="6301" y="76299"/>
                  </a:lnTo>
                  <a:lnTo>
                    <a:pt x="4936" y="81436"/>
                  </a:lnTo>
                  <a:lnTo>
                    <a:pt x="3735" y="86615"/>
                  </a:lnTo>
                  <a:lnTo>
                    <a:pt x="2699" y="91828"/>
                  </a:lnTo>
                  <a:lnTo>
                    <a:pt x="1829" y="97073"/>
                  </a:lnTo>
                  <a:lnTo>
                    <a:pt x="1126" y="102342"/>
                  </a:lnTo>
                  <a:lnTo>
                    <a:pt x="592" y="107631"/>
                  </a:lnTo>
                  <a:lnTo>
                    <a:pt x="225" y="112934"/>
                  </a:lnTo>
                  <a:lnTo>
                    <a:pt x="28" y="118247"/>
                  </a:lnTo>
                  <a:lnTo>
                    <a:pt x="0" y="123562"/>
                  </a:lnTo>
                  <a:lnTo>
                    <a:pt x="140" y="128876"/>
                  </a:lnTo>
                  <a:lnTo>
                    <a:pt x="450" y="134183"/>
                  </a:lnTo>
                  <a:lnTo>
                    <a:pt x="928" y="139478"/>
                  </a:lnTo>
                  <a:lnTo>
                    <a:pt x="1574" y="144754"/>
                  </a:lnTo>
                  <a:lnTo>
                    <a:pt x="2388" y="150008"/>
                  </a:lnTo>
                  <a:lnTo>
                    <a:pt x="3368" y="155232"/>
                  </a:lnTo>
                  <a:lnTo>
                    <a:pt x="4514" y="160423"/>
                  </a:lnTo>
                  <a:lnTo>
                    <a:pt x="5824" y="165575"/>
                  </a:lnTo>
                  <a:lnTo>
                    <a:pt x="7298" y="170683"/>
                  </a:lnTo>
                  <a:lnTo>
                    <a:pt x="8933" y="175741"/>
                  </a:lnTo>
                  <a:lnTo>
                    <a:pt x="10728" y="180745"/>
                  </a:lnTo>
                  <a:lnTo>
                    <a:pt x="12681" y="185689"/>
                  </a:lnTo>
                  <a:lnTo>
                    <a:pt x="14791" y="190568"/>
                  </a:lnTo>
                  <a:lnTo>
                    <a:pt x="17054" y="195378"/>
                  </a:lnTo>
                  <a:lnTo>
                    <a:pt x="19470" y="200113"/>
                  </a:lnTo>
                  <a:lnTo>
                    <a:pt x="22035" y="204770"/>
                  </a:lnTo>
                  <a:lnTo>
                    <a:pt x="24746" y="209342"/>
                  </a:lnTo>
                  <a:lnTo>
                    <a:pt x="27602" y="213826"/>
                  </a:lnTo>
                  <a:lnTo>
                    <a:pt x="30598" y="218217"/>
                  </a:lnTo>
                  <a:lnTo>
                    <a:pt x="33733" y="222510"/>
                  </a:lnTo>
                  <a:lnTo>
                    <a:pt x="37003" y="226701"/>
                  </a:lnTo>
                  <a:lnTo>
                    <a:pt x="40404" y="230787"/>
                  </a:lnTo>
                  <a:lnTo>
                    <a:pt x="43934" y="234762"/>
                  </a:lnTo>
                  <a:lnTo>
                    <a:pt x="47588" y="238623"/>
                  </a:lnTo>
                  <a:lnTo>
                    <a:pt x="51363" y="242365"/>
                  </a:lnTo>
                  <a:lnTo>
                    <a:pt x="55255" y="245986"/>
                  </a:lnTo>
                  <a:lnTo>
                    <a:pt x="59260" y="249482"/>
                  </a:lnTo>
                  <a:lnTo>
                    <a:pt x="63374" y="252848"/>
                  </a:lnTo>
                  <a:lnTo>
                    <a:pt x="67594" y="256081"/>
                  </a:lnTo>
                  <a:lnTo>
                    <a:pt x="71914" y="259179"/>
                  </a:lnTo>
                  <a:lnTo>
                    <a:pt x="76330" y="262138"/>
                  </a:lnTo>
                  <a:lnTo>
                    <a:pt x="80838" y="264955"/>
                  </a:lnTo>
                  <a:lnTo>
                    <a:pt x="85434" y="267627"/>
                  </a:lnTo>
                  <a:lnTo>
                    <a:pt x="90112" y="270152"/>
                  </a:lnTo>
                  <a:lnTo>
                    <a:pt x="94868" y="272527"/>
                  </a:lnTo>
                  <a:lnTo>
                    <a:pt x="99697" y="274749"/>
                  </a:lnTo>
                  <a:lnTo>
                    <a:pt x="104594" y="276817"/>
                  </a:lnTo>
                  <a:lnTo>
                    <a:pt x="109555" y="278728"/>
                  </a:lnTo>
                  <a:lnTo>
                    <a:pt x="114574" y="280480"/>
                  </a:lnTo>
                  <a:lnTo>
                    <a:pt x="119646" y="282072"/>
                  </a:lnTo>
                  <a:lnTo>
                    <a:pt x="124766" y="283501"/>
                  </a:lnTo>
                  <a:lnTo>
                    <a:pt x="129929" y="284767"/>
                  </a:lnTo>
                  <a:lnTo>
                    <a:pt x="135129" y="285869"/>
                  </a:lnTo>
                  <a:lnTo>
                    <a:pt x="140362" y="286804"/>
                  </a:lnTo>
                  <a:lnTo>
                    <a:pt x="145622" y="287573"/>
                  </a:lnTo>
                  <a:lnTo>
                    <a:pt x="150904" y="288174"/>
                  </a:lnTo>
                  <a:lnTo>
                    <a:pt x="156202" y="288606"/>
                  </a:lnTo>
                  <a:lnTo>
                    <a:pt x="161512" y="288870"/>
                  </a:lnTo>
                  <a:lnTo>
                    <a:pt x="166827" y="288965"/>
                  </a:lnTo>
                  <a:lnTo>
                    <a:pt x="172142" y="288891"/>
                  </a:lnTo>
                  <a:lnTo>
                    <a:pt x="177453" y="288648"/>
                  </a:lnTo>
                  <a:lnTo>
                    <a:pt x="182753" y="288237"/>
                  </a:lnTo>
                  <a:lnTo>
                    <a:pt x="188037" y="287657"/>
                  </a:lnTo>
                  <a:lnTo>
                    <a:pt x="193300" y="286909"/>
                  </a:lnTo>
                  <a:lnTo>
                    <a:pt x="198536" y="285994"/>
                  </a:lnTo>
                  <a:lnTo>
                    <a:pt x="203741" y="284913"/>
                  </a:lnTo>
                  <a:lnTo>
                    <a:pt x="208909" y="283668"/>
                  </a:lnTo>
                  <a:lnTo>
                    <a:pt x="214035" y="282258"/>
                  </a:lnTo>
                  <a:lnTo>
                    <a:pt x="219113" y="280687"/>
                  </a:lnTo>
                  <a:lnTo>
                    <a:pt x="224139" y="278954"/>
                  </a:lnTo>
                  <a:lnTo>
                    <a:pt x="229107" y="277063"/>
                  </a:lnTo>
                  <a:lnTo>
                    <a:pt x="234013" y="275015"/>
                  </a:lnTo>
                  <a:lnTo>
                    <a:pt x="238850" y="272812"/>
                  </a:lnTo>
                  <a:lnTo>
                    <a:pt x="243616" y="270456"/>
                  </a:lnTo>
                  <a:lnTo>
                    <a:pt x="248304" y="267950"/>
                  </a:lnTo>
                  <a:lnTo>
                    <a:pt x="252910" y="265296"/>
                  </a:lnTo>
                  <a:lnTo>
                    <a:pt x="257429" y="262496"/>
                  </a:lnTo>
                  <a:lnTo>
                    <a:pt x="261857" y="259555"/>
                  </a:lnTo>
                  <a:lnTo>
                    <a:pt x="266189" y="256474"/>
                  </a:lnTo>
                  <a:lnTo>
                    <a:pt x="270421" y="253257"/>
                  </a:lnTo>
                  <a:lnTo>
                    <a:pt x="274549" y="249908"/>
                  </a:lnTo>
                  <a:lnTo>
                    <a:pt x="278568" y="246428"/>
                  </a:lnTo>
                  <a:lnTo>
                    <a:pt x="282475" y="242823"/>
                  </a:lnTo>
                  <a:lnTo>
                    <a:pt x="286264" y="239095"/>
                  </a:lnTo>
                  <a:lnTo>
                    <a:pt x="289934" y="235249"/>
                  </a:lnTo>
                  <a:lnTo>
                    <a:pt x="293479" y="231287"/>
                  </a:lnTo>
                  <a:lnTo>
                    <a:pt x="296896" y="227216"/>
                  </a:lnTo>
                  <a:lnTo>
                    <a:pt x="300183" y="223037"/>
                  </a:lnTo>
                  <a:lnTo>
                    <a:pt x="303334" y="218756"/>
                  </a:lnTo>
                  <a:lnTo>
                    <a:pt x="306348" y="214377"/>
                  </a:lnTo>
                  <a:lnTo>
                    <a:pt x="309222" y="209905"/>
                  </a:lnTo>
                  <a:lnTo>
                    <a:pt x="311951" y="205343"/>
                  </a:lnTo>
                  <a:lnTo>
                    <a:pt x="314534" y="200697"/>
                  </a:lnTo>
                  <a:lnTo>
                    <a:pt x="316968" y="195971"/>
                  </a:lnTo>
                  <a:lnTo>
                    <a:pt x="319251" y="191170"/>
                  </a:lnTo>
                  <a:lnTo>
                    <a:pt x="321380" y="186299"/>
                  </a:lnTo>
                  <a:lnTo>
                    <a:pt x="323353" y="181363"/>
                  </a:lnTo>
                  <a:lnTo>
                    <a:pt x="325168" y="176367"/>
                  </a:lnTo>
                  <a:lnTo>
                    <a:pt x="326823" y="171315"/>
                  </a:lnTo>
                  <a:lnTo>
                    <a:pt x="328317" y="166213"/>
                  </a:lnTo>
                  <a:lnTo>
                    <a:pt x="329647" y="161067"/>
                  </a:lnTo>
                  <a:lnTo>
                    <a:pt x="330814" y="155880"/>
                  </a:lnTo>
                  <a:lnTo>
                    <a:pt x="331815" y="150659"/>
                  </a:lnTo>
                  <a:lnTo>
                    <a:pt x="332649" y="145409"/>
                  </a:lnTo>
                  <a:lnTo>
                    <a:pt x="333316" y="140135"/>
                  </a:lnTo>
                  <a:lnTo>
                    <a:pt x="333815" y="134843"/>
                  </a:lnTo>
                  <a:lnTo>
                    <a:pt x="334146" y="129537"/>
                  </a:lnTo>
                  <a:lnTo>
                    <a:pt x="334307" y="124224"/>
                  </a:lnTo>
                  <a:lnTo>
                    <a:pt x="334300" y="118908"/>
                  </a:lnTo>
                  <a:lnTo>
                    <a:pt x="334124" y="113595"/>
                  </a:lnTo>
                  <a:lnTo>
                    <a:pt x="333778" y="108290"/>
                  </a:lnTo>
                  <a:lnTo>
                    <a:pt x="333265" y="102999"/>
                  </a:lnTo>
                  <a:lnTo>
                    <a:pt x="332583" y="97727"/>
                  </a:lnTo>
                  <a:lnTo>
                    <a:pt x="331734" y="92480"/>
                  </a:lnTo>
                  <a:lnTo>
                    <a:pt x="330719" y="87262"/>
                  </a:lnTo>
                  <a:lnTo>
                    <a:pt x="329538" y="82078"/>
                  </a:lnTo>
                  <a:lnTo>
                    <a:pt x="328193" y="76936"/>
                  </a:lnTo>
                  <a:lnTo>
                    <a:pt x="326685" y="71838"/>
                  </a:lnTo>
                  <a:lnTo>
                    <a:pt x="325016" y="66791"/>
                  </a:lnTo>
                  <a:lnTo>
                    <a:pt x="323187" y="61799"/>
                  </a:lnTo>
                  <a:lnTo>
                    <a:pt x="321200" y="56869"/>
                  </a:lnTo>
                  <a:lnTo>
                    <a:pt x="319058" y="52004"/>
                  </a:lnTo>
                  <a:lnTo>
                    <a:pt x="316762" y="47209"/>
                  </a:lnTo>
                  <a:lnTo>
                    <a:pt x="167158" y="1217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149604" cy="167167"/>
            </a:xfrm>
            <a:custGeom>
              <a:avLst/>
              <a:pathLst>
                <a:path w="149604" h="167167">
                  <a:moveTo>
                    <a:pt x="149604" y="92578"/>
                  </a:moveTo>
                  <a:lnTo>
                    <a:pt x="147093" y="87742"/>
                  </a:lnTo>
                  <a:lnTo>
                    <a:pt x="144427" y="82990"/>
                  </a:lnTo>
                  <a:lnTo>
                    <a:pt x="141607" y="78328"/>
                  </a:lnTo>
                  <a:lnTo>
                    <a:pt x="138636" y="73760"/>
                  </a:lnTo>
                  <a:lnTo>
                    <a:pt x="135518" y="69291"/>
                  </a:lnTo>
                  <a:lnTo>
                    <a:pt x="132256" y="64926"/>
                  </a:lnTo>
                  <a:lnTo>
                    <a:pt x="128854" y="60670"/>
                  </a:lnTo>
                  <a:lnTo>
                    <a:pt x="125315" y="56527"/>
                  </a:lnTo>
                  <a:lnTo>
                    <a:pt x="121642" y="52502"/>
                  </a:lnTo>
                  <a:lnTo>
                    <a:pt x="117840" y="48599"/>
                  </a:lnTo>
                  <a:lnTo>
                    <a:pt x="113914" y="44821"/>
                  </a:lnTo>
                  <a:lnTo>
                    <a:pt x="109866" y="41173"/>
                  </a:lnTo>
                  <a:lnTo>
                    <a:pt x="105701" y="37660"/>
                  </a:lnTo>
                  <a:lnTo>
                    <a:pt x="101424" y="34284"/>
                  </a:lnTo>
                  <a:lnTo>
                    <a:pt x="97040" y="31049"/>
                  </a:lnTo>
                  <a:lnTo>
                    <a:pt x="92552" y="27958"/>
                  </a:lnTo>
                  <a:lnTo>
                    <a:pt x="87966" y="25016"/>
                  </a:lnTo>
                  <a:lnTo>
                    <a:pt x="83286" y="22225"/>
                  </a:lnTo>
                  <a:lnTo>
                    <a:pt x="78518" y="19587"/>
                  </a:lnTo>
                  <a:lnTo>
                    <a:pt x="73667" y="17107"/>
                  </a:lnTo>
                  <a:lnTo>
                    <a:pt x="68737" y="14785"/>
                  </a:lnTo>
                  <a:lnTo>
                    <a:pt x="63734" y="12626"/>
                  </a:lnTo>
                  <a:lnTo>
                    <a:pt x="58664" y="10631"/>
                  </a:lnTo>
                  <a:lnTo>
                    <a:pt x="53531" y="8802"/>
                  </a:lnTo>
                  <a:lnTo>
                    <a:pt x="48341" y="7142"/>
                  </a:lnTo>
                  <a:lnTo>
                    <a:pt x="43100" y="5651"/>
                  </a:lnTo>
                  <a:lnTo>
                    <a:pt x="37813" y="4332"/>
                  </a:lnTo>
                  <a:lnTo>
                    <a:pt x="32486" y="3187"/>
                  </a:lnTo>
                  <a:lnTo>
                    <a:pt x="27125" y="2215"/>
                  </a:lnTo>
                  <a:lnTo>
                    <a:pt x="21734" y="1418"/>
                  </a:lnTo>
                  <a:lnTo>
                    <a:pt x="16321" y="798"/>
                  </a:lnTo>
                  <a:lnTo>
                    <a:pt x="10890" y="355"/>
                  </a:lnTo>
                  <a:lnTo>
                    <a:pt x="544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10922" y="4213821"/>
              <a:ext cx="117550" cy="167167"/>
            </a:xfrm>
            <a:custGeom>
              <a:avLst/>
              <a:pathLst>
                <a:path w="117550" h="167167">
                  <a:moveTo>
                    <a:pt x="117550" y="0"/>
                  </a:moveTo>
                  <a:lnTo>
                    <a:pt x="111882" y="96"/>
                  </a:lnTo>
                  <a:lnTo>
                    <a:pt x="106222" y="384"/>
                  </a:lnTo>
                  <a:lnTo>
                    <a:pt x="100574" y="864"/>
                  </a:lnTo>
                  <a:lnTo>
                    <a:pt x="94946" y="1535"/>
                  </a:lnTo>
                  <a:lnTo>
                    <a:pt x="89344" y="2396"/>
                  </a:lnTo>
                  <a:lnTo>
                    <a:pt x="83774" y="3447"/>
                  </a:lnTo>
                  <a:lnTo>
                    <a:pt x="78244" y="4686"/>
                  </a:lnTo>
                  <a:lnTo>
                    <a:pt x="72758" y="6112"/>
                  </a:lnTo>
                  <a:lnTo>
                    <a:pt x="67324" y="7723"/>
                  </a:lnTo>
                  <a:lnTo>
                    <a:pt x="61947" y="9518"/>
                  </a:lnTo>
                  <a:lnTo>
                    <a:pt x="56635" y="11493"/>
                  </a:lnTo>
                  <a:lnTo>
                    <a:pt x="51392" y="13648"/>
                  </a:lnTo>
                  <a:lnTo>
                    <a:pt x="46226" y="15979"/>
                  </a:lnTo>
                  <a:lnTo>
                    <a:pt x="41141" y="18484"/>
                  </a:lnTo>
                  <a:lnTo>
                    <a:pt x="36145" y="21159"/>
                  </a:lnTo>
                  <a:lnTo>
                    <a:pt x="31242" y="24003"/>
                  </a:lnTo>
                  <a:lnTo>
                    <a:pt x="26438" y="27011"/>
                  </a:lnTo>
                  <a:lnTo>
                    <a:pt x="21739" y="30180"/>
                  </a:lnTo>
                  <a:lnTo>
                    <a:pt x="17150" y="33507"/>
                  </a:lnTo>
                  <a:lnTo>
                    <a:pt x="12677" y="36988"/>
                  </a:lnTo>
                  <a:lnTo>
                    <a:pt x="8324" y="40618"/>
                  </a:lnTo>
                  <a:lnTo>
                    <a:pt x="4096" y="44393"/>
                  </a:lnTo>
                  <a:lnTo>
                    <a:pt x="0" y="48310"/>
                  </a:lnTo>
                  <a:lnTo>
                    <a:pt x="11755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10922" y="4262132"/>
              <a:ext cx="117550" cy="118856"/>
            </a:xfrm>
            <a:custGeom>
              <a:avLst/>
              <a:pathLst>
                <a:path w="117550" h="118856">
                  <a:moveTo>
                    <a:pt x="0" y="0"/>
                  </a:moveTo>
                  <a:lnTo>
                    <a:pt x="117550" y="118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561305" y="4254333"/>
              <a:ext cx="334333" cy="293808"/>
            </a:xfrm>
            <a:custGeom>
              <a:avLst/>
              <a:pathLst>
                <a:path w="334333" h="293808">
                  <a:moveTo>
                    <a:pt x="49616" y="7798"/>
                  </a:moveTo>
                  <a:lnTo>
                    <a:pt x="45904" y="11588"/>
                  </a:lnTo>
                  <a:lnTo>
                    <a:pt x="42314" y="15494"/>
                  </a:lnTo>
                  <a:lnTo>
                    <a:pt x="38850" y="19512"/>
                  </a:lnTo>
                  <a:lnTo>
                    <a:pt x="35514" y="23637"/>
                  </a:lnTo>
                  <a:lnTo>
                    <a:pt x="32312" y="27866"/>
                  </a:lnTo>
                  <a:lnTo>
                    <a:pt x="29245" y="32195"/>
                  </a:lnTo>
                  <a:lnTo>
                    <a:pt x="26317" y="36619"/>
                  </a:lnTo>
                  <a:lnTo>
                    <a:pt x="23531" y="41134"/>
                  </a:lnTo>
                  <a:lnTo>
                    <a:pt x="20890" y="45735"/>
                  </a:lnTo>
                  <a:lnTo>
                    <a:pt x="18396" y="50417"/>
                  </a:lnTo>
                  <a:lnTo>
                    <a:pt x="16051" y="55176"/>
                  </a:lnTo>
                  <a:lnTo>
                    <a:pt x="13859" y="60007"/>
                  </a:lnTo>
                  <a:lnTo>
                    <a:pt x="11822" y="64905"/>
                  </a:lnTo>
                  <a:lnTo>
                    <a:pt x="9941" y="69866"/>
                  </a:lnTo>
                  <a:lnTo>
                    <a:pt x="8218" y="74883"/>
                  </a:lnTo>
                  <a:lnTo>
                    <a:pt x="6655" y="79953"/>
                  </a:lnTo>
                  <a:lnTo>
                    <a:pt x="5254" y="85070"/>
                  </a:lnTo>
                  <a:lnTo>
                    <a:pt x="4016" y="90229"/>
                  </a:lnTo>
                  <a:lnTo>
                    <a:pt x="2942" y="95424"/>
                  </a:lnTo>
                  <a:lnTo>
                    <a:pt x="2034" y="100651"/>
                  </a:lnTo>
                  <a:lnTo>
                    <a:pt x="1292" y="105904"/>
                  </a:lnTo>
                  <a:lnTo>
                    <a:pt x="717" y="111177"/>
                  </a:lnTo>
                  <a:lnTo>
                    <a:pt x="310" y="116467"/>
                  </a:lnTo>
                  <a:lnTo>
                    <a:pt x="70" y="121767"/>
                  </a:lnTo>
                  <a:lnTo>
                    <a:pt x="0" y="127071"/>
                  </a:lnTo>
                  <a:lnTo>
                    <a:pt x="97" y="132376"/>
                  </a:lnTo>
                  <a:lnTo>
                    <a:pt x="363" y="137674"/>
                  </a:lnTo>
                  <a:lnTo>
                    <a:pt x="796" y="142961"/>
                  </a:lnTo>
                  <a:lnTo>
                    <a:pt x="1397" y="148232"/>
                  </a:lnTo>
                  <a:lnTo>
                    <a:pt x="2166" y="153481"/>
                  </a:lnTo>
                  <a:lnTo>
                    <a:pt x="3100" y="158704"/>
                  </a:lnTo>
                  <a:lnTo>
                    <a:pt x="4199" y="163894"/>
                  </a:lnTo>
                  <a:lnTo>
                    <a:pt x="5463" y="169046"/>
                  </a:lnTo>
                  <a:lnTo>
                    <a:pt x="6890" y="174156"/>
                  </a:lnTo>
                  <a:lnTo>
                    <a:pt x="8478" y="179218"/>
                  </a:lnTo>
                  <a:lnTo>
                    <a:pt x="10225" y="184226"/>
                  </a:lnTo>
                  <a:lnTo>
                    <a:pt x="12131" y="189177"/>
                  </a:lnTo>
                  <a:lnTo>
                    <a:pt x="14193" y="194065"/>
                  </a:lnTo>
                  <a:lnTo>
                    <a:pt x="16409" y="198886"/>
                  </a:lnTo>
                  <a:lnTo>
                    <a:pt x="18777" y="203633"/>
                  </a:lnTo>
                  <a:lnTo>
                    <a:pt x="21295" y="208303"/>
                  </a:lnTo>
                  <a:lnTo>
                    <a:pt x="23959" y="212890"/>
                  </a:lnTo>
                  <a:lnTo>
                    <a:pt x="26767" y="217391"/>
                  </a:lnTo>
                  <a:lnTo>
                    <a:pt x="29717" y="221800"/>
                  </a:lnTo>
                  <a:lnTo>
                    <a:pt x="32805" y="226114"/>
                  </a:lnTo>
                  <a:lnTo>
                    <a:pt x="36029" y="230327"/>
                  </a:lnTo>
                  <a:lnTo>
                    <a:pt x="39385" y="234436"/>
                  </a:lnTo>
                  <a:lnTo>
                    <a:pt x="42869" y="238437"/>
                  </a:lnTo>
                  <a:lnTo>
                    <a:pt x="46479" y="242324"/>
                  </a:lnTo>
                  <a:lnTo>
                    <a:pt x="50210" y="246096"/>
                  </a:lnTo>
                  <a:lnTo>
                    <a:pt x="54059" y="249747"/>
                  </a:lnTo>
                  <a:lnTo>
                    <a:pt x="58022" y="253274"/>
                  </a:lnTo>
                  <a:lnTo>
                    <a:pt x="62094" y="256673"/>
                  </a:lnTo>
                  <a:lnTo>
                    <a:pt x="66273" y="259942"/>
                  </a:lnTo>
                  <a:lnTo>
                    <a:pt x="70553" y="263076"/>
                  </a:lnTo>
                  <a:lnTo>
                    <a:pt x="74931" y="266073"/>
                  </a:lnTo>
                  <a:lnTo>
                    <a:pt x="79401" y="268930"/>
                  </a:lnTo>
                  <a:lnTo>
                    <a:pt x="83960" y="271643"/>
                  </a:lnTo>
                  <a:lnTo>
                    <a:pt x="88602" y="274210"/>
                  </a:lnTo>
                  <a:lnTo>
                    <a:pt x="93324" y="276629"/>
                  </a:lnTo>
                  <a:lnTo>
                    <a:pt x="98120" y="278897"/>
                  </a:lnTo>
                  <a:lnTo>
                    <a:pt x="102986" y="281011"/>
                  </a:lnTo>
                  <a:lnTo>
                    <a:pt x="107916" y="282970"/>
                  </a:lnTo>
                  <a:lnTo>
                    <a:pt x="112906" y="284771"/>
                  </a:lnTo>
                  <a:lnTo>
                    <a:pt x="117950" y="286413"/>
                  </a:lnTo>
                  <a:lnTo>
                    <a:pt x="123044" y="287895"/>
                  </a:lnTo>
                  <a:lnTo>
                    <a:pt x="128183" y="289213"/>
                  </a:lnTo>
                  <a:lnTo>
                    <a:pt x="133361" y="290369"/>
                  </a:lnTo>
                  <a:lnTo>
                    <a:pt x="138573" y="291359"/>
                  </a:lnTo>
                  <a:lnTo>
                    <a:pt x="143813" y="292183"/>
                  </a:lnTo>
                  <a:lnTo>
                    <a:pt x="149078" y="292841"/>
                  </a:lnTo>
                  <a:lnTo>
                    <a:pt x="154360" y="293331"/>
                  </a:lnTo>
                  <a:lnTo>
                    <a:pt x="159655" y="293654"/>
                  </a:lnTo>
                  <a:lnTo>
                    <a:pt x="164958" y="293808"/>
                  </a:lnTo>
                  <a:lnTo>
                    <a:pt x="170263" y="293794"/>
                  </a:lnTo>
                  <a:lnTo>
                    <a:pt x="175565" y="293611"/>
                  </a:lnTo>
                  <a:lnTo>
                    <a:pt x="180859" y="293261"/>
                  </a:lnTo>
                  <a:lnTo>
                    <a:pt x="186138" y="292742"/>
                  </a:lnTo>
                  <a:lnTo>
                    <a:pt x="191399" y="292057"/>
                  </a:lnTo>
                  <a:lnTo>
                    <a:pt x="196635" y="291205"/>
                  </a:lnTo>
                  <a:lnTo>
                    <a:pt x="201842" y="290187"/>
                  </a:lnTo>
                  <a:lnTo>
                    <a:pt x="207013" y="289004"/>
                  </a:lnTo>
                  <a:lnTo>
                    <a:pt x="212145" y="287658"/>
                  </a:lnTo>
                  <a:lnTo>
                    <a:pt x="217231" y="286149"/>
                  </a:lnTo>
                  <a:lnTo>
                    <a:pt x="222267" y="284481"/>
                  </a:lnTo>
                  <a:lnTo>
                    <a:pt x="227247" y="282653"/>
                  </a:lnTo>
                  <a:lnTo>
                    <a:pt x="232167" y="280668"/>
                  </a:lnTo>
                  <a:lnTo>
                    <a:pt x="237021" y="278528"/>
                  </a:lnTo>
                  <a:lnTo>
                    <a:pt x="241805" y="276234"/>
                  </a:lnTo>
                  <a:lnTo>
                    <a:pt x="246514" y="273791"/>
                  </a:lnTo>
                  <a:lnTo>
                    <a:pt x="251143" y="271199"/>
                  </a:lnTo>
                  <a:lnTo>
                    <a:pt x="255687" y="268461"/>
                  </a:lnTo>
                  <a:lnTo>
                    <a:pt x="260142" y="265581"/>
                  </a:lnTo>
                  <a:lnTo>
                    <a:pt x="264504" y="262561"/>
                  </a:lnTo>
                  <a:lnTo>
                    <a:pt x="268767" y="259404"/>
                  </a:lnTo>
                  <a:lnTo>
                    <a:pt x="272928" y="256113"/>
                  </a:lnTo>
                  <a:lnTo>
                    <a:pt x="276983" y="252692"/>
                  </a:lnTo>
                  <a:lnTo>
                    <a:pt x="280927" y="249144"/>
                  </a:lnTo>
                  <a:lnTo>
                    <a:pt x="284756" y="245472"/>
                  </a:lnTo>
                  <a:lnTo>
                    <a:pt x="288467" y="241681"/>
                  </a:lnTo>
                  <a:lnTo>
                    <a:pt x="292056" y="237774"/>
                  </a:lnTo>
                  <a:lnTo>
                    <a:pt x="295519" y="233755"/>
                  </a:lnTo>
                  <a:lnTo>
                    <a:pt x="298853" y="229629"/>
                  </a:lnTo>
                  <a:lnTo>
                    <a:pt x="302054" y="225398"/>
                  </a:lnTo>
                  <a:lnTo>
                    <a:pt x="305120" y="221068"/>
                  </a:lnTo>
                  <a:lnTo>
                    <a:pt x="308046" y="216643"/>
                  </a:lnTo>
                  <a:lnTo>
                    <a:pt x="310830" y="212128"/>
                  </a:lnTo>
                  <a:lnTo>
                    <a:pt x="313470" y="207526"/>
                  </a:lnTo>
                  <a:lnTo>
                    <a:pt x="315963" y="202843"/>
                  </a:lnTo>
                  <a:lnTo>
                    <a:pt x="318305" y="198083"/>
                  </a:lnTo>
                  <a:lnTo>
                    <a:pt x="320496" y="193251"/>
                  </a:lnTo>
                  <a:lnTo>
                    <a:pt x="322532" y="188352"/>
                  </a:lnTo>
                  <a:lnTo>
                    <a:pt x="324411" y="183391"/>
                  </a:lnTo>
                  <a:lnTo>
                    <a:pt x="326132" y="178373"/>
                  </a:lnTo>
                  <a:lnTo>
                    <a:pt x="327693" y="173303"/>
                  </a:lnTo>
                  <a:lnTo>
                    <a:pt x="329093" y="168186"/>
                  </a:lnTo>
                  <a:lnTo>
                    <a:pt x="330329" y="163027"/>
                  </a:lnTo>
                  <a:lnTo>
                    <a:pt x="331401" y="157831"/>
                  </a:lnTo>
                  <a:lnTo>
                    <a:pt x="332308" y="152604"/>
                  </a:lnTo>
                  <a:lnTo>
                    <a:pt x="333048" y="147351"/>
                  </a:lnTo>
                  <a:lnTo>
                    <a:pt x="333621" y="142077"/>
                  </a:lnTo>
                  <a:lnTo>
                    <a:pt x="334027" y="136787"/>
                  </a:lnTo>
                  <a:lnTo>
                    <a:pt x="334264" y="131487"/>
                  </a:lnTo>
                  <a:lnTo>
                    <a:pt x="334333" y="126183"/>
                  </a:lnTo>
                  <a:lnTo>
                    <a:pt x="334234" y="120878"/>
                  </a:lnTo>
                  <a:lnTo>
                    <a:pt x="333967" y="115580"/>
                  </a:lnTo>
                  <a:lnTo>
                    <a:pt x="333531" y="110293"/>
                  </a:lnTo>
                  <a:lnTo>
                    <a:pt x="332928" y="105022"/>
                  </a:lnTo>
                  <a:lnTo>
                    <a:pt x="332158" y="99773"/>
                  </a:lnTo>
                  <a:lnTo>
                    <a:pt x="331222" y="94551"/>
                  </a:lnTo>
                  <a:lnTo>
                    <a:pt x="330121" y="89362"/>
                  </a:lnTo>
                  <a:lnTo>
                    <a:pt x="328856" y="84210"/>
                  </a:lnTo>
                  <a:lnTo>
                    <a:pt x="327427" y="79101"/>
                  </a:lnTo>
                  <a:lnTo>
                    <a:pt x="325838" y="74039"/>
                  </a:lnTo>
                  <a:lnTo>
                    <a:pt x="324088" y="69031"/>
                  </a:lnTo>
                  <a:lnTo>
                    <a:pt x="322181" y="64081"/>
                  </a:lnTo>
                  <a:lnTo>
                    <a:pt x="320117" y="59193"/>
                  </a:lnTo>
                  <a:lnTo>
                    <a:pt x="317899" y="54374"/>
                  </a:lnTo>
                  <a:lnTo>
                    <a:pt x="315530" y="49627"/>
                  </a:lnTo>
                  <a:lnTo>
                    <a:pt x="313011" y="44958"/>
                  </a:lnTo>
                  <a:lnTo>
                    <a:pt x="310345" y="40372"/>
                  </a:lnTo>
                  <a:lnTo>
                    <a:pt x="307535" y="35872"/>
                  </a:lnTo>
                  <a:lnTo>
                    <a:pt x="304584" y="31464"/>
                  </a:lnTo>
                  <a:lnTo>
                    <a:pt x="301494" y="27151"/>
                  </a:lnTo>
                  <a:lnTo>
                    <a:pt x="298269" y="22939"/>
                  </a:lnTo>
                  <a:lnTo>
                    <a:pt x="294912" y="18831"/>
                  </a:lnTo>
                  <a:lnTo>
                    <a:pt x="291426" y="14832"/>
                  </a:lnTo>
                  <a:lnTo>
                    <a:pt x="287815" y="10945"/>
                  </a:lnTo>
                  <a:lnTo>
                    <a:pt x="284083" y="7175"/>
                  </a:lnTo>
                  <a:lnTo>
                    <a:pt x="280233" y="3525"/>
                  </a:lnTo>
                  <a:lnTo>
                    <a:pt x="276269" y="0"/>
                  </a:lnTo>
                  <a:lnTo>
                    <a:pt x="167166" y="126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109102" cy="167167"/>
            </a:xfrm>
            <a:custGeom>
              <a:avLst/>
              <a:pathLst>
                <a:path w="109102" h="167167">
                  <a:moveTo>
                    <a:pt x="109102" y="40511"/>
                  </a:moveTo>
                  <a:lnTo>
                    <a:pt x="104752" y="36890"/>
                  </a:lnTo>
                  <a:lnTo>
                    <a:pt x="100281" y="33419"/>
                  </a:lnTo>
                  <a:lnTo>
                    <a:pt x="95696" y="30100"/>
                  </a:lnTo>
                  <a:lnTo>
                    <a:pt x="91000" y="26939"/>
                  </a:lnTo>
                  <a:lnTo>
                    <a:pt x="86201" y="23939"/>
                  </a:lnTo>
                  <a:lnTo>
                    <a:pt x="81303" y="21103"/>
                  </a:lnTo>
                  <a:lnTo>
                    <a:pt x="76311" y="18434"/>
                  </a:lnTo>
                  <a:lnTo>
                    <a:pt x="71232" y="15936"/>
                  </a:lnTo>
                  <a:lnTo>
                    <a:pt x="66071" y="13611"/>
                  </a:lnTo>
                  <a:lnTo>
                    <a:pt x="60835" y="11462"/>
                  </a:lnTo>
                  <a:lnTo>
                    <a:pt x="55529" y="9492"/>
                  </a:lnTo>
                  <a:lnTo>
                    <a:pt x="50159" y="7702"/>
                  </a:lnTo>
                  <a:lnTo>
                    <a:pt x="44731" y="6095"/>
                  </a:lnTo>
                  <a:lnTo>
                    <a:pt x="39253" y="4673"/>
                  </a:lnTo>
                  <a:lnTo>
                    <a:pt x="33729" y="3438"/>
                  </a:lnTo>
                  <a:lnTo>
                    <a:pt x="28167" y="2390"/>
                  </a:lnTo>
                  <a:lnTo>
                    <a:pt x="22572" y="1531"/>
                  </a:lnTo>
                  <a:lnTo>
                    <a:pt x="16952" y="861"/>
                  </a:lnTo>
                  <a:lnTo>
                    <a:pt x="11312" y="383"/>
                  </a:lnTo>
                  <a:lnTo>
                    <a:pt x="565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8377" y="3707720"/>
              <a:ext cx="160633" cy="167167"/>
            </a:xfrm>
            <a:custGeom>
              <a:avLst/>
              <a:pathLst>
                <a:path w="160633" h="167167">
                  <a:moveTo>
                    <a:pt x="160633" y="0"/>
                  </a:moveTo>
                  <a:lnTo>
                    <a:pt x="155242" y="86"/>
                  </a:lnTo>
                  <a:lnTo>
                    <a:pt x="149856" y="347"/>
                  </a:lnTo>
                  <a:lnTo>
                    <a:pt x="144481" y="782"/>
                  </a:lnTo>
                  <a:lnTo>
                    <a:pt x="139123" y="1389"/>
                  </a:lnTo>
                  <a:lnTo>
                    <a:pt x="133788" y="2169"/>
                  </a:lnTo>
                  <a:lnTo>
                    <a:pt x="128481" y="3121"/>
                  </a:lnTo>
                  <a:lnTo>
                    <a:pt x="123207" y="4243"/>
                  </a:lnTo>
                  <a:lnTo>
                    <a:pt x="117972" y="5535"/>
                  </a:lnTo>
                  <a:lnTo>
                    <a:pt x="112781" y="6995"/>
                  </a:lnTo>
                  <a:lnTo>
                    <a:pt x="107640" y="8621"/>
                  </a:lnTo>
                  <a:lnTo>
                    <a:pt x="102554" y="10413"/>
                  </a:lnTo>
                  <a:lnTo>
                    <a:pt x="97529" y="12368"/>
                  </a:lnTo>
                  <a:lnTo>
                    <a:pt x="92569" y="14483"/>
                  </a:lnTo>
                  <a:lnTo>
                    <a:pt x="87680" y="16758"/>
                  </a:lnTo>
                  <a:lnTo>
                    <a:pt x="82867" y="19189"/>
                  </a:lnTo>
                  <a:lnTo>
                    <a:pt x="78135" y="21774"/>
                  </a:lnTo>
                  <a:lnTo>
                    <a:pt x="73489" y="24510"/>
                  </a:lnTo>
                  <a:lnTo>
                    <a:pt x="68933" y="27395"/>
                  </a:lnTo>
                  <a:lnTo>
                    <a:pt x="64473" y="30425"/>
                  </a:lnTo>
                  <a:lnTo>
                    <a:pt x="60113" y="33598"/>
                  </a:lnTo>
                  <a:lnTo>
                    <a:pt x="55858" y="36909"/>
                  </a:lnTo>
                  <a:lnTo>
                    <a:pt x="51711" y="40356"/>
                  </a:lnTo>
                  <a:lnTo>
                    <a:pt x="47678" y="43935"/>
                  </a:lnTo>
                  <a:lnTo>
                    <a:pt x="43762" y="47642"/>
                  </a:lnTo>
                  <a:lnTo>
                    <a:pt x="39968" y="51473"/>
                  </a:lnTo>
                  <a:lnTo>
                    <a:pt x="36300" y="55425"/>
                  </a:lnTo>
                  <a:lnTo>
                    <a:pt x="32761" y="59493"/>
                  </a:lnTo>
                  <a:lnTo>
                    <a:pt x="29354" y="63673"/>
                  </a:lnTo>
                  <a:lnTo>
                    <a:pt x="26085" y="67961"/>
                  </a:lnTo>
                  <a:lnTo>
                    <a:pt x="22955" y="72352"/>
                  </a:lnTo>
                  <a:lnTo>
                    <a:pt x="19969" y="76842"/>
                  </a:lnTo>
                  <a:lnTo>
                    <a:pt x="17129" y="81425"/>
                  </a:lnTo>
                  <a:lnTo>
                    <a:pt x="14439" y="86098"/>
                  </a:lnTo>
                  <a:lnTo>
                    <a:pt x="11900" y="90855"/>
                  </a:lnTo>
                  <a:lnTo>
                    <a:pt x="9516" y="95692"/>
                  </a:lnTo>
                  <a:lnTo>
                    <a:pt x="7290" y="100603"/>
                  </a:lnTo>
                  <a:lnTo>
                    <a:pt x="5223" y="105583"/>
                  </a:lnTo>
                  <a:lnTo>
                    <a:pt x="3317" y="110627"/>
                  </a:lnTo>
                  <a:lnTo>
                    <a:pt x="1576" y="115730"/>
                  </a:lnTo>
                  <a:lnTo>
                    <a:pt x="0" y="120887"/>
                  </a:lnTo>
                  <a:lnTo>
                    <a:pt x="16063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51846" y="3707867"/>
              <a:ext cx="334330" cy="334179"/>
            </a:xfrm>
            <a:custGeom>
              <a:avLst/>
              <a:pathLst>
                <a:path w="334330" h="334179">
                  <a:moveTo>
                    <a:pt x="6531" y="120741"/>
                  </a:moveTo>
                  <a:lnTo>
                    <a:pt x="5144" y="125861"/>
                  </a:lnTo>
                  <a:lnTo>
                    <a:pt x="3919" y="131023"/>
                  </a:lnTo>
                  <a:lnTo>
                    <a:pt x="2859" y="136221"/>
                  </a:lnTo>
                  <a:lnTo>
                    <a:pt x="1964" y="141451"/>
                  </a:lnTo>
                  <a:lnTo>
                    <a:pt x="1236" y="146706"/>
                  </a:lnTo>
                  <a:lnTo>
                    <a:pt x="675" y="151981"/>
                  </a:lnTo>
                  <a:lnTo>
                    <a:pt x="282" y="157272"/>
                  </a:lnTo>
                  <a:lnTo>
                    <a:pt x="56" y="162572"/>
                  </a:lnTo>
                  <a:lnTo>
                    <a:pt x="0" y="167877"/>
                  </a:lnTo>
                  <a:lnTo>
                    <a:pt x="111" y="173181"/>
                  </a:lnTo>
                  <a:lnTo>
                    <a:pt x="390" y="178479"/>
                  </a:lnTo>
                  <a:lnTo>
                    <a:pt x="838" y="183766"/>
                  </a:lnTo>
                  <a:lnTo>
                    <a:pt x="1453" y="189035"/>
                  </a:lnTo>
                  <a:lnTo>
                    <a:pt x="2235" y="194282"/>
                  </a:lnTo>
                  <a:lnTo>
                    <a:pt x="3183" y="199502"/>
                  </a:lnTo>
                  <a:lnTo>
                    <a:pt x="4297" y="204689"/>
                  </a:lnTo>
                  <a:lnTo>
                    <a:pt x="5574" y="209838"/>
                  </a:lnTo>
                  <a:lnTo>
                    <a:pt x="7014" y="214944"/>
                  </a:lnTo>
                  <a:lnTo>
                    <a:pt x="8615" y="220002"/>
                  </a:lnTo>
                  <a:lnTo>
                    <a:pt x="10376" y="225007"/>
                  </a:lnTo>
                  <a:lnTo>
                    <a:pt x="12295" y="229953"/>
                  </a:lnTo>
                  <a:lnTo>
                    <a:pt x="14370" y="234835"/>
                  </a:lnTo>
                  <a:lnTo>
                    <a:pt x="16599" y="239650"/>
                  </a:lnTo>
                  <a:lnTo>
                    <a:pt x="18980" y="244391"/>
                  </a:lnTo>
                  <a:lnTo>
                    <a:pt x="21510" y="249054"/>
                  </a:lnTo>
                  <a:lnTo>
                    <a:pt x="24186" y="253635"/>
                  </a:lnTo>
                  <a:lnTo>
                    <a:pt x="27006" y="258128"/>
                  </a:lnTo>
                  <a:lnTo>
                    <a:pt x="29968" y="262530"/>
                  </a:lnTo>
                  <a:lnTo>
                    <a:pt x="33068" y="266835"/>
                  </a:lnTo>
                  <a:lnTo>
                    <a:pt x="36303" y="271040"/>
                  </a:lnTo>
                  <a:lnTo>
                    <a:pt x="39669" y="275140"/>
                  </a:lnTo>
                  <a:lnTo>
                    <a:pt x="43164" y="279131"/>
                  </a:lnTo>
                  <a:lnTo>
                    <a:pt x="46784" y="283010"/>
                  </a:lnTo>
                  <a:lnTo>
                    <a:pt x="50526" y="286771"/>
                  </a:lnTo>
                  <a:lnTo>
                    <a:pt x="54384" y="290412"/>
                  </a:lnTo>
                  <a:lnTo>
                    <a:pt x="58357" y="293929"/>
                  </a:lnTo>
                  <a:lnTo>
                    <a:pt x="62438" y="297318"/>
                  </a:lnTo>
                  <a:lnTo>
                    <a:pt x="66626" y="300575"/>
                  </a:lnTo>
                  <a:lnTo>
                    <a:pt x="70914" y="303698"/>
                  </a:lnTo>
                  <a:lnTo>
                    <a:pt x="75300" y="306684"/>
                  </a:lnTo>
                  <a:lnTo>
                    <a:pt x="79778" y="309528"/>
                  </a:lnTo>
                  <a:lnTo>
                    <a:pt x="84344" y="312230"/>
                  </a:lnTo>
                  <a:lnTo>
                    <a:pt x="88994" y="314785"/>
                  </a:lnTo>
                  <a:lnTo>
                    <a:pt x="93722" y="317191"/>
                  </a:lnTo>
                  <a:lnTo>
                    <a:pt x="98524" y="319446"/>
                  </a:lnTo>
                  <a:lnTo>
                    <a:pt x="103395" y="321547"/>
                  </a:lnTo>
                  <a:lnTo>
                    <a:pt x="108331" y="323493"/>
                  </a:lnTo>
                  <a:lnTo>
                    <a:pt x="113326" y="325281"/>
                  </a:lnTo>
                  <a:lnTo>
                    <a:pt x="118375" y="326909"/>
                  </a:lnTo>
                  <a:lnTo>
                    <a:pt x="123473" y="328377"/>
                  </a:lnTo>
                  <a:lnTo>
                    <a:pt x="128615" y="329682"/>
                  </a:lnTo>
                  <a:lnTo>
                    <a:pt x="133796" y="330824"/>
                  </a:lnTo>
                  <a:lnTo>
                    <a:pt x="139011" y="331800"/>
                  </a:lnTo>
                  <a:lnTo>
                    <a:pt x="144254" y="332610"/>
                  </a:lnTo>
                  <a:lnTo>
                    <a:pt x="149520" y="333254"/>
                  </a:lnTo>
                  <a:lnTo>
                    <a:pt x="154804" y="333730"/>
                  </a:lnTo>
                  <a:lnTo>
                    <a:pt x="160100" y="334039"/>
                  </a:lnTo>
                  <a:lnTo>
                    <a:pt x="165403" y="334179"/>
                  </a:lnTo>
                  <a:lnTo>
                    <a:pt x="170708" y="334150"/>
                  </a:lnTo>
                  <a:lnTo>
                    <a:pt x="176010" y="333954"/>
                  </a:lnTo>
                  <a:lnTo>
                    <a:pt x="181303" y="333589"/>
                  </a:lnTo>
                  <a:lnTo>
                    <a:pt x="186581" y="333056"/>
                  </a:lnTo>
                  <a:lnTo>
                    <a:pt x="191840" y="332357"/>
                  </a:lnTo>
                  <a:lnTo>
                    <a:pt x="197074" y="331490"/>
                  </a:lnTo>
                  <a:lnTo>
                    <a:pt x="202278" y="330459"/>
                  </a:lnTo>
                  <a:lnTo>
                    <a:pt x="207447" y="329262"/>
                  </a:lnTo>
                  <a:lnTo>
                    <a:pt x="212575" y="327902"/>
                  </a:lnTo>
                  <a:lnTo>
                    <a:pt x="217657" y="326380"/>
                  </a:lnTo>
                  <a:lnTo>
                    <a:pt x="222688" y="324698"/>
                  </a:lnTo>
                  <a:lnTo>
                    <a:pt x="227664" y="322856"/>
                  </a:lnTo>
                  <a:lnTo>
                    <a:pt x="232578" y="320858"/>
                  </a:lnTo>
                  <a:lnTo>
                    <a:pt x="237427" y="318705"/>
                  </a:lnTo>
                  <a:lnTo>
                    <a:pt x="242205" y="316399"/>
                  </a:lnTo>
                  <a:lnTo>
                    <a:pt x="246907" y="313943"/>
                  </a:lnTo>
                  <a:lnTo>
                    <a:pt x="251529" y="311338"/>
                  </a:lnTo>
                  <a:lnTo>
                    <a:pt x="256066" y="308589"/>
                  </a:lnTo>
                  <a:lnTo>
                    <a:pt x="260513" y="305696"/>
                  </a:lnTo>
                  <a:lnTo>
                    <a:pt x="264867" y="302664"/>
                  </a:lnTo>
                  <a:lnTo>
                    <a:pt x="269122" y="299496"/>
                  </a:lnTo>
                  <a:lnTo>
                    <a:pt x="273274" y="296194"/>
                  </a:lnTo>
                  <a:lnTo>
                    <a:pt x="277320" y="292761"/>
                  </a:lnTo>
                  <a:lnTo>
                    <a:pt x="281254" y="289203"/>
                  </a:lnTo>
                  <a:lnTo>
                    <a:pt x="285074" y="285521"/>
                  </a:lnTo>
                  <a:lnTo>
                    <a:pt x="288775" y="281720"/>
                  </a:lnTo>
                  <a:lnTo>
                    <a:pt x="292353" y="277803"/>
                  </a:lnTo>
                  <a:lnTo>
                    <a:pt x="295806" y="273775"/>
                  </a:lnTo>
                  <a:lnTo>
                    <a:pt x="299128" y="269639"/>
                  </a:lnTo>
                  <a:lnTo>
                    <a:pt x="302318" y="265400"/>
                  </a:lnTo>
                  <a:lnTo>
                    <a:pt x="305372" y="261061"/>
                  </a:lnTo>
                  <a:lnTo>
                    <a:pt x="308287" y="256629"/>
                  </a:lnTo>
                  <a:lnTo>
                    <a:pt x="311059" y="252105"/>
                  </a:lnTo>
                  <a:lnTo>
                    <a:pt x="313686" y="247496"/>
                  </a:lnTo>
                  <a:lnTo>
                    <a:pt x="316166" y="242806"/>
                  </a:lnTo>
                  <a:lnTo>
                    <a:pt x="318496" y="238040"/>
                  </a:lnTo>
                  <a:lnTo>
                    <a:pt x="320673" y="233202"/>
                  </a:lnTo>
                  <a:lnTo>
                    <a:pt x="322696" y="228298"/>
                  </a:lnTo>
                  <a:lnTo>
                    <a:pt x="324562" y="223332"/>
                  </a:lnTo>
                  <a:lnTo>
                    <a:pt x="326270" y="218309"/>
                  </a:lnTo>
                  <a:lnTo>
                    <a:pt x="327817" y="213234"/>
                  </a:lnTo>
                  <a:lnTo>
                    <a:pt x="329203" y="208113"/>
                  </a:lnTo>
                  <a:lnTo>
                    <a:pt x="330425" y="202951"/>
                  </a:lnTo>
                  <a:lnTo>
                    <a:pt x="331483" y="197752"/>
                  </a:lnTo>
                  <a:lnTo>
                    <a:pt x="332376" y="192522"/>
                  </a:lnTo>
                  <a:lnTo>
                    <a:pt x="333102" y="187267"/>
                  </a:lnTo>
                  <a:lnTo>
                    <a:pt x="333660" y="181991"/>
                  </a:lnTo>
                  <a:lnTo>
                    <a:pt x="334052" y="176700"/>
                  </a:lnTo>
                  <a:lnTo>
                    <a:pt x="334275" y="171400"/>
                  </a:lnTo>
                  <a:lnTo>
                    <a:pt x="334330" y="166095"/>
                  </a:lnTo>
                  <a:lnTo>
                    <a:pt x="334216" y="160791"/>
                  </a:lnTo>
                  <a:lnTo>
                    <a:pt x="333934" y="155493"/>
                  </a:lnTo>
                  <a:lnTo>
                    <a:pt x="333484" y="150207"/>
                  </a:lnTo>
                  <a:lnTo>
                    <a:pt x="332867" y="144938"/>
                  </a:lnTo>
                  <a:lnTo>
                    <a:pt x="332083" y="139691"/>
                  </a:lnTo>
                  <a:lnTo>
                    <a:pt x="331133" y="134471"/>
                  </a:lnTo>
                  <a:lnTo>
                    <a:pt x="330017" y="129285"/>
                  </a:lnTo>
                  <a:lnTo>
                    <a:pt x="328738" y="124136"/>
                  </a:lnTo>
                  <a:lnTo>
                    <a:pt x="327296" y="119031"/>
                  </a:lnTo>
                  <a:lnTo>
                    <a:pt x="325692" y="113973"/>
                  </a:lnTo>
                  <a:lnTo>
                    <a:pt x="323929" y="108970"/>
                  </a:lnTo>
                  <a:lnTo>
                    <a:pt x="322008" y="104025"/>
                  </a:lnTo>
                  <a:lnTo>
                    <a:pt x="319931" y="99143"/>
                  </a:lnTo>
                  <a:lnTo>
                    <a:pt x="317700" y="94329"/>
                  </a:lnTo>
                  <a:lnTo>
                    <a:pt x="315318" y="89589"/>
                  </a:lnTo>
                  <a:lnTo>
                    <a:pt x="312786" y="84927"/>
                  </a:lnTo>
                  <a:lnTo>
                    <a:pt x="310108" y="80347"/>
                  </a:lnTo>
                  <a:lnTo>
                    <a:pt x="307286" y="75855"/>
                  </a:lnTo>
                  <a:lnTo>
                    <a:pt x="304322" y="71455"/>
                  </a:lnTo>
                  <a:lnTo>
                    <a:pt x="301221" y="67151"/>
                  </a:lnTo>
                  <a:lnTo>
                    <a:pt x="297984" y="62947"/>
                  </a:lnTo>
                  <a:lnTo>
                    <a:pt x="294616" y="58848"/>
                  </a:lnTo>
                  <a:lnTo>
                    <a:pt x="291119" y="54858"/>
                  </a:lnTo>
                  <a:lnTo>
                    <a:pt x="287497" y="50982"/>
                  </a:lnTo>
                  <a:lnTo>
                    <a:pt x="283755" y="47222"/>
                  </a:lnTo>
                  <a:lnTo>
                    <a:pt x="279894" y="43582"/>
                  </a:lnTo>
                  <a:lnTo>
                    <a:pt x="275921" y="40067"/>
                  </a:lnTo>
                  <a:lnTo>
                    <a:pt x="271837" y="36680"/>
                  </a:lnTo>
                  <a:lnTo>
                    <a:pt x="267649" y="33424"/>
                  </a:lnTo>
                  <a:lnTo>
                    <a:pt x="263359" y="30303"/>
                  </a:lnTo>
                  <a:lnTo>
                    <a:pt x="258972" y="27319"/>
                  </a:lnTo>
                  <a:lnTo>
                    <a:pt x="254493" y="24477"/>
                  </a:lnTo>
                  <a:lnTo>
                    <a:pt x="249926" y="21777"/>
                  </a:lnTo>
                  <a:lnTo>
                    <a:pt x="245275" y="19224"/>
                  </a:lnTo>
                  <a:lnTo>
                    <a:pt x="240546" y="16820"/>
                  </a:lnTo>
                  <a:lnTo>
                    <a:pt x="235743" y="14567"/>
                  </a:lnTo>
                  <a:lnTo>
                    <a:pt x="230871" y="12468"/>
                  </a:lnTo>
                  <a:lnTo>
                    <a:pt x="225934" y="10524"/>
                  </a:lnTo>
                  <a:lnTo>
                    <a:pt x="220939" y="8738"/>
                  </a:lnTo>
                  <a:lnTo>
                    <a:pt x="215889" y="7111"/>
                  </a:lnTo>
                  <a:lnTo>
                    <a:pt x="210790" y="5646"/>
                  </a:lnTo>
                  <a:lnTo>
                    <a:pt x="205647" y="4343"/>
                  </a:lnTo>
                  <a:lnTo>
                    <a:pt x="200466" y="3204"/>
                  </a:lnTo>
                  <a:lnTo>
                    <a:pt x="195251" y="2229"/>
                  </a:lnTo>
                  <a:lnTo>
                    <a:pt x="190008" y="1421"/>
                  </a:lnTo>
                  <a:lnTo>
                    <a:pt x="184741" y="780"/>
                  </a:lnTo>
                  <a:lnTo>
                    <a:pt x="179457" y="306"/>
                  </a:lnTo>
                  <a:lnTo>
                    <a:pt x="174161" y="0"/>
                  </a:lnTo>
                  <a:lnTo>
                    <a:pt x="167165" y="1670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6996" cy="167167"/>
            </a:xfrm>
            <a:custGeom>
              <a:avLst/>
              <a:pathLst>
                <a:path w="6996" h="167167">
                  <a:moveTo>
                    <a:pt x="6996" y="1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tx76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2025-06-06T06:16:57Z</dcterms:modified>
  <cp:category/>
</cp:coreProperties>
</file>