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40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6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6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45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3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31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6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8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9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50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8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61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58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73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5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61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17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450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84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1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1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6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5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3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1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63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4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1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93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3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54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3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74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199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84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157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5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432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3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3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4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3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6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3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58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68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199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20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51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43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72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40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912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5008" y="3170392"/>
              <a:ext cx="58771" cy="167167"/>
            </a:xfrm>
            <a:custGeom>
              <a:avLst/>
              <a:pathLst>
                <a:path w="58771" h="167167">
                  <a:moveTo>
                    <a:pt x="58771" y="0"/>
                  </a:moveTo>
                  <a:lnTo>
                    <a:pt x="52767" y="107"/>
                  </a:lnTo>
                  <a:lnTo>
                    <a:pt x="46770" y="431"/>
                  </a:lnTo>
                  <a:lnTo>
                    <a:pt x="40789" y="969"/>
                  </a:lnTo>
                  <a:lnTo>
                    <a:pt x="34831" y="1722"/>
                  </a:lnTo>
                  <a:lnTo>
                    <a:pt x="28905" y="2689"/>
                  </a:lnTo>
                  <a:lnTo>
                    <a:pt x="23016" y="3868"/>
                  </a:lnTo>
                  <a:lnTo>
                    <a:pt x="17174" y="5257"/>
                  </a:lnTo>
                  <a:lnTo>
                    <a:pt x="11386" y="6856"/>
                  </a:lnTo>
                  <a:lnTo>
                    <a:pt x="5658" y="8661"/>
                  </a:lnTo>
                  <a:lnTo>
                    <a:pt x="0" y="10671"/>
                  </a:lnTo>
                  <a:lnTo>
                    <a:pt x="587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5008" y="3181064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816614" y="3171541"/>
              <a:ext cx="334328" cy="333177"/>
            </a:xfrm>
            <a:custGeom>
              <a:avLst/>
              <a:pathLst>
                <a:path w="334328" h="333177">
                  <a:moveTo>
                    <a:pt x="108393" y="9522"/>
                  </a:moveTo>
                  <a:lnTo>
                    <a:pt x="103458" y="11466"/>
                  </a:lnTo>
                  <a:lnTo>
                    <a:pt x="98587" y="13565"/>
                  </a:lnTo>
                  <a:lnTo>
                    <a:pt x="93785" y="15817"/>
                  </a:lnTo>
                  <a:lnTo>
                    <a:pt x="89056" y="18220"/>
                  </a:lnTo>
                  <a:lnTo>
                    <a:pt x="84407" y="20773"/>
                  </a:lnTo>
                  <a:lnTo>
                    <a:pt x="79841" y="23471"/>
                  </a:lnTo>
                  <a:lnTo>
                    <a:pt x="75362" y="26314"/>
                  </a:lnTo>
                  <a:lnTo>
                    <a:pt x="70976" y="29296"/>
                  </a:lnTo>
                  <a:lnTo>
                    <a:pt x="66687" y="32417"/>
                  </a:lnTo>
                  <a:lnTo>
                    <a:pt x="62499" y="35671"/>
                  </a:lnTo>
                  <a:lnTo>
                    <a:pt x="58417" y="39058"/>
                  </a:lnTo>
                  <a:lnTo>
                    <a:pt x="54444" y="42571"/>
                  </a:lnTo>
                  <a:lnTo>
                    <a:pt x="50584" y="46210"/>
                  </a:lnTo>
                  <a:lnTo>
                    <a:pt x="46842" y="49968"/>
                  </a:lnTo>
                  <a:lnTo>
                    <a:pt x="43221" y="53844"/>
                  </a:lnTo>
                  <a:lnTo>
                    <a:pt x="39725" y="57833"/>
                  </a:lnTo>
                  <a:lnTo>
                    <a:pt x="36356" y="61930"/>
                  </a:lnTo>
                  <a:lnTo>
                    <a:pt x="33120" y="66132"/>
                  </a:lnTo>
                  <a:lnTo>
                    <a:pt x="30019" y="70435"/>
                  </a:lnTo>
                  <a:lnTo>
                    <a:pt x="27055" y="74834"/>
                  </a:lnTo>
                  <a:lnTo>
                    <a:pt x="24233" y="79325"/>
                  </a:lnTo>
                  <a:lnTo>
                    <a:pt x="21555" y="83903"/>
                  </a:lnTo>
                  <a:lnTo>
                    <a:pt x="19023" y="88564"/>
                  </a:lnTo>
                  <a:lnTo>
                    <a:pt x="16640" y="93303"/>
                  </a:lnTo>
                  <a:lnTo>
                    <a:pt x="14409" y="98115"/>
                  </a:lnTo>
                  <a:lnTo>
                    <a:pt x="12332" y="102995"/>
                  </a:lnTo>
                  <a:lnTo>
                    <a:pt x="10410" y="107939"/>
                  </a:lnTo>
                  <a:lnTo>
                    <a:pt x="8647" y="112941"/>
                  </a:lnTo>
                  <a:lnTo>
                    <a:pt x="7043" y="117997"/>
                  </a:lnTo>
                  <a:lnTo>
                    <a:pt x="5600" y="123101"/>
                  </a:lnTo>
                  <a:lnTo>
                    <a:pt x="4320" y="128248"/>
                  </a:lnTo>
                  <a:lnTo>
                    <a:pt x="3203" y="133433"/>
                  </a:lnTo>
                  <a:lnTo>
                    <a:pt x="2252" y="138651"/>
                  </a:lnTo>
                  <a:lnTo>
                    <a:pt x="1467" y="143897"/>
                  </a:lnTo>
                  <a:lnTo>
                    <a:pt x="848" y="149165"/>
                  </a:lnTo>
                  <a:lnTo>
                    <a:pt x="397" y="154449"/>
                  </a:lnTo>
                  <a:lnTo>
                    <a:pt x="114" y="159746"/>
                  </a:lnTo>
                  <a:lnTo>
                    <a:pt x="0" y="165049"/>
                  </a:lnTo>
                  <a:lnTo>
                    <a:pt x="53" y="170352"/>
                  </a:lnTo>
                  <a:lnTo>
                    <a:pt x="275" y="175652"/>
                  </a:lnTo>
                  <a:lnTo>
                    <a:pt x="664" y="180942"/>
                  </a:lnTo>
                  <a:lnTo>
                    <a:pt x="1221" y="186216"/>
                  </a:lnTo>
                  <a:lnTo>
                    <a:pt x="1946" y="191471"/>
                  </a:lnTo>
                  <a:lnTo>
                    <a:pt x="2836" y="196699"/>
                  </a:lnTo>
                  <a:lnTo>
                    <a:pt x="3892" y="201897"/>
                  </a:lnTo>
                  <a:lnTo>
                    <a:pt x="5113" y="207059"/>
                  </a:lnTo>
                  <a:lnTo>
                    <a:pt x="6496" y="212179"/>
                  </a:lnTo>
                  <a:lnTo>
                    <a:pt x="8042" y="217253"/>
                  </a:lnTo>
                  <a:lnTo>
                    <a:pt x="9747" y="222276"/>
                  </a:lnTo>
                  <a:lnTo>
                    <a:pt x="11611" y="227241"/>
                  </a:lnTo>
                  <a:lnTo>
                    <a:pt x="13632" y="232145"/>
                  </a:lnTo>
                  <a:lnTo>
                    <a:pt x="15807" y="236983"/>
                  </a:lnTo>
                  <a:lnTo>
                    <a:pt x="18135" y="241749"/>
                  </a:lnTo>
                  <a:lnTo>
                    <a:pt x="20612" y="246439"/>
                  </a:lnTo>
                  <a:lnTo>
                    <a:pt x="23237" y="251048"/>
                  </a:lnTo>
                  <a:lnTo>
                    <a:pt x="26007" y="255571"/>
                  </a:lnTo>
                  <a:lnTo>
                    <a:pt x="28919" y="260004"/>
                  </a:lnTo>
                  <a:lnTo>
                    <a:pt x="31971" y="264342"/>
                  </a:lnTo>
                  <a:lnTo>
                    <a:pt x="35158" y="268582"/>
                  </a:lnTo>
                  <a:lnTo>
                    <a:pt x="38478" y="272718"/>
                  </a:lnTo>
                  <a:lnTo>
                    <a:pt x="41928" y="276747"/>
                  </a:lnTo>
                  <a:lnTo>
                    <a:pt x="45504" y="280664"/>
                  </a:lnTo>
                  <a:lnTo>
                    <a:pt x="49202" y="284466"/>
                  </a:lnTo>
                  <a:lnTo>
                    <a:pt x="53020" y="288149"/>
                  </a:lnTo>
                  <a:lnTo>
                    <a:pt x="56952" y="291709"/>
                  </a:lnTo>
                  <a:lnTo>
                    <a:pt x="60995" y="295142"/>
                  </a:lnTo>
                  <a:lnTo>
                    <a:pt x="65145" y="298445"/>
                  </a:lnTo>
                  <a:lnTo>
                    <a:pt x="69397" y="301615"/>
                  </a:lnTo>
                  <a:lnTo>
                    <a:pt x="73748" y="304649"/>
                  </a:lnTo>
                  <a:lnTo>
                    <a:pt x="78193" y="307542"/>
                  </a:lnTo>
                  <a:lnTo>
                    <a:pt x="82728" y="310294"/>
                  </a:lnTo>
                  <a:lnTo>
                    <a:pt x="87347" y="312900"/>
                  </a:lnTo>
                  <a:lnTo>
                    <a:pt x="92047" y="315358"/>
                  </a:lnTo>
                  <a:lnTo>
                    <a:pt x="96823" y="317666"/>
                  </a:lnTo>
                  <a:lnTo>
                    <a:pt x="101669" y="319821"/>
                  </a:lnTo>
                  <a:lnTo>
                    <a:pt x="106582" y="321822"/>
                  </a:lnTo>
                  <a:lnTo>
                    <a:pt x="111555" y="323665"/>
                  </a:lnTo>
                  <a:lnTo>
                    <a:pt x="116584" y="325350"/>
                  </a:lnTo>
                  <a:lnTo>
                    <a:pt x="121665" y="326874"/>
                  </a:lnTo>
                  <a:lnTo>
                    <a:pt x="126791" y="328237"/>
                  </a:lnTo>
                  <a:lnTo>
                    <a:pt x="131957" y="329436"/>
                  </a:lnTo>
                  <a:lnTo>
                    <a:pt x="137160" y="330471"/>
                  </a:lnTo>
                  <a:lnTo>
                    <a:pt x="142392" y="331340"/>
                  </a:lnTo>
                  <a:lnTo>
                    <a:pt x="147649" y="332043"/>
                  </a:lnTo>
                  <a:lnTo>
                    <a:pt x="152926" y="332578"/>
                  </a:lnTo>
                  <a:lnTo>
                    <a:pt x="158217" y="332946"/>
                  </a:lnTo>
                  <a:lnTo>
                    <a:pt x="163518" y="333146"/>
                  </a:lnTo>
                  <a:lnTo>
                    <a:pt x="168822" y="333177"/>
                  </a:lnTo>
                  <a:lnTo>
                    <a:pt x="174124" y="333041"/>
                  </a:lnTo>
                  <a:lnTo>
                    <a:pt x="179419" y="332736"/>
                  </a:lnTo>
                  <a:lnTo>
                    <a:pt x="184702" y="332263"/>
                  </a:lnTo>
                  <a:lnTo>
                    <a:pt x="189967" y="331623"/>
                  </a:lnTo>
                  <a:lnTo>
                    <a:pt x="195210" y="330816"/>
                  </a:lnTo>
                  <a:lnTo>
                    <a:pt x="200424" y="329843"/>
                  </a:lnTo>
                  <a:lnTo>
                    <a:pt x="205604" y="328706"/>
                  </a:lnTo>
                  <a:lnTo>
                    <a:pt x="210746" y="327404"/>
                  </a:lnTo>
                  <a:lnTo>
                    <a:pt x="215844" y="325941"/>
                  </a:lnTo>
                  <a:lnTo>
                    <a:pt x="220893" y="324316"/>
                  </a:lnTo>
                  <a:lnTo>
                    <a:pt x="225888" y="322531"/>
                  </a:lnTo>
                  <a:lnTo>
                    <a:pt x="230824" y="320590"/>
                  </a:lnTo>
                  <a:lnTo>
                    <a:pt x="235696" y="318492"/>
                  </a:lnTo>
                  <a:lnTo>
                    <a:pt x="240499" y="316241"/>
                  </a:lnTo>
                  <a:lnTo>
                    <a:pt x="245227" y="313839"/>
                  </a:lnTo>
                  <a:lnTo>
                    <a:pt x="249878" y="311288"/>
                  </a:lnTo>
                  <a:lnTo>
                    <a:pt x="254445" y="308591"/>
                  </a:lnTo>
                  <a:lnTo>
                    <a:pt x="258924" y="305750"/>
                  </a:lnTo>
                  <a:lnTo>
                    <a:pt x="263311" y="302769"/>
                  </a:lnTo>
                  <a:lnTo>
                    <a:pt x="267601" y="299650"/>
                  </a:lnTo>
                  <a:lnTo>
                    <a:pt x="271790" y="296396"/>
                  </a:lnTo>
                  <a:lnTo>
                    <a:pt x="275873" y="293011"/>
                  </a:lnTo>
                  <a:lnTo>
                    <a:pt x="279847" y="289499"/>
                  </a:lnTo>
                  <a:lnTo>
                    <a:pt x="283708" y="285862"/>
                  </a:lnTo>
                  <a:lnTo>
                    <a:pt x="287451" y="282104"/>
                  </a:lnTo>
                  <a:lnTo>
                    <a:pt x="291074" y="278229"/>
                  </a:lnTo>
                  <a:lnTo>
                    <a:pt x="294571" y="274242"/>
                  </a:lnTo>
                  <a:lnTo>
                    <a:pt x="297940" y="270145"/>
                  </a:lnTo>
                  <a:lnTo>
                    <a:pt x="301178" y="265944"/>
                  </a:lnTo>
                  <a:lnTo>
                    <a:pt x="304281" y="261642"/>
                  </a:lnTo>
                  <a:lnTo>
                    <a:pt x="307245" y="257244"/>
                  </a:lnTo>
                  <a:lnTo>
                    <a:pt x="310069" y="252754"/>
                  </a:lnTo>
                  <a:lnTo>
                    <a:pt x="312749" y="248177"/>
                  </a:lnTo>
                  <a:lnTo>
                    <a:pt x="315282" y="243517"/>
                  </a:lnTo>
                  <a:lnTo>
                    <a:pt x="317666" y="238779"/>
                  </a:lnTo>
                  <a:lnTo>
                    <a:pt x="319899" y="233967"/>
                  </a:lnTo>
                  <a:lnTo>
                    <a:pt x="321977" y="229088"/>
                  </a:lnTo>
                  <a:lnTo>
                    <a:pt x="323900" y="224145"/>
                  </a:lnTo>
                  <a:lnTo>
                    <a:pt x="325666" y="219143"/>
                  </a:lnTo>
                  <a:lnTo>
                    <a:pt x="327271" y="214088"/>
                  </a:lnTo>
                  <a:lnTo>
                    <a:pt x="328716" y="208984"/>
                  </a:lnTo>
                  <a:lnTo>
                    <a:pt x="329997" y="203837"/>
                  </a:lnTo>
                  <a:lnTo>
                    <a:pt x="331115" y="198652"/>
                  </a:lnTo>
                  <a:lnTo>
                    <a:pt x="332068" y="193435"/>
                  </a:lnTo>
                  <a:lnTo>
                    <a:pt x="332855" y="188189"/>
                  </a:lnTo>
                  <a:lnTo>
                    <a:pt x="333475" y="182922"/>
                  </a:lnTo>
                  <a:lnTo>
                    <a:pt x="333927" y="177637"/>
                  </a:lnTo>
                  <a:lnTo>
                    <a:pt x="334212" y="172341"/>
                  </a:lnTo>
                  <a:lnTo>
                    <a:pt x="334328" y="167038"/>
                  </a:lnTo>
                  <a:lnTo>
                    <a:pt x="334277" y="161734"/>
                  </a:lnTo>
                  <a:lnTo>
                    <a:pt x="334057" y="156434"/>
                  </a:lnTo>
                  <a:lnTo>
                    <a:pt x="333669" y="151145"/>
                  </a:lnTo>
                  <a:lnTo>
                    <a:pt x="333113" y="145870"/>
                  </a:lnTo>
                  <a:lnTo>
                    <a:pt x="332390" y="140615"/>
                  </a:lnTo>
                  <a:lnTo>
                    <a:pt x="331501" y="135386"/>
                  </a:lnTo>
                  <a:lnTo>
                    <a:pt x="330447" y="130188"/>
                  </a:lnTo>
                  <a:lnTo>
                    <a:pt x="329228" y="125026"/>
                  </a:lnTo>
                  <a:lnTo>
                    <a:pt x="327846" y="119905"/>
                  </a:lnTo>
                  <a:lnTo>
                    <a:pt x="326302" y="114831"/>
                  </a:lnTo>
                  <a:lnTo>
                    <a:pt x="324598" y="109808"/>
                  </a:lnTo>
                  <a:lnTo>
                    <a:pt x="322735" y="104842"/>
                  </a:lnTo>
                  <a:lnTo>
                    <a:pt x="320716" y="99937"/>
                  </a:lnTo>
                  <a:lnTo>
                    <a:pt x="318542" y="95099"/>
                  </a:lnTo>
                  <a:lnTo>
                    <a:pt x="316216" y="90332"/>
                  </a:lnTo>
                  <a:lnTo>
                    <a:pt x="313740" y="85641"/>
                  </a:lnTo>
                  <a:lnTo>
                    <a:pt x="311117" y="81032"/>
                  </a:lnTo>
                  <a:lnTo>
                    <a:pt x="308348" y="76508"/>
                  </a:lnTo>
                  <a:lnTo>
                    <a:pt x="305437" y="72074"/>
                  </a:lnTo>
                  <a:lnTo>
                    <a:pt x="302387" y="67734"/>
                  </a:lnTo>
                  <a:lnTo>
                    <a:pt x="299201" y="63494"/>
                  </a:lnTo>
                  <a:lnTo>
                    <a:pt x="295882" y="59357"/>
                  </a:lnTo>
                  <a:lnTo>
                    <a:pt x="292433" y="55327"/>
                  </a:lnTo>
                  <a:lnTo>
                    <a:pt x="288859" y="51408"/>
                  </a:lnTo>
                  <a:lnTo>
                    <a:pt x="285161" y="47605"/>
                  </a:lnTo>
                  <a:lnTo>
                    <a:pt x="281345" y="43921"/>
                  </a:lnTo>
                  <a:lnTo>
                    <a:pt x="277414" y="40360"/>
                  </a:lnTo>
                  <a:lnTo>
                    <a:pt x="273372" y="36926"/>
                  </a:lnTo>
                  <a:lnTo>
                    <a:pt x="269224" y="33622"/>
                  </a:lnTo>
                  <a:lnTo>
                    <a:pt x="264972" y="30450"/>
                  </a:lnTo>
                  <a:lnTo>
                    <a:pt x="260622" y="27416"/>
                  </a:lnTo>
                  <a:lnTo>
                    <a:pt x="256178" y="24521"/>
                  </a:lnTo>
                  <a:lnTo>
                    <a:pt x="251644" y="21768"/>
                  </a:lnTo>
                  <a:lnTo>
                    <a:pt x="247025" y="19160"/>
                  </a:lnTo>
                  <a:lnTo>
                    <a:pt x="242326" y="16701"/>
                  </a:lnTo>
                  <a:lnTo>
                    <a:pt x="237551" y="14391"/>
                  </a:lnTo>
                  <a:lnTo>
                    <a:pt x="232705" y="12235"/>
                  </a:lnTo>
                  <a:lnTo>
                    <a:pt x="227793" y="10233"/>
                  </a:lnTo>
                  <a:lnTo>
                    <a:pt x="222820" y="8388"/>
                  </a:lnTo>
                  <a:lnTo>
                    <a:pt x="217792" y="6701"/>
                  </a:lnTo>
                  <a:lnTo>
                    <a:pt x="212712" y="5175"/>
                  </a:lnTo>
                  <a:lnTo>
                    <a:pt x="207586" y="3811"/>
                  </a:lnTo>
                  <a:lnTo>
                    <a:pt x="202420" y="2611"/>
                  </a:lnTo>
                  <a:lnTo>
                    <a:pt x="197218" y="1574"/>
                  </a:lnTo>
                  <a:lnTo>
                    <a:pt x="191986" y="704"/>
                  </a:lnTo>
                  <a:lnTo>
                    <a:pt x="186729" y="0"/>
                  </a:lnTo>
                  <a:lnTo>
                    <a:pt x="167164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83779" y="3170392"/>
              <a:ext cx="19564" cy="167167"/>
            </a:xfrm>
            <a:custGeom>
              <a:avLst/>
              <a:pathLst>
                <a:path w="19564" h="167167">
                  <a:moveTo>
                    <a:pt x="19564" y="1148"/>
                  </a:moveTo>
                  <a:lnTo>
                    <a:pt x="9799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44" y="2633064"/>
              <a:ext cx="167167" cy="224502"/>
            </a:xfrm>
            <a:custGeom>
              <a:avLst/>
              <a:pathLst>
                <a:path w="167167" h="224502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6" y="770"/>
                  </a:lnTo>
                  <a:lnTo>
                    <a:pt x="145818" y="1368"/>
                  </a:lnTo>
                  <a:lnTo>
                    <a:pt x="140522" y="2137"/>
                  </a:lnTo>
                  <a:lnTo>
                    <a:pt x="135253" y="3074"/>
                  </a:lnTo>
                  <a:lnTo>
                    <a:pt x="130017" y="4180"/>
                  </a:lnTo>
                  <a:lnTo>
                    <a:pt x="124819" y="5452"/>
                  </a:lnTo>
                  <a:lnTo>
                    <a:pt x="119664" y="6891"/>
                  </a:lnTo>
                  <a:lnTo>
                    <a:pt x="114558" y="8493"/>
                  </a:lnTo>
                  <a:lnTo>
                    <a:pt x="109506" y="10259"/>
                  </a:lnTo>
                  <a:lnTo>
                    <a:pt x="104513" y="12185"/>
                  </a:lnTo>
                  <a:lnTo>
                    <a:pt x="99584" y="14270"/>
                  </a:lnTo>
                  <a:lnTo>
                    <a:pt x="94725" y="16511"/>
                  </a:lnTo>
                  <a:lnTo>
                    <a:pt x="89940" y="18907"/>
                  </a:lnTo>
                  <a:lnTo>
                    <a:pt x="85233" y="21455"/>
                  </a:lnTo>
                  <a:lnTo>
                    <a:pt x="80611" y="24152"/>
                  </a:lnTo>
                  <a:lnTo>
                    <a:pt x="76078" y="26996"/>
                  </a:lnTo>
                  <a:lnTo>
                    <a:pt x="71638" y="29984"/>
                  </a:lnTo>
                  <a:lnTo>
                    <a:pt x="67296" y="33112"/>
                  </a:lnTo>
                  <a:lnTo>
                    <a:pt x="63056" y="36377"/>
                  </a:lnTo>
                  <a:lnTo>
                    <a:pt x="58923" y="39777"/>
                  </a:lnTo>
                  <a:lnTo>
                    <a:pt x="54900" y="43307"/>
                  </a:lnTo>
                  <a:lnTo>
                    <a:pt x="50993" y="46964"/>
                  </a:lnTo>
                  <a:lnTo>
                    <a:pt x="47205" y="50744"/>
                  </a:lnTo>
                  <a:lnTo>
                    <a:pt x="43540" y="54644"/>
                  </a:lnTo>
                  <a:lnTo>
                    <a:pt x="40002" y="58659"/>
                  </a:lnTo>
                  <a:lnTo>
                    <a:pt x="36594" y="62785"/>
                  </a:lnTo>
                  <a:lnTo>
                    <a:pt x="33319" y="67018"/>
                  </a:lnTo>
                  <a:lnTo>
                    <a:pt x="30182" y="71353"/>
                  </a:lnTo>
                  <a:lnTo>
                    <a:pt x="27186" y="75787"/>
                  </a:lnTo>
                  <a:lnTo>
                    <a:pt x="24332" y="80315"/>
                  </a:lnTo>
                  <a:lnTo>
                    <a:pt x="21625" y="84931"/>
                  </a:lnTo>
                  <a:lnTo>
                    <a:pt x="19068" y="89632"/>
                  </a:lnTo>
                  <a:lnTo>
                    <a:pt x="16662" y="94412"/>
                  </a:lnTo>
                  <a:lnTo>
                    <a:pt x="14410" y="99267"/>
                  </a:lnTo>
                  <a:lnTo>
                    <a:pt x="12315" y="104192"/>
                  </a:lnTo>
                  <a:lnTo>
                    <a:pt x="10378" y="109180"/>
                  </a:lnTo>
                  <a:lnTo>
                    <a:pt x="8603" y="114229"/>
                  </a:lnTo>
                  <a:lnTo>
                    <a:pt x="6989" y="119332"/>
                  </a:lnTo>
                  <a:lnTo>
                    <a:pt x="5540" y="124483"/>
                  </a:lnTo>
                  <a:lnTo>
                    <a:pt x="4257" y="129679"/>
                  </a:lnTo>
                  <a:lnTo>
                    <a:pt x="3140" y="134912"/>
                  </a:lnTo>
                  <a:lnTo>
                    <a:pt x="2192" y="140179"/>
                  </a:lnTo>
                  <a:lnTo>
                    <a:pt x="1413" y="145474"/>
                  </a:lnTo>
                  <a:lnTo>
                    <a:pt x="803" y="150791"/>
                  </a:lnTo>
                  <a:lnTo>
                    <a:pt x="364" y="156124"/>
                  </a:lnTo>
                  <a:lnTo>
                    <a:pt x="96" y="161469"/>
                  </a:lnTo>
                  <a:lnTo>
                    <a:pt x="0" y="166820"/>
                  </a:lnTo>
                  <a:lnTo>
                    <a:pt x="74" y="172171"/>
                  </a:lnTo>
                  <a:lnTo>
                    <a:pt x="320" y="177517"/>
                  </a:lnTo>
                  <a:lnTo>
                    <a:pt x="737" y="182852"/>
                  </a:lnTo>
                  <a:lnTo>
                    <a:pt x="1324" y="188171"/>
                  </a:lnTo>
                  <a:lnTo>
                    <a:pt x="2081" y="193469"/>
                  </a:lnTo>
                  <a:lnTo>
                    <a:pt x="3008" y="198740"/>
                  </a:lnTo>
                  <a:lnTo>
                    <a:pt x="4103" y="203978"/>
                  </a:lnTo>
                  <a:lnTo>
                    <a:pt x="5364" y="209179"/>
                  </a:lnTo>
                  <a:lnTo>
                    <a:pt x="6792" y="214336"/>
                  </a:lnTo>
                  <a:lnTo>
                    <a:pt x="8384" y="219446"/>
                  </a:lnTo>
                  <a:lnTo>
                    <a:pt x="10139" y="22450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61983" y="2800231"/>
              <a:ext cx="157027" cy="57334"/>
            </a:xfrm>
            <a:custGeom>
              <a:avLst/>
              <a:pathLst>
                <a:path w="157027" h="57334">
                  <a:moveTo>
                    <a:pt x="0" y="57334"/>
                  </a:moveTo>
                  <a:lnTo>
                    <a:pt x="1570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61983" y="2656440"/>
              <a:ext cx="324176" cy="310952"/>
            </a:xfrm>
            <a:custGeom>
              <a:avLst/>
              <a:pathLst>
                <a:path w="324176" h="310952">
                  <a:moveTo>
                    <a:pt x="0" y="201125"/>
                  </a:moveTo>
                  <a:lnTo>
                    <a:pt x="1908" y="206103"/>
                  </a:lnTo>
                  <a:lnTo>
                    <a:pt x="3973" y="211018"/>
                  </a:lnTo>
                  <a:lnTo>
                    <a:pt x="6195" y="215864"/>
                  </a:lnTo>
                  <a:lnTo>
                    <a:pt x="8570" y="220637"/>
                  </a:lnTo>
                  <a:lnTo>
                    <a:pt x="11096" y="225332"/>
                  </a:lnTo>
                  <a:lnTo>
                    <a:pt x="13770" y="229944"/>
                  </a:lnTo>
                  <a:lnTo>
                    <a:pt x="16590" y="234468"/>
                  </a:lnTo>
                  <a:lnTo>
                    <a:pt x="19553" y="238900"/>
                  </a:lnTo>
                  <a:lnTo>
                    <a:pt x="22656" y="243235"/>
                  </a:lnTo>
                  <a:lnTo>
                    <a:pt x="25895" y="247469"/>
                  </a:lnTo>
                  <a:lnTo>
                    <a:pt x="29268" y="251598"/>
                  </a:lnTo>
                  <a:lnTo>
                    <a:pt x="32770" y="255617"/>
                  </a:lnTo>
                  <a:lnTo>
                    <a:pt x="36399" y="259523"/>
                  </a:lnTo>
                  <a:lnTo>
                    <a:pt x="40151" y="263310"/>
                  </a:lnTo>
                  <a:lnTo>
                    <a:pt x="44022" y="266976"/>
                  </a:lnTo>
                  <a:lnTo>
                    <a:pt x="48007" y="270517"/>
                  </a:lnTo>
                  <a:lnTo>
                    <a:pt x="52103" y="273929"/>
                  </a:lnTo>
                  <a:lnTo>
                    <a:pt x="56306" y="277208"/>
                  </a:lnTo>
                  <a:lnTo>
                    <a:pt x="60612" y="280352"/>
                  </a:lnTo>
                  <a:lnTo>
                    <a:pt x="65016" y="283357"/>
                  </a:lnTo>
                  <a:lnTo>
                    <a:pt x="69513" y="286220"/>
                  </a:lnTo>
                  <a:lnTo>
                    <a:pt x="74099" y="288938"/>
                  </a:lnTo>
                  <a:lnTo>
                    <a:pt x="78769" y="291509"/>
                  </a:lnTo>
                  <a:lnTo>
                    <a:pt x="83519" y="293929"/>
                  </a:lnTo>
                  <a:lnTo>
                    <a:pt x="88344" y="296197"/>
                  </a:lnTo>
                  <a:lnTo>
                    <a:pt x="93239" y="298309"/>
                  </a:lnTo>
                  <a:lnTo>
                    <a:pt x="98199" y="300265"/>
                  </a:lnTo>
                  <a:lnTo>
                    <a:pt x="103218" y="302061"/>
                  </a:lnTo>
                  <a:lnTo>
                    <a:pt x="108292" y="303697"/>
                  </a:lnTo>
                  <a:lnTo>
                    <a:pt x="113416" y="305169"/>
                  </a:lnTo>
                  <a:lnTo>
                    <a:pt x="118584" y="306478"/>
                  </a:lnTo>
                  <a:lnTo>
                    <a:pt x="123791" y="307621"/>
                  </a:lnTo>
                  <a:lnTo>
                    <a:pt x="129032" y="308597"/>
                  </a:lnTo>
                  <a:lnTo>
                    <a:pt x="134302" y="309406"/>
                  </a:lnTo>
                  <a:lnTo>
                    <a:pt x="139594" y="310047"/>
                  </a:lnTo>
                  <a:lnTo>
                    <a:pt x="144904" y="310518"/>
                  </a:lnTo>
                  <a:lnTo>
                    <a:pt x="150227" y="310820"/>
                  </a:lnTo>
                  <a:lnTo>
                    <a:pt x="155557" y="310952"/>
                  </a:lnTo>
                  <a:lnTo>
                    <a:pt x="160888" y="310914"/>
                  </a:lnTo>
                  <a:lnTo>
                    <a:pt x="166215" y="310706"/>
                  </a:lnTo>
                  <a:lnTo>
                    <a:pt x="171532" y="310328"/>
                  </a:lnTo>
                  <a:lnTo>
                    <a:pt x="176835" y="309780"/>
                  </a:lnTo>
                  <a:lnTo>
                    <a:pt x="182118" y="309064"/>
                  </a:lnTo>
                  <a:lnTo>
                    <a:pt x="187376" y="308180"/>
                  </a:lnTo>
                  <a:lnTo>
                    <a:pt x="192602" y="307129"/>
                  </a:lnTo>
                  <a:lnTo>
                    <a:pt x="197792" y="305912"/>
                  </a:lnTo>
                  <a:lnTo>
                    <a:pt x="202941" y="304529"/>
                  </a:lnTo>
                  <a:lnTo>
                    <a:pt x="208043" y="302983"/>
                  </a:lnTo>
                  <a:lnTo>
                    <a:pt x="213094" y="301276"/>
                  </a:lnTo>
                  <a:lnTo>
                    <a:pt x="218087" y="299408"/>
                  </a:lnTo>
                  <a:lnTo>
                    <a:pt x="223018" y="297382"/>
                  </a:lnTo>
                  <a:lnTo>
                    <a:pt x="227882" y="295199"/>
                  </a:lnTo>
                  <a:lnTo>
                    <a:pt x="232674" y="292863"/>
                  </a:lnTo>
                  <a:lnTo>
                    <a:pt x="237389" y="290375"/>
                  </a:lnTo>
                  <a:lnTo>
                    <a:pt x="242022" y="287738"/>
                  </a:lnTo>
                  <a:lnTo>
                    <a:pt x="246569" y="284955"/>
                  </a:lnTo>
                  <a:lnTo>
                    <a:pt x="251025" y="282028"/>
                  </a:lnTo>
                  <a:lnTo>
                    <a:pt x="255385" y="278960"/>
                  </a:lnTo>
                  <a:lnTo>
                    <a:pt x="259645" y="275755"/>
                  </a:lnTo>
                  <a:lnTo>
                    <a:pt x="263801" y="272416"/>
                  </a:lnTo>
                  <a:lnTo>
                    <a:pt x="267848" y="268946"/>
                  </a:lnTo>
                  <a:lnTo>
                    <a:pt x="271782" y="265348"/>
                  </a:lnTo>
                  <a:lnTo>
                    <a:pt x="275600" y="261627"/>
                  </a:lnTo>
                  <a:lnTo>
                    <a:pt x="279297" y="257786"/>
                  </a:lnTo>
                  <a:lnTo>
                    <a:pt x="282870" y="253829"/>
                  </a:lnTo>
                  <a:lnTo>
                    <a:pt x="286315" y="249761"/>
                  </a:lnTo>
                  <a:lnTo>
                    <a:pt x="289628" y="245584"/>
                  </a:lnTo>
                  <a:lnTo>
                    <a:pt x="292807" y="241304"/>
                  </a:lnTo>
                  <a:lnTo>
                    <a:pt x="295847" y="236925"/>
                  </a:lnTo>
                  <a:lnTo>
                    <a:pt x="298746" y="232451"/>
                  </a:lnTo>
                  <a:lnTo>
                    <a:pt x="301501" y="227887"/>
                  </a:lnTo>
                  <a:lnTo>
                    <a:pt x="304109" y="223237"/>
                  </a:lnTo>
                  <a:lnTo>
                    <a:pt x="306568" y="218507"/>
                  </a:lnTo>
                  <a:lnTo>
                    <a:pt x="308874" y="213700"/>
                  </a:lnTo>
                  <a:lnTo>
                    <a:pt x="311026" y="208823"/>
                  </a:lnTo>
                  <a:lnTo>
                    <a:pt x="313022" y="203879"/>
                  </a:lnTo>
                  <a:lnTo>
                    <a:pt x="314859" y="198875"/>
                  </a:lnTo>
                  <a:lnTo>
                    <a:pt x="316535" y="193814"/>
                  </a:lnTo>
                  <a:lnTo>
                    <a:pt x="318049" y="188702"/>
                  </a:lnTo>
                  <a:lnTo>
                    <a:pt x="319399" y="183545"/>
                  </a:lnTo>
                  <a:lnTo>
                    <a:pt x="320584" y="178347"/>
                  </a:lnTo>
                  <a:lnTo>
                    <a:pt x="321603" y="173114"/>
                  </a:lnTo>
                  <a:lnTo>
                    <a:pt x="322454" y="167851"/>
                  </a:lnTo>
                  <a:lnTo>
                    <a:pt x="323137" y="162564"/>
                  </a:lnTo>
                  <a:lnTo>
                    <a:pt x="323651" y="157258"/>
                  </a:lnTo>
                  <a:lnTo>
                    <a:pt x="323996" y="151938"/>
                  </a:lnTo>
                  <a:lnTo>
                    <a:pt x="324171" y="146610"/>
                  </a:lnTo>
                  <a:lnTo>
                    <a:pt x="324176" y="141278"/>
                  </a:lnTo>
                  <a:lnTo>
                    <a:pt x="324011" y="135950"/>
                  </a:lnTo>
                  <a:lnTo>
                    <a:pt x="323676" y="130629"/>
                  </a:lnTo>
                  <a:lnTo>
                    <a:pt x="323171" y="125322"/>
                  </a:lnTo>
                  <a:lnTo>
                    <a:pt x="322498" y="120033"/>
                  </a:lnTo>
                  <a:lnTo>
                    <a:pt x="321656" y="114769"/>
                  </a:lnTo>
                  <a:lnTo>
                    <a:pt x="320647" y="109534"/>
                  </a:lnTo>
                  <a:lnTo>
                    <a:pt x="319472" y="104334"/>
                  </a:lnTo>
                  <a:lnTo>
                    <a:pt x="318131" y="99175"/>
                  </a:lnTo>
                  <a:lnTo>
                    <a:pt x="316626" y="94060"/>
                  </a:lnTo>
                  <a:lnTo>
                    <a:pt x="314959" y="88996"/>
                  </a:lnTo>
                  <a:lnTo>
                    <a:pt x="313132" y="83988"/>
                  </a:lnTo>
                  <a:lnTo>
                    <a:pt x="311145" y="79041"/>
                  </a:lnTo>
                  <a:lnTo>
                    <a:pt x="309002" y="74159"/>
                  </a:lnTo>
                  <a:lnTo>
                    <a:pt x="306705" y="69349"/>
                  </a:lnTo>
                  <a:lnTo>
                    <a:pt x="304255" y="64614"/>
                  </a:lnTo>
                  <a:lnTo>
                    <a:pt x="301655" y="59959"/>
                  </a:lnTo>
                  <a:lnTo>
                    <a:pt x="298909" y="55390"/>
                  </a:lnTo>
                  <a:lnTo>
                    <a:pt x="296018" y="50911"/>
                  </a:lnTo>
                  <a:lnTo>
                    <a:pt x="292985" y="46526"/>
                  </a:lnTo>
                  <a:lnTo>
                    <a:pt x="289815" y="42241"/>
                  </a:lnTo>
                  <a:lnTo>
                    <a:pt x="286509" y="38058"/>
                  </a:lnTo>
                  <a:lnTo>
                    <a:pt x="283072" y="33983"/>
                  </a:lnTo>
                  <a:lnTo>
                    <a:pt x="279506" y="30020"/>
                  </a:lnTo>
                  <a:lnTo>
                    <a:pt x="275816" y="26172"/>
                  </a:lnTo>
                  <a:lnTo>
                    <a:pt x="272005" y="22444"/>
                  </a:lnTo>
                  <a:lnTo>
                    <a:pt x="268077" y="18839"/>
                  </a:lnTo>
                  <a:lnTo>
                    <a:pt x="264036" y="15362"/>
                  </a:lnTo>
                  <a:lnTo>
                    <a:pt x="259887" y="12015"/>
                  </a:lnTo>
                  <a:lnTo>
                    <a:pt x="255632" y="8802"/>
                  </a:lnTo>
                  <a:lnTo>
                    <a:pt x="251278" y="5726"/>
                  </a:lnTo>
                  <a:lnTo>
                    <a:pt x="246828" y="2791"/>
                  </a:lnTo>
                  <a:lnTo>
                    <a:pt x="242286" y="0"/>
                  </a:lnTo>
                  <a:lnTo>
                    <a:pt x="157027" y="143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919011" y="2633064"/>
              <a:ext cx="85258" cy="167167"/>
            </a:xfrm>
            <a:custGeom>
              <a:avLst/>
              <a:pathLst>
                <a:path w="85258" h="167167">
                  <a:moveTo>
                    <a:pt x="85258" y="23376"/>
                  </a:moveTo>
                  <a:lnTo>
                    <a:pt x="80401" y="20605"/>
                  </a:lnTo>
                  <a:lnTo>
                    <a:pt x="75455" y="17998"/>
                  </a:lnTo>
                  <a:lnTo>
                    <a:pt x="70424" y="15558"/>
                  </a:lnTo>
                  <a:lnTo>
                    <a:pt x="65314" y="13287"/>
                  </a:lnTo>
                  <a:lnTo>
                    <a:pt x="60131" y="11189"/>
                  </a:lnTo>
                  <a:lnTo>
                    <a:pt x="54881" y="9265"/>
                  </a:lnTo>
                  <a:lnTo>
                    <a:pt x="49569" y="7518"/>
                  </a:lnTo>
                  <a:lnTo>
                    <a:pt x="44202" y="5949"/>
                  </a:lnTo>
                  <a:lnTo>
                    <a:pt x="38786" y="4561"/>
                  </a:lnTo>
                  <a:lnTo>
                    <a:pt x="33326" y="3355"/>
                  </a:lnTo>
                  <a:lnTo>
                    <a:pt x="27828" y="2332"/>
                  </a:lnTo>
                  <a:lnTo>
                    <a:pt x="22300" y="1494"/>
                  </a:lnTo>
                  <a:lnTo>
                    <a:pt x="16747" y="841"/>
                  </a:lnTo>
                  <a:lnTo>
                    <a:pt x="11175" y="373"/>
                  </a:lnTo>
                  <a:lnTo>
                    <a:pt x="559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9701" y="2126963"/>
              <a:ext cx="58771" cy="167167"/>
            </a:xfrm>
            <a:custGeom>
              <a:avLst/>
              <a:pathLst>
                <a:path w="58771" h="167167">
                  <a:moveTo>
                    <a:pt x="58771" y="0"/>
                  </a:moveTo>
                  <a:lnTo>
                    <a:pt x="52767" y="107"/>
                  </a:lnTo>
                  <a:lnTo>
                    <a:pt x="46770" y="431"/>
                  </a:lnTo>
                  <a:lnTo>
                    <a:pt x="40789" y="969"/>
                  </a:lnTo>
                  <a:lnTo>
                    <a:pt x="34831" y="1722"/>
                  </a:lnTo>
                  <a:lnTo>
                    <a:pt x="28905" y="2689"/>
                  </a:lnTo>
                  <a:lnTo>
                    <a:pt x="23016" y="3868"/>
                  </a:lnTo>
                  <a:lnTo>
                    <a:pt x="17174" y="5257"/>
                  </a:lnTo>
                  <a:lnTo>
                    <a:pt x="11386" y="6856"/>
                  </a:lnTo>
                  <a:lnTo>
                    <a:pt x="5658" y="8661"/>
                  </a:lnTo>
                  <a:lnTo>
                    <a:pt x="0" y="10671"/>
                  </a:lnTo>
                  <a:lnTo>
                    <a:pt x="587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69701" y="2137635"/>
              <a:ext cx="58771" cy="156495"/>
            </a:xfrm>
            <a:custGeom>
              <a:avLst/>
              <a:pathLst>
                <a:path w="58771" h="156495">
                  <a:moveTo>
                    <a:pt x="0" y="0"/>
                  </a:moveTo>
                  <a:lnTo>
                    <a:pt x="58771" y="1564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561305" y="2137635"/>
              <a:ext cx="238908" cy="323662"/>
            </a:xfrm>
            <a:custGeom>
              <a:avLst/>
              <a:pathLst>
                <a:path w="238908" h="323662">
                  <a:moveTo>
                    <a:pt x="108395" y="0"/>
                  </a:moveTo>
                  <a:lnTo>
                    <a:pt x="103428" y="1956"/>
                  </a:lnTo>
                  <a:lnTo>
                    <a:pt x="98525" y="4070"/>
                  </a:lnTo>
                  <a:lnTo>
                    <a:pt x="93693" y="6340"/>
                  </a:lnTo>
                  <a:lnTo>
                    <a:pt x="88935" y="8763"/>
                  </a:lnTo>
                  <a:lnTo>
                    <a:pt x="84257" y="11337"/>
                  </a:lnTo>
                  <a:lnTo>
                    <a:pt x="79664" y="14058"/>
                  </a:lnTo>
                  <a:lnTo>
                    <a:pt x="75160" y="16925"/>
                  </a:lnTo>
                  <a:lnTo>
                    <a:pt x="70750" y="19935"/>
                  </a:lnTo>
                  <a:lnTo>
                    <a:pt x="66438" y="23083"/>
                  </a:lnTo>
                  <a:lnTo>
                    <a:pt x="62229" y="26368"/>
                  </a:lnTo>
                  <a:lnTo>
                    <a:pt x="58127" y="29786"/>
                  </a:lnTo>
                  <a:lnTo>
                    <a:pt x="54136" y="33332"/>
                  </a:lnTo>
                  <a:lnTo>
                    <a:pt x="50261" y="37005"/>
                  </a:lnTo>
                  <a:lnTo>
                    <a:pt x="46505" y="40799"/>
                  </a:lnTo>
                  <a:lnTo>
                    <a:pt x="42871" y="44711"/>
                  </a:lnTo>
                  <a:lnTo>
                    <a:pt x="39365" y="48737"/>
                  </a:lnTo>
                  <a:lnTo>
                    <a:pt x="35989" y="52874"/>
                  </a:lnTo>
                  <a:lnTo>
                    <a:pt x="32747" y="57115"/>
                  </a:lnTo>
                  <a:lnTo>
                    <a:pt x="29642" y="61459"/>
                  </a:lnTo>
                  <a:lnTo>
                    <a:pt x="26677" y="65899"/>
                  </a:lnTo>
                  <a:lnTo>
                    <a:pt x="23856" y="70432"/>
                  </a:lnTo>
                  <a:lnTo>
                    <a:pt x="21180" y="75052"/>
                  </a:lnTo>
                  <a:lnTo>
                    <a:pt x="18654" y="79756"/>
                  </a:lnTo>
                  <a:lnTo>
                    <a:pt x="16279" y="84537"/>
                  </a:lnTo>
                  <a:lnTo>
                    <a:pt x="14058" y="89392"/>
                  </a:lnTo>
                  <a:lnTo>
                    <a:pt x="11993" y="94316"/>
                  </a:lnTo>
                  <a:lnTo>
                    <a:pt x="10087" y="99303"/>
                  </a:lnTo>
                  <a:lnTo>
                    <a:pt x="8341" y="104349"/>
                  </a:lnTo>
                  <a:lnTo>
                    <a:pt x="6756" y="109447"/>
                  </a:lnTo>
                  <a:lnTo>
                    <a:pt x="5336" y="114594"/>
                  </a:lnTo>
                  <a:lnTo>
                    <a:pt x="4080" y="119783"/>
                  </a:lnTo>
                  <a:lnTo>
                    <a:pt x="2991" y="125010"/>
                  </a:lnTo>
                  <a:lnTo>
                    <a:pt x="2069" y="130269"/>
                  </a:lnTo>
                  <a:lnTo>
                    <a:pt x="1316" y="135554"/>
                  </a:lnTo>
                  <a:lnTo>
                    <a:pt x="732" y="140861"/>
                  </a:lnTo>
                  <a:lnTo>
                    <a:pt x="317" y="146184"/>
                  </a:lnTo>
                  <a:lnTo>
                    <a:pt x="73" y="151518"/>
                  </a:lnTo>
                  <a:lnTo>
                    <a:pt x="0" y="156856"/>
                  </a:lnTo>
                  <a:lnTo>
                    <a:pt x="96" y="162194"/>
                  </a:lnTo>
                  <a:lnTo>
                    <a:pt x="363" y="167527"/>
                  </a:lnTo>
                  <a:lnTo>
                    <a:pt x="801" y="172848"/>
                  </a:lnTo>
                  <a:lnTo>
                    <a:pt x="1408" y="178152"/>
                  </a:lnTo>
                  <a:lnTo>
                    <a:pt x="2184" y="183435"/>
                  </a:lnTo>
                  <a:lnTo>
                    <a:pt x="3128" y="188689"/>
                  </a:lnTo>
                  <a:lnTo>
                    <a:pt x="4240" y="193911"/>
                  </a:lnTo>
                  <a:lnTo>
                    <a:pt x="5518" y="199095"/>
                  </a:lnTo>
                  <a:lnTo>
                    <a:pt x="6961" y="204236"/>
                  </a:lnTo>
                  <a:lnTo>
                    <a:pt x="8567" y="209327"/>
                  </a:lnTo>
                  <a:lnTo>
                    <a:pt x="10335" y="214365"/>
                  </a:lnTo>
                  <a:lnTo>
                    <a:pt x="12263" y="219344"/>
                  </a:lnTo>
                  <a:lnTo>
                    <a:pt x="14349" y="224259"/>
                  </a:lnTo>
                  <a:lnTo>
                    <a:pt x="16591" y="229104"/>
                  </a:lnTo>
                  <a:lnTo>
                    <a:pt x="18987" y="233876"/>
                  </a:lnTo>
                  <a:lnTo>
                    <a:pt x="21533" y="238568"/>
                  </a:lnTo>
                  <a:lnTo>
                    <a:pt x="24229" y="243177"/>
                  </a:lnTo>
                  <a:lnTo>
                    <a:pt x="27070" y="247697"/>
                  </a:lnTo>
                  <a:lnTo>
                    <a:pt x="30054" y="252125"/>
                  </a:lnTo>
                  <a:lnTo>
                    <a:pt x="33177" y="256455"/>
                  </a:lnTo>
                  <a:lnTo>
                    <a:pt x="36438" y="260682"/>
                  </a:lnTo>
                  <a:lnTo>
                    <a:pt x="39832" y="264804"/>
                  </a:lnTo>
                  <a:lnTo>
                    <a:pt x="43355" y="268815"/>
                  </a:lnTo>
                  <a:lnTo>
                    <a:pt x="47005" y="272712"/>
                  </a:lnTo>
                  <a:lnTo>
                    <a:pt x="50778" y="276490"/>
                  </a:lnTo>
                  <a:lnTo>
                    <a:pt x="54669" y="280145"/>
                  </a:lnTo>
                  <a:lnTo>
                    <a:pt x="58675" y="283675"/>
                  </a:lnTo>
                  <a:lnTo>
                    <a:pt x="62792" y="287074"/>
                  </a:lnTo>
                  <a:lnTo>
                    <a:pt x="67015" y="290341"/>
                  </a:lnTo>
                  <a:lnTo>
                    <a:pt x="71341" y="293471"/>
                  </a:lnTo>
                  <a:lnTo>
                    <a:pt x="75764" y="296461"/>
                  </a:lnTo>
                  <a:lnTo>
                    <a:pt x="80280" y="299309"/>
                  </a:lnTo>
                  <a:lnTo>
                    <a:pt x="84885" y="302010"/>
                  </a:lnTo>
                  <a:lnTo>
                    <a:pt x="89574" y="304564"/>
                  </a:lnTo>
                  <a:lnTo>
                    <a:pt x="94342" y="306966"/>
                  </a:lnTo>
                  <a:lnTo>
                    <a:pt x="99184" y="309215"/>
                  </a:lnTo>
                  <a:lnTo>
                    <a:pt x="104096" y="311308"/>
                  </a:lnTo>
                  <a:lnTo>
                    <a:pt x="109072" y="313243"/>
                  </a:lnTo>
                  <a:lnTo>
                    <a:pt x="114107" y="315019"/>
                  </a:lnTo>
                  <a:lnTo>
                    <a:pt x="119196" y="316632"/>
                  </a:lnTo>
                  <a:lnTo>
                    <a:pt x="124335" y="318082"/>
                  </a:lnTo>
                  <a:lnTo>
                    <a:pt x="129517" y="319368"/>
                  </a:lnTo>
                  <a:lnTo>
                    <a:pt x="134737" y="320487"/>
                  </a:lnTo>
                  <a:lnTo>
                    <a:pt x="139991" y="321439"/>
                  </a:lnTo>
                  <a:lnTo>
                    <a:pt x="145272" y="322223"/>
                  </a:lnTo>
                  <a:lnTo>
                    <a:pt x="150575" y="322837"/>
                  </a:lnTo>
                  <a:lnTo>
                    <a:pt x="155896" y="323282"/>
                  </a:lnTo>
                  <a:lnTo>
                    <a:pt x="161228" y="323557"/>
                  </a:lnTo>
                  <a:lnTo>
                    <a:pt x="166566" y="323662"/>
                  </a:lnTo>
                  <a:lnTo>
                    <a:pt x="171905" y="323595"/>
                  </a:lnTo>
                  <a:lnTo>
                    <a:pt x="177238" y="323359"/>
                  </a:lnTo>
                  <a:lnTo>
                    <a:pt x="182562" y="322952"/>
                  </a:lnTo>
                  <a:lnTo>
                    <a:pt x="187870" y="322376"/>
                  </a:lnTo>
                  <a:lnTo>
                    <a:pt x="193156" y="321630"/>
                  </a:lnTo>
                  <a:lnTo>
                    <a:pt x="198417" y="320716"/>
                  </a:lnTo>
                  <a:lnTo>
                    <a:pt x="203645" y="319634"/>
                  </a:lnTo>
                  <a:lnTo>
                    <a:pt x="208836" y="318386"/>
                  </a:lnTo>
                  <a:lnTo>
                    <a:pt x="213985" y="316973"/>
                  </a:lnTo>
                  <a:lnTo>
                    <a:pt x="219085" y="315396"/>
                  </a:lnTo>
                  <a:lnTo>
                    <a:pt x="224133" y="313657"/>
                  </a:lnTo>
                  <a:lnTo>
                    <a:pt x="229123" y="311757"/>
                  </a:lnTo>
                  <a:lnTo>
                    <a:pt x="234050" y="309700"/>
                  </a:lnTo>
                  <a:lnTo>
                    <a:pt x="238908" y="307486"/>
                  </a:lnTo>
                  <a:lnTo>
                    <a:pt x="167167" y="1564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728472" y="2126963"/>
              <a:ext cx="167166" cy="318157"/>
            </a:xfrm>
            <a:custGeom>
              <a:avLst/>
              <a:pathLst>
                <a:path w="167166" h="318157">
                  <a:moveTo>
                    <a:pt x="71741" y="318157"/>
                  </a:moveTo>
                  <a:lnTo>
                    <a:pt x="76553" y="315776"/>
                  </a:lnTo>
                  <a:lnTo>
                    <a:pt x="81286" y="313241"/>
                  </a:lnTo>
                  <a:lnTo>
                    <a:pt x="85935" y="310555"/>
                  </a:lnTo>
                  <a:lnTo>
                    <a:pt x="90495" y="307721"/>
                  </a:lnTo>
                  <a:lnTo>
                    <a:pt x="94962" y="304742"/>
                  </a:lnTo>
                  <a:lnTo>
                    <a:pt x="99331" y="301622"/>
                  </a:lnTo>
                  <a:lnTo>
                    <a:pt x="103598" y="298363"/>
                  </a:lnTo>
                  <a:lnTo>
                    <a:pt x="107758" y="294968"/>
                  </a:lnTo>
                  <a:lnTo>
                    <a:pt x="111806" y="291441"/>
                  </a:lnTo>
                  <a:lnTo>
                    <a:pt x="115740" y="287787"/>
                  </a:lnTo>
                  <a:lnTo>
                    <a:pt x="119554" y="284008"/>
                  </a:lnTo>
                  <a:lnTo>
                    <a:pt x="123244" y="280108"/>
                  </a:lnTo>
                  <a:lnTo>
                    <a:pt x="126808" y="276092"/>
                  </a:lnTo>
                  <a:lnTo>
                    <a:pt x="130240" y="271964"/>
                  </a:lnTo>
                  <a:lnTo>
                    <a:pt x="133538" y="267727"/>
                  </a:lnTo>
                  <a:lnTo>
                    <a:pt x="136699" y="263387"/>
                  </a:lnTo>
                  <a:lnTo>
                    <a:pt x="139718" y="258947"/>
                  </a:lnTo>
                  <a:lnTo>
                    <a:pt x="142594" y="254413"/>
                  </a:lnTo>
                  <a:lnTo>
                    <a:pt x="145322" y="249789"/>
                  </a:lnTo>
                  <a:lnTo>
                    <a:pt x="147900" y="245079"/>
                  </a:lnTo>
                  <a:lnTo>
                    <a:pt x="150326" y="240289"/>
                  </a:lnTo>
                  <a:lnTo>
                    <a:pt x="152597" y="235424"/>
                  </a:lnTo>
                  <a:lnTo>
                    <a:pt x="154710" y="230488"/>
                  </a:lnTo>
                  <a:lnTo>
                    <a:pt x="156664" y="225487"/>
                  </a:lnTo>
                  <a:lnTo>
                    <a:pt x="158456" y="220426"/>
                  </a:lnTo>
                  <a:lnTo>
                    <a:pt x="160085" y="215310"/>
                  </a:lnTo>
                  <a:lnTo>
                    <a:pt x="161548" y="210144"/>
                  </a:lnTo>
                  <a:lnTo>
                    <a:pt x="162845" y="204934"/>
                  </a:lnTo>
                  <a:lnTo>
                    <a:pt x="163974" y="199685"/>
                  </a:lnTo>
                  <a:lnTo>
                    <a:pt x="164933" y="194402"/>
                  </a:lnTo>
                  <a:lnTo>
                    <a:pt x="165723" y="189092"/>
                  </a:lnTo>
                  <a:lnTo>
                    <a:pt x="166342" y="183758"/>
                  </a:lnTo>
                  <a:lnTo>
                    <a:pt x="166789" y="178408"/>
                  </a:lnTo>
                  <a:lnTo>
                    <a:pt x="167064" y="173046"/>
                  </a:lnTo>
                  <a:lnTo>
                    <a:pt x="167166" y="167678"/>
                  </a:lnTo>
                  <a:lnTo>
                    <a:pt x="167096" y="162309"/>
                  </a:lnTo>
                  <a:lnTo>
                    <a:pt x="166854" y="156945"/>
                  </a:lnTo>
                  <a:lnTo>
                    <a:pt x="166440" y="151592"/>
                  </a:lnTo>
                  <a:lnTo>
                    <a:pt x="165854" y="146255"/>
                  </a:lnTo>
                  <a:lnTo>
                    <a:pt x="165097" y="140940"/>
                  </a:lnTo>
                  <a:lnTo>
                    <a:pt x="164169" y="135651"/>
                  </a:lnTo>
                  <a:lnTo>
                    <a:pt x="163073" y="130396"/>
                  </a:lnTo>
                  <a:lnTo>
                    <a:pt x="161808" y="125178"/>
                  </a:lnTo>
                  <a:lnTo>
                    <a:pt x="160376" y="120003"/>
                  </a:lnTo>
                  <a:lnTo>
                    <a:pt x="158778" y="114877"/>
                  </a:lnTo>
                  <a:lnTo>
                    <a:pt x="157017" y="109805"/>
                  </a:lnTo>
                  <a:lnTo>
                    <a:pt x="155094" y="104792"/>
                  </a:lnTo>
                  <a:lnTo>
                    <a:pt x="153011" y="99844"/>
                  </a:lnTo>
                  <a:lnTo>
                    <a:pt x="150770" y="94965"/>
                  </a:lnTo>
                  <a:lnTo>
                    <a:pt x="148374" y="90160"/>
                  </a:lnTo>
                  <a:lnTo>
                    <a:pt x="145824" y="85435"/>
                  </a:lnTo>
                  <a:lnTo>
                    <a:pt x="143124" y="80794"/>
                  </a:lnTo>
                  <a:lnTo>
                    <a:pt x="140277" y="76242"/>
                  </a:lnTo>
                  <a:lnTo>
                    <a:pt x="137284" y="71784"/>
                  </a:lnTo>
                  <a:lnTo>
                    <a:pt x="134150" y="67425"/>
                  </a:lnTo>
                  <a:lnTo>
                    <a:pt x="130878" y="63168"/>
                  </a:lnTo>
                  <a:lnTo>
                    <a:pt x="127471" y="59019"/>
                  </a:lnTo>
                  <a:lnTo>
                    <a:pt x="123932" y="54981"/>
                  </a:lnTo>
                  <a:lnTo>
                    <a:pt x="120265" y="51059"/>
                  </a:lnTo>
                  <a:lnTo>
                    <a:pt x="116475" y="47256"/>
                  </a:lnTo>
                  <a:lnTo>
                    <a:pt x="112564" y="43578"/>
                  </a:lnTo>
                  <a:lnTo>
                    <a:pt x="108537" y="40027"/>
                  </a:lnTo>
                  <a:lnTo>
                    <a:pt x="104398" y="36607"/>
                  </a:lnTo>
                  <a:lnTo>
                    <a:pt x="100151" y="33321"/>
                  </a:lnTo>
                  <a:lnTo>
                    <a:pt x="95801" y="30174"/>
                  </a:lnTo>
                  <a:lnTo>
                    <a:pt x="91352" y="27168"/>
                  </a:lnTo>
                  <a:lnTo>
                    <a:pt x="86809" y="24307"/>
                  </a:lnTo>
                  <a:lnTo>
                    <a:pt x="82177" y="21593"/>
                  </a:lnTo>
                  <a:lnTo>
                    <a:pt x="77459" y="19029"/>
                  </a:lnTo>
                  <a:lnTo>
                    <a:pt x="72662" y="16618"/>
                  </a:lnTo>
                  <a:lnTo>
                    <a:pt x="67790" y="14362"/>
                  </a:lnTo>
                  <a:lnTo>
                    <a:pt x="62848" y="12264"/>
                  </a:lnTo>
                  <a:lnTo>
                    <a:pt x="57841" y="10325"/>
                  </a:lnTo>
                  <a:lnTo>
                    <a:pt x="52774" y="8549"/>
                  </a:lnTo>
                  <a:lnTo>
                    <a:pt x="47653" y="6936"/>
                  </a:lnTo>
                  <a:lnTo>
                    <a:pt x="42483" y="5488"/>
                  </a:lnTo>
                  <a:lnTo>
                    <a:pt x="37269" y="4207"/>
                  </a:lnTo>
                  <a:lnTo>
                    <a:pt x="32016" y="3094"/>
                  </a:lnTo>
                  <a:lnTo>
                    <a:pt x="26731" y="2151"/>
                  </a:lnTo>
                  <a:lnTo>
                    <a:pt x="21418" y="1377"/>
                  </a:lnTo>
                  <a:lnTo>
                    <a:pt x="16083" y="775"/>
                  </a:lnTo>
                  <a:lnTo>
                    <a:pt x="10731" y="344"/>
                  </a:lnTo>
                  <a:lnTo>
                    <a:pt x="536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5567" y="1681503"/>
              <a:ext cx="37667" cy="167167"/>
            </a:xfrm>
            <a:custGeom>
              <a:avLst/>
              <a:pathLst>
                <a:path w="37667" h="167167">
                  <a:moveTo>
                    <a:pt x="37667" y="0"/>
                  </a:moveTo>
                  <a:lnTo>
                    <a:pt x="31336" y="119"/>
                  </a:lnTo>
                  <a:lnTo>
                    <a:pt x="25015" y="479"/>
                  </a:lnTo>
                  <a:lnTo>
                    <a:pt x="18711" y="1078"/>
                  </a:lnTo>
                  <a:lnTo>
                    <a:pt x="12435" y="1915"/>
                  </a:lnTo>
                  <a:lnTo>
                    <a:pt x="6194" y="2989"/>
                  </a:lnTo>
                  <a:lnTo>
                    <a:pt x="0" y="4299"/>
                  </a:lnTo>
                  <a:lnTo>
                    <a:pt x="37667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85567" y="1685802"/>
              <a:ext cx="37667" cy="162868"/>
            </a:xfrm>
            <a:custGeom>
              <a:avLst/>
              <a:pathLst>
                <a:path w="37667" h="162868">
                  <a:moveTo>
                    <a:pt x="0" y="0"/>
                  </a:moveTo>
                  <a:lnTo>
                    <a:pt x="37667" y="1628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256086" y="1685802"/>
              <a:ext cx="334315" cy="330031"/>
            </a:xfrm>
            <a:custGeom>
              <a:avLst/>
              <a:pathLst>
                <a:path w="334315" h="330031">
                  <a:moveTo>
                    <a:pt x="129480" y="0"/>
                  </a:moveTo>
                  <a:lnTo>
                    <a:pt x="124354" y="1271"/>
                  </a:lnTo>
                  <a:lnTo>
                    <a:pt x="119271" y="2703"/>
                  </a:lnTo>
                  <a:lnTo>
                    <a:pt x="114235" y="4296"/>
                  </a:lnTo>
                  <a:lnTo>
                    <a:pt x="109252" y="6046"/>
                  </a:lnTo>
                  <a:lnTo>
                    <a:pt x="104327" y="7953"/>
                  </a:lnTo>
                  <a:lnTo>
                    <a:pt x="99465" y="10015"/>
                  </a:lnTo>
                  <a:lnTo>
                    <a:pt x="94670" y="12229"/>
                  </a:lnTo>
                  <a:lnTo>
                    <a:pt x="89948" y="14594"/>
                  </a:lnTo>
                  <a:lnTo>
                    <a:pt x="85303" y="17107"/>
                  </a:lnTo>
                  <a:lnTo>
                    <a:pt x="80739" y="19765"/>
                  </a:lnTo>
                  <a:lnTo>
                    <a:pt x="76261" y="22566"/>
                  </a:lnTo>
                  <a:lnTo>
                    <a:pt x="71875" y="25507"/>
                  </a:lnTo>
                  <a:lnTo>
                    <a:pt x="67583" y="28585"/>
                  </a:lnTo>
                  <a:lnTo>
                    <a:pt x="63391" y="31798"/>
                  </a:lnTo>
                  <a:lnTo>
                    <a:pt x="59302" y="35141"/>
                  </a:lnTo>
                  <a:lnTo>
                    <a:pt x="55321" y="38611"/>
                  </a:lnTo>
                  <a:lnTo>
                    <a:pt x="51452" y="42206"/>
                  </a:lnTo>
                  <a:lnTo>
                    <a:pt x="47698" y="45921"/>
                  </a:lnTo>
                  <a:lnTo>
                    <a:pt x="44063" y="49752"/>
                  </a:lnTo>
                  <a:lnTo>
                    <a:pt x="40551" y="53697"/>
                  </a:lnTo>
                  <a:lnTo>
                    <a:pt x="37166" y="57751"/>
                  </a:lnTo>
                  <a:lnTo>
                    <a:pt x="33910" y="61909"/>
                  </a:lnTo>
                  <a:lnTo>
                    <a:pt x="30787" y="66169"/>
                  </a:lnTo>
                  <a:lnTo>
                    <a:pt x="27801" y="70524"/>
                  </a:lnTo>
                  <a:lnTo>
                    <a:pt x="24953" y="74972"/>
                  </a:lnTo>
                  <a:lnTo>
                    <a:pt x="22248" y="79508"/>
                  </a:lnTo>
                  <a:lnTo>
                    <a:pt x="19687" y="84127"/>
                  </a:lnTo>
                  <a:lnTo>
                    <a:pt x="17273" y="88825"/>
                  </a:lnTo>
                  <a:lnTo>
                    <a:pt x="15009" y="93596"/>
                  </a:lnTo>
                  <a:lnTo>
                    <a:pt x="12896" y="98437"/>
                  </a:lnTo>
                  <a:lnTo>
                    <a:pt x="10938" y="103341"/>
                  </a:lnTo>
                  <a:lnTo>
                    <a:pt x="9136" y="108306"/>
                  </a:lnTo>
                  <a:lnTo>
                    <a:pt x="7491" y="113325"/>
                  </a:lnTo>
                  <a:lnTo>
                    <a:pt x="6005" y="118393"/>
                  </a:lnTo>
                  <a:lnTo>
                    <a:pt x="4681" y="123505"/>
                  </a:lnTo>
                  <a:lnTo>
                    <a:pt x="3519" y="128657"/>
                  </a:lnTo>
                  <a:lnTo>
                    <a:pt x="2520" y="133843"/>
                  </a:lnTo>
                  <a:lnTo>
                    <a:pt x="1685" y="139058"/>
                  </a:lnTo>
                  <a:lnTo>
                    <a:pt x="1015" y="144297"/>
                  </a:lnTo>
                  <a:lnTo>
                    <a:pt x="512" y="149554"/>
                  </a:lnTo>
                  <a:lnTo>
                    <a:pt x="174" y="154825"/>
                  </a:lnTo>
                  <a:lnTo>
                    <a:pt x="3" y="160104"/>
                  </a:lnTo>
                  <a:lnTo>
                    <a:pt x="0" y="165385"/>
                  </a:lnTo>
                  <a:lnTo>
                    <a:pt x="162" y="170664"/>
                  </a:lnTo>
                  <a:lnTo>
                    <a:pt x="492" y="175935"/>
                  </a:lnTo>
                  <a:lnTo>
                    <a:pt x="988" y="181193"/>
                  </a:lnTo>
                  <a:lnTo>
                    <a:pt x="1650" y="186433"/>
                  </a:lnTo>
                  <a:lnTo>
                    <a:pt x="2477" y="191649"/>
                  </a:lnTo>
                  <a:lnTo>
                    <a:pt x="3468" y="196837"/>
                  </a:lnTo>
                  <a:lnTo>
                    <a:pt x="4623" y="201990"/>
                  </a:lnTo>
                  <a:lnTo>
                    <a:pt x="5940" y="207105"/>
                  </a:lnTo>
                  <a:lnTo>
                    <a:pt x="7418" y="212175"/>
                  </a:lnTo>
                  <a:lnTo>
                    <a:pt x="9055" y="217196"/>
                  </a:lnTo>
                  <a:lnTo>
                    <a:pt x="10850" y="222163"/>
                  </a:lnTo>
                  <a:lnTo>
                    <a:pt x="12801" y="227071"/>
                  </a:lnTo>
                  <a:lnTo>
                    <a:pt x="14906" y="231915"/>
                  </a:lnTo>
                  <a:lnTo>
                    <a:pt x="17164" y="236690"/>
                  </a:lnTo>
                  <a:lnTo>
                    <a:pt x="19570" y="241391"/>
                  </a:lnTo>
                  <a:lnTo>
                    <a:pt x="22125" y="246013"/>
                  </a:lnTo>
                  <a:lnTo>
                    <a:pt x="24824" y="250553"/>
                  </a:lnTo>
                  <a:lnTo>
                    <a:pt x="27664" y="255005"/>
                  </a:lnTo>
                  <a:lnTo>
                    <a:pt x="30645" y="259366"/>
                  </a:lnTo>
                  <a:lnTo>
                    <a:pt x="33761" y="263629"/>
                  </a:lnTo>
                  <a:lnTo>
                    <a:pt x="37011" y="267793"/>
                  </a:lnTo>
                  <a:lnTo>
                    <a:pt x="40390" y="271851"/>
                  </a:lnTo>
                  <a:lnTo>
                    <a:pt x="43896" y="275801"/>
                  </a:lnTo>
                  <a:lnTo>
                    <a:pt x="47525" y="279638"/>
                  </a:lnTo>
                  <a:lnTo>
                    <a:pt x="51274" y="283359"/>
                  </a:lnTo>
                  <a:lnTo>
                    <a:pt x="55138" y="286959"/>
                  </a:lnTo>
                  <a:lnTo>
                    <a:pt x="59114" y="290436"/>
                  </a:lnTo>
                  <a:lnTo>
                    <a:pt x="63197" y="293785"/>
                  </a:lnTo>
                  <a:lnTo>
                    <a:pt x="67385" y="297003"/>
                  </a:lnTo>
                  <a:lnTo>
                    <a:pt x="71672" y="300088"/>
                  </a:lnTo>
                  <a:lnTo>
                    <a:pt x="76054" y="303035"/>
                  </a:lnTo>
                  <a:lnTo>
                    <a:pt x="80527" y="305843"/>
                  </a:lnTo>
                  <a:lnTo>
                    <a:pt x="85087" y="308508"/>
                  </a:lnTo>
                  <a:lnTo>
                    <a:pt x="89729" y="311027"/>
                  </a:lnTo>
                  <a:lnTo>
                    <a:pt x="94448" y="313399"/>
                  </a:lnTo>
                  <a:lnTo>
                    <a:pt x="99239" y="315620"/>
                  </a:lnTo>
                  <a:lnTo>
                    <a:pt x="104098" y="317689"/>
                  </a:lnTo>
                  <a:lnTo>
                    <a:pt x="109021" y="319604"/>
                  </a:lnTo>
                  <a:lnTo>
                    <a:pt x="114001" y="321362"/>
                  </a:lnTo>
                  <a:lnTo>
                    <a:pt x="119034" y="322962"/>
                  </a:lnTo>
                  <a:lnTo>
                    <a:pt x="124115" y="324402"/>
                  </a:lnTo>
                  <a:lnTo>
                    <a:pt x="129240" y="325680"/>
                  </a:lnTo>
                  <a:lnTo>
                    <a:pt x="134402" y="326797"/>
                  </a:lnTo>
                  <a:lnTo>
                    <a:pt x="139597" y="327749"/>
                  </a:lnTo>
                  <a:lnTo>
                    <a:pt x="144819" y="328537"/>
                  </a:lnTo>
                  <a:lnTo>
                    <a:pt x="150063" y="329160"/>
                  </a:lnTo>
                  <a:lnTo>
                    <a:pt x="155325" y="329617"/>
                  </a:lnTo>
                  <a:lnTo>
                    <a:pt x="160598" y="329907"/>
                  </a:lnTo>
                  <a:lnTo>
                    <a:pt x="165878" y="330031"/>
                  </a:lnTo>
                  <a:lnTo>
                    <a:pt x="171160" y="329987"/>
                  </a:lnTo>
                  <a:lnTo>
                    <a:pt x="176437" y="329777"/>
                  </a:lnTo>
                  <a:lnTo>
                    <a:pt x="181705" y="329400"/>
                  </a:lnTo>
                  <a:lnTo>
                    <a:pt x="186958" y="328857"/>
                  </a:lnTo>
                  <a:lnTo>
                    <a:pt x="192192" y="328149"/>
                  </a:lnTo>
                  <a:lnTo>
                    <a:pt x="197400" y="327275"/>
                  </a:lnTo>
                  <a:lnTo>
                    <a:pt x="202579" y="326237"/>
                  </a:lnTo>
                  <a:lnTo>
                    <a:pt x="207722" y="325037"/>
                  </a:lnTo>
                  <a:lnTo>
                    <a:pt x="212825" y="323674"/>
                  </a:lnTo>
                  <a:lnTo>
                    <a:pt x="217882" y="322151"/>
                  </a:lnTo>
                  <a:lnTo>
                    <a:pt x="222888" y="320469"/>
                  </a:lnTo>
                  <a:lnTo>
                    <a:pt x="227839" y="318629"/>
                  </a:lnTo>
                  <a:lnTo>
                    <a:pt x="232729" y="316634"/>
                  </a:lnTo>
                  <a:lnTo>
                    <a:pt x="237553" y="314486"/>
                  </a:lnTo>
                  <a:lnTo>
                    <a:pt x="242308" y="312186"/>
                  </a:lnTo>
                  <a:lnTo>
                    <a:pt x="246987" y="309737"/>
                  </a:lnTo>
                  <a:lnTo>
                    <a:pt x="251587" y="307142"/>
                  </a:lnTo>
                  <a:lnTo>
                    <a:pt x="256102" y="304403"/>
                  </a:lnTo>
                  <a:lnTo>
                    <a:pt x="260529" y="301522"/>
                  </a:lnTo>
                  <a:lnTo>
                    <a:pt x="264862" y="298503"/>
                  </a:lnTo>
                  <a:lnTo>
                    <a:pt x="269098" y="295348"/>
                  </a:lnTo>
                  <a:lnTo>
                    <a:pt x="273232" y="292062"/>
                  </a:lnTo>
                  <a:lnTo>
                    <a:pt x="277261" y="288646"/>
                  </a:lnTo>
                  <a:lnTo>
                    <a:pt x="281179" y="285105"/>
                  </a:lnTo>
                  <a:lnTo>
                    <a:pt x="284983" y="281442"/>
                  </a:lnTo>
                  <a:lnTo>
                    <a:pt x="288670" y="277660"/>
                  </a:lnTo>
                  <a:lnTo>
                    <a:pt x="292236" y="273764"/>
                  </a:lnTo>
                  <a:lnTo>
                    <a:pt x="295677" y="269757"/>
                  </a:lnTo>
                  <a:lnTo>
                    <a:pt x="298989" y="265644"/>
                  </a:lnTo>
                  <a:lnTo>
                    <a:pt x="302170" y="261428"/>
                  </a:lnTo>
                  <a:lnTo>
                    <a:pt x="305216" y="257113"/>
                  </a:lnTo>
                  <a:lnTo>
                    <a:pt x="308124" y="252705"/>
                  </a:lnTo>
                  <a:lnTo>
                    <a:pt x="310892" y="248207"/>
                  </a:lnTo>
                  <a:lnTo>
                    <a:pt x="313516" y="243623"/>
                  </a:lnTo>
                  <a:lnTo>
                    <a:pt x="315994" y="238959"/>
                  </a:lnTo>
                  <a:lnTo>
                    <a:pt x="318323" y="234219"/>
                  </a:lnTo>
                  <a:lnTo>
                    <a:pt x="320502" y="229408"/>
                  </a:lnTo>
                  <a:lnTo>
                    <a:pt x="322527" y="224531"/>
                  </a:lnTo>
                  <a:lnTo>
                    <a:pt x="324397" y="219591"/>
                  </a:lnTo>
                  <a:lnTo>
                    <a:pt x="326111" y="214596"/>
                  </a:lnTo>
                  <a:lnTo>
                    <a:pt x="327666" y="209548"/>
                  </a:lnTo>
                  <a:lnTo>
                    <a:pt x="329060" y="204454"/>
                  </a:lnTo>
                  <a:lnTo>
                    <a:pt x="330293" y="199319"/>
                  </a:lnTo>
                  <a:lnTo>
                    <a:pt x="331363" y="194147"/>
                  </a:lnTo>
                  <a:lnTo>
                    <a:pt x="332269" y="188944"/>
                  </a:lnTo>
                  <a:lnTo>
                    <a:pt x="333010" y="183715"/>
                  </a:lnTo>
                  <a:lnTo>
                    <a:pt x="333586" y="178465"/>
                  </a:lnTo>
                  <a:lnTo>
                    <a:pt x="333996" y="173199"/>
                  </a:lnTo>
                  <a:lnTo>
                    <a:pt x="334239" y="167924"/>
                  </a:lnTo>
                  <a:lnTo>
                    <a:pt x="334315" y="162643"/>
                  </a:lnTo>
                  <a:lnTo>
                    <a:pt x="334225" y="157362"/>
                  </a:lnTo>
                  <a:lnTo>
                    <a:pt x="333967" y="152087"/>
                  </a:lnTo>
                  <a:lnTo>
                    <a:pt x="333544" y="146823"/>
                  </a:lnTo>
                  <a:lnTo>
                    <a:pt x="332954" y="141574"/>
                  </a:lnTo>
                  <a:lnTo>
                    <a:pt x="332198" y="136347"/>
                  </a:lnTo>
                  <a:lnTo>
                    <a:pt x="331278" y="131147"/>
                  </a:lnTo>
                  <a:lnTo>
                    <a:pt x="330194" y="125978"/>
                  </a:lnTo>
                  <a:lnTo>
                    <a:pt x="328947" y="120845"/>
                  </a:lnTo>
                  <a:lnTo>
                    <a:pt x="327539" y="115755"/>
                  </a:lnTo>
                  <a:lnTo>
                    <a:pt x="325971" y="110712"/>
                  </a:lnTo>
                  <a:lnTo>
                    <a:pt x="324244" y="105721"/>
                  </a:lnTo>
                  <a:lnTo>
                    <a:pt x="322360" y="100787"/>
                  </a:lnTo>
                  <a:lnTo>
                    <a:pt x="320322" y="95915"/>
                  </a:lnTo>
                  <a:lnTo>
                    <a:pt x="318130" y="91110"/>
                  </a:lnTo>
                  <a:lnTo>
                    <a:pt x="315788" y="86376"/>
                  </a:lnTo>
                  <a:lnTo>
                    <a:pt x="313298" y="81719"/>
                  </a:lnTo>
                  <a:lnTo>
                    <a:pt x="310661" y="77142"/>
                  </a:lnTo>
                  <a:lnTo>
                    <a:pt x="307882" y="72652"/>
                  </a:lnTo>
                  <a:lnTo>
                    <a:pt x="304962" y="68251"/>
                  </a:lnTo>
                  <a:lnTo>
                    <a:pt x="301904" y="63945"/>
                  </a:lnTo>
                  <a:lnTo>
                    <a:pt x="298712" y="59737"/>
                  </a:lnTo>
                  <a:lnTo>
                    <a:pt x="295388" y="55633"/>
                  </a:lnTo>
                  <a:lnTo>
                    <a:pt x="291937" y="51635"/>
                  </a:lnTo>
                  <a:lnTo>
                    <a:pt x="288361" y="47749"/>
                  </a:lnTo>
                  <a:lnTo>
                    <a:pt x="284664" y="43977"/>
                  </a:lnTo>
                  <a:lnTo>
                    <a:pt x="280849" y="40324"/>
                  </a:lnTo>
                  <a:lnTo>
                    <a:pt x="276921" y="36793"/>
                  </a:lnTo>
                  <a:lnTo>
                    <a:pt x="272884" y="33389"/>
                  </a:lnTo>
                  <a:lnTo>
                    <a:pt x="268741" y="30113"/>
                  </a:lnTo>
                  <a:lnTo>
                    <a:pt x="264497" y="26970"/>
                  </a:lnTo>
                  <a:lnTo>
                    <a:pt x="260155" y="23963"/>
                  </a:lnTo>
                  <a:lnTo>
                    <a:pt x="255721" y="21094"/>
                  </a:lnTo>
                  <a:lnTo>
                    <a:pt x="251198" y="18367"/>
                  </a:lnTo>
                  <a:lnTo>
                    <a:pt x="246591" y="15784"/>
                  </a:lnTo>
                  <a:lnTo>
                    <a:pt x="241905" y="13348"/>
                  </a:lnTo>
                  <a:lnTo>
                    <a:pt x="237145" y="11061"/>
                  </a:lnTo>
                  <a:lnTo>
                    <a:pt x="232314" y="8925"/>
                  </a:lnTo>
                  <a:lnTo>
                    <a:pt x="227419" y="6944"/>
                  </a:lnTo>
                  <a:lnTo>
                    <a:pt x="222463" y="5118"/>
                  </a:lnTo>
                  <a:lnTo>
                    <a:pt x="167148" y="1628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423235" y="1681503"/>
              <a:ext cx="55315" cy="167167"/>
            </a:xfrm>
            <a:custGeom>
              <a:avLst/>
              <a:pathLst>
                <a:path w="55315" h="167167">
                  <a:moveTo>
                    <a:pt x="55315" y="9417"/>
                  </a:moveTo>
                  <a:lnTo>
                    <a:pt x="49366" y="7455"/>
                  </a:lnTo>
                  <a:lnTo>
                    <a:pt x="43348" y="5718"/>
                  </a:lnTo>
                  <a:lnTo>
                    <a:pt x="37269" y="4207"/>
                  </a:lnTo>
                  <a:lnTo>
                    <a:pt x="31138" y="2925"/>
                  </a:lnTo>
                  <a:lnTo>
                    <a:pt x="24963" y="1874"/>
                  </a:lnTo>
                  <a:lnTo>
                    <a:pt x="18753" y="1055"/>
                  </a:lnTo>
                  <a:lnTo>
                    <a:pt x="12516" y="469"/>
                  </a:lnTo>
                  <a:lnTo>
                    <a:pt x="626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853876" y="1322571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378102" y="1071028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5" y="83"/>
                  </a:lnTo>
                  <a:lnTo>
                    <a:pt x="156579" y="334"/>
                  </a:lnTo>
                  <a:lnTo>
                    <a:pt x="151305" y="753"/>
                  </a:lnTo>
                  <a:lnTo>
                    <a:pt x="146046" y="1338"/>
                  </a:lnTo>
                  <a:lnTo>
                    <a:pt x="140809" y="2089"/>
                  </a:lnTo>
                  <a:lnTo>
                    <a:pt x="135597" y="3005"/>
                  </a:lnTo>
                  <a:lnTo>
                    <a:pt x="130418" y="4086"/>
                  </a:lnTo>
                  <a:lnTo>
                    <a:pt x="125275" y="5331"/>
                  </a:lnTo>
                  <a:lnTo>
                    <a:pt x="120174" y="6737"/>
                  </a:lnTo>
                  <a:lnTo>
                    <a:pt x="115120" y="8304"/>
                  </a:lnTo>
                  <a:lnTo>
                    <a:pt x="110119" y="10031"/>
                  </a:lnTo>
                  <a:lnTo>
                    <a:pt x="105174" y="11914"/>
                  </a:lnTo>
                  <a:lnTo>
                    <a:pt x="100292" y="13954"/>
                  </a:lnTo>
                  <a:lnTo>
                    <a:pt x="95477" y="16147"/>
                  </a:lnTo>
                  <a:lnTo>
                    <a:pt x="90733" y="18491"/>
                  </a:lnTo>
                  <a:lnTo>
                    <a:pt x="86066" y="20984"/>
                  </a:lnTo>
                  <a:lnTo>
                    <a:pt x="81480" y="23623"/>
                  </a:lnTo>
                  <a:lnTo>
                    <a:pt x="76980" y="26407"/>
                  </a:lnTo>
                  <a:lnTo>
                    <a:pt x="72571" y="29331"/>
                  </a:lnTo>
                  <a:lnTo>
                    <a:pt x="68256" y="32393"/>
                  </a:lnTo>
                  <a:lnTo>
                    <a:pt x="64040" y="35591"/>
                  </a:lnTo>
                  <a:lnTo>
                    <a:pt x="59928" y="38920"/>
                  </a:lnTo>
                  <a:lnTo>
                    <a:pt x="55923" y="42378"/>
                  </a:lnTo>
                  <a:lnTo>
                    <a:pt x="52029" y="45961"/>
                  </a:lnTo>
                  <a:lnTo>
                    <a:pt x="48251" y="49665"/>
                  </a:lnTo>
                  <a:lnTo>
                    <a:pt x="44592" y="53487"/>
                  </a:lnTo>
                  <a:lnTo>
                    <a:pt x="41055" y="57423"/>
                  </a:lnTo>
                  <a:lnTo>
                    <a:pt x="37645" y="61469"/>
                  </a:lnTo>
                  <a:lnTo>
                    <a:pt x="34365" y="65620"/>
                  </a:lnTo>
                  <a:lnTo>
                    <a:pt x="31218" y="69874"/>
                  </a:lnTo>
                  <a:lnTo>
                    <a:pt x="28207" y="74224"/>
                  </a:lnTo>
                  <a:lnTo>
                    <a:pt x="25335" y="78668"/>
                  </a:lnTo>
                  <a:lnTo>
                    <a:pt x="22605" y="83201"/>
                  </a:lnTo>
                  <a:lnTo>
                    <a:pt x="20020" y="87818"/>
                  </a:lnTo>
                  <a:lnTo>
                    <a:pt x="17583" y="92514"/>
                  </a:lnTo>
                  <a:lnTo>
                    <a:pt x="15295" y="97285"/>
                  </a:lnTo>
                  <a:lnTo>
                    <a:pt x="13160" y="102126"/>
                  </a:lnTo>
                  <a:lnTo>
                    <a:pt x="11178" y="107032"/>
                  </a:lnTo>
                  <a:lnTo>
                    <a:pt x="9353" y="111999"/>
                  </a:lnTo>
                  <a:lnTo>
                    <a:pt x="7686" y="117021"/>
                  </a:lnTo>
                  <a:lnTo>
                    <a:pt x="6179" y="122093"/>
                  </a:lnTo>
                  <a:lnTo>
                    <a:pt x="4833" y="127210"/>
                  </a:lnTo>
                  <a:lnTo>
                    <a:pt x="3650" y="132367"/>
                  </a:lnTo>
                  <a:lnTo>
                    <a:pt x="2631" y="137559"/>
                  </a:lnTo>
                  <a:lnTo>
                    <a:pt x="1776" y="142781"/>
                  </a:lnTo>
                  <a:lnTo>
                    <a:pt x="1087" y="148027"/>
                  </a:lnTo>
                  <a:lnTo>
                    <a:pt x="565" y="153292"/>
                  </a:lnTo>
                  <a:lnTo>
                    <a:pt x="209" y="158571"/>
                  </a:lnTo>
                  <a:lnTo>
                    <a:pt x="20" y="163859"/>
                  </a:lnTo>
                  <a:lnTo>
                    <a:pt x="0" y="169150"/>
                  </a:lnTo>
                  <a:lnTo>
                    <a:pt x="146" y="174439"/>
                  </a:lnTo>
                  <a:lnTo>
                    <a:pt x="460" y="179721"/>
                  </a:lnTo>
                  <a:lnTo>
                    <a:pt x="941" y="184991"/>
                  </a:lnTo>
                  <a:lnTo>
                    <a:pt x="1588" y="190242"/>
                  </a:lnTo>
                  <a:lnTo>
                    <a:pt x="2401" y="195470"/>
                  </a:lnTo>
                  <a:lnTo>
                    <a:pt x="3379" y="200670"/>
                  </a:lnTo>
                  <a:lnTo>
                    <a:pt x="4522" y="205837"/>
                  </a:lnTo>
                  <a:lnTo>
                    <a:pt x="5827" y="210964"/>
                  </a:lnTo>
                  <a:lnTo>
                    <a:pt x="7294" y="216048"/>
                  </a:lnTo>
                  <a:lnTo>
                    <a:pt x="8921" y="221083"/>
                  </a:lnTo>
                  <a:lnTo>
                    <a:pt x="10707" y="226064"/>
                  </a:lnTo>
                  <a:lnTo>
                    <a:pt x="12649" y="230985"/>
                  </a:lnTo>
                  <a:lnTo>
                    <a:pt x="14746" y="235843"/>
                  </a:lnTo>
                  <a:lnTo>
                    <a:pt x="16996" y="240632"/>
                  </a:lnTo>
                  <a:lnTo>
                    <a:pt x="19396" y="245348"/>
                  </a:lnTo>
                  <a:lnTo>
                    <a:pt x="21944" y="249985"/>
                  </a:lnTo>
                  <a:lnTo>
                    <a:pt x="24638" y="254539"/>
                  </a:lnTo>
                  <a:lnTo>
                    <a:pt x="27475" y="259005"/>
                  </a:lnTo>
                  <a:lnTo>
                    <a:pt x="30451" y="263380"/>
                  </a:lnTo>
                  <a:lnTo>
                    <a:pt x="33565" y="267658"/>
                  </a:lnTo>
                  <a:lnTo>
                    <a:pt x="36812" y="271836"/>
                  </a:lnTo>
                  <a:lnTo>
                    <a:pt x="40190" y="275908"/>
                  </a:lnTo>
                  <a:lnTo>
                    <a:pt x="43695" y="279872"/>
                  </a:lnTo>
                  <a:lnTo>
                    <a:pt x="47323" y="283723"/>
                  </a:lnTo>
                  <a:lnTo>
                    <a:pt x="51072" y="287457"/>
                  </a:lnTo>
                  <a:lnTo>
                    <a:pt x="54937" y="291071"/>
                  </a:lnTo>
                  <a:lnTo>
                    <a:pt x="58915" y="294560"/>
                  </a:lnTo>
                  <a:lnTo>
                    <a:pt x="63001" y="297922"/>
                  </a:lnTo>
                  <a:lnTo>
                    <a:pt x="67191" y="301152"/>
                  </a:lnTo>
                  <a:lnTo>
                    <a:pt x="71481" y="304249"/>
                  </a:lnTo>
                  <a:lnTo>
                    <a:pt x="75868" y="307208"/>
                  </a:lnTo>
                  <a:lnTo>
                    <a:pt x="80346" y="310027"/>
                  </a:lnTo>
                  <a:lnTo>
                    <a:pt x="84910" y="312703"/>
                  </a:lnTo>
                  <a:lnTo>
                    <a:pt x="89557" y="315233"/>
                  </a:lnTo>
                  <a:lnTo>
                    <a:pt x="94282" y="317615"/>
                  </a:lnTo>
                  <a:lnTo>
                    <a:pt x="99080" y="319845"/>
                  </a:lnTo>
                  <a:lnTo>
                    <a:pt x="103946" y="321923"/>
                  </a:lnTo>
                  <a:lnTo>
                    <a:pt x="108875" y="323846"/>
                  </a:lnTo>
                  <a:lnTo>
                    <a:pt x="113863" y="325612"/>
                  </a:lnTo>
                  <a:lnTo>
                    <a:pt x="118904" y="327219"/>
                  </a:lnTo>
                  <a:lnTo>
                    <a:pt x="123994" y="328666"/>
                  </a:lnTo>
                  <a:lnTo>
                    <a:pt x="129127" y="329951"/>
                  </a:lnTo>
                  <a:lnTo>
                    <a:pt x="134298" y="331073"/>
                  </a:lnTo>
                  <a:lnTo>
                    <a:pt x="139501" y="332031"/>
                  </a:lnTo>
                  <a:lnTo>
                    <a:pt x="144733" y="332824"/>
                  </a:lnTo>
                  <a:lnTo>
                    <a:pt x="149987" y="333450"/>
                  </a:lnTo>
                  <a:lnTo>
                    <a:pt x="155258" y="333910"/>
                  </a:lnTo>
                  <a:lnTo>
                    <a:pt x="160541" y="334203"/>
                  </a:lnTo>
                  <a:lnTo>
                    <a:pt x="165831" y="334329"/>
                  </a:lnTo>
                  <a:lnTo>
                    <a:pt x="171122" y="334287"/>
                  </a:lnTo>
                  <a:lnTo>
                    <a:pt x="176409" y="334078"/>
                  </a:lnTo>
                  <a:lnTo>
                    <a:pt x="181686" y="333702"/>
                  </a:lnTo>
                  <a:lnTo>
                    <a:pt x="186949" y="333158"/>
                  </a:lnTo>
                  <a:lnTo>
                    <a:pt x="192193" y="332449"/>
                  </a:lnTo>
                  <a:lnTo>
                    <a:pt x="197411" y="331574"/>
                  </a:lnTo>
                  <a:lnTo>
                    <a:pt x="202599" y="330534"/>
                  </a:lnTo>
                  <a:lnTo>
                    <a:pt x="207752" y="329330"/>
                  </a:lnTo>
                  <a:lnTo>
                    <a:pt x="212863" y="327964"/>
                  </a:lnTo>
                  <a:lnTo>
                    <a:pt x="217929" y="326437"/>
                  </a:lnTo>
                  <a:lnTo>
                    <a:pt x="222945" y="324750"/>
                  </a:lnTo>
                  <a:lnTo>
                    <a:pt x="227904" y="322906"/>
                  </a:lnTo>
                  <a:lnTo>
                    <a:pt x="232802" y="320905"/>
                  </a:lnTo>
                  <a:lnTo>
                    <a:pt x="237635" y="318751"/>
                  </a:lnTo>
                  <a:lnTo>
                    <a:pt x="242397" y="316444"/>
                  </a:lnTo>
                  <a:lnTo>
                    <a:pt x="247083" y="313988"/>
                  </a:lnTo>
                  <a:lnTo>
                    <a:pt x="251690" y="311385"/>
                  </a:lnTo>
                  <a:lnTo>
                    <a:pt x="256212" y="308637"/>
                  </a:lnTo>
                  <a:lnTo>
                    <a:pt x="260644" y="305748"/>
                  </a:lnTo>
                  <a:lnTo>
                    <a:pt x="264983" y="302720"/>
                  </a:lnTo>
                  <a:lnTo>
                    <a:pt x="269224" y="299556"/>
                  </a:lnTo>
                  <a:lnTo>
                    <a:pt x="273363" y="296259"/>
                  </a:lnTo>
                  <a:lnTo>
                    <a:pt x="277395" y="292833"/>
                  </a:lnTo>
                  <a:lnTo>
                    <a:pt x="281317" y="289282"/>
                  </a:lnTo>
                  <a:lnTo>
                    <a:pt x="285125" y="285607"/>
                  </a:lnTo>
                  <a:lnTo>
                    <a:pt x="288814" y="281815"/>
                  </a:lnTo>
                  <a:lnTo>
                    <a:pt x="292381" y="277907"/>
                  </a:lnTo>
                  <a:lnTo>
                    <a:pt x="295823" y="273888"/>
                  </a:lnTo>
                  <a:lnTo>
                    <a:pt x="299136" y="269763"/>
                  </a:lnTo>
                  <a:lnTo>
                    <a:pt x="302317" y="265534"/>
                  </a:lnTo>
                  <a:lnTo>
                    <a:pt x="305363" y="261208"/>
                  </a:lnTo>
                  <a:lnTo>
                    <a:pt x="308270" y="256786"/>
                  </a:lnTo>
                  <a:lnTo>
                    <a:pt x="311035" y="252276"/>
                  </a:lnTo>
                  <a:lnTo>
                    <a:pt x="313657" y="247679"/>
                  </a:lnTo>
                  <a:lnTo>
                    <a:pt x="316131" y="243003"/>
                  </a:lnTo>
                  <a:lnTo>
                    <a:pt x="318457" y="238250"/>
                  </a:lnTo>
                  <a:lnTo>
                    <a:pt x="320631" y="233426"/>
                  </a:lnTo>
                  <a:lnTo>
                    <a:pt x="322651" y="228536"/>
                  </a:lnTo>
                  <a:lnTo>
                    <a:pt x="324515" y="223584"/>
                  </a:lnTo>
                  <a:lnTo>
                    <a:pt x="326222" y="218575"/>
                  </a:lnTo>
                  <a:lnTo>
                    <a:pt x="327769" y="213515"/>
                  </a:lnTo>
                  <a:lnTo>
                    <a:pt x="329155" y="208409"/>
                  </a:lnTo>
                  <a:lnTo>
                    <a:pt x="330379" y="203261"/>
                  </a:lnTo>
                  <a:lnTo>
                    <a:pt x="331440" y="198078"/>
                  </a:lnTo>
                  <a:lnTo>
                    <a:pt x="332336" y="192863"/>
                  </a:lnTo>
                  <a:lnTo>
                    <a:pt x="333066" y="187622"/>
                  </a:lnTo>
                  <a:lnTo>
                    <a:pt x="333631" y="182361"/>
                  </a:lnTo>
                  <a:lnTo>
                    <a:pt x="334028" y="177085"/>
                  </a:lnTo>
                  <a:lnTo>
                    <a:pt x="334258" y="171799"/>
                  </a:lnTo>
                  <a:lnTo>
                    <a:pt x="334321" y="166508"/>
                  </a:lnTo>
                  <a:lnTo>
                    <a:pt x="334217" y="161218"/>
                  </a:lnTo>
                  <a:lnTo>
                    <a:pt x="333945" y="155934"/>
                  </a:lnTo>
                  <a:lnTo>
                    <a:pt x="333506" y="150661"/>
                  </a:lnTo>
                  <a:lnTo>
                    <a:pt x="332900" y="145405"/>
                  </a:lnTo>
                  <a:lnTo>
                    <a:pt x="332128" y="140170"/>
                  </a:lnTo>
                  <a:lnTo>
                    <a:pt x="331191" y="134963"/>
                  </a:lnTo>
                  <a:lnTo>
                    <a:pt x="330090" y="129787"/>
                  </a:lnTo>
                  <a:lnTo>
                    <a:pt x="328825" y="124649"/>
                  </a:lnTo>
                  <a:lnTo>
                    <a:pt x="327399" y="119554"/>
                  </a:lnTo>
                  <a:lnTo>
                    <a:pt x="325812" y="114507"/>
                  </a:lnTo>
                  <a:lnTo>
                    <a:pt x="324066" y="109512"/>
                  </a:lnTo>
                  <a:lnTo>
                    <a:pt x="322162" y="104575"/>
                  </a:lnTo>
                  <a:lnTo>
                    <a:pt x="320104" y="99701"/>
                  </a:lnTo>
                  <a:lnTo>
                    <a:pt x="317892" y="94894"/>
                  </a:lnTo>
                  <a:lnTo>
                    <a:pt x="315529" y="90160"/>
                  </a:lnTo>
                  <a:lnTo>
                    <a:pt x="313018" y="85502"/>
                  </a:lnTo>
                  <a:lnTo>
                    <a:pt x="310360" y="80927"/>
                  </a:lnTo>
                  <a:lnTo>
                    <a:pt x="307559" y="7643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147467"/>
              <a:ext cx="140403" cy="90728"/>
            </a:xfrm>
            <a:custGeom>
              <a:avLst/>
              <a:pathLst>
                <a:path w="140403" h="90728">
                  <a:moveTo>
                    <a:pt x="140403" y="0"/>
                  </a:moveTo>
                  <a:lnTo>
                    <a:pt x="0" y="907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071028"/>
              <a:ext cx="140403" cy="167167"/>
            </a:xfrm>
            <a:custGeom>
              <a:avLst/>
              <a:pathLst>
                <a:path w="140403" h="167167">
                  <a:moveTo>
                    <a:pt x="140403" y="76438"/>
                  </a:moveTo>
                  <a:lnTo>
                    <a:pt x="137311" y="71823"/>
                  </a:lnTo>
                  <a:lnTo>
                    <a:pt x="134067" y="67312"/>
                  </a:lnTo>
                  <a:lnTo>
                    <a:pt x="130674" y="62912"/>
                  </a:lnTo>
                  <a:lnTo>
                    <a:pt x="127138" y="58628"/>
                  </a:lnTo>
                  <a:lnTo>
                    <a:pt x="123461" y="54463"/>
                  </a:lnTo>
                  <a:lnTo>
                    <a:pt x="119647" y="50422"/>
                  </a:lnTo>
                  <a:lnTo>
                    <a:pt x="115702" y="46511"/>
                  </a:lnTo>
                  <a:lnTo>
                    <a:pt x="111628" y="42733"/>
                  </a:lnTo>
                  <a:lnTo>
                    <a:pt x="107432" y="39092"/>
                  </a:lnTo>
                  <a:lnTo>
                    <a:pt x="103116" y="35592"/>
                  </a:lnTo>
                  <a:lnTo>
                    <a:pt x="98687" y="32238"/>
                  </a:lnTo>
                  <a:lnTo>
                    <a:pt x="94149" y="29034"/>
                  </a:lnTo>
                  <a:lnTo>
                    <a:pt x="89507" y="25981"/>
                  </a:lnTo>
                  <a:lnTo>
                    <a:pt x="84766" y="23085"/>
                  </a:lnTo>
                  <a:lnTo>
                    <a:pt x="79931" y="20348"/>
                  </a:lnTo>
                  <a:lnTo>
                    <a:pt x="75008" y="17773"/>
                  </a:lnTo>
                  <a:lnTo>
                    <a:pt x="70002" y="15362"/>
                  </a:lnTo>
                  <a:lnTo>
                    <a:pt x="64919" y="13120"/>
                  </a:lnTo>
                  <a:lnTo>
                    <a:pt x="59764" y="11048"/>
                  </a:lnTo>
                  <a:lnTo>
                    <a:pt x="54543" y="9148"/>
                  </a:lnTo>
                  <a:lnTo>
                    <a:pt x="49262" y="7423"/>
                  </a:lnTo>
                  <a:lnTo>
                    <a:pt x="43926" y="5874"/>
                  </a:lnTo>
                  <a:lnTo>
                    <a:pt x="38542" y="4503"/>
                  </a:lnTo>
                  <a:lnTo>
                    <a:pt x="33115" y="3312"/>
                  </a:lnTo>
                  <a:lnTo>
                    <a:pt x="27652" y="2303"/>
                  </a:lnTo>
                  <a:lnTo>
                    <a:pt x="22158" y="1475"/>
                  </a:lnTo>
                  <a:lnTo>
                    <a:pt x="16640" y="830"/>
                  </a:lnTo>
                  <a:lnTo>
                    <a:pt x="11103" y="369"/>
                  </a:lnTo>
                  <a:lnTo>
                    <a:pt x="555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3725" y="941493"/>
              <a:ext cx="119818" cy="167167"/>
            </a:xfrm>
            <a:custGeom>
              <a:avLst/>
              <a:pathLst>
                <a:path w="119818" h="167167">
                  <a:moveTo>
                    <a:pt x="119818" y="0"/>
                  </a:moveTo>
                  <a:lnTo>
                    <a:pt x="114253" y="92"/>
                  </a:lnTo>
                  <a:lnTo>
                    <a:pt x="108694" y="370"/>
                  </a:lnTo>
                  <a:lnTo>
                    <a:pt x="103147" y="833"/>
                  </a:lnTo>
                  <a:lnTo>
                    <a:pt x="97619" y="1480"/>
                  </a:lnTo>
                  <a:lnTo>
                    <a:pt x="92115" y="2311"/>
                  </a:lnTo>
                  <a:lnTo>
                    <a:pt x="86642" y="3325"/>
                  </a:lnTo>
                  <a:lnTo>
                    <a:pt x="81206" y="4520"/>
                  </a:lnTo>
                  <a:lnTo>
                    <a:pt x="75813" y="5896"/>
                  </a:lnTo>
                  <a:lnTo>
                    <a:pt x="70468" y="7450"/>
                  </a:lnTo>
                  <a:lnTo>
                    <a:pt x="65178" y="9181"/>
                  </a:lnTo>
                  <a:lnTo>
                    <a:pt x="59949" y="11088"/>
                  </a:lnTo>
                  <a:lnTo>
                    <a:pt x="54786" y="13168"/>
                  </a:lnTo>
                  <a:lnTo>
                    <a:pt x="49695" y="15418"/>
                  </a:lnTo>
                  <a:lnTo>
                    <a:pt x="44682" y="17837"/>
                  </a:lnTo>
                  <a:lnTo>
                    <a:pt x="39753" y="20421"/>
                  </a:lnTo>
                  <a:lnTo>
                    <a:pt x="34912" y="23168"/>
                  </a:lnTo>
                  <a:lnTo>
                    <a:pt x="30165" y="26074"/>
                  </a:lnTo>
                  <a:lnTo>
                    <a:pt x="25517" y="29137"/>
                  </a:lnTo>
                  <a:lnTo>
                    <a:pt x="20974" y="32353"/>
                  </a:lnTo>
                  <a:lnTo>
                    <a:pt x="16541" y="35719"/>
                  </a:lnTo>
                  <a:lnTo>
                    <a:pt x="12222" y="39230"/>
                  </a:lnTo>
                  <a:lnTo>
                    <a:pt x="8022" y="42883"/>
                  </a:lnTo>
                  <a:lnTo>
                    <a:pt x="3947" y="46673"/>
                  </a:lnTo>
                  <a:lnTo>
                    <a:pt x="0" y="50598"/>
                  </a:lnTo>
                  <a:lnTo>
                    <a:pt x="1198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03725" y="992091"/>
              <a:ext cx="119818" cy="116569"/>
            </a:xfrm>
            <a:custGeom>
              <a:avLst/>
              <a:pathLst>
                <a:path w="119818" h="116569">
                  <a:moveTo>
                    <a:pt x="0" y="0"/>
                  </a:moveTo>
                  <a:lnTo>
                    <a:pt x="119818" y="116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856386" y="949731"/>
              <a:ext cx="334311" cy="326094"/>
            </a:xfrm>
            <a:custGeom>
              <a:avLst/>
              <a:pathLst>
                <a:path w="334311" h="326094">
                  <a:moveTo>
                    <a:pt x="47339" y="42359"/>
                  </a:moveTo>
                  <a:lnTo>
                    <a:pt x="43703" y="46217"/>
                  </a:lnTo>
                  <a:lnTo>
                    <a:pt x="40192" y="50187"/>
                  </a:lnTo>
                  <a:lnTo>
                    <a:pt x="36808" y="54267"/>
                  </a:lnTo>
                  <a:lnTo>
                    <a:pt x="33555" y="58453"/>
                  </a:lnTo>
                  <a:lnTo>
                    <a:pt x="30437" y="62739"/>
                  </a:lnTo>
                  <a:lnTo>
                    <a:pt x="27456" y="67122"/>
                  </a:lnTo>
                  <a:lnTo>
                    <a:pt x="24615" y="71598"/>
                  </a:lnTo>
                  <a:lnTo>
                    <a:pt x="21918" y="76161"/>
                  </a:lnTo>
                  <a:lnTo>
                    <a:pt x="19367" y="80807"/>
                  </a:lnTo>
                  <a:lnTo>
                    <a:pt x="16964" y="85532"/>
                  </a:lnTo>
                  <a:lnTo>
                    <a:pt x="14713" y="90331"/>
                  </a:lnTo>
                  <a:lnTo>
                    <a:pt x="12615" y="95199"/>
                  </a:lnTo>
                  <a:lnTo>
                    <a:pt x="10672" y="100131"/>
                  </a:lnTo>
                  <a:lnTo>
                    <a:pt x="8886" y="105122"/>
                  </a:lnTo>
                  <a:lnTo>
                    <a:pt x="7260" y="110167"/>
                  </a:lnTo>
                  <a:lnTo>
                    <a:pt x="5794" y="115261"/>
                  </a:lnTo>
                  <a:lnTo>
                    <a:pt x="4491" y="120399"/>
                  </a:lnTo>
                  <a:lnTo>
                    <a:pt x="3351" y="125575"/>
                  </a:lnTo>
                  <a:lnTo>
                    <a:pt x="2376" y="130786"/>
                  </a:lnTo>
                  <a:lnTo>
                    <a:pt x="1567" y="136024"/>
                  </a:lnTo>
                  <a:lnTo>
                    <a:pt x="924" y="141286"/>
                  </a:lnTo>
                  <a:lnTo>
                    <a:pt x="448" y="146565"/>
                  </a:lnTo>
                  <a:lnTo>
                    <a:pt x="140" y="151857"/>
                  </a:lnTo>
                  <a:lnTo>
                    <a:pt x="0" y="157156"/>
                  </a:lnTo>
                  <a:lnTo>
                    <a:pt x="27" y="162456"/>
                  </a:lnTo>
                  <a:lnTo>
                    <a:pt x="223" y="167753"/>
                  </a:lnTo>
                  <a:lnTo>
                    <a:pt x="587" y="173042"/>
                  </a:lnTo>
                  <a:lnTo>
                    <a:pt x="1118" y="178316"/>
                  </a:lnTo>
                  <a:lnTo>
                    <a:pt x="1816" y="183570"/>
                  </a:lnTo>
                  <a:lnTo>
                    <a:pt x="2681" y="188800"/>
                  </a:lnTo>
                  <a:lnTo>
                    <a:pt x="3710" y="194000"/>
                  </a:lnTo>
                  <a:lnTo>
                    <a:pt x="4905" y="199164"/>
                  </a:lnTo>
                  <a:lnTo>
                    <a:pt x="6262" y="204288"/>
                  </a:lnTo>
                  <a:lnTo>
                    <a:pt x="7781" y="209367"/>
                  </a:lnTo>
                  <a:lnTo>
                    <a:pt x="9460" y="214394"/>
                  </a:lnTo>
                  <a:lnTo>
                    <a:pt x="11298" y="219366"/>
                  </a:lnTo>
                  <a:lnTo>
                    <a:pt x="13292" y="224277"/>
                  </a:lnTo>
                  <a:lnTo>
                    <a:pt x="15442" y="229123"/>
                  </a:lnTo>
                  <a:lnTo>
                    <a:pt x="17743" y="233898"/>
                  </a:lnTo>
                  <a:lnTo>
                    <a:pt x="20196" y="238597"/>
                  </a:lnTo>
                  <a:lnTo>
                    <a:pt x="22795" y="243216"/>
                  </a:lnTo>
                  <a:lnTo>
                    <a:pt x="25540" y="247751"/>
                  </a:lnTo>
                  <a:lnTo>
                    <a:pt x="28428" y="252196"/>
                  </a:lnTo>
                  <a:lnTo>
                    <a:pt x="31454" y="256548"/>
                  </a:lnTo>
                  <a:lnTo>
                    <a:pt x="34618" y="260801"/>
                  </a:lnTo>
                  <a:lnTo>
                    <a:pt x="37914" y="264952"/>
                  </a:lnTo>
                  <a:lnTo>
                    <a:pt x="41341" y="268997"/>
                  </a:lnTo>
                  <a:lnTo>
                    <a:pt x="44894" y="272930"/>
                  </a:lnTo>
                  <a:lnTo>
                    <a:pt x="48569" y="276749"/>
                  </a:lnTo>
                  <a:lnTo>
                    <a:pt x="52365" y="280450"/>
                  </a:lnTo>
                  <a:lnTo>
                    <a:pt x="56275" y="284028"/>
                  </a:lnTo>
                  <a:lnTo>
                    <a:pt x="60297" y="287481"/>
                  </a:lnTo>
                  <a:lnTo>
                    <a:pt x="64427" y="290804"/>
                  </a:lnTo>
                  <a:lnTo>
                    <a:pt x="68659" y="293995"/>
                  </a:lnTo>
                  <a:lnTo>
                    <a:pt x="72991" y="297050"/>
                  </a:lnTo>
                  <a:lnTo>
                    <a:pt x="77418" y="299966"/>
                  </a:lnTo>
                  <a:lnTo>
                    <a:pt x="81935" y="302741"/>
                  </a:lnTo>
                  <a:lnTo>
                    <a:pt x="86537" y="305370"/>
                  </a:lnTo>
                  <a:lnTo>
                    <a:pt x="91220" y="307853"/>
                  </a:lnTo>
                  <a:lnTo>
                    <a:pt x="95980" y="310185"/>
                  </a:lnTo>
                  <a:lnTo>
                    <a:pt x="100812" y="312366"/>
                  </a:lnTo>
                  <a:lnTo>
                    <a:pt x="105710" y="314392"/>
                  </a:lnTo>
                  <a:lnTo>
                    <a:pt x="110670" y="316263"/>
                  </a:lnTo>
                  <a:lnTo>
                    <a:pt x="115686" y="317974"/>
                  </a:lnTo>
                  <a:lnTo>
                    <a:pt x="120755" y="319526"/>
                  </a:lnTo>
                  <a:lnTo>
                    <a:pt x="125870" y="320917"/>
                  </a:lnTo>
                  <a:lnTo>
                    <a:pt x="131026" y="322144"/>
                  </a:lnTo>
                  <a:lnTo>
                    <a:pt x="136219" y="323208"/>
                  </a:lnTo>
                  <a:lnTo>
                    <a:pt x="141443" y="324106"/>
                  </a:lnTo>
                  <a:lnTo>
                    <a:pt x="146693" y="324838"/>
                  </a:lnTo>
                  <a:lnTo>
                    <a:pt x="151964" y="325404"/>
                  </a:lnTo>
                  <a:lnTo>
                    <a:pt x="157249" y="325802"/>
                  </a:lnTo>
                  <a:lnTo>
                    <a:pt x="162545" y="326032"/>
                  </a:lnTo>
                  <a:lnTo>
                    <a:pt x="167846" y="326094"/>
                  </a:lnTo>
                  <a:lnTo>
                    <a:pt x="173145" y="325988"/>
                  </a:lnTo>
                  <a:lnTo>
                    <a:pt x="178439" y="325715"/>
                  </a:lnTo>
                  <a:lnTo>
                    <a:pt x="183721" y="325273"/>
                  </a:lnTo>
                  <a:lnTo>
                    <a:pt x="188987" y="324664"/>
                  </a:lnTo>
                  <a:lnTo>
                    <a:pt x="194230" y="323889"/>
                  </a:lnTo>
                  <a:lnTo>
                    <a:pt x="199447" y="322948"/>
                  </a:lnTo>
                  <a:lnTo>
                    <a:pt x="204631" y="321841"/>
                  </a:lnTo>
                  <a:lnTo>
                    <a:pt x="209777" y="320571"/>
                  </a:lnTo>
                  <a:lnTo>
                    <a:pt x="214881" y="319139"/>
                  </a:lnTo>
                  <a:lnTo>
                    <a:pt x="219936" y="317545"/>
                  </a:lnTo>
                  <a:lnTo>
                    <a:pt x="224939" y="315792"/>
                  </a:lnTo>
                  <a:lnTo>
                    <a:pt x="229883" y="313881"/>
                  </a:lnTo>
                  <a:lnTo>
                    <a:pt x="234764" y="311815"/>
                  </a:lnTo>
                  <a:lnTo>
                    <a:pt x="239577" y="309594"/>
                  </a:lnTo>
                  <a:lnTo>
                    <a:pt x="244318" y="307223"/>
                  </a:lnTo>
                  <a:lnTo>
                    <a:pt x="248981" y="304702"/>
                  </a:lnTo>
                  <a:lnTo>
                    <a:pt x="253561" y="302034"/>
                  </a:lnTo>
                  <a:lnTo>
                    <a:pt x="258055" y="299223"/>
                  </a:lnTo>
                  <a:lnTo>
                    <a:pt x="262458" y="296270"/>
                  </a:lnTo>
                  <a:lnTo>
                    <a:pt x="266764" y="293180"/>
                  </a:lnTo>
                  <a:lnTo>
                    <a:pt x="270970" y="289954"/>
                  </a:lnTo>
                  <a:lnTo>
                    <a:pt x="275072" y="286597"/>
                  </a:lnTo>
                  <a:lnTo>
                    <a:pt x="279066" y="283112"/>
                  </a:lnTo>
                  <a:lnTo>
                    <a:pt x="282947" y="279501"/>
                  </a:lnTo>
                  <a:lnTo>
                    <a:pt x="286711" y="275769"/>
                  </a:lnTo>
                  <a:lnTo>
                    <a:pt x="290356" y="271920"/>
                  </a:lnTo>
                  <a:lnTo>
                    <a:pt x="293876" y="267957"/>
                  </a:lnTo>
                  <a:lnTo>
                    <a:pt x="297269" y="263885"/>
                  </a:lnTo>
                  <a:lnTo>
                    <a:pt x="300532" y="259707"/>
                  </a:lnTo>
                  <a:lnTo>
                    <a:pt x="303660" y="255428"/>
                  </a:lnTo>
                  <a:lnTo>
                    <a:pt x="306651" y="251051"/>
                  </a:lnTo>
                  <a:lnTo>
                    <a:pt x="309501" y="246582"/>
                  </a:lnTo>
                  <a:lnTo>
                    <a:pt x="312209" y="242025"/>
                  </a:lnTo>
                  <a:lnTo>
                    <a:pt x="314770" y="237385"/>
                  </a:lnTo>
                  <a:lnTo>
                    <a:pt x="317184" y="232665"/>
                  </a:lnTo>
                  <a:lnTo>
                    <a:pt x="319446" y="227872"/>
                  </a:lnTo>
                  <a:lnTo>
                    <a:pt x="321555" y="223009"/>
                  </a:lnTo>
                  <a:lnTo>
                    <a:pt x="323509" y="218081"/>
                  </a:lnTo>
                  <a:lnTo>
                    <a:pt x="325306" y="213094"/>
                  </a:lnTo>
                  <a:lnTo>
                    <a:pt x="326944" y="208053"/>
                  </a:lnTo>
                  <a:lnTo>
                    <a:pt x="328421" y="202962"/>
                  </a:lnTo>
                  <a:lnTo>
                    <a:pt x="329736" y="197827"/>
                  </a:lnTo>
                  <a:lnTo>
                    <a:pt x="330888" y="192653"/>
                  </a:lnTo>
                  <a:lnTo>
                    <a:pt x="331875" y="187445"/>
                  </a:lnTo>
                  <a:lnTo>
                    <a:pt x="332696" y="182208"/>
                  </a:lnTo>
                  <a:lnTo>
                    <a:pt x="333351" y="176948"/>
                  </a:lnTo>
                  <a:lnTo>
                    <a:pt x="333839" y="171670"/>
                  </a:lnTo>
                  <a:lnTo>
                    <a:pt x="334159" y="166379"/>
                  </a:lnTo>
                  <a:lnTo>
                    <a:pt x="334311" y="161081"/>
                  </a:lnTo>
                  <a:lnTo>
                    <a:pt x="334295" y="155780"/>
                  </a:lnTo>
                  <a:lnTo>
                    <a:pt x="334111" y="150482"/>
                  </a:lnTo>
                  <a:lnTo>
                    <a:pt x="333760" y="145193"/>
                  </a:lnTo>
                  <a:lnTo>
                    <a:pt x="333241" y="139918"/>
                  </a:lnTo>
                  <a:lnTo>
                    <a:pt x="332554" y="134662"/>
                  </a:lnTo>
                  <a:lnTo>
                    <a:pt x="331702" y="129430"/>
                  </a:lnTo>
                  <a:lnTo>
                    <a:pt x="330684" y="124228"/>
                  </a:lnTo>
                  <a:lnTo>
                    <a:pt x="329501" y="119061"/>
                  </a:lnTo>
                  <a:lnTo>
                    <a:pt x="328156" y="113934"/>
                  </a:lnTo>
                  <a:lnTo>
                    <a:pt x="326648" y="108852"/>
                  </a:lnTo>
                  <a:lnTo>
                    <a:pt x="324981" y="103821"/>
                  </a:lnTo>
                  <a:lnTo>
                    <a:pt x="323154" y="98845"/>
                  </a:lnTo>
                  <a:lnTo>
                    <a:pt x="321171" y="93929"/>
                  </a:lnTo>
                  <a:lnTo>
                    <a:pt x="319032" y="89079"/>
                  </a:lnTo>
                  <a:lnTo>
                    <a:pt x="316741" y="84299"/>
                  </a:lnTo>
                  <a:lnTo>
                    <a:pt x="314300" y="79594"/>
                  </a:lnTo>
                  <a:lnTo>
                    <a:pt x="311711" y="74968"/>
                  </a:lnTo>
                  <a:lnTo>
                    <a:pt x="308976" y="70427"/>
                  </a:lnTo>
                  <a:lnTo>
                    <a:pt x="306099" y="65976"/>
                  </a:lnTo>
                  <a:lnTo>
                    <a:pt x="303082" y="61617"/>
                  </a:lnTo>
                  <a:lnTo>
                    <a:pt x="299929" y="57357"/>
                  </a:lnTo>
                  <a:lnTo>
                    <a:pt x="296641" y="53198"/>
                  </a:lnTo>
                  <a:lnTo>
                    <a:pt x="293224" y="49146"/>
                  </a:lnTo>
                  <a:lnTo>
                    <a:pt x="289680" y="45204"/>
                  </a:lnTo>
                  <a:lnTo>
                    <a:pt x="286013" y="41377"/>
                  </a:lnTo>
                  <a:lnTo>
                    <a:pt x="282226" y="37668"/>
                  </a:lnTo>
                  <a:lnTo>
                    <a:pt x="278324" y="34080"/>
                  </a:lnTo>
                  <a:lnTo>
                    <a:pt x="274310" y="30619"/>
                  </a:lnTo>
                  <a:lnTo>
                    <a:pt x="270188" y="27286"/>
                  </a:lnTo>
                  <a:lnTo>
                    <a:pt x="265962" y="24085"/>
                  </a:lnTo>
                  <a:lnTo>
                    <a:pt x="261637" y="21021"/>
                  </a:lnTo>
                  <a:lnTo>
                    <a:pt x="257217" y="18094"/>
                  </a:lnTo>
                  <a:lnTo>
                    <a:pt x="252707" y="15310"/>
                  </a:lnTo>
                  <a:lnTo>
                    <a:pt x="248111" y="12670"/>
                  </a:lnTo>
                  <a:lnTo>
                    <a:pt x="243433" y="10177"/>
                  </a:lnTo>
                  <a:lnTo>
                    <a:pt x="238678" y="7833"/>
                  </a:lnTo>
                  <a:lnTo>
                    <a:pt x="233852" y="5642"/>
                  </a:lnTo>
                  <a:lnTo>
                    <a:pt x="228958" y="3604"/>
                  </a:lnTo>
                  <a:lnTo>
                    <a:pt x="224003" y="1723"/>
                  </a:lnTo>
                  <a:lnTo>
                    <a:pt x="218990" y="0"/>
                  </a:lnTo>
                  <a:lnTo>
                    <a:pt x="167158" y="1589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023544" y="941493"/>
              <a:ext cx="51832" cy="167167"/>
            </a:xfrm>
            <a:custGeom>
              <a:avLst/>
              <a:pathLst>
                <a:path w="51832" h="167167">
                  <a:moveTo>
                    <a:pt x="51832" y="8238"/>
                  </a:moveTo>
                  <a:lnTo>
                    <a:pt x="46234" y="6520"/>
                  </a:lnTo>
                  <a:lnTo>
                    <a:pt x="40580" y="5000"/>
                  </a:lnTo>
                  <a:lnTo>
                    <a:pt x="34875" y="3678"/>
                  </a:lnTo>
                  <a:lnTo>
                    <a:pt x="29128" y="2557"/>
                  </a:lnTo>
                  <a:lnTo>
                    <a:pt x="23346" y="1638"/>
                  </a:lnTo>
                  <a:lnTo>
                    <a:pt x="17534" y="922"/>
                  </a:lnTo>
                  <a:lnTo>
                    <a:pt x="11701" y="410"/>
                  </a:lnTo>
                  <a:lnTo>
                    <a:pt x="585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96777" y="941493"/>
              <a:ext cx="89438" cy="167167"/>
            </a:xfrm>
            <a:custGeom>
              <a:avLst/>
              <a:pathLst>
                <a:path w="89438" h="167167">
                  <a:moveTo>
                    <a:pt x="89438" y="0"/>
                  </a:moveTo>
                  <a:lnTo>
                    <a:pt x="83541" y="104"/>
                  </a:lnTo>
                  <a:lnTo>
                    <a:pt x="77651" y="416"/>
                  </a:lnTo>
                  <a:lnTo>
                    <a:pt x="71776" y="935"/>
                  </a:lnTo>
                  <a:lnTo>
                    <a:pt x="65923" y="1662"/>
                  </a:lnTo>
                  <a:lnTo>
                    <a:pt x="60099" y="2594"/>
                  </a:lnTo>
                  <a:lnTo>
                    <a:pt x="54312" y="3731"/>
                  </a:lnTo>
                  <a:lnTo>
                    <a:pt x="48569" y="5072"/>
                  </a:lnTo>
                  <a:lnTo>
                    <a:pt x="42876" y="6615"/>
                  </a:lnTo>
                  <a:lnTo>
                    <a:pt x="37241" y="8357"/>
                  </a:lnTo>
                  <a:lnTo>
                    <a:pt x="31672" y="10297"/>
                  </a:lnTo>
                  <a:lnTo>
                    <a:pt x="26174" y="12433"/>
                  </a:lnTo>
                  <a:lnTo>
                    <a:pt x="20755" y="14761"/>
                  </a:lnTo>
                  <a:lnTo>
                    <a:pt x="15421" y="17279"/>
                  </a:lnTo>
                  <a:lnTo>
                    <a:pt x="10180" y="19983"/>
                  </a:lnTo>
                  <a:lnTo>
                    <a:pt x="5037" y="22870"/>
                  </a:lnTo>
                  <a:lnTo>
                    <a:pt x="0" y="25937"/>
                  </a:lnTo>
                  <a:lnTo>
                    <a:pt x="8943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6777" y="967431"/>
              <a:ext cx="89438" cy="141229"/>
            </a:xfrm>
            <a:custGeom>
              <a:avLst/>
              <a:pathLst>
                <a:path w="89438" h="141229">
                  <a:moveTo>
                    <a:pt x="0" y="0"/>
                  </a:moveTo>
                  <a:lnTo>
                    <a:pt x="89438" y="1412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19061" y="967431"/>
              <a:ext cx="167153" cy="299181"/>
            </a:xfrm>
            <a:custGeom>
              <a:avLst/>
              <a:pathLst>
                <a:path w="167153" h="299181">
                  <a:moveTo>
                    <a:pt x="77715" y="0"/>
                  </a:moveTo>
                  <a:lnTo>
                    <a:pt x="73236" y="2938"/>
                  </a:lnTo>
                  <a:lnTo>
                    <a:pt x="68852" y="6019"/>
                  </a:lnTo>
                  <a:lnTo>
                    <a:pt x="64570" y="9238"/>
                  </a:lnTo>
                  <a:lnTo>
                    <a:pt x="60393" y="12593"/>
                  </a:lnTo>
                  <a:lnTo>
                    <a:pt x="56326" y="16080"/>
                  </a:lnTo>
                  <a:lnTo>
                    <a:pt x="52373" y="19696"/>
                  </a:lnTo>
                  <a:lnTo>
                    <a:pt x="48537" y="23436"/>
                  </a:lnTo>
                  <a:lnTo>
                    <a:pt x="44824" y="27298"/>
                  </a:lnTo>
                  <a:lnTo>
                    <a:pt x="41236" y="31276"/>
                  </a:lnTo>
                  <a:lnTo>
                    <a:pt x="37777" y="35367"/>
                  </a:lnTo>
                  <a:lnTo>
                    <a:pt x="34451" y="39567"/>
                  </a:lnTo>
                  <a:lnTo>
                    <a:pt x="31262" y="43872"/>
                  </a:lnTo>
                  <a:lnTo>
                    <a:pt x="28212" y="48277"/>
                  </a:lnTo>
                  <a:lnTo>
                    <a:pt x="25304" y="52777"/>
                  </a:lnTo>
                  <a:lnTo>
                    <a:pt x="22543" y="57367"/>
                  </a:lnTo>
                  <a:lnTo>
                    <a:pt x="19930" y="62044"/>
                  </a:lnTo>
                  <a:lnTo>
                    <a:pt x="17468" y="66803"/>
                  </a:lnTo>
                  <a:lnTo>
                    <a:pt x="15160" y="71637"/>
                  </a:lnTo>
                  <a:lnTo>
                    <a:pt x="13008" y="76544"/>
                  </a:lnTo>
                  <a:lnTo>
                    <a:pt x="11015" y="81516"/>
                  </a:lnTo>
                  <a:lnTo>
                    <a:pt x="9181" y="86550"/>
                  </a:lnTo>
                  <a:lnTo>
                    <a:pt x="7510" y="91640"/>
                  </a:lnTo>
                  <a:lnTo>
                    <a:pt x="6003" y="96782"/>
                  </a:lnTo>
                  <a:lnTo>
                    <a:pt x="4662" y="101968"/>
                  </a:lnTo>
                  <a:lnTo>
                    <a:pt x="3487" y="107195"/>
                  </a:lnTo>
                  <a:lnTo>
                    <a:pt x="2481" y="112457"/>
                  </a:lnTo>
                  <a:lnTo>
                    <a:pt x="1643" y="117749"/>
                  </a:lnTo>
                  <a:lnTo>
                    <a:pt x="976" y="123065"/>
                  </a:lnTo>
                  <a:lnTo>
                    <a:pt x="479" y="128399"/>
                  </a:lnTo>
                  <a:lnTo>
                    <a:pt x="154" y="133747"/>
                  </a:lnTo>
                  <a:lnTo>
                    <a:pt x="0" y="139102"/>
                  </a:lnTo>
                  <a:lnTo>
                    <a:pt x="17" y="144459"/>
                  </a:lnTo>
                  <a:lnTo>
                    <a:pt x="207" y="149813"/>
                  </a:lnTo>
                  <a:lnTo>
                    <a:pt x="567" y="155158"/>
                  </a:lnTo>
                  <a:lnTo>
                    <a:pt x="1099" y="160489"/>
                  </a:lnTo>
                  <a:lnTo>
                    <a:pt x="1802" y="165801"/>
                  </a:lnTo>
                  <a:lnTo>
                    <a:pt x="2674" y="171086"/>
                  </a:lnTo>
                  <a:lnTo>
                    <a:pt x="3715" y="176342"/>
                  </a:lnTo>
                  <a:lnTo>
                    <a:pt x="4924" y="181561"/>
                  </a:lnTo>
                  <a:lnTo>
                    <a:pt x="6300" y="186739"/>
                  </a:lnTo>
                  <a:lnTo>
                    <a:pt x="7841" y="191870"/>
                  </a:lnTo>
                  <a:lnTo>
                    <a:pt x="9545" y="196949"/>
                  </a:lnTo>
                  <a:lnTo>
                    <a:pt x="11412" y="201971"/>
                  </a:lnTo>
                  <a:lnTo>
                    <a:pt x="13438" y="206930"/>
                  </a:lnTo>
                  <a:lnTo>
                    <a:pt x="15623" y="211822"/>
                  </a:lnTo>
                  <a:lnTo>
                    <a:pt x="17962" y="216641"/>
                  </a:lnTo>
                  <a:lnTo>
                    <a:pt x="20456" y="221383"/>
                  </a:lnTo>
                  <a:lnTo>
                    <a:pt x="23099" y="226043"/>
                  </a:lnTo>
                  <a:lnTo>
                    <a:pt x="25891" y="230615"/>
                  </a:lnTo>
                  <a:lnTo>
                    <a:pt x="28828" y="235096"/>
                  </a:lnTo>
                  <a:lnTo>
                    <a:pt x="31907" y="239480"/>
                  </a:lnTo>
                  <a:lnTo>
                    <a:pt x="35125" y="243764"/>
                  </a:lnTo>
                  <a:lnTo>
                    <a:pt x="38478" y="247942"/>
                  </a:lnTo>
                  <a:lnTo>
                    <a:pt x="41964" y="252010"/>
                  </a:lnTo>
                  <a:lnTo>
                    <a:pt x="45578" y="255965"/>
                  </a:lnTo>
                  <a:lnTo>
                    <a:pt x="49317" y="259802"/>
                  </a:lnTo>
                  <a:lnTo>
                    <a:pt x="53177" y="263517"/>
                  </a:lnTo>
                  <a:lnTo>
                    <a:pt x="57154" y="267106"/>
                  </a:lnTo>
                  <a:lnTo>
                    <a:pt x="61244" y="270567"/>
                  </a:lnTo>
                  <a:lnTo>
                    <a:pt x="65443" y="273894"/>
                  </a:lnTo>
                  <a:lnTo>
                    <a:pt x="69747" y="277085"/>
                  </a:lnTo>
                  <a:lnTo>
                    <a:pt x="74150" y="280137"/>
                  </a:lnTo>
                  <a:lnTo>
                    <a:pt x="78649" y="283045"/>
                  </a:lnTo>
                  <a:lnTo>
                    <a:pt x="83239" y="285809"/>
                  </a:lnTo>
                  <a:lnTo>
                    <a:pt x="87915" y="288423"/>
                  </a:lnTo>
                  <a:lnTo>
                    <a:pt x="92672" y="290887"/>
                  </a:lnTo>
                  <a:lnTo>
                    <a:pt x="97506" y="293197"/>
                  </a:lnTo>
                  <a:lnTo>
                    <a:pt x="102412" y="295351"/>
                  </a:lnTo>
                  <a:lnTo>
                    <a:pt x="107384" y="297346"/>
                  </a:lnTo>
                  <a:lnTo>
                    <a:pt x="112417" y="299181"/>
                  </a:lnTo>
                  <a:lnTo>
                    <a:pt x="167153" y="1412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431479" y="941493"/>
              <a:ext cx="221897" cy="334316"/>
            </a:xfrm>
            <a:custGeom>
              <a:avLst/>
              <a:pathLst>
                <a:path w="221897" h="334316">
                  <a:moveTo>
                    <a:pt x="0" y="325119"/>
                  </a:moveTo>
                  <a:lnTo>
                    <a:pt x="5062" y="326784"/>
                  </a:lnTo>
                  <a:lnTo>
                    <a:pt x="10176" y="328286"/>
                  </a:lnTo>
                  <a:lnTo>
                    <a:pt x="15334" y="329625"/>
                  </a:lnTo>
                  <a:lnTo>
                    <a:pt x="20533" y="330798"/>
                  </a:lnTo>
                  <a:lnTo>
                    <a:pt x="25766" y="331805"/>
                  </a:lnTo>
                  <a:lnTo>
                    <a:pt x="31029" y="332645"/>
                  </a:lnTo>
                  <a:lnTo>
                    <a:pt x="36316" y="333316"/>
                  </a:lnTo>
                  <a:lnTo>
                    <a:pt x="41622" y="333819"/>
                  </a:lnTo>
                  <a:lnTo>
                    <a:pt x="46941" y="334153"/>
                  </a:lnTo>
                  <a:lnTo>
                    <a:pt x="52268" y="334316"/>
                  </a:lnTo>
                  <a:lnTo>
                    <a:pt x="57598" y="334310"/>
                  </a:lnTo>
                  <a:lnTo>
                    <a:pt x="62924" y="334134"/>
                  </a:lnTo>
                  <a:lnTo>
                    <a:pt x="68242" y="333788"/>
                  </a:lnTo>
                  <a:lnTo>
                    <a:pt x="73547" y="333273"/>
                  </a:lnTo>
                  <a:lnTo>
                    <a:pt x="78832" y="332589"/>
                  </a:lnTo>
                  <a:lnTo>
                    <a:pt x="84093" y="331736"/>
                  </a:lnTo>
                  <a:lnTo>
                    <a:pt x="89324" y="330717"/>
                  </a:lnTo>
                  <a:lnTo>
                    <a:pt x="94520" y="329531"/>
                  </a:lnTo>
                  <a:lnTo>
                    <a:pt x="99676" y="328181"/>
                  </a:lnTo>
                  <a:lnTo>
                    <a:pt x="104785" y="326666"/>
                  </a:lnTo>
                  <a:lnTo>
                    <a:pt x="109844" y="324990"/>
                  </a:lnTo>
                  <a:lnTo>
                    <a:pt x="114847" y="323153"/>
                  </a:lnTo>
                  <a:lnTo>
                    <a:pt x="119789" y="321157"/>
                  </a:lnTo>
                  <a:lnTo>
                    <a:pt x="124665" y="319005"/>
                  </a:lnTo>
                  <a:lnTo>
                    <a:pt x="129469" y="316699"/>
                  </a:lnTo>
                  <a:lnTo>
                    <a:pt x="134198" y="314241"/>
                  </a:lnTo>
                  <a:lnTo>
                    <a:pt x="138846" y="311633"/>
                  </a:lnTo>
                  <a:lnTo>
                    <a:pt x="143408" y="308879"/>
                  </a:lnTo>
                  <a:lnTo>
                    <a:pt x="147881" y="305980"/>
                  </a:lnTo>
                  <a:lnTo>
                    <a:pt x="152258" y="302940"/>
                  </a:lnTo>
                  <a:lnTo>
                    <a:pt x="156537" y="299763"/>
                  </a:lnTo>
                  <a:lnTo>
                    <a:pt x="160712" y="296450"/>
                  </a:lnTo>
                  <a:lnTo>
                    <a:pt x="164779" y="293006"/>
                  </a:lnTo>
                  <a:lnTo>
                    <a:pt x="168734" y="289434"/>
                  </a:lnTo>
                  <a:lnTo>
                    <a:pt x="172574" y="285738"/>
                  </a:lnTo>
                  <a:lnTo>
                    <a:pt x="176294" y="281922"/>
                  </a:lnTo>
                  <a:lnTo>
                    <a:pt x="179890" y="277989"/>
                  </a:lnTo>
                  <a:lnTo>
                    <a:pt x="183359" y="273943"/>
                  </a:lnTo>
                  <a:lnTo>
                    <a:pt x="186697" y="269788"/>
                  </a:lnTo>
                  <a:lnTo>
                    <a:pt x="189902" y="265530"/>
                  </a:lnTo>
                  <a:lnTo>
                    <a:pt x="192968" y="261171"/>
                  </a:lnTo>
                  <a:lnTo>
                    <a:pt x="195895" y="256717"/>
                  </a:lnTo>
                  <a:lnTo>
                    <a:pt x="198678" y="252172"/>
                  </a:lnTo>
                  <a:lnTo>
                    <a:pt x="201314" y="247540"/>
                  </a:lnTo>
                  <a:lnTo>
                    <a:pt x="203802" y="242827"/>
                  </a:lnTo>
                  <a:lnTo>
                    <a:pt x="206138" y="238036"/>
                  </a:lnTo>
                  <a:lnTo>
                    <a:pt x="208320" y="233174"/>
                  </a:lnTo>
                  <a:lnTo>
                    <a:pt x="210346" y="228245"/>
                  </a:lnTo>
                  <a:lnTo>
                    <a:pt x="212214" y="223253"/>
                  </a:lnTo>
                  <a:lnTo>
                    <a:pt x="213922" y="218205"/>
                  </a:lnTo>
                  <a:lnTo>
                    <a:pt x="215468" y="213105"/>
                  </a:lnTo>
                  <a:lnTo>
                    <a:pt x="216850" y="207958"/>
                  </a:lnTo>
                  <a:lnTo>
                    <a:pt x="218068" y="202769"/>
                  </a:lnTo>
                  <a:lnTo>
                    <a:pt x="219120" y="197545"/>
                  </a:lnTo>
                  <a:lnTo>
                    <a:pt x="220005" y="192289"/>
                  </a:lnTo>
                  <a:lnTo>
                    <a:pt x="220722" y="187008"/>
                  </a:lnTo>
                  <a:lnTo>
                    <a:pt x="221270" y="181707"/>
                  </a:lnTo>
                  <a:lnTo>
                    <a:pt x="221649" y="176391"/>
                  </a:lnTo>
                  <a:lnTo>
                    <a:pt x="221858" y="171065"/>
                  </a:lnTo>
                  <a:lnTo>
                    <a:pt x="221897" y="165736"/>
                  </a:lnTo>
                  <a:lnTo>
                    <a:pt x="221767" y="160408"/>
                  </a:lnTo>
                  <a:lnTo>
                    <a:pt x="221466" y="155087"/>
                  </a:lnTo>
                  <a:lnTo>
                    <a:pt x="220997" y="149779"/>
                  </a:lnTo>
                  <a:lnTo>
                    <a:pt x="220358" y="144487"/>
                  </a:lnTo>
                  <a:lnTo>
                    <a:pt x="219551" y="139219"/>
                  </a:lnTo>
                  <a:lnTo>
                    <a:pt x="218576" y="133980"/>
                  </a:lnTo>
                  <a:lnTo>
                    <a:pt x="217435" y="128774"/>
                  </a:lnTo>
                  <a:lnTo>
                    <a:pt x="216128" y="123607"/>
                  </a:lnTo>
                  <a:lnTo>
                    <a:pt x="214658" y="118485"/>
                  </a:lnTo>
                  <a:lnTo>
                    <a:pt x="213025" y="113412"/>
                  </a:lnTo>
                  <a:lnTo>
                    <a:pt x="211231" y="108393"/>
                  </a:lnTo>
                  <a:lnTo>
                    <a:pt x="209278" y="103434"/>
                  </a:lnTo>
                  <a:lnTo>
                    <a:pt x="207168" y="98540"/>
                  </a:lnTo>
                  <a:lnTo>
                    <a:pt x="204902" y="93716"/>
                  </a:lnTo>
                  <a:lnTo>
                    <a:pt x="202485" y="88967"/>
                  </a:lnTo>
                  <a:lnTo>
                    <a:pt x="199917" y="84297"/>
                  </a:lnTo>
                  <a:lnTo>
                    <a:pt x="197201" y="79711"/>
                  </a:lnTo>
                  <a:lnTo>
                    <a:pt x="194341" y="75214"/>
                  </a:lnTo>
                  <a:lnTo>
                    <a:pt x="191339" y="70811"/>
                  </a:lnTo>
                  <a:lnTo>
                    <a:pt x="188198" y="66505"/>
                  </a:lnTo>
                  <a:lnTo>
                    <a:pt x="184921" y="62302"/>
                  </a:lnTo>
                  <a:lnTo>
                    <a:pt x="181513" y="58205"/>
                  </a:lnTo>
                  <a:lnTo>
                    <a:pt x="177975" y="54219"/>
                  </a:lnTo>
                  <a:lnTo>
                    <a:pt x="174312" y="50348"/>
                  </a:lnTo>
                  <a:lnTo>
                    <a:pt x="170527" y="46596"/>
                  </a:lnTo>
                  <a:lnTo>
                    <a:pt x="166625" y="42966"/>
                  </a:lnTo>
                  <a:lnTo>
                    <a:pt x="162609" y="39462"/>
                  </a:lnTo>
                  <a:lnTo>
                    <a:pt x="158483" y="36089"/>
                  </a:lnTo>
                  <a:lnTo>
                    <a:pt x="154252" y="32848"/>
                  </a:lnTo>
                  <a:lnTo>
                    <a:pt x="149920" y="29744"/>
                  </a:lnTo>
                  <a:lnTo>
                    <a:pt x="145491" y="26780"/>
                  </a:lnTo>
                  <a:lnTo>
                    <a:pt x="140970" y="23958"/>
                  </a:lnTo>
                  <a:lnTo>
                    <a:pt x="136361" y="21282"/>
                  </a:lnTo>
                  <a:lnTo>
                    <a:pt x="131669" y="18754"/>
                  </a:lnTo>
                  <a:lnTo>
                    <a:pt x="126899" y="16377"/>
                  </a:lnTo>
                  <a:lnTo>
                    <a:pt x="122055" y="14154"/>
                  </a:lnTo>
                  <a:lnTo>
                    <a:pt x="117144" y="12085"/>
                  </a:lnTo>
                  <a:lnTo>
                    <a:pt x="112168" y="10175"/>
                  </a:lnTo>
                  <a:lnTo>
                    <a:pt x="107135" y="8424"/>
                  </a:lnTo>
                  <a:lnTo>
                    <a:pt x="102048" y="6834"/>
                  </a:lnTo>
                  <a:lnTo>
                    <a:pt x="96913" y="5408"/>
                  </a:lnTo>
                  <a:lnTo>
                    <a:pt x="91735" y="4145"/>
                  </a:lnTo>
                  <a:lnTo>
                    <a:pt x="86520" y="3049"/>
                  </a:lnTo>
                  <a:lnTo>
                    <a:pt x="81272" y="2119"/>
                  </a:lnTo>
                  <a:lnTo>
                    <a:pt x="75997" y="1357"/>
                  </a:lnTo>
                  <a:lnTo>
                    <a:pt x="70701" y="764"/>
                  </a:lnTo>
                  <a:lnTo>
                    <a:pt x="65388" y="339"/>
                  </a:lnTo>
                  <a:lnTo>
                    <a:pt x="60065" y="84"/>
                  </a:lnTo>
                  <a:lnTo>
                    <a:pt x="54736" y="0"/>
                  </a:lnTo>
                  <a:lnTo>
                    <a:pt x="5473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797352" y="1071028"/>
              <a:ext cx="324999" cy="334334"/>
            </a:xfrm>
            <a:custGeom>
              <a:avLst/>
              <a:pathLst>
                <a:path w="324999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6" y="756"/>
                  </a:lnTo>
                  <a:lnTo>
                    <a:pt x="145997" y="1343"/>
                  </a:lnTo>
                  <a:lnTo>
                    <a:pt x="140749" y="2097"/>
                  </a:lnTo>
                  <a:lnTo>
                    <a:pt x="135527" y="3017"/>
                  </a:lnTo>
                  <a:lnTo>
                    <a:pt x="130338" y="4103"/>
                  </a:lnTo>
                  <a:lnTo>
                    <a:pt x="125185" y="5352"/>
                  </a:lnTo>
                  <a:lnTo>
                    <a:pt x="120075" y="6764"/>
                  </a:lnTo>
                  <a:lnTo>
                    <a:pt x="115012" y="8338"/>
                  </a:lnTo>
                  <a:lnTo>
                    <a:pt x="110001" y="10071"/>
                  </a:lnTo>
                  <a:lnTo>
                    <a:pt x="105048" y="11962"/>
                  </a:lnTo>
                  <a:lnTo>
                    <a:pt x="100158" y="14009"/>
                  </a:lnTo>
                  <a:lnTo>
                    <a:pt x="95334" y="16211"/>
                  </a:lnTo>
                  <a:lnTo>
                    <a:pt x="90583" y="18564"/>
                  </a:lnTo>
                  <a:lnTo>
                    <a:pt x="85909" y="21067"/>
                  </a:lnTo>
                  <a:lnTo>
                    <a:pt x="81317" y="23717"/>
                  </a:lnTo>
                  <a:lnTo>
                    <a:pt x="76811" y="26511"/>
                  </a:lnTo>
                  <a:lnTo>
                    <a:pt x="72396" y="29446"/>
                  </a:lnTo>
                  <a:lnTo>
                    <a:pt x="68076" y="32520"/>
                  </a:lnTo>
                  <a:lnTo>
                    <a:pt x="63856" y="35730"/>
                  </a:lnTo>
                  <a:lnTo>
                    <a:pt x="59740" y="39071"/>
                  </a:lnTo>
                  <a:lnTo>
                    <a:pt x="55732" y="42542"/>
                  </a:lnTo>
                  <a:lnTo>
                    <a:pt x="51836" y="46138"/>
                  </a:lnTo>
                  <a:lnTo>
                    <a:pt x="48056" y="49855"/>
                  </a:lnTo>
                  <a:lnTo>
                    <a:pt x="44396" y="53691"/>
                  </a:lnTo>
                  <a:lnTo>
                    <a:pt x="40859" y="57641"/>
                  </a:lnTo>
                  <a:lnTo>
                    <a:pt x="37449" y="61701"/>
                  </a:lnTo>
                  <a:lnTo>
                    <a:pt x="34170" y="65867"/>
                  </a:lnTo>
                  <a:lnTo>
                    <a:pt x="31024" y="70135"/>
                  </a:lnTo>
                  <a:lnTo>
                    <a:pt x="28016" y="74500"/>
                  </a:lnTo>
                  <a:lnTo>
                    <a:pt x="25147" y="78959"/>
                  </a:lnTo>
                  <a:lnTo>
                    <a:pt x="22421" y="83506"/>
                  </a:lnTo>
                  <a:lnTo>
                    <a:pt x="19841" y="88138"/>
                  </a:lnTo>
                  <a:lnTo>
                    <a:pt x="17409" y="92849"/>
                  </a:lnTo>
                  <a:lnTo>
                    <a:pt x="15127" y="97635"/>
                  </a:lnTo>
                  <a:lnTo>
                    <a:pt x="12999" y="102491"/>
                  </a:lnTo>
                  <a:lnTo>
                    <a:pt x="11025" y="107412"/>
                  </a:lnTo>
                  <a:lnTo>
                    <a:pt x="9209" y="112393"/>
                  </a:lnTo>
                  <a:lnTo>
                    <a:pt x="7551" y="117429"/>
                  </a:lnTo>
                  <a:lnTo>
                    <a:pt x="6054" y="122515"/>
                  </a:lnTo>
                  <a:lnTo>
                    <a:pt x="4719" y="127646"/>
                  </a:lnTo>
                  <a:lnTo>
                    <a:pt x="3548" y="132817"/>
                  </a:lnTo>
                  <a:lnTo>
                    <a:pt x="2541" y="138022"/>
                  </a:lnTo>
                  <a:lnTo>
                    <a:pt x="1699" y="143257"/>
                  </a:lnTo>
                  <a:lnTo>
                    <a:pt x="1024" y="148515"/>
                  </a:lnTo>
                  <a:lnTo>
                    <a:pt x="516" y="153793"/>
                  </a:lnTo>
                  <a:lnTo>
                    <a:pt x="176" y="159084"/>
                  </a:lnTo>
                  <a:lnTo>
                    <a:pt x="4" y="164383"/>
                  </a:lnTo>
                  <a:lnTo>
                    <a:pt x="0" y="169685"/>
                  </a:lnTo>
                  <a:lnTo>
                    <a:pt x="163" y="174984"/>
                  </a:lnTo>
                  <a:lnTo>
                    <a:pt x="495" y="180275"/>
                  </a:lnTo>
                  <a:lnTo>
                    <a:pt x="995" y="185554"/>
                  </a:lnTo>
                  <a:lnTo>
                    <a:pt x="1661" y="190813"/>
                  </a:lnTo>
                  <a:lnTo>
                    <a:pt x="2495" y="196049"/>
                  </a:lnTo>
                  <a:lnTo>
                    <a:pt x="3493" y="201256"/>
                  </a:lnTo>
                  <a:lnTo>
                    <a:pt x="4657" y="206429"/>
                  </a:lnTo>
                  <a:lnTo>
                    <a:pt x="5983" y="211562"/>
                  </a:lnTo>
                  <a:lnTo>
                    <a:pt x="7472" y="216651"/>
                  </a:lnTo>
                  <a:lnTo>
                    <a:pt x="9122" y="221689"/>
                  </a:lnTo>
                  <a:lnTo>
                    <a:pt x="10930" y="226673"/>
                  </a:lnTo>
                  <a:lnTo>
                    <a:pt x="12896" y="231597"/>
                  </a:lnTo>
                  <a:lnTo>
                    <a:pt x="15017" y="236457"/>
                  </a:lnTo>
                  <a:lnTo>
                    <a:pt x="17291" y="241246"/>
                  </a:lnTo>
                  <a:lnTo>
                    <a:pt x="19715" y="245961"/>
                  </a:lnTo>
                  <a:lnTo>
                    <a:pt x="22288" y="250597"/>
                  </a:lnTo>
                  <a:lnTo>
                    <a:pt x="25007" y="255149"/>
                  </a:lnTo>
                  <a:lnTo>
                    <a:pt x="27868" y="259612"/>
                  </a:lnTo>
                  <a:lnTo>
                    <a:pt x="30870" y="263982"/>
                  </a:lnTo>
                  <a:lnTo>
                    <a:pt x="34009" y="268255"/>
                  </a:lnTo>
                  <a:lnTo>
                    <a:pt x="37281" y="272426"/>
                  </a:lnTo>
                  <a:lnTo>
                    <a:pt x="40684" y="276492"/>
                  </a:lnTo>
                  <a:lnTo>
                    <a:pt x="44215" y="280447"/>
                  </a:lnTo>
                  <a:lnTo>
                    <a:pt x="47869" y="284289"/>
                  </a:lnTo>
                  <a:lnTo>
                    <a:pt x="51643" y="288012"/>
                  </a:lnTo>
                  <a:lnTo>
                    <a:pt x="55534" y="291614"/>
                  </a:lnTo>
                  <a:lnTo>
                    <a:pt x="59536" y="295091"/>
                  </a:lnTo>
                  <a:lnTo>
                    <a:pt x="63647" y="298440"/>
                  </a:lnTo>
                  <a:lnTo>
                    <a:pt x="67862" y="301656"/>
                  </a:lnTo>
                  <a:lnTo>
                    <a:pt x="72177" y="304737"/>
                  </a:lnTo>
                  <a:lnTo>
                    <a:pt x="76587" y="307679"/>
                  </a:lnTo>
                  <a:lnTo>
                    <a:pt x="81089" y="310480"/>
                  </a:lnTo>
                  <a:lnTo>
                    <a:pt x="85677" y="313137"/>
                  </a:lnTo>
                  <a:lnTo>
                    <a:pt x="90347" y="315648"/>
                  </a:lnTo>
                  <a:lnTo>
                    <a:pt x="95094" y="318008"/>
                  </a:lnTo>
                  <a:lnTo>
                    <a:pt x="99913" y="320218"/>
                  </a:lnTo>
                  <a:lnTo>
                    <a:pt x="104801" y="322273"/>
                  </a:lnTo>
                  <a:lnTo>
                    <a:pt x="109751" y="324172"/>
                  </a:lnTo>
                  <a:lnTo>
                    <a:pt x="114759" y="325913"/>
                  </a:lnTo>
                  <a:lnTo>
                    <a:pt x="119819" y="327495"/>
                  </a:lnTo>
                  <a:lnTo>
                    <a:pt x="124927" y="328915"/>
                  </a:lnTo>
                  <a:lnTo>
                    <a:pt x="130078" y="330172"/>
                  </a:lnTo>
                  <a:lnTo>
                    <a:pt x="135266" y="331266"/>
                  </a:lnTo>
                  <a:lnTo>
                    <a:pt x="140486" y="332194"/>
                  </a:lnTo>
                  <a:lnTo>
                    <a:pt x="145732" y="332957"/>
                  </a:lnTo>
                  <a:lnTo>
                    <a:pt x="151001" y="333553"/>
                  </a:lnTo>
                  <a:lnTo>
                    <a:pt x="156285" y="333981"/>
                  </a:lnTo>
                  <a:lnTo>
                    <a:pt x="161580" y="334242"/>
                  </a:lnTo>
                  <a:lnTo>
                    <a:pt x="166882" y="334334"/>
                  </a:lnTo>
                  <a:lnTo>
                    <a:pt x="172183" y="334259"/>
                  </a:lnTo>
                  <a:lnTo>
                    <a:pt x="177479" y="334015"/>
                  </a:lnTo>
                  <a:lnTo>
                    <a:pt x="182765" y="333603"/>
                  </a:lnTo>
                  <a:lnTo>
                    <a:pt x="188035" y="333024"/>
                  </a:lnTo>
                  <a:lnTo>
                    <a:pt x="193284" y="332279"/>
                  </a:lnTo>
                  <a:lnTo>
                    <a:pt x="198507" y="331367"/>
                  </a:lnTo>
                  <a:lnTo>
                    <a:pt x="203698" y="330290"/>
                  </a:lnTo>
                  <a:lnTo>
                    <a:pt x="208853" y="329049"/>
                  </a:lnTo>
                  <a:lnTo>
                    <a:pt x="213966" y="327645"/>
                  </a:lnTo>
                  <a:lnTo>
                    <a:pt x="219031" y="326079"/>
                  </a:lnTo>
                  <a:lnTo>
                    <a:pt x="224044" y="324354"/>
                  </a:lnTo>
                  <a:lnTo>
                    <a:pt x="229000" y="322471"/>
                  </a:lnTo>
                  <a:lnTo>
                    <a:pt x="233894" y="320431"/>
                  </a:lnTo>
                  <a:lnTo>
                    <a:pt x="238721" y="318237"/>
                  </a:lnTo>
                  <a:lnTo>
                    <a:pt x="243476" y="315892"/>
                  </a:lnTo>
                  <a:lnTo>
                    <a:pt x="248154" y="313396"/>
                  </a:lnTo>
                  <a:lnTo>
                    <a:pt x="252750" y="310754"/>
                  </a:lnTo>
                  <a:lnTo>
                    <a:pt x="257260" y="307967"/>
                  </a:lnTo>
                  <a:lnTo>
                    <a:pt x="261680" y="305039"/>
                  </a:lnTo>
                  <a:lnTo>
                    <a:pt x="266005" y="301972"/>
                  </a:lnTo>
                  <a:lnTo>
                    <a:pt x="270230" y="298769"/>
                  </a:lnTo>
                  <a:lnTo>
                    <a:pt x="274351" y="295434"/>
                  </a:lnTo>
                  <a:lnTo>
                    <a:pt x="278365" y="291970"/>
                  </a:lnTo>
                  <a:lnTo>
                    <a:pt x="282267" y="288380"/>
                  </a:lnTo>
                  <a:lnTo>
                    <a:pt x="286053" y="284668"/>
                  </a:lnTo>
                  <a:lnTo>
                    <a:pt x="289719" y="280839"/>
                  </a:lnTo>
                  <a:lnTo>
                    <a:pt x="293262" y="276894"/>
                  </a:lnTo>
                  <a:lnTo>
                    <a:pt x="296679" y="272840"/>
                  </a:lnTo>
                  <a:lnTo>
                    <a:pt x="299965" y="268679"/>
                  </a:lnTo>
                  <a:lnTo>
                    <a:pt x="303117" y="264416"/>
                  </a:lnTo>
                  <a:lnTo>
                    <a:pt x="306132" y="260055"/>
                  </a:lnTo>
                  <a:lnTo>
                    <a:pt x="309008" y="255601"/>
                  </a:lnTo>
                  <a:lnTo>
                    <a:pt x="311741" y="251058"/>
                  </a:lnTo>
                  <a:lnTo>
                    <a:pt x="314329" y="246431"/>
                  </a:lnTo>
                  <a:lnTo>
                    <a:pt x="316768" y="241723"/>
                  </a:lnTo>
                  <a:lnTo>
                    <a:pt x="319058" y="236941"/>
                  </a:lnTo>
                  <a:lnTo>
                    <a:pt x="321194" y="232089"/>
                  </a:lnTo>
                  <a:lnTo>
                    <a:pt x="323175" y="227171"/>
                  </a:lnTo>
                  <a:lnTo>
                    <a:pt x="324999" y="22219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157851" cy="55025"/>
            </a:xfrm>
            <a:custGeom>
              <a:avLst/>
              <a:pathLst>
                <a:path w="157851" h="55025">
                  <a:moveTo>
                    <a:pt x="157851" y="550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076817"/>
              <a:ext cx="167152" cy="216404"/>
            </a:xfrm>
            <a:custGeom>
              <a:avLst/>
              <a:pathLst>
                <a:path w="167152" h="216404">
                  <a:moveTo>
                    <a:pt x="157851" y="216404"/>
                  </a:moveTo>
                  <a:lnTo>
                    <a:pt x="159541" y="211293"/>
                  </a:lnTo>
                  <a:lnTo>
                    <a:pt x="161065" y="206131"/>
                  </a:lnTo>
                  <a:lnTo>
                    <a:pt x="162423" y="200922"/>
                  </a:lnTo>
                  <a:lnTo>
                    <a:pt x="163611" y="195672"/>
                  </a:lnTo>
                  <a:lnTo>
                    <a:pt x="164631" y="190387"/>
                  </a:lnTo>
                  <a:lnTo>
                    <a:pt x="165479" y="185071"/>
                  </a:lnTo>
                  <a:lnTo>
                    <a:pt x="166156" y="179731"/>
                  </a:lnTo>
                  <a:lnTo>
                    <a:pt x="166661" y="174372"/>
                  </a:lnTo>
                  <a:lnTo>
                    <a:pt x="166993" y="168999"/>
                  </a:lnTo>
                  <a:lnTo>
                    <a:pt x="167152" y="163619"/>
                  </a:lnTo>
                  <a:lnTo>
                    <a:pt x="167137" y="158236"/>
                  </a:lnTo>
                  <a:lnTo>
                    <a:pt x="166950" y="152856"/>
                  </a:lnTo>
                  <a:lnTo>
                    <a:pt x="166589" y="147486"/>
                  </a:lnTo>
                  <a:lnTo>
                    <a:pt x="166055" y="142129"/>
                  </a:lnTo>
                  <a:lnTo>
                    <a:pt x="165349" y="136793"/>
                  </a:lnTo>
                  <a:lnTo>
                    <a:pt x="164472" y="131482"/>
                  </a:lnTo>
                  <a:lnTo>
                    <a:pt x="163424" y="126202"/>
                  </a:lnTo>
                  <a:lnTo>
                    <a:pt x="162207" y="120959"/>
                  </a:lnTo>
                  <a:lnTo>
                    <a:pt x="160822" y="115758"/>
                  </a:lnTo>
                  <a:lnTo>
                    <a:pt x="159269" y="110603"/>
                  </a:lnTo>
                  <a:lnTo>
                    <a:pt x="157552" y="105502"/>
                  </a:lnTo>
                  <a:lnTo>
                    <a:pt x="155671" y="100458"/>
                  </a:lnTo>
                  <a:lnTo>
                    <a:pt x="153629" y="95478"/>
                  </a:lnTo>
                  <a:lnTo>
                    <a:pt x="151428" y="90566"/>
                  </a:lnTo>
                  <a:lnTo>
                    <a:pt x="149070" y="85727"/>
                  </a:lnTo>
                  <a:lnTo>
                    <a:pt x="146557" y="80967"/>
                  </a:lnTo>
                  <a:lnTo>
                    <a:pt x="143892" y="76290"/>
                  </a:lnTo>
                  <a:lnTo>
                    <a:pt x="141078" y="71701"/>
                  </a:lnTo>
                  <a:lnTo>
                    <a:pt x="138117" y="67206"/>
                  </a:lnTo>
                  <a:lnTo>
                    <a:pt x="135014" y="62808"/>
                  </a:lnTo>
                  <a:lnTo>
                    <a:pt x="131770" y="58512"/>
                  </a:lnTo>
                  <a:lnTo>
                    <a:pt x="128390" y="54323"/>
                  </a:lnTo>
                  <a:lnTo>
                    <a:pt x="124877" y="50244"/>
                  </a:lnTo>
                  <a:lnTo>
                    <a:pt x="121234" y="46282"/>
                  </a:lnTo>
                  <a:lnTo>
                    <a:pt x="117465" y="42438"/>
                  </a:lnTo>
                  <a:lnTo>
                    <a:pt x="113575" y="38718"/>
                  </a:lnTo>
                  <a:lnTo>
                    <a:pt x="109567" y="35125"/>
                  </a:lnTo>
                  <a:lnTo>
                    <a:pt x="105445" y="31662"/>
                  </a:lnTo>
                  <a:lnTo>
                    <a:pt x="101214" y="28335"/>
                  </a:lnTo>
                  <a:lnTo>
                    <a:pt x="96878" y="25145"/>
                  </a:lnTo>
                  <a:lnTo>
                    <a:pt x="92442" y="22097"/>
                  </a:lnTo>
                  <a:lnTo>
                    <a:pt x="87910" y="19192"/>
                  </a:lnTo>
                  <a:lnTo>
                    <a:pt x="83286" y="16436"/>
                  </a:lnTo>
                  <a:lnTo>
                    <a:pt x="78577" y="13829"/>
                  </a:lnTo>
                  <a:lnTo>
                    <a:pt x="73786" y="11376"/>
                  </a:lnTo>
                  <a:lnTo>
                    <a:pt x="68918" y="9078"/>
                  </a:lnTo>
                  <a:lnTo>
                    <a:pt x="63979" y="6938"/>
                  </a:lnTo>
                  <a:lnTo>
                    <a:pt x="58973" y="4958"/>
                  </a:lnTo>
                  <a:lnTo>
                    <a:pt x="53906" y="3141"/>
                  </a:lnTo>
                  <a:lnTo>
                    <a:pt x="48784" y="1487"/>
                  </a:lnTo>
                  <a:lnTo>
                    <a:pt x="43611" y="0"/>
                  </a:lnTo>
                  <a:lnTo>
                    <a:pt x="0" y="161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071028"/>
              <a:ext cx="43611" cy="167167"/>
            </a:xfrm>
            <a:custGeom>
              <a:avLst/>
              <a:pathLst>
                <a:path w="43611" h="167167">
                  <a:moveTo>
                    <a:pt x="43611" y="5788"/>
                  </a:moveTo>
                  <a:lnTo>
                    <a:pt x="37496" y="4259"/>
                  </a:lnTo>
                  <a:lnTo>
                    <a:pt x="31329" y="2961"/>
                  </a:lnTo>
                  <a:lnTo>
                    <a:pt x="25116" y="1897"/>
                  </a:lnTo>
                  <a:lnTo>
                    <a:pt x="18869" y="1068"/>
                  </a:lnTo>
                  <a:lnTo>
                    <a:pt x="12594" y="475"/>
                  </a:lnTo>
                  <a:lnTo>
                    <a:pt x="6301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3891" y="1322571"/>
              <a:ext cx="124829" cy="167167"/>
            </a:xfrm>
            <a:custGeom>
              <a:avLst/>
              <a:pathLst>
                <a:path w="124829" h="167167">
                  <a:moveTo>
                    <a:pt x="124829" y="0"/>
                  </a:moveTo>
                  <a:lnTo>
                    <a:pt x="119192" y="95"/>
                  </a:lnTo>
                  <a:lnTo>
                    <a:pt x="113562" y="380"/>
                  </a:lnTo>
                  <a:lnTo>
                    <a:pt x="107944" y="854"/>
                  </a:lnTo>
                  <a:lnTo>
                    <a:pt x="102346" y="1518"/>
                  </a:lnTo>
                  <a:lnTo>
                    <a:pt x="96773" y="2371"/>
                  </a:lnTo>
                  <a:lnTo>
                    <a:pt x="91232" y="3410"/>
                  </a:lnTo>
                  <a:lnTo>
                    <a:pt x="85730" y="4636"/>
                  </a:lnTo>
                  <a:lnTo>
                    <a:pt x="80272" y="6047"/>
                  </a:lnTo>
                  <a:lnTo>
                    <a:pt x="74864" y="7641"/>
                  </a:lnTo>
                  <a:lnTo>
                    <a:pt x="69514" y="9417"/>
                  </a:lnTo>
                  <a:lnTo>
                    <a:pt x="64226" y="11371"/>
                  </a:lnTo>
                  <a:lnTo>
                    <a:pt x="59007" y="13503"/>
                  </a:lnTo>
                  <a:lnTo>
                    <a:pt x="53863" y="15810"/>
                  </a:lnTo>
                  <a:lnTo>
                    <a:pt x="48800" y="18289"/>
                  </a:lnTo>
                  <a:lnTo>
                    <a:pt x="43823" y="20938"/>
                  </a:lnTo>
                  <a:lnTo>
                    <a:pt x="38938" y="23752"/>
                  </a:lnTo>
                  <a:lnTo>
                    <a:pt x="34151" y="26730"/>
                  </a:lnTo>
                  <a:lnTo>
                    <a:pt x="29468" y="29867"/>
                  </a:lnTo>
                  <a:lnTo>
                    <a:pt x="24892" y="33161"/>
                  </a:lnTo>
                  <a:lnTo>
                    <a:pt x="20431" y="36607"/>
                  </a:lnTo>
                  <a:lnTo>
                    <a:pt x="16088" y="40201"/>
                  </a:lnTo>
                  <a:lnTo>
                    <a:pt x="11868" y="43940"/>
                  </a:lnTo>
                  <a:lnTo>
                    <a:pt x="7777" y="47819"/>
                  </a:lnTo>
                  <a:lnTo>
                    <a:pt x="3820" y="51834"/>
                  </a:lnTo>
                  <a:lnTo>
                    <a:pt x="0" y="55980"/>
                  </a:lnTo>
                  <a:lnTo>
                    <a:pt x="12482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63891" y="1378551"/>
              <a:ext cx="124829" cy="111187"/>
            </a:xfrm>
            <a:custGeom>
              <a:avLst/>
              <a:pathLst>
                <a:path w="124829" h="111187">
                  <a:moveTo>
                    <a:pt x="0" y="0"/>
                  </a:moveTo>
                  <a:lnTo>
                    <a:pt x="124829" y="1111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21554" y="1378551"/>
              <a:ext cx="334327" cy="278346"/>
            </a:xfrm>
            <a:custGeom>
              <a:avLst/>
              <a:pathLst>
                <a:path w="334327" h="278346">
                  <a:moveTo>
                    <a:pt x="42337" y="0"/>
                  </a:moveTo>
                  <a:lnTo>
                    <a:pt x="38866" y="4023"/>
                  </a:lnTo>
                  <a:lnTo>
                    <a:pt x="35525" y="8155"/>
                  </a:lnTo>
                  <a:lnTo>
                    <a:pt x="32317" y="12391"/>
                  </a:lnTo>
                  <a:lnTo>
                    <a:pt x="29245" y="16726"/>
                  </a:lnTo>
                  <a:lnTo>
                    <a:pt x="26313" y="21157"/>
                  </a:lnTo>
                  <a:lnTo>
                    <a:pt x="23522" y="25680"/>
                  </a:lnTo>
                  <a:lnTo>
                    <a:pt x="20877" y="30288"/>
                  </a:lnTo>
                  <a:lnTo>
                    <a:pt x="18380" y="34978"/>
                  </a:lnTo>
                  <a:lnTo>
                    <a:pt x="16033" y="39745"/>
                  </a:lnTo>
                  <a:lnTo>
                    <a:pt x="13839" y="44585"/>
                  </a:lnTo>
                  <a:lnTo>
                    <a:pt x="11800" y="49492"/>
                  </a:lnTo>
                  <a:lnTo>
                    <a:pt x="9917" y="54461"/>
                  </a:lnTo>
                  <a:lnTo>
                    <a:pt x="8194" y="59487"/>
                  </a:lnTo>
                  <a:lnTo>
                    <a:pt x="6631" y="64565"/>
                  </a:lnTo>
                  <a:lnTo>
                    <a:pt x="5231" y="69691"/>
                  </a:lnTo>
                  <a:lnTo>
                    <a:pt x="3994" y="74859"/>
                  </a:lnTo>
                  <a:lnTo>
                    <a:pt x="2921" y="80063"/>
                  </a:lnTo>
                  <a:lnTo>
                    <a:pt x="2015" y="85299"/>
                  </a:lnTo>
                  <a:lnTo>
                    <a:pt x="1276" y="90561"/>
                  </a:lnTo>
                  <a:lnTo>
                    <a:pt x="704" y="95843"/>
                  </a:lnTo>
                  <a:lnTo>
                    <a:pt x="301" y="101142"/>
                  </a:lnTo>
                  <a:lnTo>
                    <a:pt x="66" y="106450"/>
                  </a:lnTo>
                  <a:lnTo>
                    <a:pt x="0" y="111763"/>
                  </a:lnTo>
                  <a:lnTo>
                    <a:pt x="102" y="117076"/>
                  </a:lnTo>
                  <a:lnTo>
                    <a:pt x="374" y="122382"/>
                  </a:lnTo>
                  <a:lnTo>
                    <a:pt x="814" y="127678"/>
                  </a:lnTo>
                  <a:lnTo>
                    <a:pt x="1422" y="132956"/>
                  </a:lnTo>
                  <a:lnTo>
                    <a:pt x="2198" y="138213"/>
                  </a:lnTo>
                  <a:lnTo>
                    <a:pt x="3140" y="143442"/>
                  </a:lnTo>
                  <a:lnTo>
                    <a:pt x="4248" y="148639"/>
                  </a:lnTo>
                  <a:lnTo>
                    <a:pt x="5521" y="153798"/>
                  </a:lnTo>
                  <a:lnTo>
                    <a:pt x="6957" y="158914"/>
                  </a:lnTo>
                  <a:lnTo>
                    <a:pt x="8554" y="163982"/>
                  </a:lnTo>
                  <a:lnTo>
                    <a:pt x="10312" y="168996"/>
                  </a:lnTo>
                  <a:lnTo>
                    <a:pt x="12229" y="173952"/>
                  </a:lnTo>
                  <a:lnTo>
                    <a:pt x="14302" y="178845"/>
                  </a:lnTo>
                  <a:lnTo>
                    <a:pt x="16530" y="183669"/>
                  </a:lnTo>
                  <a:lnTo>
                    <a:pt x="18909" y="188420"/>
                  </a:lnTo>
                  <a:lnTo>
                    <a:pt x="21439" y="193092"/>
                  </a:lnTo>
                  <a:lnTo>
                    <a:pt x="24115" y="197683"/>
                  </a:lnTo>
                  <a:lnTo>
                    <a:pt x="26937" y="202185"/>
                  </a:lnTo>
                  <a:lnTo>
                    <a:pt x="29900" y="206596"/>
                  </a:lnTo>
                  <a:lnTo>
                    <a:pt x="33001" y="210911"/>
                  </a:lnTo>
                  <a:lnTo>
                    <a:pt x="36239" y="215124"/>
                  </a:lnTo>
                  <a:lnTo>
                    <a:pt x="39608" y="219233"/>
                  </a:lnTo>
                  <a:lnTo>
                    <a:pt x="43106" y="223232"/>
                  </a:lnTo>
                  <a:lnTo>
                    <a:pt x="46730" y="227119"/>
                  </a:lnTo>
                  <a:lnTo>
                    <a:pt x="50476" y="230888"/>
                  </a:lnTo>
                  <a:lnTo>
                    <a:pt x="54339" y="234536"/>
                  </a:lnTo>
                  <a:lnTo>
                    <a:pt x="58316" y="238059"/>
                  </a:lnTo>
                  <a:lnTo>
                    <a:pt x="62403" y="241455"/>
                  </a:lnTo>
                  <a:lnTo>
                    <a:pt x="66596" y="244719"/>
                  </a:lnTo>
                  <a:lnTo>
                    <a:pt x="70891" y="247847"/>
                  </a:lnTo>
                  <a:lnTo>
                    <a:pt x="75283" y="250838"/>
                  </a:lnTo>
                  <a:lnTo>
                    <a:pt x="79768" y="253688"/>
                  </a:lnTo>
                  <a:lnTo>
                    <a:pt x="84341" y="256394"/>
                  </a:lnTo>
                  <a:lnTo>
                    <a:pt x="88998" y="258953"/>
                  </a:lnTo>
                  <a:lnTo>
                    <a:pt x="93734" y="261362"/>
                  </a:lnTo>
                  <a:lnTo>
                    <a:pt x="98544" y="263620"/>
                  </a:lnTo>
                  <a:lnTo>
                    <a:pt x="103423" y="265724"/>
                  </a:lnTo>
                  <a:lnTo>
                    <a:pt x="108367" y="267672"/>
                  </a:lnTo>
                  <a:lnTo>
                    <a:pt x="113370" y="269462"/>
                  </a:lnTo>
                  <a:lnTo>
                    <a:pt x="118427" y="271091"/>
                  </a:lnTo>
                  <a:lnTo>
                    <a:pt x="123534" y="272560"/>
                  </a:lnTo>
                  <a:lnTo>
                    <a:pt x="128685" y="273865"/>
                  </a:lnTo>
                  <a:lnTo>
                    <a:pt x="133874" y="275006"/>
                  </a:lnTo>
                  <a:lnTo>
                    <a:pt x="139098" y="275981"/>
                  </a:lnTo>
                  <a:lnTo>
                    <a:pt x="144349" y="276790"/>
                  </a:lnTo>
                  <a:lnTo>
                    <a:pt x="149624" y="277431"/>
                  </a:lnTo>
                  <a:lnTo>
                    <a:pt x="154917" y="277905"/>
                  </a:lnTo>
                  <a:lnTo>
                    <a:pt x="160221" y="278210"/>
                  </a:lnTo>
                  <a:lnTo>
                    <a:pt x="165533" y="278346"/>
                  </a:lnTo>
                  <a:lnTo>
                    <a:pt x="170847" y="278314"/>
                  </a:lnTo>
                  <a:lnTo>
                    <a:pt x="176157" y="278112"/>
                  </a:lnTo>
                  <a:lnTo>
                    <a:pt x="181457" y="277742"/>
                  </a:lnTo>
                  <a:lnTo>
                    <a:pt x="186743" y="277204"/>
                  </a:lnTo>
                  <a:lnTo>
                    <a:pt x="192010" y="276498"/>
                  </a:lnTo>
                  <a:lnTo>
                    <a:pt x="197251" y="275625"/>
                  </a:lnTo>
                  <a:lnTo>
                    <a:pt x="202462" y="274585"/>
                  </a:lnTo>
                  <a:lnTo>
                    <a:pt x="207638" y="273381"/>
                  </a:lnTo>
                  <a:lnTo>
                    <a:pt x="212772" y="272013"/>
                  </a:lnTo>
                  <a:lnTo>
                    <a:pt x="217860" y="270482"/>
                  </a:lnTo>
                  <a:lnTo>
                    <a:pt x="222897" y="268791"/>
                  </a:lnTo>
                  <a:lnTo>
                    <a:pt x="227878" y="266940"/>
                  </a:lnTo>
                  <a:lnTo>
                    <a:pt x="232798" y="264931"/>
                  </a:lnTo>
                  <a:lnTo>
                    <a:pt x="237651" y="262768"/>
                  </a:lnTo>
                  <a:lnTo>
                    <a:pt x="242433" y="260451"/>
                  </a:lnTo>
                  <a:lnTo>
                    <a:pt x="247139" y="257984"/>
                  </a:lnTo>
                  <a:lnTo>
                    <a:pt x="251764" y="255368"/>
                  </a:lnTo>
                  <a:lnTo>
                    <a:pt x="256303" y="252606"/>
                  </a:lnTo>
                  <a:lnTo>
                    <a:pt x="260753" y="249702"/>
                  </a:lnTo>
                  <a:lnTo>
                    <a:pt x="265108" y="246657"/>
                  </a:lnTo>
                  <a:lnTo>
                    <a:pt x="269364" y="243476"/>
                  </a:lnTo>
                  <a:lnTo>
                    <a:pt x="273517" y="240161"/>
                  </a:lnTo>
                  <a:lnTo>
                    <a:pt x="277562" y="236716"/>
                  </a:lnTo>
                  <a:lnTo>
                    <a:pt x="281496" y="233144"/>
                  </a:lnTo>
                  <a:lnTo>
                    <a:pt x="285314" y="229449"/>
                  </a:lnTo>
                  <a:lnTo>
                    <a:pt x="289013" y="225634"/>
                  </a:lnTo>
                  <a:lnTo>
                    <a:pt x="292589" y="221704"/>
                  </a:lnTo>
                  <a:lnTo>
                    <a:pt x="296038" y="217662"/>
                  </a:lnTo>
                  <a:lnTo>
                    <a:pt x="299357" y="213512"/>
                  </a:lnTo>
                  <a:lnTo>
                    <a:pt x="302542" y="209259"/>
                  </a:lnTo>
                  <a:lnTo>
                    <a:pt x="305591" y="204907"/>
                  </a:lnTo>
                  <a:lnTo>
                    <a:pt x="308500" y="200460"/>
                  </a:lnTo>
                  <a:lnTo>
                    <a:pt x="311266" y="195923"/>
                  </a:lnTo>
                  <a:lnTo>
                    <a:pt x="313886" y="191301"/>
                  </a:lnTo>
                  <a:lnTo>
                    <a:pt x="316358" y="186597"/>
                  </a:lnTo>
                  <a:lnTo>
                    <a:pt x="318679" y="181817"/>
                  </a:lnTo>
                  <a:lnTo>
                    <a:pt x="320847" y="176966"/>
                  </a:lnTo>
                  <a:lnTo>
                    <a:pt x="322860" y="172049"/>
                  </a:lnTo>
                  <a:lnTo>
                    <a:pt x="324716" y="167070"/>
                  </a:lnTo>
                  <a:lnTo>
                    <a:pt x="326413" y="162034"/>
                  </a:lnTo>
                  <a:lnTo>
                    <a:pt x="327948" y="156947"/>
                  </a:lnTo>
                  <a:lnTo>
                    <a:pt x="329321" y="151814"/>
                  </a:lnTo>
                  <a:lnTo>
                    <a:pt x="330531" y="146640"/>
                  </a:lnTo>
                  <a:lnTo>
                    <a:pt x="331575" y="141430"/>
                  </a:lnTo>
                  <a:lnTo>
                    <a:pt x="332453" y="136190"/>
                  </a:lnTo>
                  <a:lnTo>
                    <a:pt x="333164" y="130924"/>
                  </a:lnTo>
                  <a:lnTo>
                    <a:pt x="333708" y="125638"/>
                  </a:lnTo>
                  <a:lnTo>
                    <a:pt x="334083" y="120338"/>
                  </a:lnTo>
                  <a:lnTo>
                    <a:pt x="334289" y="115028"/>
                  </a:lnTo>
                  <a:lnTo>
                    <a:pt x="334327" y="109715"/>
                  </a:lnTo>
                  <a:lnTo>
                    <a:pt x="334196" y="104403"/>
                  </a:lnTo>
                  <a:lnTo>
                    <a:pt x="333896" y="99098"/>
                  </a:lnTo>
                  <a:lnTo>
                    <a:pt x="333427" y="93805"/>
                  </a:lnTo>
                  <a:lnTo>
                    <a:pt x="332791" y="88529"/>
                  </a:lnTo>
                  <a:lnTo>
                    <a:pt x="331987" y="83277"/>
                  </a:lnTo>
                  <a:lnTo>
                    <a:pt x="331017" y="78053"/>
                  </a:lnTo>
                  <a:lnTo>
                    <a:pt x="329881" y="72862"/>
                  </a:lnTo>
                  <a:lnTo>
                    <a:pt x="328581" y="67710"/>
                  </a:lnTo>
                  <a:lnTo>
                    <a:pt x="327117" y="62602"/>
                  </a:lnTo>
                  <a:lnTo>
                    <a:pt x="325492" y="57543"/>
                  </a:lnTo>
                  <a:lnTo>
                    <a:pt x="323708" y="52538"/>
                  </a:lnTo>
                  <a:lnTo>
                    <a:pt x="321764" y="47592"/>
                  </a:lnTo>
                  <a:lnTo>
                    <a:pt x="319665" y="42711"/>
                  </a:lnTo>
                  <a:lnTo>
                    <a:pt x="317412" y="37899"/>
                  </a:lnTo>
                  <a:lnTo>
                    <a:pt x="315007" y="33161"/>
                  </a:lnTo>
                  <a:lnTo>
                    <a:pt x="312452" y="28502"/>
                  </a:lnTo>
                  <a:lnTo>
                    <a:pt x="309751" y="23926"/>
                  </a:lnTo>
                  <a:lnTo>
                    <a:pt x="306906" y="19438"/>
                  </a:lnTo>
                  <a:lnTo>
                    <a:pt x="303919" y="15043"/>
                  </a:lnTo>
                  <a:lnTo>
                    <a:pt x="300794" y="10746"/>
                  </a:lnTo>
                  <a:lnTo>
                    <a:pt x="297535" y="6549"/>
                  </a:lnTo>
                  <a:lnTo>
                    <a:pt x="167166" y="1111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488720" y="1322571"/>
              <a:ext cx="130368" cy="167167"/>
            </a:xfrm>
            <a:custGeom>
              <a:avLst/>
              <a:pathLst>
                <a:path w="130368" h="167167">
                  <a:moveTo>
                    <a:pt x="130368" y="62530"/>
                  </a:moveTo>
                  <a:lnTo>
                    <a:pt x="126831" y="58269"/>
                  </a:lnTo>
                  <a:lnTo>
                    <a:pt x="123154" y="54128"/>
                  </a:lnTo>
                  <a:lnTo>
                    <a:pt x="119343" y="50111"/>
                  </a:lnTo>
                  <a:lnTo>
                    <a:pt x="115400" y="46222"/>
                  </a:lnTo>
                  <a:lnTo>
                    <a:pt x="111331" y="42466"/>
                  </a:lnTo>
                  <a:lnTo>
                    <a:pt x="107139" y="38847"/>
                  </a:lnTo>
                  <a:lnTo>
                    <a:pt x="102830" y="35369"/>
                  </a:lnTo>
                  <a:lnTo>
                    <a:pt x="98409" y="32035"/>
                  </a:lnTo>
                  <a:lnTo>
                    <a:pt x="93879" y="28850"/>
                  </a:lnTo>
                  <a:lnTo>
                    <a:pt x="89246" y="25816"/>
                  </a:lnTo>
                  <a:lnTo>
                    <a:pt x="84515" y="22938"/>
                  </a:lnTo>
                  <a:lnTo>
                    <a:pt x="79692" y="20218"/>
                  </a:lnTo>
                  <a:lnTo>
                    <a:pt x="74781" y="17659"/>
                  </a:lnTo>
                  <a:lnTo>
                    <a:pt x="69788" y="15264"/>
                  </a:lnTo>
                  <a:lnTo>
                    <a:pt x="64718" y="13036"/>
                  </a:lnTo>
                  <a:lnTo>
                    <a:pt x="59577" y="10977"/>
                  </a:lnTo>
                  <a:lnTo>
                    <a:pt x="54371" y="9089"/>
                  </a:lnTo>
                  <a:lnTo>
                    <a:pt x="49106" y="7375"/>
                  </a:lnTo>
                  <a:lnTo>
                    <a:pt x="43786" y="5836"/>
                  </a:lnTo>
                  <a:lnTo>
                    <a:pt x="38418" y="4474"/>
                  </a:lnTo>
                  <a:lnTo>
                    <a:pt x="33009" y="3291"/>
                  </a:lnTo>
                  <a:lnTo>
                    <a:pt x="27563" y="2288"/>
                  </a:lnTo>
                  <a:lnTo>
                    <a:pt x="22086" y="1465"/>
                  </a:lnTo>
                  <a:lnTo>
                    <a:pt x="16586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2984" y="1681503"/>
              <a:ext cx="93540" cy="167167"/>
            </a:xfrm>
            <a:custGeom>
              <a:avLst/>
              <a:pathLst>
                <a:path w="93540" h="167167">
                  <a:moveTo>
                    <a:pt x="93540" y="0"/>
                  </a:moveTo>
                  <a:lnTo>
                    <a:pt x="87702" y="101"/>
                  </a:lnTo>
                  <a:lnTo>
                    <a:pt x="81871" y="407"/>
                  </a:lnTo>
                  <a:lnTo>
                    <a:pt x="76054" y="917"/>
                  </a:lnTo>
                  <a:lnTo>
                    <a:pt x="70258" y="1629"/>
                  </a:lnTo>
                  <a:lnTo>
                    <a:pt x="64490" y="2543"/>
                  </a:lnTo>
                  <a:lnTo>
                    <a:pt x="58759" y="3658"/>
                  </a:lnTo>
                  <a:lnTo>
                    <a:pt x="53069" y="4973"/>
                  </a:lnTo>
                  <a:lnTo>
                    <a:pt x="47429" y="6485"/>
                  </a:lnTo>
                  <a:lnTo>
                    <a:pt x="41845" y="8194"/>
                  </a:lnTo>
                  <a:lnTo>
                    <a:pt x="36324" y="10096"/>
                  </a:lnTo>
                  <a:lnTo>
                    <a:pt x="30873" y="12190"/>
                  </a:lnTo>
                  <a:lnTo>
                    <a:pt x="25499" y="14473"/>
                  </a:lnTo>
                  <a:lnTo>
                    <a:pt x="20208" y="16943"/>
                  </a:lnTo>
                  <a:lnTo>
                    <a:pt x="15006" y="19596"/>
                  </a:lnTo>
                  <a:lnTo>
                    <a:pt x="9899" y="22429"/>
                  </a:lnTo>
                  <a:lnTo>
                    <a:pt x="4895" y="25438"/>
                  </a:lnTo>
                  <a:lnTo>
                    <a:pt x="0" y="28621"/>
                  </a:lnTo>
                  <a:lnTo>
                    <a:pt x="935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73625" y="28621"/>
                  </a:moveTo>
                  <a:lnTo>
                    <a:pt x="69294" y="31646"/>
                  </a:lnTo>
                  <a:lnTo>
                    <a:pt x="65060" y="34807"/>
                  </a:lnTo>
                  <a:lnTo>
                    <a:pt x="60928" y="38100"/>
                  </a:lnTo>
                  <a:lnTo>
                    <a:pt x="56902" y="41521"/>
                  </a:lnTo>
                  <a:lnTo>
                    <a:pt x="52987" y="45069"/>
                  </a:lnTo>
                  <a:lnTo>
                    <a:pt x="49185" y="48738"/>
                  </a:lnTo>
                  <a:lnTo>
                    <a:pt x="45501" y="52526"/>
                  </a:lnTo>
                  <a:lnTo>
                    <a:pt x="41939" y="56428"/>
                  </a:lnTo>
                  <a:lnTo>
                    <a:pt x="38502" y="60441"/>
                  </a:lnTo>
                  <a:lnTo>
                    <a:pt x="35194" y="64560"/>
                  </a:lnTo>
                  <a:lnTo>
                    <a:pt x="32017" y="68782"/>
                  </a:lnTo>
                  <a:lnTo>
                    <a:pt x="28975" y="73102"/>
                  </a:lnTo>
                  <a:lnTo>
                    <a:pt x="26072" y="77516"/>
                  </a:lnTo>
                  <a:lnTo>
                    <a:pt x="23309" y="82020"/>
                  </a:lnTo>
                  <a:lnTo>
                    <a:pt x="20690" y="86608"/>
                  </a:lnTo>
                  <a:lnTo>
                    <a:pt x="18217" y="91278"/>
                  </a:lnTo>
                  <a:lnTo>
                    <a:pt x="15894" y="96023"/>
                  </a:lnTo>
                  <a:lnTo>
                    <a:pt x="13721" y="100839"/>
                  </a:lnTo>
                  <a:lnTo>
                    <a:pt x="11701" y="105721"/>
                  </a:lnTo>
                  <a:lnTo>
                    <a:pt x="9837" y="110665"/>
                  </a:lnTo>
                  <a:lnTo>
                    <a:pt x="8130" y="115665"/>
                  </a:lnTo>
                  <a:lnTo>
                    <a:pt x="6582" y="120716"/>
                  </a:lnTo>
                  <a:lnTo>
                    <a:pt x="5194" y="125814"/>
                  </a:lnTo>
                  <a:lnTo>
                    <a:pt x="3968" y="130954"/>
                  </a:lnTo>
                  <a:lnTo>
                    <a:pt x="2905" y="136129"/>
                  </a:lnTo>
                  <a:lnTo>
                    <a:pt x="2007" y="141336"/>
                  </a:lnTo>
                  <a:lnTo>
                    <a:pt x="1273" y="146568"/>
                  </a:lnTo>
                  <a:lnTo>
                    <a:pt x="705" y="151821"/>
                  </a:lnTo>
                  <a:lnTo>
                    <a:pt x="303" y="157089"/>
                  </a:lnTo>
                  <a:lnTo>
                    <a:pt x="68" y="162367"/>
                  </a:lnTo>
                  <a:lnTo>
                    <a:pt x="0" y="167650"/>
                  </a:lnTo>
                  <a:lnTo>
                    <a:pt x="98" y="172933"/>
                  </a:lnTo>
                  <a:lnTo>
                    <a:pt x="364" y="178210"/>
                  </a:lnTo>
                  <a:lnTo>
                    <a:pt x="796" y="183476"/>
                  </a:lnTo>
                  <a:lnTo>
                    <a:pt x="1395" y="188725"/>
                  </a:lnTo>
                  <a:lnTo>
                    <a:pt x="2159" y="193953"/>
                  </a:lnTo>
                  <a:lnTo>
                    <a:pt x="3088" y="199154"/>
                  </a:lnTo>
                  <a:lnTo>
                    <a:pt x="4181" y="204323"/>
                  </a:lnTo>
                  <a:lnTo>
                    <a:pt x="5436" y="209456"/>
                  </a:lnTo>
                  <a:lnTo>
                    <a:pt x="6853" y="214545"/>
                  </a:lnTo>
                  <a:lnTo>
                    <a:pt x="8431" y="219588"/>
                  </a:lnTo>
                  <a:lnTo>
                    <a:pt x="10167" y="224578"/>
                  </a:lnTo>
                  <a:lnTo>
                    <a:pt x="12059" y="229511"/>
                  </a:lnTo>
                  <a:lnTo>
                    <a:pt x="14107" y="234382"/>
                  </a:lnTo>
                  <a:lnTo>
                    <a:pt x="16308" y="239185"/>
                  </a:lnTo>
                  <a:lnTo>
                    <a:pt x="18659" y="243917"/>
                  </a:lnTo>
                  <a:lnTo>
                    <a:pt x="21158" y="248571"/>
                  </a:lnTo>
                  <a:lnTo>
                    <a:pt x="23804" y="253145"/>
                  </a:lnTo>
                  <a:lnTo>
                    <a:pt x="26593" y="257632"/>
                  </a:lnTo>
                  <a:lnTo>
                    <a:pt x="29522" y="262030"/>
                  </a:lnTo>
                  <a:lnTo>
                    <a:pt x="32588" y="266332"/>
                  </a:lnTo>
                  <a:lnTo>
                    <a:pt x="35789" y="270536"/>
                  </a:lnTo>
                  <a:lnTo>
                    <a:pt x="39122" y="274636"/>
                  </a:lnTo>
                  <a:lnTo>
                    <a:pt x="42582" y="278629"/>
                  </a:lnTo>
                  <a:lnTo>
                    <a:pt x="46167" y="282510"/>
                  </a:lnTo>
                  <a:lnTo>
                    <a:pt x="49872" y="286276"/>
                  </a:lnTo>
                  <a:lnTo>
                    <a:pt x="53695" y="289923"/>
                  </a:lnTo>
                  <a:lnTo>
                    <a:pt x="57631" y="293448"/>
                  </a:lnTo>
                  <a:lnTo>
                    <a:pt x="61676" y="296847"/>
                  </a:lnTo>
                  <a:lnTo>
                    <a:pt x="65827" y="300116"/>
                  </a:lnTo>
                  <a:lnTo>
                    <a:pt x="70079" y="303252"/>
                  </a:lnTo>
                  <a:lnTo>
                    <a:pt x="74428" y="306252"/>
                  </a:lnTo>
                  <a:lnTo>
                    <a:pt x="78870" y="309113"/>
                  </a:lnTo>
                  <a:lnTo>
                    <a:pt x="83400" y="311833"/>
                  </a:lnTo>
                  <a:lnTo>
                    <a:pt x="88013" y="314407"/>
                  </a:lnTo>
                  <a:lnTo>
                    <a:pt x="92706" y="316835"/>
                  </a:lnTo>
                  <a:lnTo>
                    <a:pt x="97473" y="319114"/>
                  </a:lnTo>
                  <a:lnTo>
                    <a:pt x="102310" y="321240"/>
                  </a:lnTo>
                  <a:lnTo>
                    <a:pt x="107211" y="323213"/>
                  </a:lnTo>
                  <a:lnTo>
                    <a:pt x="112172" y="325030"/>
                  </a:lnTo>
                  <a:lnTo>
                    <a:pt x="117189" y="326689"/>
                  </a:lnTo>
                  <a:lnTo>
                    <a:pt x="122255" y="328188"/>
                  </a:lnTo>
                  <a:lnTo>
                    <a:pt x="127366" y="329527"/>
                  </a:lnTo>
                  <a:lnTo>
                    <a:pt x="132517" y="330704"/>
                  </a:lnTo>
                  <a:lnTo>
                    <a:pt x="137702" y="331717"/>
                  </a:lnTo>
                  <a:lnTo>
                    <a:pt x="142917" y="332566"/>
                  </a:lnTo>
                  <a:lnTo>
                    <a:pt x="148156" y="333250"/>
                  </a:lnTo>
                  <a:lnTo>
                    <a:pt x="153414" y="333768"/>
                  </a:lnTo>
                  <a:lnTo>
                    <a:pt x="158686" y="334119"/>
                  </a:lnTo>
                  <a:lnTo>
                    <a:pt x="163966" y="334304"/>
                  </a:lnTo>
                  <a:lnTo>
                    <a:pt x="169250" y="334321"/>
                  </a:lnTo>
                  <a:lnTo>
                    <a:pt x="174531" y="334172"/>
                  </a:lnTo>
                  <a:lnTo>
                    <a:pt x="179805" y="333856"/>
                  </a:lnTo>
                  <a:lnTo>
                    <a:pt x="185067" y="333373"/>
                  </a:lnTo>
                  <a:lnTo>
                    <a:pt x="190310" y="332725"/>
                  </a:lnTo>
                  <a:lnTo>
                    <a:pt x="195530" y="331910"/>
                  </a:lnTo>
                  <a:lnTo>
                    <a:pt x="200723" y="330932"/>
                  </a:lnTo>
                  <a:lnTo>
                    <a:pt x="205881" y="329790"/>
                  </a:lnTo>
                  <a:lnTo>
                    <a:pt x="211001" y="328485"/>
                  </a:lnTo>
                  <a:lnTo>
                    <a:pt x="216077" y="327019"/>
                  </a:lnTo>
                  <a:lnTo>
                    <a:pt x="221104" y="325393"/>
                  </a:lnTo>
                  <a:lnTo>
                    <a:pt x="226078" y="323610"/>
                  </a:lnTo>
                  <a:lnTo>
                    <a:pt x="230992" y="321670"/>
                  </a:lnTo>
                  <a:lnTo>
                    <a:pt x="235843" y="319576"/>
                  </a:lnTo>
                  <a:lnTo>
                    <a:pt x="240625" y="317329"/>
                  </a:lnTo>
                  <a:lnTo>
                    <a:pt x="245334" y="314933"/>
                  </a:lnTo>
                  <a:lnTo>
                    <a:pt x="249964" y="312389"/>
                  </a:lnTo>
                  <a:lnTo>
                    <a:pt x="254512" y="309700"/>
                  </a:lnTo>
                  <a:lnTo>
                    <a:pt x="258973" y="306868"/>
                  </a:lnTo>
                  <a:lnTo>
                    <a:pt x="263342" y="303897"/>
                  </a:lnTo>
                  <a:lnTo>
                    <a:pt x="267615" y="300789"/>
                  </a:lnTo>
                  <a:lnTo>
                    <a:pt x="271788" y="297548"/>
                  </a:lnTo>
                  <a:lnTo>
                    <a:pt x="275856" y="294177"/>
                  </a:lnTo>
                  <a:lnTo>
                    <a:pt x="279815" y="290679"/>
                  </a:lnTo>
                  <a:lnTo>
                    <a:pt x="283662" y="287057"/>
                  </a:lnTo>
                  <a:lnTo>
                    <a:pt x="287393" y="283316"/>
                  </a:lnTo>
                  <a:lnTo>
                    <a:pt x="291003" y="279458"/>
                  </a:lnTo>
                  <a:lnTo>
                    <a:pt x="294490" y="275489"/>
                  </a:lnTo>
                  <a:lnTo>
                    <a:pt x="297850" y="271411"/>
                  </a:lnTo>
                  <a:lnTo>
                    <a:pt x="301079" y="267229"/>
                  </a:lnTo>
                  <a:lnTo>
                    <a:pt x="304174" y="262947"/>
                  </a:lnTo>
                  <a:lnTo>
                    <a:pt x="307132" y="258569"/>
                  </a:lnTo>
                  <a:lnTo>
                    <a:pt x="309951" y="254101"/>
                  </a:lnTo>
                  <a:lnTo>
                    <a:pt x="312627" y="249545"/>
                  </a:lnTo>
                  <a:lnTo>
                    <a:pt x="315158" y="244907"/>
                  </a:lnTo>
                  <a:lnTo>
                    <a:pt x="317540" y="240191"/>
                  </a:lnTo>
                  <a:lnTo>
                    <a:pt x="319773" y="235403"/>
                  </a:lnTo>
                  <a:lnTo>
                    <a:pt x="321853" y="230546"/>
                  </a:lnTo>
                  <a:lnTo>
                    <a:pt x="323779" y="225626"/>
                  </a:lnTo>
                  <a:lnTo>
                    <a:pt x="325548" y="220647"/>
                  </a:lnTo>
                  <a:lnTo>
                    <a:pt x="327159" y="215615"/>
                  </a:lnTo>
                  <a:lnTo>
                    <a:pt x="328610" y="210535"/>
                  </a:lnTo>
                  <a:lnTo>
                    <a:pt x="329900" y="205411"/>
                  </a:lnTo>
                  <a:lnTo>
                    <a:pt x="331027" y="200250"/>
                  </a:lnTo>
                  <a:lnTo>
                    <a:pt x="331991" y="195055"/>
                  </a:lnTo>
                  <a:lnTo>
                    <a:pt x="332790" y="189832"/>
                  </a:lnTo>
                  <a:lnTo>
                    <a:pt x="333424" y="184587"/>
                  </a:lnTo>
                  <a:lnTo>
                    <a:pt x="333891" y="179324"/>
                  </a:lnTo>
                  <a:lnTo>
                    <a:pt x="334192" y="174049"/>
                  </a:lnTo>
                  <a:lnTo>
                    <a:pt x="334326" y="168767"/>
                  </a:lnTo>
                  <a:lnTo>
                    <a:pt x="334293" y="163484"/>
                  </a:lnTo>
                  <a:lnTo>
                    <a:pt x="334093" y="158204"/>
                  </a:lnTo>
                  <a:lnTo>
                    <a:pt x="333727" y="152933"/>
                  </a:lnTo>
                  <a:lnTo>
                    <a:pt x="333194" y="147677"/>
                  </a:lnTo>
                  <a:lnTo>
                    <a:pt x="332495" y="142440"/>
                  </a:lnTo>
                  <a:lnTo>
                    <a:pt x="331631" y="137227"/>
                  </a:lnTo>
                  <a:lnTo>
                    <a:pt x="330602" y="132045"/>
                  </a:lnTo>
                  <a:lnTo>
                    <a:pt x="329411" y="126897"/>
                  </a:lnTo>
                  <a:lnTo>
                    <a:pt x="328057" y="121790"/>
                  </a:lnTo>
                  <a:lnTo>
                    <a:pt x="326543" y="116728"/>
                  </a:lnTo>
                  <a:lnTo>
                    <a:pt x="324869" y="111717"/>
                  </a:lnTo>
                  <a:lnTo>
                    <a:pt x="323038" y="106761"/>
                  </a:lnTo>
                  <a:lnTo>
                    <a:pt x="321051" y="101865"/>
                  </a:lnTo>
                  <a:lnTo>
                    <a:pt x="318911" y="97035"/>
                  </a:lnTo>
                  <a:lnTo>
                    <a:pt x="316619" y="92274"/>
                  </a:lnTo>
                  <a:lnTo>
                    <a:pt x="314177" y="87589"/>
                  </a:lnTo>
                  <a:lnTo>
                    <a:pt x="311589" y="82982"/>
                  </a:lnTo>
                  <a:lnTo>
                    <a:pt x="308856" y="78460"/>
                  </a:lnTo>
                  <a:lnTo>
                    <a:pt x="305982" y="74027"/>
                  </a:lnTo>
                  <a:lnTo>
                    <a:pt x="302970" y="69687"/>
                  </a:lnTo>
                  <a:lnTo>
                    <a:pt x="299821" y="65444"/>
                  </a:lnTo>
                  <a:lnTo>
                    <a:pt x="296540" y="61302"/>
                  </a:lnTo>
                  <a:lnTo>
                    <a:pt x="293130" y="57267"/>
                  </a:lnTo>
                  <a:lnTo>
                    <a:pt x="289594" y="53341"/>
                  </a:lnTo>
                  <a:lnTo>
                    <a:pt x="285936" y="49529"/>
                  </a:lnTo>
                  <a:lnTo>
                    <a:pt x="282159" y="45834"/>
                  </a:lnTo>
                  <a:lnTo>
                    <a:pt x="278267" y="42261"/>
                  </a:lnTo>
                  <a:lnTo>
                    <a:pt x="274264" y="38812"/>
                  </a:lnTo>
                  <a:lnTo>
                    <a:pt x="270155" y="35492"/>
                  </a:lnTo>
                  <a:lnTo>
                    <a:pt x="265942" y="32303"/>
                  </a:lnTo>
                  <a:lnTo>
                    <a:pt x="261631" y="29249"/>
                  </a:lnTo>
                  <a:lnTo>
                    <a:pt x="257225" y="26332"/>
                  </a:lnTo>
                  <a:lnTo>
                    <a:pt x="252729" y="23557"/>
                  </a:lnTo>
                  <a:lnTo>
                    <a:pt x="248148" y="20924"/>
                  </a:lnTo>
                  <a:lnTo>
                    <a:pt x="243486" y="18438"/>
                  </a:lnTo>
                  <a:lnTo>
                    <a:pt x="238748" y="16101"/>
                  </a:lnTo>
                  <a:lnTo>
                    <a:pt x="233938" y="13914"/>
                  </a:lnTo>
                  <a:lnTo>
                    <a:pt x="229062" y="11880"/>
                  </a:lnTo>
                  <a:lnTo>
                    <a:pt x="224123" y="10002"/>
                  </a:lnTo>
                  <a:lnTo>
                    <a:pt x="219128" y="8280"/>
                  </a:lnTo>
                  <a:lnTo>
                    <a:pt x="214081" y="6718"/>
                  </a:lnTo>
                  <a:lnTo>
                    <a:pt x="208987" y="5315"/>
                  </a:lnTo>
                  <a:lnTo>
                    <a:pt x="203851" y="4074"/>
                  </a:lnTo>
                  <a:lnTo>
                    <a:pt x="198679" y="2997"/>
                  </a:lnTo>
                  <a:lnTo>
                    <a:pt x="193475" y="2083"/>
                  </a:lnTo>
                  <a:lnTo>
                    <a:pt x="188245" y="1334"/>
                  </a:lnTo>
                  <a:lnTo>
                    <a:pt x="182994" y="750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53232" y="2126963"/>
              <a:ext cx="28055" cy="167167"/>
            </a:xfrm>
            <a:custGeom>
              <a:avLst/>
              <a:pathLst>
                <a:path w="28055" h="167167">
                  <a:moveTo>
                    <a:pt x="28055" y="0"/>
                  </a:moveTo>
                  <a:lnTo>
                    <a:pt x="21010" y="148"/>
                  </a:lnTo>
                  <a:lnTo>
                    <a:pt x="13977" y="593"/>
                  </a:lnTo>
                  <a:lnTo>
                    <a:pt x="6970" y="1335"/>
                  </a:lnTo>
                  <a:lnTo>
                    <a:pt x="0" y="2371"/>
                  </a:lnTo>
                  <a:lnTo>
                    <a:pt x="280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753232" y="2129334"/>
              <a:ext cx="28055" cy="164796"/>
            </a:xfrm>
            <a:custGeom>
              <a:avLst/>
              <a:pathLst>
                <a:path w="28055" h="164796">
                  <a:moveTo>
                    <a:pt x="0" y="0"/>
                  </a:moveTo>
                  <a:lnTo>
                    <a:pt x="28055" y="1647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14123" y="2128112"/>
              <a:ext cx="334328" cy="333178"/>
            </a:xfrm>
            <a:custGeom>
              <a:avLst/>
              <a:pathLst>
                <a:path w="334328" h="333178">
                  <a:moveTo>
                    <a:pt x="139108" y="1222"/>
                  </a:moveTo>
                  <a:lnTo>
                    <a:pt x="133894" y="2195"/>
                  </a:lnTo>
                  <a:lnTo>
                    <a:pt x="128713" y="3333"/>
                  </a:lnTo>
                  <a:lnTo>
                    <a:pt x="123571" y="4635"/>
                  </a:lnTo>
                  <a:lnTo>
                    <a:pt x="118473" y="6099"/>
                  </a:lnTo>
                  <a:lnTo>
                    <a:pt x="113424" y="7724"/>
                  </a:lnTo>
                  <a:lnTo>
                    <a:pt x="108429" y="9509"/>
                  </a:lnTo>
                  <a:lnTo>
                    <a:pt x="103493" y="11451"/>
                  </a:lnTo>
                  <a:lnTo>
                    <a:pt x="98622" y="13549"/>
                  </a:lnTo>
                  <a:lnTo>
                    <a:pt x="93819" y="15800"/>
                  </a:lnTo>
                  <a:lnTo>
                    <a:pt x="89090" y="18203"/>
                  </a:lnTo>
                  <a:lnTo>
                    <a:pt x="84440" y="20754"/>
                  </a:lnTo>
                  <a:lnTo>
                    <a:pt x="79872" y="23452"/>
                  </a:lnTo>
                  <a:lnTo>
                    <a:pt x="75393" y="26293"/>
                  </a:lnTo>
                  <a:lnTo>
                    <a:pt x="71007" y="29275"/>
                  </a:lnTo>
                  <a:lnTo>
                    <a:pt x="66717" y="32394"/>
                  </a:lnTo>
                  <a:lnTo>
                    <a:pt x="62528" y="35648"/>
                  </a:lnTo>
                  <a:lnTo>
                    <a:pt x="58444" y="39034"/>
                  </a:lnTo>
                  <a:lnTo>
                    <a:pt x="54470" y="42547"/>
                  </a:lnTo>
                  <a:lnTo>
                    <a:pt x="50610" y="46184"/>
                  </a:lnTo>
                  <a:lnTo>
                    <a:pt x="46867" y="49943"/>
                  </a:lnTo>
                  <a:lnTo>
                    <a:pt x="43245" y="53818"/>
                  </a:lnTo>
                  <a:lnTo>
                    <a:pt x="39747" y="57806"/>
                  </a:lnTo>
                  <a:lnTo>
                    <a:pt x="36378" y="61902"/>
                  </a:lnTo>
                  <a:lnTo>
                    <a:pt x="33141" y="66104"/>
                  </a:lnTo>
                  <a:lnTo>
                    <a:pt x="30039" y="70407"/>
                  </a:lnTo>
                  <a:lnTo>
                    <a:pt x="27074" y="74805"/>
                  </a:lnTo>
                  <a:lnTo>
                    <a:pt x="24251" y="79296"/>
                  </a:lnTo>
                  <a:lnTo>
                    <a:pt x="21571" y="83873"/>
                  </a:lnTo>
                  <a:lnTo>
                    <a:pt x="19039" y="88534"/>
                  </a:lnTo>
                  <a:lnTo>
                    <a:pt x="16655" y="93272"/>
                  </a:lnTo>
                  <a:lnTo>
                    <a:pt x="14423" y="98084"/>
                  </a:lnTo>
                  <a:lnTo>
                    <a:pt x="12344" y="102964"/>
                  </a:lnTo>
                  <a:lnTo>
                    <a:pt x="10422" y="107908"/>
                  </a:lnTo>
                  <a:lnTo>
                    <a:pt x="8657" y="112910"/>
                  </a:lnTo>
                  <a:lnTo>
                    <a:pt x="7052" y="117965"/>
                  </a:lnTo>
                  <a:lnTo>
                    <a:pt x="5608" y="123069"/>
                  </a:lnTo>
                  <a:lnTo>
                    <a:pt x="4327" y="128216"/>
                  </a:lnTo>
                  <a:lnTo>
                    <a:pt x="3209" y="133402"/>
                  </a:lnTo>
                  <a:lnTo>
                    <a:pt x="2257" y="138620"/>
                  </a:lnTo>
                  <a:lnTo>
                    <a:pt x="1471" y="143865"/>
                  </a:lnTo>
                  <a:lnTo>
                    <a:pt x="851" y="149133"/>
                  </a:lnTo>
                  <a:lnTo>
                    <a:pt x="399" y="154418"/>
                  </a:lnTo>
                  <a:lnTo>
                    <a:pt x="115" y="159715"/>
                  </a:lnTo>
                  <a:lnTo>
                    <a:pt x="0" y="165018"/>
                  </a:lnTo>
                  <a:lnTo>
                    <a:pt x="52" y="170322"/>
                  </a:lnTo>
                  <a:lnTo>
                    <a:pt x="273" y="175621"/>
                  </a:lnTo>
                  <a:lnTo>
                    <a:pt x="661" y="180911"/>
                  </a:lnTo>
                  <a:lnTo>
                    <a:pt x="1218" y="186186"/>
                  </a:lnTo>
                  <a:lnTo>
                    <a:pt x="1941" y="191441"/>
                  </a:lnTo>
                  <a:lnTo>
                    <a:pt x="2831" y="196670"/>
                  </a:lnTo>
                  <a:lnTo>
                    <a:pt x="3886" y="201868"/>
                  </a:lnTo>
                  <a:lnTo>
                    <a:pt x="5106" y="207031"/>
                  </a:lnTo>
                  <a:lnTo>
                    <a:pt x="6488" y="212151"/>
                  </a:lnTo>
                  <a:lnTo>
                    <a:pt x="8033" y="217226"/>
                  </a:lnTo>
                  <a:lnTo>
                    <a:pt x="9738" y="222249"/>
                  </a:lnTo>
                  <a:lnTo>
                    <a:pt x="11601" y="227215"/>
                  </a:lnTo>
                  <a:lnTo>
                    <a:pt x="13621" y="232120"/>
                  </a:lnTo>
                  <a:lnTo>
                    <a:pt x="15795" y="236958"/>
                  </a:lnTo>
                  <a:lnTo>
                    <a:pt x="18122" y="241724"/>
                  </a:lnTo>
                  <a:lnTo>
                    <a:pt x="20599" y="246415"/>
                  </a:lnTo>
                  <a:lnTo>
                    <a:pt x="23223" y="251024"/>
                  </a:lnTo>
                  <a:lnTo>
                    <a:pt x="25993" y="255548"/>
                  </a:lnTo>
                  <a:lnTo>
                    <a:pt x="28904" y="259982"/>
                  </a:lnTo>
                  <a:lnTo>
                    <a:pt x="31955" y="264321"/>
                  </a:lnTo>
                  <a:lnTo>
                    <a:pt x="35142" y="268561"/>
                  </a:lnTo>
                  <a:lnTo>
                    <a:pt x="38461" y="272698"/>
                  </a:lnTo>
                  <a:lnTo>
                    <a:pt x="41911" y="276728"/>
                  </a:lnTo>
                  <a:lnTo>
                    <a:pt x="45486" y="280646"/>
                  </a:lnTo>
                  <a:lnTo>
                    <a:pt x="49184" y="284448"/>
                  </a:lnTo>
                  <a:lnTo>
                    <a:pt x="53001" y="288132"/>
                  </a:lnTo>
                  <a:lnTo>
                    <a:pt x="56933" y="291692"/>
                  </a:lnTo>
                  <a:lnTo>
                    <a:pt x="60975" y="295126"/>
                  </a:lnTo>
                  <a:lnTo>
                    <a:pt x="65125" y="298430"/>
                  </a:lnTo>
                  <a:lnTo>
                    <a:pt x="69377" y="301601"/>
                  </a:lnTo>
                  <a:lnTo>
                    <a:pt x="73728" y="304635"/>
                  </a:lnTo>
                  <a:lnTo>
                    <a:pt x="78173" y="307530"/>
                  </a:lnTo>
                  <a:lnTo>
                    <a:pt x="82707" y="310282"/>
                  </a:lnTo>
                  <a:lnTo>
                    <a:pt x="87327" y="312889"/>
                  </a:lnTo>
                  <a:lnTo>
                    <a:pt x="92026" y="315348"/>
                  </a:lnTo>
                  <a:lnTo>
                    <a:pt x="96802" y="317656"/>
                  </a:lnTo>
                  <a:lnTo>
                    <a:pt x="101648" y="319812"/>
                  </a:lnTo>
                  <a:lnTo>
                    <a:pt x="106560" y="321813"/>
                  </a:lnTo>
                  <a:lnTo>
                    <a:pt x="111534" y="323658"/>
                  </a:lnTo>
                  <a:lnTo>
                    <a:pt x="116563" y="325343"/>
                  </a:lnTo>
                  <a:lnTo>
                    <a:pt x="121643" y="326868"/>
                  </a:lnTo>
                  <a:lnTo>
                    <a:pt x="126769" y="328232"/>
                  </a:lnTo>
                  <a:lnTo>
                    <a:pt x="131936" y="329432"/>
                  </a:lnTo>
                  <a:lnTo>
                    <a:pt x="137138" y="330467"/>
                  </a:lnTo>
                  <a:lnTo>
                    <a:pt x="142371" y="331337"/>
                  </a:lnTo>
                  <a:lnTo>
                    <a:pt x="147628" y="332040"/>
                  </a:lnTo>
                  <a:lnTo>
                    <a:pt x="152905" y="332576"/>
                  </a:lnTo>
                  <a:lnTo>
                    <a:pt x="158197" y="332945"/>
                  </a:lnTo>
                  <a:lnTo>
                    <a:pt x="163497" y="333145"/>
                  </a:lnTo>
                  <a:lnTo>
                    <a:pt x="168801" y="333178"/>
                  </a:lnTo>
                  <a:lnTo>
                    <a:pt x="174104" y="333041"/>
                  </a:lnTo>
                  <a:lnTo>
                    <a:pt x="179399" y="332737"/>
                  </a:lnTo>
                  <a:lnTo>
                    <a:pt x="184683" y="332265"/>
                  </a:lnTo>
                  <a:lnTo>
                    <a:pt x="189948" y="331626"/>
                  </a:lnTo>
                  <a:lnTo>
                    <a:pt x="195191" y="330819"/>
                  </a:lnTo>
                  <a:lnTo>
                    <a:pt x="200405" y="329847"/>
                  </a:lnTo>
                  <a:lnTo>
                    <a:pt x="205586" y="328710"/>
                  </a:lnTo>
                  <a:lnTo>
                    <a:pt x="210728" y="327409"/>
                  </a:lnTo>
                  <a:lnTo>
                    <a:pt x="215827" y="325946"/>
                  </a:lnTo>
                  <a:lnTo>
                    <a:pt x="220876" y="324321"/>
                  </a:lnTo>
                  <a:lnTo>
                    <a:pt x="225871" y="322538"/>
                  </a:lnTo>
                  <a:lnTo>
                    <a:pt x="230808" y="320596"/>
                  </a:lnTo>
                  <a:lnTo>
                    <a:pt x="235680" y="318499"/>
                  </a:lnTo>
                  <a:lnTo>
                    <a:pt x="240483" y="316249"/>
                  </a:lnTo>
                  <a:lnTo>
                    <a:pt x="245212" y="313847"/>
                  </a:lnTo>
                  <a:lnTo>
                    <a:pt x="249863" y="311297"/>
                  </a:lnTo>
                  <a:lnTo>
                    <a:pt x="254431" y="308600"/>
                  </a:lnTo>
                  <a:lnTo>
                    <a:pt x="258910" y="305759"/>
                  </a:lnTo>
                  <a:lnTo>
                    <a:pt x="263297" y="302778"/>
                  </a:lnTo>
                  <a:lnTo>
                    <a:pt x="267588" y="299659"/>
                  </a:lnTo>
                  <a:lnTo>
                    <a:pt x="271777" y="296406"/>
                  </a:lnTo>
                  <a:lnTo>
                    <a:pt x="275861" y="293021"/>
                  </a:lnTo>
                  <a:lnTo>
                    <a:pt x="279836" y="289509"/>
                  </a:lnTo>
                  <a:lnTo>
                    <a:pt x="283697" y="285872"/>
                  </a:lnTo>
                  <a:lnTo>
                    <a:pt x="287441" y="282115"/>
                  </a:lnTo>
                  <a:lnTo>
                    <a:pt x="291064" y="278240"/>
                  </a:lnTo>
                  <a:lnTo>
                    <a:pt x="294562" y="274253"/>
                  </a:lnTo>
                  <a:lnTo>
                    <a:pt x="297931" y="270157"/>
                  </a:lnTo>
                  <a:lnTo>
                    <a:pt x="301170" y="265955"/>
                  </a:lnTo>
                  <a:lnTo>
                    <a:pt x="304273" y="261654"/>
                  </a:lnTo>
                  <a:lnTo>
                    <a:pt x="307238" y="257255"/>
                  </a:lnTo>
                  <a:lnTo>
                    <a:pt x="310062" y="252766"/>
                  </a:lnTo>
                  <a:lnTo>
                    <a:pt x="312742" y="248188"/>
                  </a:lnTo>
                  <a:lnTo>
                    <a:pt x="315276" y="243528"/>
                  </a:lnTo>
                  <a:lnTo>
                    <a:pt x="317660" y="238790"/>
                  </a:lnTo>
                  <a:lnTo>
                    <a:pt x="319893" y="233979"/>
                  </a:lnTo>
                  <a:lnTo>
                    <a:pt x="321973" y="229099"/>
                  </a:lnTo>
                  <a:lnTo>
                    <a:pt x="323896" y="224156"/>
                  </a:lnTo>
                  <a:lnTo>
                    <a:pt x="325662" y="219154"/>
                  </a:lnTo>
                  <a:lnTo>
                    <a:pt x="327268" y="214099"/>
                  </a:lnTo>
                  <a:lnTo>
                    <a:pt x="328712" y="208995"/>
                  </a:lnTo>
                  <a:lnTo>
                    <a:pt x="329995" y="203848"/>
                  </a:lnTo>
                  <a:lnTo>
                    <a:pt x="331113" y="198663"/>
                  </a:lnTo>
                  <a:lnTo>
                    <a:pt x="332066" y="193445"/>
                  </a:lnTo>
                  <a:lnTo>
                    <a:pt x="332853" y="188200"/>
                  </a:lnTo>
                  <a:lnTo>
                    <a:pt x="333474" y="182932"/>
                  </a:lnTo>
                  <a:lnTo>
                    <a:pt x="333926" y="177647"/>
                  </a:lnTo>
                  <a:lnTo>
                    <a:pt x="334211" y="172350"/>
                  </a:lnTo>
                  <a:lnTo>
                    <a:pt x="334328" y="167048"/>
                  </a:lnTo>
                  <a:lnTo>
                    <a:pt x="334277" y="161744"/>
                  </a:lnTo>
                  <a:lnTo>
                    <a:pt x="334057" y="156444"/>
                  </a:lnTo>
                  <a:lnTo>
                    <a:pt x="333669" y="151154"/>
                  </a:lnTo>
                  <a:lnTo>
                    <a:pt x="333114" y="145879"/>
                  </a:lnTo>
                  <a:lnTo>
                    <a:pt x="332391" y="140624"/>
                  </a:lnTo>
                  <a:lnTo>
                    <a:pt x="331502" y="135395"/>
                  </a:lnTo>
                  <a:lnTo>
                    <a:pt x="330448" y="130196"/>
                  </a:lnTo>
                  <a:lnTo>
                    <a:pt x="329230" y="125034"/>
                  </a:lnTo>
                  <a:lnTo>
                    <a:pt x="327848" y="119913"/>
                  </a:lnTo>
                  <a:lnTo>
                    <a:pt x="326304" y="114838"/>
                  </a:lnTo>
                  <a:lnTo>
                    <a:pt x="324600" y="109815"/>
                  </a:lnTo>
                  <a:lnTo>
                    <a:pt x="322738" y="104848"/>
                  </a:lnTo>
                  <a:lnTo>
                    <a:pt x="320719" y="99943"/>
                  </a:lnTo>
                  <a:lnTo>
                    <a:pt x="318545" y="95105"/>
                  </a:lnTo>
                  <a:lnTo>
                    <a:pt x="316219" y="90338"/>
                  </a:lnTo>
                  <a:lnTo>
                    <a:pt x="313743" y="85647"/>
                  </a:lnTo>
                  <a:lnTo>
                    <a:pt x="311119" y="81037"/>
                  </a:lnTo>
                  <a:lnTo>
                    <a:pt x="308351" y="76513"/>
                  </a:lnTo>
                  <a:lnTo>
                    <a:pt x="305440" y="72079"/>
                  </a:lnTo>
                  <a:lnTo>
                    <a:pt x="302390" y="67739"/>
                  </a:lnTo>
                  <a:lnTo>
                    <a:pt x="299204" y="63498"/>
                  </a:lnTo>
                  <a:lnTo>
                    <a:pt x="295885" y="59361"/>
                  </a:lnTo>
                  <a:lnTo>
                    <a:pt x="292436" y="55330"/>
                  </a:lnTo>
                  <a:lnTo>
                    <a:pt x="288862" y="51412"/>
                  </a:lnTo>
                  <a:lnTo>
                    <a:pt x="285164" y="47608"/>
                  </a:lnTo>
                  <a:lnTo>
                    <a:pt x="281348" y="43924"/>
                  </a:lnTo>
                  <a:lnTo>
                    <a:pt x="277417" y="40363"/>
                  </a:lnTo>
                  <a:lnTo>
                    <a:pt x="273375" y="36928"/>
                  </a:lnTo>
                  <a:lnTo>
                    <a:pt x="269226" y="33624"/>
                  </a:lnTo>
                  <a:lnTo>
                    <a:pt x="264974" y="30452"/>
                  </a:lnTo>
                  <a:lnTo>
                    <a:pt x="260624" y="27417"/>
                  </a:lnTo>
                  <a:lnTo>
                    <a:pt x="256180" y="24522"/>
                  </a:lnTo>
                  <a:lnTo>
                    <a:pt x="251646" y="21769"/>
                  </a:lnTo>
                  <a:lnTo>
                    <a:pt x="247027" y="19162"/>
                  </a:lnTo>
                  <a:lnTo>
                    <a:pt x="242328" y="16702"/>
                  </a:lnTo>
                  <a:lnTo>
                    <a:pt x="237553" y="14392"/>
                  </a:lnTo>
                  <a:lnTo>
                    <a:pt x="232707" y="12235"/>
                  </a:lnTo>
                  <a:lnTo>
                    <a:pt x="227795" y="10233"/>
                  </a:lnTo>
                  <a:lnTo>
                    <a:pt x="222822" y="8388"/>
                  </a:lnTo>
                  <a:lnTo>
                    <a:pt x="217793" y="6702"/>
                  </a:lnTo>
                  <a:lnTo>
                    <a:pt x="212713" y="5176"/>
                  </a:lnTo>
                  <a:lnTo>
                    <a:pt x="207587" y="3812"/>
                  </a:lnTo>
                  <a:lnTo>
                    <a:pt x="202420" y="2611"/>
                  </a:lnTo>
                  <a:lnTo>
                    <a:pt x="197218" y="1575"/>
                  </a:lnTo>
                  <a:lnTo>
                    <a:pt x="191986" y="704"/>
                  </a:lnTo>
                  <a:lnTo>
                    <a:pt x="186729" y="0"/>
                  </a:lnTo>
                  <a:lnTo>
                    <a:pt x="167164" y="166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781287" y="2126963"/>
              <a:ext cx="19564" cy="167167"/>
            </a:xfrm>
            <a:custGeom>
              <a:avLst/>
              <a:pathLst>
                <a:path w="19564" h="167167">
                  <a:moveTo>
                    <a:pt x="19564" y="1148"/>
                  </a:moveTo>
                  <a:lnTo>
                    <a:pt x="9799" y="2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423594" y="2633064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9" y="760"/>
                  </a:lnTo>
                  <a:lnTo>
                    <a:pt x="145946" y="1350"/>
                  </a:lnTo>
                  <a:lnTo>
                    <a:pt x="140684" y="2108"/>
                  </a:lnTo>
                  <a:lnTo>
                    <a:pt x="135449" y="3034"/>
                  </a:lnTo>
                  <a:lnTo>
                    <a:pt x="130246" y="4125"/>
                  </a:lnTo>
                  <a:lnTo>
                    <a:pt x="125080" y="5381"/>
                  </a:lnTo>
                  <a:lnTo>
                    <a:pt x="119957" y="6800"/>
                  </a:lnTo>
                  <a:lnTo>
                    <a:pt x="114882" y="8382"/>
                  </a:lnTo>
                  <a:lnTo>
                    <a:pt x="109859" y="10125"/>
                  </a:lnTo>
                  <a:lnTo>
                    <a:pt x="104895" y="12026"/>
                  </a:lnTo>
                  <a:lnTo>
                    <a:pt x="99993" y="14084"/>
                  </a:lnTo>
                  <a:lnTo>
                    <a:pt x="95160" y="16297"/>
                  </a:lnTo>
                  <a:lnTo>
                    <a:pt x="90399" y="18662"/>
                  </a:lnTo>
                  <a:lnTo>
                    <a:pt x="85716" y="21178"/>
                  </a:lnTo>
                  <a:lnTo>
                    <a:pt x="81115" y="23841"/>
                  </a:lnTo>
                  <a:lnTo>
                    <a:pt x="76601" y="26650"/>
                  </a:lnTo>
                  <a:lnTo>
                    <a:pt x="72179" y="29600"/>
                  </a:lnTo>
                  <a:lnTo>
                    <a:pt x="67852" y="32690"/>
                  </a:lnTo>
                  <a:lnTo>
                    <a:pt x="63627" y="35915"/>
                  </a:lnTo>
                  <a:lnTo>
                    <a:pt x="59505" y="39273"/>
                  </a:lnTo>
                  <a:lnTo>
                    <a:pt x="55493" y="42761"/>
                  </a:lnTo>
                  <a:lnTo>
                    <a:pt x="51594" y="46374"/>
                  </a:lnTo>
                  <a:lnTo>
                    <a:pt x="47811" y="50110"/>
                  </a:lnTo>
                  <a:lnTo>
                    <a:pt x="44150" y="53964"/>
                  </a:lnTo>
                  <a:lnTo>
                    <a:pt x="40612" y="57932"/>
                  </a:lnTo>
                  <a:lnTo>
                    <a:pt x="37203" y="62011"/>
                  </a:lnTo>
                  <a:lnTo>
                    <a:pt x="33925" y="66197"/>
                  </a:lnTo>
                  <a:lnTo>
                    <a:pt x="30782" y="70484"/>
                  </a:lnTo>
                  <a:lnTo>
                    <a:pt x="27776" y="74869"/>
                  </a:lnTo>
                  <a:lnTo>
                    <a:pt x="24912" y="79348"/>
                  </a:lnTo>
                  <a:lnTo>
                    <a:pt x="22192" y="83915"/>
                  </a:lnTo>
                  <a:lnTo>
                    <a:pt x="19618" y="88566"/>
                  </a:lnTo>
                  <a:lnTo>
                    <a:pt x="17193" y="93297"/>
                  </a:lnTo>
                  <a:lnTo>
                    <a:pt x="14920" y="98103"/>
                  </a:lnTo>
                  <a:lnTo>
                    <a:pt x="12801" y="102979"/>
                  </a:lnTo>
                  <a:lnTo>
                    <a:pt x="10838" y="107919"/>
                  </a:lnTo>
                  <a:lnTo>
                    <a:pt x="9033" y="112920"/>
                  </a:lnTo>
                  <a:lnTo>
                    <a:pt x="7388" y="117975"/>
                  </a:lnTo>
                  <a:lnTo>
                    <a:pt x="5905" y="123080"/>
                  </a:lnTo>
                  <a:lnTo>
                    <a:pt x="4585" y="128229"/>
                  </a:lnTo>
                  <a:lnTo>
                    <a:pt x="3429" y="133418"/>
                  </a:lnTo>
                  <a:lnTo>
                    <a:pt x="2438" y="138641"/>
                  </a:lnTo>
                  <a:lnTo>
                    <a:pt x="1615" y="143893"/>
                  </a:lnTo>
                  <a:lnTo>
                    <a:pt x="958" y="149169"/>
                  </a:lnTo>
                  <a:lnTo>
                    <a:pt x="470" y="154463"/>
                  </a:lnTo>
                  <a:lnTo>
                    <a:pt x="150" y="159769"/>
                  </a:lnTo>
                  <a:lnTo>
                    <a:pt x="0" y="165083"/>
                  </a:lnTo>
                  <a:lnTo>
                    <a:pt x="18" y="170399"/>
                  </a:lnTo>
                  <a:lnTo>
                    <a:pt x="205" y="175712"/>
                  </a:lnTo>
                  <a:lnTo>
                    <a:pt x="561" y="181016"/>
                  </a:lnTo>
                  <a:lnTo>
                    <a:pt x="1086" y="186306"/>
                  </a:lnTo>
                  <a:lnTo>
                    <a:pt x="1778" y="191577"/>
                  </a:lnTo>
                  <a:lnTo>
                    <a:pt x="2638" y="196823"/>
                  </a:lnTo>
                  <a:lnTo>
                    <a:pt x="3664" y="202040"/>
                  </a:lnTo>
                  <a:lnTo>
                    <a:pt x="4856" y="207220"/>
                  </a:lnTo>
                  <a:lnTo>
                    <a:pt x="6212" y="212361"/>
                  </a:lnTo>
                  <a:lnTo>
                    <a:pt x="7730" y="217456"/>
                  </a:lnTo>
                  <a:lnTo>
                    <a:pt x="9410" y="222499"/>
                  </a:lnTo>
                  <a:lnTo>
                    <a:pt x="11249" y="227487"/>
                  </a:lnTo>
                  <a:lnTo>
                    <a:pt x="13246" y="232414"/>
                  </a:lnTo>
                  <a:lnTo>
                    <a:pt x="15398" y="237275"/>
                  </a:lnTo>
                  <a:lnTo>
                    <a:pt x="17704" y="242065"/>
                  </a:lnTo>
                  <a:lnTo>
                    <a:pt x="20161" y="246779"/>
                  </a:lnTo>
                  <a:lnTo>
                    <a:pt x="22767" y="251413"/>
                  </a:lnTo>
                  <a:lnTo>
                    <a:pt x="25519" y="255961"/>
                  </a:lnTo>
                  <a:lnTo>
                    <a:pt x="28414" y="260420"/>
                  </a:lnTo>
                  <a:lnTo>
                    <a:pt x="31449" y="264784"/>
                  </a:lnTo>
                  <a:lnTo>
                    <a:pt x="34622" y="269050"/>
                  </a:lnTo>
                  <a:lnTo>
                    <a:pt x="37928" y="273213"/>
                  </a:lnTo>
                  <a:lnTo>
                    <a:pt x="41366" y="277268"/>
                  </a:lnTo>
                  <a:lnTo>
                    <a:pt x="44930" y="281212"/>
                  </a:lnTo>
                  <a:lnTo>
                    <a:pt x="48618" y="285041"/>
                  </a:lnTo>
                  <a:lnTo>
                    <a:pt x="52426" y="288750"/>
                  </a:lnTo>
                  <a:lnTo>
                    <a:pt x="56351" y="292337"/>
                  </a:lnTo>
                  <a:lnTo>
                    <a:pt x="60387" y="295797"/>
                  </a:lnTo>
                  <a:lnTo>
                    <a:pt x="64531" y="299127"/>
                  </a:lnTo>
                  <a:lnTo>
                    <a:pt x="68779" y="302323"/>
                  </a:lnTo>
                  <a:lnTo>
                    <a:pt x="73126" y="305383"/>
                  </a:lnTo>
                  <a:lnTo>
                    <a:pt x="77568" y="308303"/>
                  </a:lnTo>
                  <a:lnTo>
                    <a:pt x="82101" y="311080"/>
                  </a:lnTo>
                  <a:lnTo>
                    <a:pt x="86720" y="313712"/>
                  </a:lnTo>
                  <a:lnTo>
                    <a:pt x="91421" y="316195"/>
                  </a:lnTo>
                  <a:lnTo>
                    <a:pt x="96198" y="318528"/>
                  </a:lnTo>
                  <a:lnTo>
                    <a:pt x="101047" y="320708"/>
                  </a:lnTo>
                  <a:lnTo>
                    <a:pt x="105962" y="322732"/>
                  </a:lnTo>
                  <a:lnTo>
                    <a:pt x="110940" y="324599"/>
                  </a:lnTo>
                  <a:lnTo>
                    <a:pt x="115974" y="326307"/>
                  </a:lnTo>
                  <a:lnTo>
                    <a:pt x="121060" y="327854"/>
                  </a:lnTo>
                  <a:lnTo>
                    <a:pt x="126193" y="329238"/>
                  </a:lnTo>
                  <a:lnTo>
                    <a:pt x="131367" y="330459"/>
                  </a:lnTo>
                  <a:lnTo>
                    <a:pt x="136577" y="331514"/>
                  </a:lnTo>
                  <a:lnTo>
                    <a:pt x="141819" y="332403"/>
                  </a:lnTo>
                  <a:lnTo>
                    <a:pt x="147085" y="333125"/>
                  </a:lnTo>
                  <a:lnTo>
                    <a:pt x="152373" y="333680"/>
                  </a:lnTo>
                  <a:lnTo>
                    <a:pt x="157675" y="334065"/>
                  </a:lnTo>
                  <a:lnTo>
                    <a:pt x="162987" y="334282"/>
                  </a:lnTo>
                  <a:lnTo>
                    <a:pt x="168302" y="334330"/>
                  </a:lnTo>
                  <a:lnTo>
                    <a:pt x="173617" y="334209"/>
                  </a:lnTo>
                  <a:lnTo>
                    <a:pt x="178925" y="333919"/>
                  </a:lnTo>
                  <a:lnTo>
                    <a:pt x="184222" y="333461"/>
                  </a:lnTo>
                  <a:lnTo>
                    <a:pt x="189501" y="332834"/>
                  </a:lnTo>
                  <a:lnTo>
                    <a:pt x="194757" y="332040"/>
                  </a:lnTo>
                  <a:lnTo>
                    <a:pt x="199986" y="331079"/>
                  </a:lnTo>
                  <a:lnTo>
                    <a:pt x="205181" y="329952"/>
                  </a:lnTo>
                  <a:lnTo>
                    <a:pt x="210338" y="328660"/>
                  </a:lnTo>
                  <a:lnTo>
                    <a:pt x="215451" y="327205"/>
                  </a:lnTo>
                  <a:lnTo>
                    <a:pt x="220516" y="325589"/>
                  </a:lnTo>
                  <a:lnTo>
                    <a:pt x="225526" y="323812"/>
                  </a:lnTo>
                  <a:lnTo>
                    <a:pt x="230477" y="321877"/>
                  </a:lnTo>
                  <a:lnTo>
                    <a:pt x="235365" y="319785"/>
                  </a:lnTo>
                  <a:lnTo>
                    <a:pt x="240183" y="317539"/>
                  </a:lnTo>
                  <a:lnTo>
                    <a:pt x="244928" y="315141"/>
                  </a:lnTo>
                  <a:lnTo>
                    <a:pt x="249593" y="312593"/>
                  </a:lnTo>
                  <a:lnTo>
                    <a:pt x="254176" y="309898"/>
                  </a:lnTo>
                  <a:lnTo>
                    <a:pt x="258670" y="307059"/>
                  </a:lnTo>
                  <a:lnTo>
                    <a:pt x="263072" y="304078"/>
                  </a:lnTo>
                  <a:lnTo>
                    <a:pt x="267377" y="300959"/>
                  </a:lnTo>
                  <a:lnTo>
                    <a:pt x="271581" y="297704"/>
                  </a:lnTo>
                  <a:lnTo>
                    <a:pt x="275679" y="294318"/>
                  </a:lnTo>
                  <a:lnTo>
                    <a:pt x="279667" y="290803"/>
                  </a:lnTo>
                  <a:lnTo>
                    <a:pt x="283541" y="287163"/>
                  </a:lnTo>
                  <a:lnTo>
                    <a:pt x="287298" y="283401"/>
                  </a:lnTo>
                  <a:lnTo>
                    <a:pt x="290933" y="279522"/>
                  </a:lnTo>
                  <a:lnTo>
                    <a:pt x="294443" y="275529"/>
                  </a:lnTo>
                  <a:lnTo>
                    <a:pt x="297824" y="271427"/>
                  </a:lnTo>
                  <a:lnTo>
                    <a:pt x="301073" y="267220"/>
                  </a:lnTo>
                  <a:lnTo>
                    <a:pt x="304187" y="262911"/>
                  </a:lnTo>
                  <a:lnTo>
                    <a:pt x="307162" y="258505"/>
                  </a:lnTo>
                  <a:lnTo>
                    <a:pt x="309996" y="254007"/>
                  </a:lnTo>
                  <a:lnTo>
                    <a:pt x="312685" y="249421"/>
                  </a:lnTo>
                  <a:lnTo>
                    <a:pt x="315227" y="244752"/>
                  </a:lnTo>
                  <a:lnTo>
                    <a:pt x="317619" y="240004"/>
                  </a:lnTo>
                  <a:lnTo>
                    <a:pt x="319859" y="235183"/>
                  </a:lnTo>
                  <a:lnTo>
                    <a:pt x="321944" y="230293"/>
                  </a:lnTo>
                  <a:lnTo>
                    <a:pt x="323873" y="225339"/>
                  </a:lnTo>
                  <a:lnTo>
                    <a:pt x="325644" y="220327"/>
                  </a:lnTo>
                  <a:lnTo>
                    <a:pt x="327254" y="215260"/>
                  </a:lnTo>
                  <a:lnTo>
                    <a:pt x="328702" y="210145"/>
                  </a:lnTo>
                  <a:lnTo>
                    <a:pt x="329987" y="204987"/>
                  </a:lnTo>
                  <a:lnTo>
                    <a:pt x="331107" y="199790"/>
                  </a:lnTo>
                  <a:lnTo>
                    <a:pt x="332062" y="194560"/>
                  </a:lnTo>
                  <a:lnTo>
                    <a:pt x="332849" y="189303"/>
                  </a:lnTo>
                  <a:lnTo>
                    <a:pt x="333469" y="184023"/>
                  </a:lnTo>
                  <a:lnTo>
                    <a:pt x="333921" y="178726"/>
                  </a:lnTo>
                  <a:lnTo>
                    <a:pt x="334205" y="173417"/>
                  </a:lnTo>
                  <a:lnTo>
                    <a:pt x="334319" y="168102"/>
                  </a:lnTo>
                  <a:lnTo>
                    <a:pt x="334264" y="162787"/>
                  </a:lnTo>
                  <a:lnTo>
                    <a:pt x="334040" y="157475"/>
                  </a:lnTo>
                  <a:lnTo>
                    <a:pt x="333648" y="15217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85238"/>
              <a:ext cx="166493" cy="14993"/>
            </a:xfrm>
            <a:custGeom>
              <a:avLst/>
              <a:pathLst>
                <a:path w="166493" h="14993">
                  <a:moveTo>
                    <a:pt x="166493" y="0"/>
                  </a:moveTo>
                  <a:lnTo>
                    <a:pt x="0" y="14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656440"/>
              <a:ext cx="166493" cy="143791"/>
            </a:xfrm>
            <a:custGeom>
              <a:avLst/>
              <a:pathLst>
                <a:path w="166493" h="143791">
                  <a:moveTo>
                    <a:pt x="166493" y="128797"/>
                  </a:moveTo>
                  <a:lnTo>
                    <a:pt x="165916" y="123376"/>
                  </a:lnTo>
                  <a:lnTo>
                    <a:pt x="165162" y="117977"/>
                  </a:lnTo>
                  <a:lnTo>
                    <a:pt x="164232" y="112605"/>
                  </a:lnTo>
                  <a:lnTo>
                    <a:pt x="163128" y="107267"/>
                  </a:lnTo>
                  <a:lnTo>
                    <a:pt x="161850" y="101967"/>
                  </a:lnTo>
                  <a:lnTo>
                    <a:pt x="160401" y="96712"/>
                  </a:lnTo>
                  <a:lnTo>
                    <a:pt x="158780" y="91507"/>
                  </a:lnTo>
                  <a:lnTo>
                    <a:pt x="156991" y="86357"/>
                  </a:lnTo>
                  <a:lnTo>
                    <a:pt x="155035" y="81268"/>
                  </a:lnTo>
                  <a:lnTo>
                    <a:pt x="152914" y="76246"/>
                  </a:lnTo>
                  <a:lnTo>
                    <a:pt x="150630" y="71296"/>
                  </a:lnTo>
                  <a:lnTo>
                    <a:pt x="148186" y="66423"/>
                  </a:lnTo>
                  <a:lnTo>
                    <a:pt x="145584" y="61632"/>
                  </a:lnTo>
                  <a:lnTo>
                    <a:pt x="142828" y="56929"/>
                  </a:lnTo>
                  <a:lnTo>
                    <a:pt x="139920" y="52318"/>
                  </a:lnTo>
                  <a:lnTo>
                    <a:pt x="136863" y="47804"/>
                  </a:lnTo>
                  <a:lnTo>
                    <a:pt x="133660" y="43392"/>
                  </a:lnTo>
                  <a:lnTo>
                    <a:pt x="130315" y="39087"/>
                  </a:lnTo>
                  <a:lnTo>
                    <a:pt x="126832" y="34894"/>
                  </a:lnTo>
                  <a:lnTo>
                    <a:pt x="123214" y="30816"/>
                  </a:lnTo>
                  <a:lnTo>
                    <a:pt x="119464" y="26859"/>
                  </a:lnTo>
                  <a:lnTo>
                    <a:pt x="115588" y="23025"/>
                  </a:lnTo>
                  <a:lnTo>
                    <a:pt x="111589" y="19321"/>
                  </a:lnTo>
                  <a:lnTo>
                    <a:pt x="107471" y="15748"/>
                  </a:lnTo>
                  <a:lnTo>
                    <a:pt x="103238" y="12312"/>
                  </a:lnTo>
                  <a:lnTo>
                    <a:pt x="98896" y="9015"/>
                  </a:lnTo>
                  <a:lnTo>
                    <a:pt x="94449" y="5862"/>
                  </a:lnTo>
                  <a:lnTo>
                    <a:pt x="89901" y="2856"/>
                  </a:lnTo>
                  <a:lnTo>
                    <a:pt x="85258" y="0"/>
                  </a:lnTo>
                  <a:lnTo>
                    <a:pt x="0" y="143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633064"/>
              <a:ext cx="85258" cy="167167"/>
            </a:xfrm>
            <a:custGeom>
              <a:avLst/>
              <a:pathLst>
                <a:path w="85258" h="167167">
                  <a:moveTo>
                    <a:pt x="85258" y="23376"/>
                  </a:moveTo>
                  <a:lnTo>
                    <a:pt x="80401" y="20605"/>
                  </a:lnTo>
                  <a:lnTo>
                    <a:pt x="75455" y="17998"/>
                  </a:lnTo>
                  <a:lnTo>
                    <a:pt x="70424" y="15558"/>
                  </a:lnTo>
                  <a:lnTo>
                    <a:pt x="65314" y="13287"/>
                  </a:lnTo>
                  <a:lnTo>
                    <a:pt x="60131" y="11189"/>
                  </a:lnTo>
                  <a:lnTo>
                    <a:pt x="54881" y="9265"/>
                  </a:lnTo>
                  <a:lnTo>
                    <a:pt x="49569" y="7518"/>
                  </a:lnTo>
                  <a:lnTo>
                    <a:pt x="44202" y="5949"/>
                  </a:lnTo>
                  <a:lnTo>
                    <a:pt x="38786" y="4561"/>
                  </a:lnTo>
                  <a:lnTo>
                    <a:pt x="33326" y="3355"/>
                  </a:lnTo>
                  <a:lnTo>
                    <a:pt x="27828" y="2332"/>
                  </a:lnTo>
                  <a:lnTo>
                    <a:pt x="22300" y="1494"/>
                  </a:lnTo>
                  <a:lnTo>
                    <a:pt x="16747" y="841"/>
                  </a:lnTo>
                  <a:lnTo>
                    <a:pt x="11175" y="373"/>
                  </a:lnTo>
                  <a:lnTo>
                    <a:pt x="559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358827" y="3170392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2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1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5" y="35633"/>
                  </a:lnTo>
                  <a:lnTo>
                    <a:pt x="59871" y="38966"/>
                  </a:lnTo>
                  <a:lnTo>
                    <a:pt x="55865" y="42427"/>
                  </a:lnTo>
                  <a:lnTo>
                    <a:pt x="51971" y="46014"/>
                  </a:lnTo>
                  <a:lnTo>
                    <a:pt x="48192" y="49722"/>
                  </a:lnTo>
                  <a:lnTo>
                    <a:pt x="44533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2"/>
                  </a:lnTo>
                  <a:lnTo>
                    <a:pt x="28149" y="74308"/>
                  </a:lnTo>
                  <a:lnTo>
                    <a:pt x="25278" y="78756"/>
                  </a:lnTo>
                  <a:lnTo>
                    <a:pt x="22550" y="83293"/>
                  </a:lnTo>
                  <a:lnTo>
                    <a:pt x="19966" y="87915"/>
                  </a:lnTo>
                  <a:lnTo>
                    <a:pt x="17530" y="92615"/>
                  </a:lnTo>
                  <a:lnTo>
                    <a:pt x="15245" y="97391"/>
                  </a:lnTo>
                  <a:lnTo>
                    <a:pt x="13111" y="102236"/>
                  </a:lnTo>
                  <a:lnTo>
                    <a:pt x="11132" y="107147"/>
                  </a:lnTo>
                  <a:lnTo>
                    <a:pt x="9310" y="112118"/>
                  </a:lnTo>
                  <a:lnTo>
                    <a:pt x="7646" y="117144"/>
                  </a:lnTo>
                  <a:lnTo>
                    <a:pt x="6142" y="122220"/>
                  </a:lnTo>
                  <a:lnTo>
                    <a:pt x="4799" y="127342"/>
                  </a:lnTo>
                  <a:lnTo>
                    <a:pt x="3619" y="132503"/>
                  </a:lnTo>
                  <a:lnTo>
                    <a:pt x="2604" y="137699"/>
                  </a:lnTo>
                  <a:lnTo>
                    <a:pt x="1753" y="142924"/>
                  </a:lnTo>
                  <a:lnTo>
                    <a:pt x="1068" y="148174"/>
                  </a:lnTo>
                  <a:lnTo>
                    <a:pt x="550" y="153443"/>
                  </a:lnTo>
                  <a:lnTo>
                    <a:pt x="199" y="158726"/>
                  </a:lnTo>
                  <a:lnTo>
                    <a:pt x="15" y="164017"/>
                  </a:lnTo>
                  <a:lnTo>
                    <a:pt x="0" y="169312"/>
                  </a:lnTo>
                  <a:lnTo>
                    <a:pt x="151" y="174604"/>
                  </a:lnTo>
                  <a:lnTo>
                    <a:pt x="471" y="179889"/>
                  </a:lnTo>
                  <a:lnTo>
                    <a:pt x="957" y="185161"/>
                  </a:lnTo>
                  <a:lnTo>
                    <a:pt x="1610" y="190415"/>
                  </a:lnTo>
                  <a:lnTo>
                    <a:pt x="2429" y="195645"/>
                  </a:lnTo>
                  <a:lnTo>
                    <a:pt x="3414" y="200847"/>
                  </a:lnTo>
                  <a:lnTo>
                    <a:pt x="4562" y="206016"/>
                  </a:lnTo>
                  <a:lnTo>
                    <a:pt x="5874" y="211145"/>
                  </a:lnTo>
                  <a:lnTo>
                    <a:pt x="7348" y="216230"/>
                  </a:lnTo>
                  <a:lnTo>
                    <a:pt x="8982" y="221266"/>
                  </a:lnTo>
                  <a:lnTo>
                    <a:pt x="10774" y="226248"/>
                  </a:lnTo>
                  <a:lnTo>
                    <a:pt x="12724" y="231170"/>
                  </a:lnTo>
                  <a:lnTo>
                    <a:pt x="14828" y="236029"/>
                  </a:lnTo>
                  <a:lnTo>
                    <a:pt x="17085" y="240818"/>
                  </a:lnTo>
                  <a:lnTo>
                    <a:pt x="19492" y="245533"/>
                  </a:lnTo>
                  <a:lnTo>
                    <a:pt x="22048" y="250170"/>
                  </a:lnTo>
                  <a:lnTo>
                    <a:pt x="24749" y="254723"/>
                  </a:lnTo>
                  <a:lnTo>
                    <a:pt x="27593" y="259189"/>
                  </a:lnTo>
                  <a:lnTo>
                    <a:pt x="30577" y="263562"/>
                  </a:lnTo>
                  <a:lnTo>
                    <a:pt x="33699" y="267839"/>
                  </a:lnTo>
                  <a:lnTo>
                    <a:pt x="36953" y="272014"/>
                  </a:lnTo>
                  <a:lnTo>
                    <a:pt x="40339" y="276085"/>
                  </a:lnTo>
                  <a:lnTo>
                    <a:pt x="43852" y="280046"/>
                  </a:lnTo>
                  <a:lnTo>
                    <a:pt x="47488" y="283894"/>
                  </a:lnTo>
                  <a:lnTo>
                    <a:pt x="51245" y="287625"/>
                  </a:lnTo>
                  <a:lnTo>
                    <a:pt x="55117" y="291235"/>
                  </a:lnTo>
                  <a:lnTo>
                    <a:pt x="59102" y="294721"/>
                  </a:lnTo>
                  <a:lnTo>
                    <a:pt x="63196" y="298078"/>
                  </a:lnTo>
                  <a:lnTo>
                    <a:pt x="67394" y="301305"/>
                  </a:lnTo>
                  <a:lnTo>
                    <a:pt x="71691" y="304397"/>
                  </a:lnTo>
                  <a:lnTo>
                    <a:pt x="76085" y="307351"/>
                  </a:lnTo>
                  <a:lnTo>
                    <a:pt x="80570" y="310164"/>
                  </a:lnTo>
                  <a:lnTo>
                    <a:pt x="85142" y="312835"/>
                  </a:lnTo>
                  <a:lnTo>
                    <a:pt x="89796" y="315359"/>
                  </a:lnTo>
                  <a:lnTo>
                    <a:pt x="94527" y="317734"/>
                  </a:lnTo>
                  <a:lnTo>
                    <a:pt x="99332" y="319958"/>
                  </a:lnTo>
                  <a:lnTo>
                    <a:pt x="104204" y="322029"/>
                  </a:lnTo>
                  <a:lnTo>
                    <a:pt x="109140" y="323945"/>
                  </a:lnTo>
                  <a:lnTo>
                    <a:pt x="114134" y="325704"/>
                  </a:lnTo>
                  <a:lnTo>
                    <a:pt x="119181" y="327303"/>
                  </a:lnTo>
                  <a:lnTo>
                    <a:pt x="124276" y="328742"/>
                  </a:lnTo>
                  <a:lnTo>
                    <a:pt x="129414" y="330019"/>
                  </a:lnTo>
                  <a:lnTo>
                    <a:pt x="134590" y="331132"/>
                  </a:lnTo>
                  <a:lnTo>
                    <a:pt x="139799" y="332081"/>
                  </a:lnTo>
                  <a:lnTo>
                    <a:pt x="145035" y="332865"/>
                  </a:lnTo>
                  <a:lnTo>
                    <a:pt x="150293" y="333482"/>
                  </a:lnTo>
                  <a:lnTo>
                    <a:pt x="155568" y="333932"/>
                  </a:lnTo>
                  <a:lnTo>
                    <a:pt x="160855" y="334216"/>
                  </a:lnTo>
                  <a:lnTo>
                    <a:pt x="166148" y="334331"/>
                  </a:lnTo>
                  <a:lnTo>
                    <a:pt x="171442" y="334279"/>
                  </a:lnTo>
                  <a:lnTo>
                    <a:pt x="176732" y="334060"/>
                  </a:lnTo>
                  <a:lnTo>
                    <a:pt x="182012" y="333673"/>
                  </a:lnTo>
                  <a:lnTo>
                    <a:pt x="187278" y="333119"/>
                  </a:lnTo>
                  <a:lnTo>
                    <a:pt x="192523" y="332398"/>
                  </a:lnTo>
                  <a:lnTo>
                    <a:pt x="197743" y="331512"/>
                  </a:lnTo>
                  <a:lnTo>
                    <a:pt x="202932" y="330461"/>
                  </a:lnTo>
                  <a:lnTo>
                    <a:pt x="208085" y="329246"/>
                  </a:lnTo>
                  <a:lnTo>
                    <a:pt x="213197" y="327868"/>
                  </a:lnTo>
                  <a:lnTo>
                    <a:pt x="218263" y="326330"/>
                  </a:lnTo>
                  <a:lnTo>
                    <a:pt x="223277" y="324631"/>
                  </a:lnTo>
                  <a:lnTo>
                    <a:pt x="228236" y="322775"/>
                  </a:lnTo>
                  <a:lnTo>
                    <a:pt x="233133" y="320763"/>
                  </a:lnTo>
                  <a:lnTo>
                    <a:pt x="237963" y="318596"/>
                  </a:lnTo>
                  <a:lnTo>
                    <a:pt x="242723" y="316278"/>
                  </a:lnTo>
                  <a:lnTo>
                    <a:pt x="247407" y="313810"/>
                  </a:lnTo>
                  <a:lnTo>
                    <a:pt x="252011" y="311195"/>
                  </a:lnTo>
                  <a:lnTo>
                    <a:pt x="256529" y="308436"/>
                  </a:lnTo>
                  <a:lnTo>
                    <a:pt x="260958" y="305535"/>
                  </a:lnTo>
                  <a:lnTo>
                    <a:pt x="265293" y="302495"/>
                  </a:lnTo>
                  <a:lnTo>
                    <a:pt x="269529" y="299319"/>
                  </a:lnTo>
                  <a:lnTo>
                    <a:pt x="273662" y="296011"/>
                  </a:lnTo>
                  <a:lnTo>
                    <a:pt x="277689" y="292573"/>
                  </a:lnTo>
                  <a:lnTo>
                    <a:pt x="281605" y="289010"/>
                  </a:lnTo>
                  <a:lnTo>
                    <a:pt x="285406" y="285324"/>
                  </a:lnTo>
                  <a:lnTo>
                    <a:pt x="289088" y="281520"/>
                  </a:lnTo>
                  <a:lnTo>
                    <a:pt x="292649" y="277602"/>
                  </a:lnTo>
                  <a:lnTo>
                    <a:pt x="296083" y="273572"/>
                  </a:lnTo>
                  <a:lnTo>
                    <a:pt x="299388" y="269436"/>
                  </a:lnTo>
                  <a:lnTo>
                    <a:pt x="302560" y="265197"/>
                  </a:lnTo>
                  <a:lnTo>
                    <a:pt x="305596" y="260860"/>
                  </a:lnTo>
                  <a:lnTo>
                    <a:pt x="308494" y="256429"/>
                  </a:lnTo>
                  <a:lnTo>
                    <a:pt x="311250" y="251908"/>
                  </a:lnTo>
                  <a:lnTo>
                    <a:pt x="313861" y="247303"/>
                  </a:lnTo>
                  <a:lnTo>
                    <a:pt x="316325" y="242617"/>
                  </a:lnTo>
                  <a:lnTo>
                    <a:pt x="318640" y="237855"/>
                  </a:lnTo>
                  <a:lnTo>
                    <a:pt x="320802" y="233022"/>
                  </a:lnTo>
                  <a:lnTo>
                    <a:pt x="322811" y="228124"/>
                  </a:lnTo>
                  <a:lnTo>
                    <a:pt x="324663" y="223164"/>
                  </a:lnTo>
                  <a:lnTo>
                    <a:pt x="326357" y="218148"/>
                  </a:lnTo>
                  <a:lnTo>
                    <a:pt x="327892" y="213081"/>
                  </a:lnTo>
                  <a:lnTo>
                    <a:pt x="329265" y="207968"/>
                  </a:lnTo>
                  <a:lnTo>
                    <a:pt x="330476" y="202814"/>
                  </a:lnTo>
                  <a:lnTo>
                    <a:pt x="331523" y="197624"/>
                  </a:lnTo>
                  <a:lnTo>
                    <a:pt x="332405" y="192403"/>
                  </a:lnTo>
                  <a:lnTo>
                    <a:pt x="333121" y="187158"/>
                  </a:lnTo>
                  <a:lnTo>
                    <a:pt x="333671" y="181892"/>
                  </a:lnTo>
                  <a:lnTo>
                    <a:pt x="334054" y="176611"/>
                  </a:lnTo>
                  <a:lnTo>
                    <a:pt x="334269" y="171321"/>
                  </a:lnTo>
                  <a:lnTo>
                    <a:pt x="334317" y="166027"/>
                  </a:lnTo>
                  <a:lnTo>
                    <a:pt x="334197" y="160734"/>
                  </a:lnTo>
                  <a:lnTo>
                    <a:pt x="333909" y="155448"/>
                  </a:lnTo>
                  <a:lnTo>
                    <a:pt x="333455" y="150173"/>
                  </a:lnTo>
                  <a:lnTo>
                    <a:pt x="332833" y="144915"/>
                  </a:lnTo>
                  <a:lnTo>
                    <a:pt x="332045" y="139679"/>
                  </a:lnTo>
                  <a:lnTo>
                    <a:pt x="331092" y="134472"/>
                  </a:lnTo>
                  <a:lnTo>
                    <a:pt x="329974" y="129296"/>
                  </a:lnTo>
                  <a:lnTo>
                    <a:pt x="328694" y="124159"/>
                  </a:lnTo>
                  <a:lnTo>
                    <a:pt x="327251" y="119065"/>
                  </a:lnTo>
                  <a:lnTo>
                    <a:pt x="325647" y="114020"/>
                  </a:lnTo>
                  <a:lnTo>
                    <a:pt x="323885" y="109027"/>
                  </a:lnTo>
                  <a:lnTo>
                    <a:pt x="321965" y="104093"/>
                  </a:lnTo>
                  <a:lnTo>
                    <a:pt x="319890" y="99222"/>
                  </a:lnTo>
                  <a:lnTo>
                    <a:pt x="317662" y="94420"/>
                  </a:lnTo>
                  <a:lnTo>
                    <a:pt x="315282" y="89690"/>
                  </a:lnTo>
                  <a:lnTo>
                    <a:pt x="312755" y="85038"/>
                  </a:lnTo>
                  <a:lnTo>
                    <a:pt x="310081" y="80468"/>
                  </a:lnTo>
                  <a:lnTo>
                    <a:pt x="307264" y="75986"/>
                  </a:lnTo>
                  <a:lnTo>
                    <a:pt x="304306" y="71595"/>
                  </a:lnTo>
                  <a:lnTo>
                    <a:pt x="301211" y="67299"/>
                  </a:lnTo>
                  <a:lnTo>
                    <a:pt x="297981" y="63104"/>
                  </a:lnTo>
                  <a:lnTo>
                    <a:pt x="294620" y="59013"/>
                  </a:lnTo>
                  <a:lnTo>
                    <a:pt x="291131" y="55031"/>
                  </a:lnTo>
                  <a:lnTo>
                    <a:pt x="287518" y="51161"/>
                  </a:lnTo>
                  <a:lnTo>
                    <a:pt x="283784" y="47408"/>
                  </a:lnTo>
                  <a:lnTo>
                    <a:pt x="279933" y="4377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14167"/>
              <a:ext cx="112779" cy="123392"/>
            </a:xfrm>
            <a:custGeom>
              <a:avLst/>
              <a:pathLst>
                <a:path w="112779" h="123392">
                  <a:moveTo>
                    <a:pt x="112779" y="0"/>
                  </a:moveTo>
                  <a:lnTo>
                    <a:pt x="0" y="123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13344"/>
              <a:ext cx="112779" cy="124215"/>
            </a:xfrm>
            <a:custGeom>
              <a:avLst/>
              <a:pathLst>
                <a:path w="112779" h="124215">
                  <a:moveTo>
                    <a:pt x="112779" y="823"/>
                  </a:moveTo>
                  <a:lnTo>
                    <a:pt x="111872" y="0"/>
                  </a:lnTo>
                  <a:lnTo>
                    <a:pt x="0" y="1242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70392"/>
              <a:ext cx="111872" cy="167167"/>
            </a:xfrm>
            <a:custGeom>
              <a:avLst/>
              <a:pathLst>
                <a:path w="111872" h="167167">
                  <a:moveTo>
                    <a:pt x="111872" y="42951"/>
                  </a:moveTo>
                  <a:lnTo>
                    <a:pt x="107671" y="39292"/>
                  </a:lnTo>
                  <a:lnTo>
                    <a:pt x="103350" y="35776"/>
                  </a:lnTo>
                  <a:lnTo>
                    <a:pt x="98915" y="32405"/>
                  </a:lnTo>
                  <a:lnTo>
                    <a:pt x="94370" y="29184"/>
                  </a:lnTo>
                  <a:lnTo>
                    <a:pt x="89720" y="26117"/>
                  </a:lnTo>
                  <a:lnTo>
                    <a:pt x="84970" y="23206"/>
                  </a:lnTo>
                  <a:lnTo>
                    <a:pt x="80127" y="20454"/>
                  </a:lnTo>
                  <a:lnTo>
                    <a:pt x="75194" y="17866"/>
                  </a:lnTo>
                  <a:lnTo>
                    <a:pt x="70177" y="15443"/>
                  </a:lnTo>
                  <a:lnTo>
                    <a:pt x="65083" y="13189"/>
                  </a:lnTo>
                  <a:lnTo>
                    <a:pt x="59916" y="11106"/>
                  </a:lnTo>
                  <a:lnTo>
                    <a:pt x="54683" y="9197"/>
                  </a:lnTo>
                  <a:lnTo>
                    <a:pt x="49390" y="7462"/>
                  </a:lnTo>
                  <a:lnTo>
                    <a:pt x="44041" y="5905"/>
                  </a:lnTo>
                  <a:lnTo>
                    <a:pt x="38643" y="4527"/>
                  </a:lnTo>
                  <a:lnTo>
                    <a:pt x="33203" y="3330"/>
                  </a:lnTo>
                  <a:lnTo>
                    <a:pt x="27725" y="2315"/>
                  </a:lnTo>
                  <a:lnTo>
                    <a:pt x="22217" y="1483"/>
                  </a:lnTo>
                  <a:lnTo>
                    <a:pt x="16684" y="834"/>
                  </a:lnTo>
                  <a:lnTo>
                    <a:pt x="11133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423587" y="3707720"/>
              <a:ext cx="334325" cy="334317"/>
            </a:xfrm>
            <a:custGeom>
              <a:avLst/>
              <a:pathLst>
                <a:path w="334325" h="334317">
                  <a:moveTo>
                    <a:pt x="167161" y="0"/>
                  </a:moveTo>
                  <a:lnTo>
                    <a:pt x="161881" y="83"/>
                  </a:lnTo>
                  <a:lnTo>
                    <a:pt x="156607" y="333"/>
                  </a:lnTo>
                  <a:lnTo>
                    <a:pt x="151343" y="750"/>
                  </a:lnTo>
                  <a:lnTo>
                    <a:pt x="146095" y="1332"/>
                  </a:lnTo>
                  <a:lnTo>
                    <a:pt x="140868" y="2080"/>
                  </a:lnTo>
                  <a:lnTo>
                    <a:pt x="135667" y="2993"/>
                  </a:lnTo>
                  <a:lnTo>
                    <a:pt x="130497" y="4070"/>
                  </a:lnTo>
                  <a:lnTo>
                    <a:pt x="125365" y="5309"/>
                  </a:lnTo>
                  <a:lnTo>
                    <a:pt x="120274" y="6710"/>
                  </a:lnTo>
                  <a:lnTo>
                    <a:pt x="115229" y="8271"/>
                  </a:lnTo>
                  <a:lnTo>
                    <a:pt x="110237" y="9990"/>
                  </a:lnTo>
                  <a:lnTo>
                    <a:pt x="105301" y="11866"/>
                  </a:lnTo>
                  <a:lnTo>
                    <a:pt x="100427" y="13897"/>
                  </a:lnTo>
                  <a:lnTo>
                    <a:pt x="95619" y="16082"/>
                  </a:lnTo>
                  <a:lnTo>
                    <a:pt x="90883" y="18416"/>
                  </a:lnTo>
                  <a:lnTo>
                    <a:pt x="86224" y="20900"/>
                  </a:lnTo>
                  <a:lnTo>
                    <a:pt x="81644" y="23529"/>
                  </a:lnTo>
                  <a:lnTo>
                    <a:pt x="77150" y="26301"/>
                  </a:lnTo>
                  <a:lnTo>
                    <a:pt x="72746" y="29214"/>
                  </a:lnTo>
                  <a:lnTo>
                    <a:pt x="68437" y="32265"/>
                  </a:lnTo>
                  <a:lnTo>
                    <a:pt x="64225" y="35450"/>
                  </a:lnTo>
                  <a:lnTo>
                    <a:pt x="60117" y="38767"/>
                  </a:lnTo>
                  <a:lnTo>
                    <a:pt x="56115" y="42212"/>
                  </a:lnTo>
                  <a:lnTo>
                    <a:pt x="52224" y="45782"/>
                  </a:lnTo>
                  <a:lnTo>
                    <a:pt x="48447" y="49472"/>
                  </a:lnTo>
                  <a:lnTo>
                    <a:pt x="44789" y="53280"/>
                  </a:lnTo>
                  <a:lnTo>
                    <a:pt x="41253" y="57202"/>
                  </a:lnTo>
                  <a:lnTo>
                    <a:pt x="37843" y="61233"/>
                  </a:lnTo>
                  <a:lnTo>
                    <a:pt x="34562" y="65370"/>
                  </a:lnTo>
                  <a:lnTo>
                    <a:pt x="31413" y="69609"/>
                  </a:lnTo>
                  <a:lnTo>
                    <a:pt x="28400" y="73945"/>
                  </a:lnTo>
                  <a:lnTo>
                    <a:pt x="25525" y="78374"/>
                  </a:lnTo>
                  <a:lnTo>
                    <a:pt x="22791" y="82892"/>
                  </a:lnTo>
                  <a:lnTo>
                    <a:pt x="20201" y="87493"/>
                  </a:lnTo>
                  <a:lnTo>
                    <a:pt x="17758" y="92174"/>
                  </a:lnTo>
                  <a:lnTo>
                    <a:pt x="15464" y="96930"/>
                  </a:lnTo>
                  <a:lnTo>
                    <a:pt x="13322" y="101757"/>
                  </a:lnTo>
                  <a:lnTo>
                    <a:pt x="11333" y="106648"/>
                  </a:lnTo>
                  <a:lnTo>
                    <a:pt x="9499" y="111600"/>
                  </a:lnTo>
                  <a:lnTo>
                    <a:pt x="7823" y="116607"/>
                  </a:lnTo>
                  <a:lnTo>
                    <a:pt x="6305" y="121664"/>
                  </a:lnTo>
                  <a:lnTo>
                    <a:pt x="4948" y="126767"/>
                  </a:lnTo>
                  <a:lnTo>
                    <a:pt x="3753" y="131911"/>
                  </a:lnTo>
                  <a:lnTo>
                    <a:pt x="2721" y="137089"/>
                  </a:lnTo>
                  <a:lnTo>
                    <a:pt x="1854" y="142298"/>
                  </a:lnTo>
                  <a:lnTo>
                    <a:pt x="1151" y="147531"/>
                  </a:lnTo>
                  <a:lnTo>
                    <a:pt x="613" y="152784"/>
                  </a:lnTo>
                  <a:lnTo>
                    <a:pt x="242" y="158051"/>
                  </a:lnTo>
                  <a:lnTo>
                    <a:pt x="37" y="163327"/>
                  </a:lnTo>
                  <a:lnTo>
                    <a:pt x="0" y="168608"/>
                  </a:lnTo>
                  <a:lnTo>
                    <a:pt x="128" y="173886"/>
                  </a:lnTo>
                  <a:lnTo>
                    <a:pt x="424" y="179158"/>
                  </a:lnTo>
                  <a:lnTo>
                    <a:pt x="886" y="184419"/>
                  </a:lnTo>
                  <a:lnTo>
                    <a:pt x="1514" y="189661"/>
                  </a:lnTo>
                  <a:lnTo>
                    <a:pt x="2307" y="194882"/>
                  </a:lnTo>
                  <a:lnTo>
                    <a:pt x="3264" y="200075"/>
                  </a:lnTo>
                  <a:lnTo>
                    <a:pt x="4385" y="205234"/>
                  </a:lnTo>
                  <a:lnTo>
                    <a:pt x="5669" y="210356"/>
                  </a:lnTo>
                  <a:lnTo>
                    <a:pt x="7113" y="215435"/>
                  </a:lnTo>
                  <a:lnTo>
                    <a:pt x="8718" y="220466"/>
                  </a:lnTo>
                  <a:lnTo>
                    <a:pt x="10480" y="225444"/>
                  </a:lnTo>
                  <a:lnTo>
                    <a:pt x="12399" y="230363"/>
                  </a:lnTo>
                  <a:lnTo>
                    <a:pt x="14472" y="235219"/>
                  </a:lnTo>
                  <a:lnTo>
                    <a:pt x="16697" y="240008"/>
                  </a:lnTo>
                  <a:lnTo>
                    <a:pt x="19073" y="244723"/>
                  </a:lnTo>
                  <a:lnTo>
                    <a:pt x="21596" y="249362"/>
                  </a:lnTo>
                  <a:lnTo>
                    <a:pt x="24265" y="253918"/>
                  </a:lnTo>
                  <a:lnTo>
                    <a:pt x="27076" y="258388"/>
                  </a:lnTo>
                  <a:lnTo>
                    <a:pt x="30027" y="262767"/>
                  </a:lnTo>
                  <a:lnTo>
                    <a:pt x="33115" y="267050"/>
                  </a:lnTo>
                  <a:lnTo>
                    <a:pt x="36336" y="271234"/>
                  </a:lnTo>
                  <a:lnTo>
                    <a:pt x="39688" y="275314"/>
                  </a:lnTo>
                  <a:lnTo>
                    <a:pt x="43168" y="279286"/>
                  </a:lnTo>
                  <a:lnTo>
                    <a:pt x="46770" y="283146"/>
                  </a:lnTo>
                  <a:lnTo>
                    <a:pt x="50493" y="286890"/>
                  </a:lnTo>
                  <a:lnTo>
                    <a:pt x="54333" y="290515"/>
                  </a:lnTo>
                  <a:lnTo>
                    <a:pt x="58285" y="294017"/>
                  </a:lnTo>
                  <a:lnTo>
                    <a:pt x="62346" y="297393"/>
                  </a:lnTo>
                  <a:lnTo>
                    <a:pt x="66511" y="300638"/>
                  </a:lnTo>
                  <a:lnTo>
                    <a:pt x="70776" y="303750"/>
                  </a:lnTo>
                  <a:lnTo>
                    <a:pt x="75138" y="306726"/>
                  </a:lnTo>
                  <a:lnTo>
                    <a:pt x="79592" y="309563"/>
                  </a:lnTo>
                  <a:lnTo>
                    <a:pt x="84133" y="312258"/>
                  </a:lnTo>
                  <a:lnTo>
                    <a:pt x="88757" y="314808"/>
                  </a:lnTo>
                  <a:lnTo>
                    <a:pt x="93459" y="317210"/>
                  </a:lnTo>
                  <a:lnTo>
                    <a:pt x="98234" y="319463"/>
                  </a:lnTo>
                  <a:lnTo>
                    <a:pt x="103079" y="321564"/>
                  </a:lnTo>
                  <a:lnTo>
                    <a:pt x="107987" y="323511"/>
                  </a:lnTo>
                  <a:lnTo>
                    <a:pt x="112954" y="325302"/>
                  </a:lnTo>
                  <a:lnTo>
                    <a:pt x="117976" y="326935"/>
                  </a:lnTo>
                  <a:lnTo>
                    <a:pt x="123046" y="328409"/>
                  </a:lnTo>
                  <a:lnTo>
                    <a:pt x="128161" y="329721"/>
                  </a:lnTo>
                  <a:lnTo>
                    <a:pt x="133314" y="330872"/>
                  </a:lnTo>
                  <a:lnTo>
                    <a:pt x="138501" y="331859"/>
                  </a:lnTo>
                  <a:lnTo>
                    <a:pt x="143717" y="332682"/>
                  </a:lnTo>
                  <a:lnTo>
                    <a:pt x="148956" y="333340"/>
                  </a:lnTo>
                  <a:lnTo>
                    <a:pt x="154214" y="333832"/>
                  </a:lnTo>
                  <a:lnTo>
                    <a:pt x="159484" y="334158"/>
                  </a:lnTo>
                  <a:lnTo>
                    <a:pt x="164762" y="334317"/>
                  </a:lnTo>
                  <a:lnTo>
                    <a:pt x="170042" y="334310"/>
                  </a:lnTo>
                  <a:lnTo>
                    <a:pt x="175320" y="334135"/>
                  </a:lnTo>
                  <a:lnTo>
                    <a:pt x="180589" y="333794"/>
                  </a:lnTo>
                  <a:lnTo>
                    <a:pt x="185845" y="333287"/>
                  </a:lnTo>
                  <a:lnTo>
                    <a:pt x="191082" y="332614"/>
                  </a:lnTo>
                  <a:lnTo>
                    <a:pt x="196295" y="331776"/>
                  </a:lnTo>
                  <a:lnTo>
                    <a:pt x="201480" y="330774"/>
                  </a:lnTo>
                  <a:lnTo>
                    <a:pt x="206630" y="329608"/>
                  </a:lnTo>
                  <a:lnTo>
                    <a:pt x="211740" y="328281"/>
                  </a:lnTo>
                  <a:lnTo>
                    <a:pt x="216807" y="326792"/>
                  </a:lnTo>
                  <a:lnTo>
                    <a:pt x="221823" y="325145"/>
                  </a:lnTo>
                  <a:lnTo>
                    <a:pt x="226785" y="323339"/>
                  </a:lnTo>
                  <a:lnTo>
                    <a:pt x="231688" y="321378"/>
                  </a:lnTo>
                  <a:lnTo>
                    <a:pt x="236526" y="319263"/>
                  </a:lnTo>
                  <a:lnTo>
                    <a:pt x="241295" y="316997"/>
                  </a:lnTo>
                  <a:lnTo>
                    <a:pt x="245991" y="314581"/>
                  </a:lnTo>
                  <a:lnTo>
                    <a:pt x="250607" y="312017"/>
                  </a:lnTo>
                  <a:lnTo>
                    <a:pt x="255140" y="309310"/>
                  </a:lnTo>
                  <a:lnTo>
                    <a:pt x="259586" y="306460"/>
                  </a:lnTo>
                  <a:lnTo>
                    <a:pt x="263939" y="303472"/>
                  </a:lnTo>
                  <a:lnTo>
                    <a:pt x="268195" y="300347"/>
                  </a:lnTo>
                  <a:lnTo>
                    <a:pt x="272351" y="297090"/>
                  </a:lnTo>
                  <a:lnTo>
                    <a:pt x="276402" y="293703"/>
                  </a:lnTo>
                  <a:lnTo>
                    <a:pt x="280344" y="290189"/>
                  </a:lnTo>
                  <a:lnTo>
                    <a:pt x="284173" y="286553"/>
                  </a:lnTo>
                  <a:lnTo>
                    <a:pt x="287885" y="282798"/>
                  </a:lnTo>
                  <a:lnTo>
                    <a:pt x="291477" y="278928"/>
                  </a:lnTo>
                  <a:lnTo>
                    <a:pt x="294945" y="274945"/>
                  </a:lnTo>
                  <a:lnTo>
                    <a:pt x="298285" y="270856"/>
                  </a:lnTo>
                  <a:lnTo>
                    <a:pt x="301494" y="266663"/>
                  </a:lnTo>
                  <a:lnTo>
                    <a:pt x="304570" y="262371"/>
                  </a:lnTo>
                  <a:lnTo>
                    <a:pt x="307508" y="257983"/>
                  </a:lnTo>
                  <a:lnTo>
                    <a:pt x="310306" y="253505"/>
                  </a:lnTo>
                  <a:lnTo>
                    <a:pt x="312962" y="248941"/>
                  </a:lnTo>
                  <a:lnTo>
                    <a:pt x="315472" y="244296"/>
                  </a:lnTo>
                  <a:lnTo>
                    <a:pt x="317834" y="239573"/>
                  </a:lnTo>
                  <a:lnTo>
                    <a:pt x="320045" y="234778"/>
                  </a:lnTo>
                  <a:lnTo>
                    <a:pt x="322104" y="229916"/>
                  </a:lnTo>
                  <a:lnTo>
                    <a:pt x="324009" y="224991"/>
                  </a:lnTo>
                  <a:lnTo>
                    <a:pt x="325757" y="220009"/>
                  </a:lnTo>
                  <a:lnTo>
                    <a:pt x="327347" y="214973"/>
                  </a:lnTo>
                  <a:lnTo>
                    <a:pt x="328777" y="209890"/>
                  </a:lnTo>
                  <a:lnTo>
                    <a:pt x="330045" y="204765"/>
                  </a:lnTo>
                  <a:lnTo>
                    <a:pt x="331151" y="199601"/>
                  </a:lnTo>
                  <a:lnTo>
                    <a:pt x="332094" y="194406"/>
                  </a:lnTo>
                  <a:lnTo>
                    <a:pt x="332872" y="189183"/>
                  </a:lnTo>
                  <a:lnTo>
                    <a:pt x="333485" y="183939"/>
                  </a:lnTo>
                  <a:lnTo>
                    <a:pt x="333931" y="178677"/>
                  </a:lnTo>
                  <a:lnTo>
                    <a:pt x="334212" y="173404"/>
                  </a:lnTo>
                  <a:lnTo>
                    <a:pt x="334325" y="168125"/>
                  </a:lnTo>
                  <a:lnTo>
                    <a:pt x="334272" y="162845"/>
                  </a:lnTo>
                  <a:lnTo>
                    <a:pt x="334052" y="157569"/>
                  </a:lnTo>
                  <a:lnTo>
                    <a:pt x="333666" y="152303"/>
                  </a:lnTo>
                  <a:lnTo>
                    <a:pt x="333114" y="147052"/>
                  </a:lnTo>
                  <a:lnTo>
                    <a:pt x="332395" y="141821"/>
                  </a:lnTo>
                  <a:lnTo>
                    <a:pt x="331513" y="136615"/>
                  </a:lnTo>
                  <a:lnTo>
                    <a:pt x="330466" y="131439"/>
                  </a:lnTo>
                  <a:lnTo>
                    <a:pt x="329256" y="126299"/>
                  </a:lnTo>
                  <a:lnTo>
                    <a:pt x="327884" y="121200"/>
                  </a:lnTo>
                  <a:lnTo>
                    <a:pt x="326352" y="116147"/>
                  </a:lnTo>
                  <a:lnTo>
                    <a:pt x="324661" y="111145"/>
                  </a:lnTo>
                  <a:lnTo>
                    <a:pt x="322814" y="106198"/>
                  </a:lnTo>
                  <a:lnTo>
                    <a:pt x="320810" y="101313"/>
                  </a:lnTo>
                  <a:lnTo>
                    <a:pt x="318654" y="96493"/>
                  </a:lnTo>
                  <a:lnTo>
                    <a:pt x="316346" y="91744"/>
                  </a:lnTo>
                  <a:lnTo>
                    <a:pt x="313890" y="87070"/>
                  </a:lnTo>
                  <a:lnTo>
                    <a:pt x="311287" y="82475"/>
                  </a:lnTo>
                  <a:lnTo>
                    <a:pt x="308540" y="77966"/>
                  </a:lnTo>
                  <a:lnTo>
                    <a:pt x="305652" y="73545"/>
                  </a:lnTo>
                  <a:lnTo>
                    <a:pt x="302626" y="69218"/>
                  </a:lnTo>
                  <a:lnTo>
                    <a:pt x="299465" y="64988"/>
                  </a:lnTo>
                  <a:lnTo>
                    <a:pt x="296172" y="60861"/>
                  </a:lnTo>
                  <a:lnTo>
                    <a:pt x="292750" y="56839"/>
                  </a:lnTo>
                  <a:lnTo>
                    <a:pt x="289203" y="52928"/>
                  </a:lnTo>
                  <a:lnTo>
                    <a:pt x="285534" y="49130"/>
                  </a:lnTo>
                  <a:lnTo>
                    <a:pt x="281747" y="45450"/>
                  </a:lnTo>
                  <a:lnTo>
                    <a:pt x="277846" y="41892"/>
                  </a:lnTo>
                  <a:lnTo>
                    <a:pt x="273834" y="38459"/>
                  </a:lnTo>
                  <a:lnTo>
                    <a:pt x="269716" y="35154"/>
                  </a:lnTo>
                  <a:lnTo>
                    <a:pt x="265495" y="31981"/>
                  </a:lnTo>
                  <a:lnTo>
                    <a:pt x="261177" y="28943"/>
                  </a:lnTo>
                  <a:lnTo>
                    <a:pt x="256764" y="26042"/>
                  </a:lnTo>
                  <a:lnTo>
                    <a:pt x="252262" y="23283"/>
                  </a:lnTo>
                  <a:lnTo>
                    <a:pt x="247676" y="20667"/>
                  </a:lnTo>
                  <a:lnTo>
                    <a:pt x="243008" y="18197"/>
                  </a:lnTo>
                  <a:lnTo>
                    <a:pt x="238266" y="15876"/>
                  </a:lnTo>
                  <a:lnTo>
                    <a:pt x="233452" y="13705"/>
                  </a:lnTo>
                  <a:lnTo>
                    <a:pt x="228572" y="11688"/>
                  </a:lnTo>
                  <a:lnTo>
                    <a:pt x="223631" y="982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7547"/>
              <a:ext cx="56470" cy="157340"/>
            </a:xfrm>
            <a:custGeom>
              <a:avLst/>
              <a:pathLst>
                <a:path w="56470" h="157340">
                  <a:moveTo>
                    <a:pt x="56470" y="0"/>
                  </a:moveTo>
                  <a:lnTo>
                    <a:pt x="0" y="157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720"/>
              <a:ext cx="56470" cy="167167"/>
            </a:xfrm>
            <a:custGeom>
              <a:avLst/>
              <a:pathLst>
                <a:path w="56470" h="167167">
                  <a:moveTo>
                    <a:pt x="56470" y="9826"/>
                  </a:moveTo>
                  <a:lnTo>
                    <a:pt x="50406" y="7780"/>
                  </a:lnTo>
                  <a:lnTo>
                    <a:pt x="44268" y="5967"/>
                  </a:lnTo>
                  <a:lnTo>
                    <a:pt x="38065" y="4391"/>
                  </a:lnTo>
                  <a:lnTo>
                    <a:pt x="31806" y="3053"/>
                  </a:lnTo>
                  <a:lnTo>
                    <a:pt x="25501" y="1956"/>
                  </a:lnTo>
                  <a:lnTo>
                    <a:pt x="19158" y="1101"/>
                  </a:lnTo>
                  <a:lnTo>
                    <a:pt x="12788" y="489"/>
                  </a:lnTo>
                  <a:lnTo>
                    <a:pt x="6398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14124" y="4213821"/>
              <a:ext cx="217244" cy="334316"/>
            </a:xfrm>
            <a:custGeom>
              <a:avLst/>
              <a:pathLst>
                <a:path w="217244" h="334316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7" y="2122"/>
                  </a:lnTo>
                  <a:lnTo>
                    <a:pt x="135356" y="3053"/>
                  </a:lnTo>
                  <a:lnTo>
                    <a:pt x="130136" y="4152"/>
                  </a:lnTo>
                  <a:lnTo>
                    <a:pt x="124955" y="5416"/>
                  </a:lnTo>
                  <a:lnTo>
                    <a:pt x="119816" y="6844"/>
                  </a:lnTo>
                  <a:lnTo>
                    <a:pt x="114726" y="8436"/>
                  </a:lnTo>
                  <a:lnTo>
                    <a:pt x="109689" y="10190"/>
                  </a:lnTo>
                  <a:lnTo>
                    <a:pt x="104711" y="12103"/>
                  </a:lnTo>
                  <a:lnTo>
                    <a:pt x="99796" y="14174"/>
                  </a:lnTo>
                  <a:lnTo>
                    <a:pt x="94950" y="16401"/>
                  </a:lnTo>
                  <a:lnTo>
                    <a:pt x="90177" y="18782"/>
                  </a:lnTo>
                  <a:lnTo>
                    <a:pt x="85483" y="21313"/>
                  </a:lnTo>
                  <a:lnTo>
                    <a:pt x="80871" y="23993"/>
                  </a:lnTo>
                  <a:lnTo>
                    <a:pt x="76348" y="26819"/>
                  </a:lnTo>
                  <a:lnTo>
                    <a:pt x="71917" y="29787"/>
                  </a:lnTo>
                  <a:lnTo>
                    <a:pt x="67583" y="32895"/>
                  </a:lnTo>
                  <a:lnTo>
                    <a:pt x="63350" y="36140"/>
                  </a:lnTo>
                  <a:lnTo>
                    <a:pt x="59223" y="39519"/>
                  </a:lnTo>
                  <a:lnTo>
                    <a:pt x="55206" y="43027"/>
                  </a:lnTo>
                  <a:lnTo>
                    <a:pt x="51303" y="46662"/>
                  </a:lnTo>
                  <a:lnTo>
                    <a:pt x="47518" y="50419"/>
                  </a:lnTo>
                  <a:lnTo>
                    <a:pt x="43854" y="54295"/>
                  </a:lnTo>
                  <a:lnTo>
                    <a:pt x="40316" y="58286"/>
                  </a:lnTo>
                  <a:lnTo>
                    <a:pt x="36907" y="62388"/>
                  </a:lnTo>
                  <a:lnTo>
                    <a:pt x="33631" y="66597"/>
                  </a:lnTo>
                  <a:lnTo>
                    <a:pt x="30491" y="70908"/>
                  </a:lnTo>
                  <a:lnTo>
                    <a:pt x="27490" y="75316"/>
                  </a:lnTo>
                  <a:lnTo>
                    <a:pt x="24631" y="79819"/>
                  </a:lnTo>
                  <a:lnTo>
                    <a:pt x="21917" y="84410"/>
                  </a:lnTo>
                  <a:lnTo>
                    <a:pt x="19351" y="89086"/>
                  </a:lnTo>
                  <a:lnTo>
                    <a:pt x="16935" y="93841"/>
                  </a:lnTo>
                  <a:lnTo>
                    <a:pt x="14672" y="98670"/>
                  </a:lnTo>
                  <a:lnTo>
                    <a:pt x="12565" y="103570"/>
                  </a:lnTo>
                  <a:lnTo>
                    <a:pt x="10615" y="108534"/>
                  </a:lnTo>
                  <a:lnTo>
                    <a:pt x="8824" y="113558"/>
                  </a:lnTo>
                  <a:lnTo>
                    <a:pt x="7195" y="118636"/>
                  </a:lnTo>
                  <a:lnTo>
                    <a:pt x="5728" y="123764"/>
                  </a:lnTo>
                  <a:lnTo>
                    <a:pt x="4425" y="128936"/>
                  </a:lnTo>
                  <a:lnTo>
                    <a:pt x="3289" y="134147"/>
                  </a:lnTo>
                  <a:lnTo>
                    <a:pt x="2319" y="139391"/>
                  </a:lnTo>
                  <a:lnTo>
                    <a:pt x="1516" y="144664"/>
                  </a:lnTo>
                  <a:lnTo>
                    <a:pt x="883" y="149960"/>
                  </a:lnTo>
                  <a:lnTo>
                    <a:pt x="419" y="155273"/>
                  </a:lnTo>
                  <a:lnTo>
                    <a:pt x="124" y="160598"/>
                  </a:lnTo>
                  <a:lnTo>
                    <a:pt x="0" y="165930"/>
                  </a:lnTo>
                  <a:lnTo>
                    <a:pt x="45" y="171263"/>
                  </a:lnTo>
                  <a:lnTo>
                    <a:pt x="261" y="176592"/>
                  </a:lnTo>
                  <a:lnTo>
                    <a:pt x="646" y="181912"/>
                  </a:lnTo>
                  <a:lnTo>
                    <a:pt x="1202" y="187216"/>
                  </a:lnTo>
                  <a:lnTo>
                    <a:pt x="1926" y="192500"/>
                  </a:lnTo>
                  <a:lnTo>
                    <a:pt x="2818" y="197759"/>
                  </a:lnTo>
                  <a:lnTo>
                    <a:pt x="3877" y="202986"/>
                  </a:lnTo>
                  <a:lnTo>
                    <a:pt x="5103" y="208176"/>
                  </a:lnTo>
                  <a:lnTo>
                    <a:pt x="6494" y="213325"/>
                  </a:lnTo>
                  <a:lnTo>
                    <a:pt x="8048" y="218427"/>
                  </a:lnTo>
                  <a:lnTo>
                    <a:pt x="9764" y="223477"/>
                  </a:lnTo>
                  <a:lnTo>
                    <a:pt x="11641" y="228469"/>
                  </a:lnTo>
                  <a:lnTo>
                    <a:pt x="13676" y="233399"/>
                  </a:lnTo>
                  <a:lnTo>
                    <a:pt x="15866" y="238262"/>
                  </a:lnTo>
                  <a:lnTo>
                    <a:pt x="18211" y="243052"/>
                  </a:lnTo>
                  <a:lnTo>
                    <a:pt x="20708" y="247765"/>
                  </a:lnTo>
                  <a:lnTo>
                    <a:pt x="23354" y="252396"/>
                  </a:lnTo>
                  <a:lnTo>
                    <a:pt x="26146" y="256940"/>
                  </a:lnTo>
                  <a:lnTo>
                    <a:pt x="29081" y="261393"/>
                  </a:lnTo>
                  <a:lnTo>
                    <a:pt x="32158" y="265750"/>
                  </a:lnTo>
                  <a:lnTo>
                    <a:pt x="35371" y="270007"/>
                  </a:lnTo>
                  <a:lnTo>
                    <a:pt x="38719" y="274159"/>
                  </a:lnTo>
                  <a:lnTo>
                    <a:pt x="42197" y="278202"/>
                  </a:lnTo>
                  <a:lnTo>
                    <a:pt x="45803" y="282132"/>
                  </a:lnTo>
                  <a:lnTo>
                    <a:pt x="49532" y="285945"/>
                  </a:lnTo>
                  <a:lnTo>
                    <a:pt x="53381" y="289637"/>
                  </a:lnTo>
                  <a:lnTo>
                    <a:pt x="57346" y="293204"/>
                  </a:lnTo>
                  <a:lnTo>
                    <a:pt x="61423" y="296643"/>
                  </a:lnTo>
                  <a:lnTo>
                    <a:pt x="65607" y="299950"/>
                  </a:lnTo>
                  <a:lnTo>
                    <a:pt x="69894" y="303122"/>
                  </a:lnTo>
                  <a:lnTo>
                    <a:pt x="74281" y="306156"/>
                  </a:lnTo>
                  <a:lnTo>
                    <a:pt x="78762" y="309048"/>
                  </a:lnTo>
                  <a:lnTo>
                    <a:pt x="83333" y="311796"/>
                  </a:lnTo>
                  <a:lnTo>
                    <a:pt x="87989" y="314397"/>
                  </a:lnTo>
                  <a:lnTo>
                    <a:pt x="92727" y="316847"/>
                  </a:lnTo>
                  <a:lnTo>
                    <a:pt x="97539" y="319146"/>
                  </a:lnTo>
                  <a:lnTo>
                    <a:pt x="102423" y="321290"/>
                  </a:lnTo>
                  <a:lnTo>
                    <a:pt x="107373" y="323276"/>
                  </a:lnTo>
                  <a:lnTo>
                    <a:pt x="112383" y="325104"/>
                  </a:lnTo>
                  <a:lnTo>
                    <a:pt x="117449" y="326771"/>
                  </a:lnTo>
                  <a:lnTo>
                    <a:pt x="122566" y="328276"/>
                  </a:lnTo>
                  <a:lnTo>
                    <a:pt x="127728" y="329617"/>
                  </a:lnTo>
                  <a:lnTo>
                    <a:pt x="132930" y="330792"/>
                  </a:lnTo>
                  <a:lnTo>
                    <a:pt x="138168" y="331801"/>
                  </a:lnTo>
                  <a:lnTo>
                    <a:pt x="143434" y="332642"/>
                  </a:lnTo>
                  <a:lnTo>
                    <a:pt x="148725" y="333315"/>
                  </a:lnTo>
                  <a:lnTo>
                    <a:pt x="154035" y="333818"/>
                  </a:lnTo>
                  <a:lnTo>
                    <a:pt x="159358" y="334152"/>
                  </a:lnTo>
                  <a:lnTo>
                    <a:pt x="164689" y="334316"/>
                  </a:lnTo>
                  <a:lnTo>
                    <a:pt x="170022" y="334310"/>
                  </a:lnTo>
                  <a:lnTo>
                    <a:pt x="175352" y="334134"/>
                  </a:lnTo>
                  <a:lnTo>
                    <a:pt x="180675" y="333787"/>
                  </a:lnTo>
                  <a:lnTo>
                    <a:pt x="185983" y="333272"/>
                  </a:lnTo>
                  <a:lnTo>
                    <a:pt x="191272" y="332587"/>
                  </a:lnTo>
                  <a:lnTo>
                    <a:pt x="196537" y="331733"/>
                  </a:lnTo>
                  <a:lnTo>
                    <a:pt x="201772" y="330712"/>
                  </a:lnTo>
                  <a:lnTo>
                    <a:pt x="206971" y="329525"/>
                  </a:lnTo>
                  <a:lnTo>
                    <a:pt x="212131" y="328173"/>
                  </a:lnTo>
                  <a:lnTo>
                    <a:pt x="217244" y="32665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380988"/>
              <a:ext cx="50081" cy="159489"/>
            </a:xfrm>
            <a:custGeom>
              <a:avLst/>
              <a:pathLst>
                <a:path w="50081" h="159489">
                  <a:moveTo>
                    <a:pt x="50081" y="1594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821"/>
              <a:ext cx="167161" cy="326656"/>
            </a:xfrm>
            <a:custGeom>
              <a:avLst/>
              <a:pathLst>
                <a:path w="167161" h="326656">
                  <a:moveTo>
                    <a:pt x="50081" y="326656"/>
                  </a:moveTo>
                  <a:lnTo>
                    <a:pt x="55139" y="324979"/>
                  </a:lnTo>
                  <a:lnTo>
                    <a:pt x="60141" y="323141"/>
                  </a:lnTo>
                  <a:lnTo>
                    <a:pt x="65082" y="321145"/>
                  </a:lnTo>
                  <a:lnTo>
                    <a:pt x="69957" y="318992"/>
                  </a:lnTo>
                  <a:lnTo>
                    <a:pt x="74761" y="316685"/>
                  </a:lnTo>
                  <a:lnTo>
                    <a:pt x="79489" y="314226"/>
                  </a:lnTo>
                  <a:lnTo>
                    <a:pt x="84136" y="311618"/>
                  </a:lnTo>
                  <a:lnTo>
                    <a:pt x="88698" y="308862"/>
                  </a:lnTo>
                  <a:lnTo>
                    <a:pt x="93169" y="305963"/>
                  </a:lnTo>
                  <a:lnTo>
                    <a:pt x="97546" y="302923"/>
                  </a:lnTo>
                  <a:lnTo>
                    <a:pt x="101824" y="299745"/>
                  </a:lnTo>
                  <a:lnTo>
                    <a:pt x="105998" y="296432"/>
                  </a:lnTo>
                  <a:lnTo>
                    <a:pt x="110064" y="292987"/>
                  </a:lnTo>
                  <a:lnTo>
                    <a:pt x="114019" y="289415"/>
                  </a:lnTo>
                  <a:lnTo>
                    <a:pt x="117857" y="285719"/>
                  </a:lnTo>
                  <a:lnTo>
                    <a:pt x="121576" y="281902"/>
                  </a:lnTo>
                  <a:lnTo>
                    <a:pt x="125172" y="277968"/>
                  </a:lnTo>
                  <a:lnTo>
                    <a:pt x="128640" y="273922"/>
                  </a:lnTo>
                  <a:lnTo>
                    <a:pt x="131977" y="269767"/>
                  </a:lnTo>
                  <a:lnTo>
                    <a:pt x="135180" y="265508"/>
                  </a:lnTo>
                  <a:lnTo>
                    <a:pt x="138246" y="261150"/>
                  </a:lnTo>
                  <a:lnTo>
                    <a:pt x="141172" y="256695"/>
                  </a:lnTo>
                  <a:lnTo>
                    <a:pt x="143954" y="252150"/>
                  </a:lnTo>
                  <a:lnTo>
                    <a:pt x="146589" y="247518"/>
                  </a:lnTo>
                  <a:lnTo>
                    <a:pt x="149076" y="242805"/>
                  </a:lnTo>
                  <a:lnTo>
                    <a:pt x="151411" y="238015"/>
                  </a:lnTo>
                  <a:lnTo>
                    <a:pt x="153593" y="233153"/>
                  </a:lnTo>
                  <a:lnTo>
                    <a:pt x="155618" y="228223"/>
                  </a:lnTo>
                  <a:lnTo>
                    <a:pt x="157485" y="223232"/>
                  </a:lnTo>
                  <a:lnTo>
                    <a:pt x="159192" y="218184"/>
                  </a:lnTo>
                  <a:lnTo>
                    <a:pt x="160737" y="213084"/>
                  </a:lnTo>
                  <a:lnTo>
                    <a:pt x="162119" y="207937"/>
                  </a:lnTo>
                  <a:lnTo>
                    <a:pt x="163336" y="202748"/>
                  </a:lnTo>
                  <a:lnTo>
                    <a:pt x="164387" y="197524"/>
                  </a:lnTo>
                  <a:lnTo>
                    <a:pt x="165272" y="192269"/>
                  </a:lnTo>
                  <a:lnTo>
                    <a:pt x="165988" y="186988"/>
                  </a:lnTo>
                  <a:lnTo>
                    <a:pt x="166535" y="181687"/>
                  </a:lnTo>
                  <a:lnTo>
                    <a:pt x="166913" y="176372"/>
                  </a:lnTo>
                  <a:lnTo>
                    <a:pt x="167122" y="171047"/>
                  </a:lnTo>
                  <a:lnTo>
                    <a:pt x="167161" y="165718"/>
                  </a:lnTo>
                  <a:lnTo>
                    <a:pt x="167030" y="160390"/>
                  </a:lnTo>
                  <a:lnTo>
                    <a:pt x="166729" y="155070"/>
                  </a:lnTo>
                  <a:lnTo>
                    <a:pt x="166258" y="149761"/>
                  </a:lnTo>
                  <a:lnTo>
                    <a:pt x="165619" y="144471"/>
                  </a:lnTo>
                  <a:lnTo>
                    <a:pt x="164811" y="139203"/>
                  </a:lnTo>
                  <a:lnTo>
                    <a:pt x="163836" y="133964"/>
                  </a:lnTo>
                  <a:lnTo>
                    <a:pt x="162695" y="128759"/>
                  </a:lnTo>
                  <a:lnTo>
                    <a:pt x="161388" y="123592"/>
                  </a:lnTo>
                  <a:lnTo>
                    <a:pt x="159917" y="118470"/>
                  </a:lnTo>
                  <a:lnTo>
                    <a:pt x="158283" y="113398"/>
                  </a:lnTo>
                  <a:lnTo>
                    <a:pt x="156489" y="108380"/>
                  </a:lnTo>
                  <a:lnTo>
                    <a:pt x="154536" y="103421"/>
                  </a:lnTo>
                  <a:lnTo>
                    <a:pt x="152425" y="98528"/>
                  </a:lnTo>
                  <a:lnTo>
                    <a:pt x="150160" y="93704"/>
                  </a:lnTo>
                  <a:lnTo>
                    <a:pt x="147742" y="88955"/>
                  </a:lnTo>
                  <a:lnTo>
                    <a:pt x="145174" y="84286"/>
                  </a:lnTo>
                  <a:lnTo>
                    <a:pt x="142459" y="79701"/>
                  </a:lnTo>
                  <a:lnTo>
                    <a:pt x="139598" y="75204"/>
                  </a:lnTo>
                  <a:lnTo>
                    <a:pt x="136596" y="70801"/>
                  </a:lnTo>
                  <a:lnTo>
                    <a:pt x="133455" y="66496"/>
                  </a:lnTo>
                  <a:lnTo>
                    <a:pt x="130178" y="62294"/>
                  </a:lnTo>
                  <a:lnTo>
                    <a:pt x="126769" y="58197"/>
                  </a:lnTo>
                  <a:lnTo>
                    <a:pt x="123232" y="54212"/>
                  </a:lnTo>
                  <a:lnTo>
                    <a:pt x="119569" y="50341"/>
                  </a:lnTo>
                  <a:lnTo>
                    <a:pt x="115784" y="46590"/>
                  </a:lnTo>
                  <a:lnTo>
                    <a:pt x="111882" y="42960"/>
                  </a:lnTo>
                  <a:lnTo>
                    <a:pt x="107866" y="39457"/>
                  </a:lnTo>
                  <a:lnTo>
                    <a:pt x="103740" y="36084"/>
                  </a:lnTo>
                  <a:lnTo>
                    <a:pt x="99509" y="32844"/>
                  </a:lnTo>
                  <a:lnTo>
                    <a:pt x="95177" y="29740"/>
                  </a:lnTo>
                  <a:lnTo>
                    <a:pt x="90748" y="26776"/>
                  </a:lnTo>
                  <a:lnTo>
                    <a:pt x="86227" y="23955"/>
                  </a:lnTo>
                  <a:lnTo>
                    <a:pt x="81619" y="21279"/>
                  </a:lnTo>
                  <a:lnTo>
                    <a:pt x="76927" y="18752"/>
                  </a:lnTo>
                  <a:lnTo>
                    <a:pt x="72157" y="16375"/>
                  </a:lnTo>
                  <a:lnTo>
                    <a:pt x="67314" y="14152"/>
                  </a:lnTo>
                  <a:lnTo>
                    <a:pt x="62403" y="12084"/>
                  </a:lnTo>
                  <a:lnTo>
                    <a:pt x="57428" y="10174"/>
                  </a:lnTo>
                  <a:lnTo>
                    <a:pt x="52395" y="8423"/>
                  </a:lnTo>
                  <a:lnTo>
                    <a:pt x="47308" y="6833"/>
                  </a:lnTo>
                  <a:lnTo>
                    <a:pt x="42173" y="5407"/>
                  </a:lnTo>
                  <a:lnTo>
                    <a:pt x="36996" y="4145"/>
                  </a:lnTo>
                  <a:lnTo>
                    <a:pt x="31781" y="3048"/>
                  </a:lnTo>
                  <a:lnTo>
                    <a:pt x="26533" y="2119"/>
                  </a:lnTo>
                  <a:lnTo>
                    <a:pt x="21259" y="1357"/>
                  </a:lnTo>
                  <a:lnTo>
                    <a:pt x="15963" y="763"/>
                  </a:lnTo>
                  <a:lnTo>
                    <a:pt x="10651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363" y="4659281"/>
              <a:ext cx="167161" cy="190075"/>
            </a:xfrm>
            <a:custGeom>
              <a:avLst/>
              <a:pathLst>
                <a:path w="167161" h="190075">
                  <a:moveTo>
                    <a:pt x="167161" y="0"/>
                  </a:moveTo>
                  <a:lnTo>
                    <a:pt x="161774" y="86"/>
                  </a:lnTo>
                  <a:lnTo>
                    <a:pt x="156392" y="347"/>
                  </a:lnTo>
                  <a:lnTo>
                    <a:pt x="151022" y="780"/>
                  </a:lnTo>
                  <a:lnTo>
                    <a:pt x="145668" y="1387"/>
                  </a:lnTo>
                  <a:lnTo>
                    <a:pt x="140337" y="2166"/>
                  </a:lnTo>
                  <a:lnTo>
                    <a:pt x="135034" y="3116"/>
                  </a:lnTo>
                  <a:lnTo>
                    <a:pt x="129764" y="4236"/>
                  </a:lnTo>
                  <a:lnTo>
                    <a:pt x="124533" y="5526"/>
                  </a:lnTo>
                  <a:lnTo>
                    <a:pt x="119346" y="6984"/>
                  </a:lnTo>
                  <a:lnTo>
                    <a:pt x="114209" y="8608"/>
                  </a:lnTo>
                  <a:lnTo>
                    <a:pt x="109126" y="10397"/>
                  </a:lnTo>
                  <a:lnTo>
                    <a:pt x="104104" y="12348"/>
                  </a:lnTo>
                  <a:lnTo>
                    <a:pt x="99148" y="14461"/>
                  </a:lnTo>
                  <a:lnTo>
                    <a:pt x="94262" y="16732"/>
                  </a:lnTo>
                  <a:lnTo>
                    <a:pt x="89452" y="19159"/>
                  </a:lnTo>
                  <a:lnTo>
                    <a:pt x="84723" y="21740"/>
                  </a:lnTo>
                  <a:lnTo>
                    <a:pt x="80079" y="24472"/>
                  </a:lnTo>
                  <a:lnTo>
                    <a:pt x="75526" y="27353"/>
                  </a:lnTo>
                  <a:lnTo>
                    <a:pt x="71068" y="30378"/>
                  </a:lnTo>
                  <a:lnTo>
                    <a:pt x="66710" y="33546"/>
                  </a:lnTo>
                  <a:lnTo>
                    <a:pt x="62456" y="36853"/>
                  </a:lnTo>
                  <a:lnTo>
                    <a:pt x="58311" y="40294"/>
                  </a:lnTo>
                  <a:lnTo>
                    <a:pt x="54279" y="43868"/>
                  </a:lnTo>
                  <a:lnTo>
                    <a:pt x="50364" y="47570"/>
                  </a:lnTo>
                  <a:lnTo>
                    <a:pt x="46571" y="51396"/>
                  </a:lnTo>
                  <a:lnTo>
                    <a:pt x="42902" y="55342"/>
                  </a:lnTo>
                  <a:lnTo>
                    <a:pt x="39363" y="59405"/>
                  </a:lnTo>
                  <a:lnTo>
                    <a:pt x="35957" y="63579"/>
                  </a:lnTo>
                  <a:lnTo>
                    <a:pt x="32687" y="67861"/>
                  </a:lnTo>
                  <a:lnTo>
                    <a:pt x="29556" y="72246"/>
                  </a:lnTo>
                  <a:lnTo>
                    <a:pt x="26569" y="76730"/>
                  </a:lnTo>
                  <a:lnTo>
                    <a:pt x="23728" y="81307"/>
                  </a:lnTo>
                  <a:lnTo>
                    <a:pt x="21035" y="85974"/>
                  </a:lnTo>
                  <a:lnTo>
                    <a:pt x="18495" y="90725"/>
                  </a:lnTo>
                  <a:lnTo>
                    <a:pt x="16108" y="95556"/>
                  </a:lnTo>
                  <a:lnTo>
                    <a:pt x="13879" y="100461"/>
                  </a:lnTo>
                  <a:lnTo>
                    <a:pt x="11809" y="105435"/>
                  </a:lnTo>
                  <a:lnTo>
                    <a:pt x="9900" y="110474"/>
                  </a:lnTo>
                  <a:lnTo>
                    <a:pt x="8155" y="115571"/>
                  </a:lnTo>
                  <a:lnTo>
                    <a:pt x="6575" y="120722"/>
                  </a:lnTo>
                  <a:lnTo>
                    <a:pt x="5162" y="125921"/>
                  </a:lnTo>
                  <a:lnTo>
                    <a:pt x="3917" y="131163"/>
                  </a:lnTo>
                  <a:lnTo>
                    <a:pt x="2841" y="136442"/>
                  </a:lnTo>
                  <a:lnTo>
                    <a:pt x="1936" y="141754"/>
                  </a:lnTo>
                  <a:lnTo>
                    <a:pt x="1203" y="147091"/>
                  </a:lnTo>
                  <a:lnTo>
                    <a:pt x="642" y="152450"/>
                  </a:lnTo>
                  <a:lnTo>
                    <a:pt x="255" y="157824"/>
                  </a:lnTo>
                  <a:lnTo>
                    <a:pt x="40" y="163207"/>
                  </a:lnTo>
                  <a:lnTo>
                    <a:pt x="0" y="168595"/>
                  </a:lnTo>
                  <a:lnTo>
                    <a:pt x="132" y="173981"/>
                  </a:lnTo>
                  <a:lnTo>
                    <a:pt x="439" y="179360"/>
                  </a:lnTo>
                  <a:lnTo>
                    <a:pt x="918" y="184727"/>
                  </a:lnTo>
                  <a:lnTo>
                    <a:pt x="1570" y="190075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0934" y="4826449"/>
              <a:ext cx="165590" cy="22907"/>
            </a:xfrm>
            <a:custGeom>
              <a:avLst/>
              <a:pathLst>
                <a:path w="165590" h="22907">
                  <a:moveTo>
                    <a:pt x="0" y="22907"/>
                  </a:moveTo>
                  <a:lnTo>
                    <a:pt x="16559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0934" y="4826449"/>
              <a:ext cx="165590" cy="39754"/>
            </a:xfrm>
            <a:custGeom>
              <a:avLst/>
              <a:pathLst>
                <a:path w="165590" h="39754">
                  <a:moveTo>
                    <a:pt x="0" y="22907"/>
                  </a:moveTo>
                  <a:lnTo>
                    <a:pt x="1393" y="31372"/>
                  </a:lnTo>
                  <a:lnTo>
                    <a:pt x="3218" y="39754"/>
                  </a:lnTo>
                  <a:lnTo>
                    <a:pt x="16559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4153" y="4659281"/>
              <a:ext cx="329520" cy="334334"/>
            </a:xfrm>
            <a:custGeom>
              <a:avLst/>
              <a:pathLst>
                <a:path w="329520" h="334334">
                  <a:moveTo>
                    <a:pt x="0" y="206921"/>
                  </a:moveTo>
                  <a:lnTo>
                    <a:pt x="1342" y="212050"/>
                  </a:lnTo>
                  <a:lnTo>
                    <a:pt x="2846" y="217134"/>
                  </a:lnTo>
                  <a:lnTo>
                    <a:pt x="4511" y="222168"/>
                  </a:lnTo>
                  <a:lnTo>
                    <a:pt x="6335" y="227147"/>
                  </a:lnTo>
                  <a:lnTo>
                    <a:pt x="8315" y="232065"/>
                  </a:lnTo>
                  <a:lnTo>
                    <a:pt x="10451" y="236918"/>
                  </a:lnTo>
                  <a:lnTo>
                    <a:pt x="12739" y="241701"/>
                  </a:lnTo>
                  <a:lnTo>
                    <a:pt x="15178" y="246408"/>
                  </a:lnTo>
                  <a:lnTo>
                    <a:pt x="17765" y="251037"/>
                  </a:lnTo>
                  <a:lnTo>
                    <a:pt x="20498" y="255580"/>
                  </a:lnTo>
                  <a:lnTo>
                    <a:pt x="23373" y="260035"/>
                  </a:lnTo>
                  <a:lnTo>
                    <a:pt x="26388" y="264396"/>
                  </a:lnTo>
                  <a:lnTo>
                    <a:pt x="29540" y="268660"/>
                  </a:lnTo>
                  <a:lnTo>
                    <a:pt x="32825" y="272821"/>
                  </a:lnTo>
                  <a:lnTo>
                    <a:pt x="36241" y="276876"/>
                  </a:lnTo>
                  <a:lnTo>
                    <a:pt x="39784" y="280821"/>
                  </a:lnTo>
                  <a:lnTo>
                    <a:pt x="43450" y="284652"/>
                  </a:lnTo>
                  <a:lnTo>
                    <a:pt x="47235" y="288364"/>
                  </a:lnTo>
                  <a:lnTo>
                    <a:pt x="51137" y="291954"/>
                  </a:lnTo>
                  <a:lnTo>
                    <a:pt x="55150" y="295419"/>
                  </a:lnTo>
                  <a:lnTo>
                    <a:pt x="59271" y="298755"/>
                  </a:lnTo>
                  <a:lnTo>
                    <a:pt x="63496" y="301958"/>
                  </a:lnTo>
                  <a:lnTo>
                    <a:pt x="67821" y="305026"/>
                  </a:lnTo>
                  <a:lnTo>
                    <a:pt x="72240" y="307955"/>
                  </a:lnTo>
                  <a:lnTo>
                    <a:pt x="76750" y="310743"/>
                  </a:lnTo>
                  <a:lnTo>
                    <a:pt x="81347" y="313386"/>
                  </a:lnTo>
                  <a:lnTo>
                    <a:pt x="86024" y="315882"/>
                  </a:lnTo>
                  <a:lnTo>
                    <a:pt x="90779" y="318228"/>
                  </a:lnTo>
                  <a:lnTo>
                    <a:pt x="95606" y="320423"/>
                  </a:lnTo>
                  <a:lnTo>
                    <a:pt x="100499" y="322463"/>
                  </a:lnTo>
                  <a:lnTo>
                    <a:pt x="105455" y="324347"/>
                  </a:lnTo>
                  <a:lnTo>
                    <a:pt x="110469" y="326073"/>
                  </a:lnTo>
                  <a:lnTo>
                    <a:pt x="115534" y="327639"/>
                  </a:lnTo>
                  <a:lnTo>
                    <a:pt x="120647" y="329043"/>
                  </a:lnTo>
                  <a:lnTo>
                    <a:pt x="125801" y="330285"/>
                  </a:lnTo>
                  <a:lnTo>
                    <a:pt x="130993" y="331363"/>
                  </a:lnTo>
                  <a:lnTo>
                    <a:pt x="136216" y="332275"/>
                  </a:lnTo>
                  <a:lnTo>
                    <a:pt x="141465" y="333022"/>
                  </a:lnTo>
                  <a:lnTo>
                    <a:pt x="146735" y="333602"/>
                  </a:lnTo>
                  <a:lnTo>
                    <a:pt x="152021" y="334014"/>
                  </a:lnTo>
                  <a:lnTo>
                    <a:pt x="157317" y="334258"/>
                  </a:lnTo>
                  <a:lnTo>
                    <a:pt x="162619" y="334334"/>
                  </a:lnTo>
                  <a:lnTo>
                    <a:pt x="167920" y="334242"/>
                  </a:lnTo>
                  <a:lnTo>
                    <a:pt x="173216" y="333982"/>
                  </a:lnTo>
                  <a:lnTo>
                    <a:pt x="178501" y="333554"/>
                  </a:lnTo>
                  <a:lnTo>
                    <a:pt x="183769" y="332959"/>
                  </a:lnTo>
                  <a:lnTo>
                    <a:pt x="189016" y="332197"/>
                  </a:lnTo>
                  <a:lnTo>
                    <a:pt x="194236" y="331269"/>
                  </a:lnTo>
                  <a:lnTo>
                    <a:pt x="199424" y="330176"/>
                  </a:lnTo>
                  <a:lnTo>
                    <a:pt x="204575" y="328919"/>
                  </a:lnTo>
                  <a:lnTo>
                    <a:pt x="209684" y="327499"/>
                  </a:lnTo>
                  <a:lnTo>
                    <a:pt x="214745" y="325918"/>
                  </a:lnTo>
                  <a:lnTo>
                    <a:pt x="219753" y="324178"/>
                  </a:lnTo>
                  <a:lnTo>
                    <a:pt x="224703" y="322279"/>
                  </a:lnTo>
                  <a:lnTo>
                    <a:pt x="229591" y="320224"/>
                  </a:lnTo>
                  <a:lnTo>
                    <a:pt x="234411" y="318015"/>
                  </a:lnTo>
                  <a:lnTo>
                    <a:pt x="239159" y="315655"/>
                  </a:lnTo>
                  <a:lnTo>
                    <a:pt x="243829" y="313145"/>
                  </a:lnTo>
                  <a:lnTo>
                    <a:pt x="248417" y="310488"/>
                  </a:lnTo>
                  <a:lnTo>
                    <a:pt x="252919" y="307687"/>
                  </a:lnTo>
                  <a:lnTo>
                    <a:pt x="257330" y="304745"/>
                  </a:lnTo>
                  <a:lnTo>
                    <a:pt x="261645" y="301665"/>
                  </a:lnTo>
                  <a:lnTo>
                    <a:pt x="265861" y="298449"/>
                  </a:lnTo>
                  <a:lnTo>
                    <a:pt x="269972" y="295101"/>
                  </a:lnTo>
                  <a:lnTo>
                    <a:pt x="273975" y="291624"/>
                  </a:lnTo>
                  <a:lnTo>
                    <a:pt x="277866" y="288022"/>
                  </a:lnTo>
                  <a:lnTo>
                    <a:pt x="281640" y="284299"/>
                  </a:lnTo>
                  <a:lnTo>
                    <a:pt x="285295" y="280457"/>
                  </a:lnTo>
                  <a:lnTo>
                    <a:pt x="288826" y="276502"/>
                  </a:lnTo>
                  <a:lnTo>
                    <a:pt x="292230" y="272437"/>
                  </a:lnTo>
                  <a:lnTo>
                    <a:pt x="295503" y="268266"/>
                  </a:lnTo>
                  <a:lnTo>
                    <a:pt x="298642" y="263993"/>
                  </a:lnTo>
                  <a:lnTo>
                    <a:pt x="301644" y="259623"/>
                  </a:lnTo>
                  <a:lnTo>
                    <a:pt x="304506" y="255159"/>
                  </a:lnTo>
                  <a:lnTo>
                    <a:pt x="307225" y="250608"/>
                  </a:lnTo>
                  <a:lnTo>
                    <a:pt x="309798" y="245972"/>
                  </a:lnTo>
                  <a:lnTo>
                    <a:pt x="312223" y="241257"/>
                  </a:lnTo>
                  <a:lnTo>
                    <a:pt x="314497" y="236467"/>
                  </a:lnTo>
                  <a:lnTo>
                    <a:pt x="316619" y="231608"/>
                  </a:lnTo>
                  <a:lnTo>
                    <a:pt x="318585" y="226684"/>
                  </a:lnTo>
                  <a:lnTo>
                    <a:pt x="320394" y="221700"/>
                  </a:lnTo>
                  <a:lnTo>
                    <a:pt x="322044" y="216661"/>
                  </a:lnTo>
                  <a:lnTo>
                    <a:pt x="323533" y="211573"/>
                  </a:lnTo>
                  <a:lnTo>
                    <a:pt x="324860" y="206440"/>
                  </a:lnTo>
                  <a:lnTo>
                    <a:pt x="326024" y="201267"/>
                  </a:lnTo>
                  <a:lnTo>
                    <a:pt x="327023" y="196060"/>
                  </a:lnTo>
                  <a:lnTo>
                    <a:pt x="327856" y="190824"/>
                  </a:lnTo>
                  <a:lnTo>
                    <a:pt x="328523" y="185564"/>
                  </a:lnTo>
                  <a:lnTo>
                    <a:pt x="329023" y="180285"/>
                  </a:lnTo>
                  <a:lnTo>
                    <a:pt x="329355" y="174994"/>
                  </a:lnTo>
                  <a:lnTo>
                    <a:pt x="329520" y="169694"/>
                  </a:lnTo>
                  <a:lnTo>
                    <a:pt x="329516" y="164392"/>
                  </a:lnTo>
                  <a:lnTo>
                    <a:pt x="329344" y="159093"/>
                  </a:lnTo>
                  <a:lnTo>
                    <a:pt x="329004" y="153802"/>
                  </a:lnTo>
                  <a:lnTo>
                    <a:pt x="328496" y="148524"/>
                  </a:lnTo>
                  <a:lnTo>
                    <a:pt x="327821" y="143265"/>
                  </a:lnTo>
                  <a:lnTo>
                    <a:pt x="326980" y="138030"/>
                  </a:lnTo>
                  <a:lnTo>
                    <a:pt x="325973" y="132825"/>
                  </a:lnTo>
                  <a:lnTo>
                    <a:pt x="324802" y="127654"/>
                  </a:lnTo>
                  <a:lnTo>
                    <a:pt x="323467" y="122522"/>
                  </a:lnTo>
                  <a:lnTo>
                    <a:pt x="321970" y="117436"/>
                  </a:lnTo>
                  <a:lnTo>
                    <a:pt x="320313" y="112400"/>
                  </a:lnTo>
                  <a:lnTo>
                    <a:pt x="318496" y="107418"/>
                  </a:lnTo>
                  <a:lnTo>
                    <a:pt x="316523" y="102497"/>
                  </a:lnTo>
                  <a:lnTo>
                    <a:pt x="314395" y="97641"/>
                  </a:lnTo>
                  <a:lnTo>
                    <a:pt x="312113" y="92855"/>
                  </a:lnTo>
                  <a:lnTo>
                    <a:pt x="309681" y="88144"/>
                  </a:lnTo>
                  <a:lnTo>
                    <a:pt x="307101" y="83512"/>
                  </a:lnTo>
                  <a:lnTo>
                    <a:pt x="304375" y="78964"/>
                  </a:lnTo>
                  <a:lnTo>
                    <a:pt x="301507" y="74505"/>
                  </a:lnTo>
                  <a:lnTo>
                    <a:pt x="298498" y="70139"/>
                  </a:lnTo>
                  <a:lnTo>
                    <a:pt x="295353" y="65871"/>
                  </a:lnTo>
                  <a:lnTo>
                    <a:pt x="292073" y="61705"/>
                  </a:lnTo>
                  <a:lnTo>
                    <a:pt x="288664" y="57644"/>
                  </a:lnTo>
                  <a:lnTo>
                    <a:pt x="285127" y="53694"/>
                  </a:lnTo>
                  <a:lnTo>
                    <a:pt x="281467" y="49859"/>
                  </a:lnTo>
                  <a:lnTo>
                    <a:pt x="277686" y="46141"/>
                  </a:lnTo>
                  <a:lnTo>
                    <a:pt x="273790" y="42545"/>
                  </a:lnTo>
                  <a:lnTo>
                    <a:pt x="269782" y="39074"/>
                  </a:lnTo>
                  <a:lnTo>
                    <a:pt x="265666" y="35732"/>
                  </a:lnTo>
                  <a:lnTo>
                    <a:pt x="261446" y="32522"/>
                  </a:lnTo>
                  <a:lnTo>
                    <a:pt x="257126" y="29448"/>
                  </a:lnTo>
                  <a:lnTo>
                    <a:pt x="252711" y="26512"/>
                  </a:lnTo>
                  <a:lnTo>
                    <a:pt x="248205" y="23718"/>
                  </a:lnTo>
                  <a:lnTo>
                    <a:pt x="243612" y="21068"/>
                  </a:lnTo>
                  <a:lnTo>
                    <a:pt x="238938" y="18565"/>
                  </a:lnTo>
                  <a:lnTo>
                    <a:pt x="234187" y="16212"/>
                  </a:lnTo>
                  <a:lnTo>
                    <a:pt x="229364" y="14010"/>
                  </a:lnTo>
                  <a:lnTo>
                    <a:pt x="224473" y="11963"/>
                  </a:lnTo>
                  <a:lnTo>
                    <a:pt x="219520" y="10072"/>
                  </a:lnTo>
                  <a:lnTo>
                    <a:pt x="214509" y="8338"/>
                  </a:lnTo>
                  <a:lnTo>
                    <a:pt x="209446" y="6765"/>
                  </a:lnTo>
                  <a:lnTo>
                    <a:pt x="204336" y="5352"/>
                  </a:lnTo>
                  <a:lnTo>
                    <a:pt x="199183" y="4103"/>
                  </a:lnTo>
                  <a:lnTo>
                    <a:pt x="193993" y="3018"/>
                  </a:lnTo>
                  <a:lnTo>
                    <a:pt x="188772" y="2097"/>
                  </a:lnTo>
                  <a:lnTo>
                    <a:pt x="183523" y="1343"/>
                  </a:lnTo>
                  <a:lnTo>
                    <a:pt x="178254" y="756"/>
                  </a:lnTo>
                  <a:lnTo>
                    <a:pt x="172969" y="336"/>
                  </a:lnTo>
                  <a:lnTo>
                    <a:pt x="167673" y="84"/>
                  </a:lnTo>
                  <a:lnTo>
                    <a:pt x="162371" y="0"/>
                  </a:lnTo>
                  <a:lnTo>
                    <a:pt x="1623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321558" y="5018213"/>
              <a:ext cx="334324" cy="334314"/>
            </a:xfrm>
            <a:custGeom>
              <a:avLst/>
              <a:pathLst>
                <a:path w="334324" h="334314">
                  <a:moveTo>
                    <a:pt x="167162" y="0"/>
                  </a:moveTo>
                  <a:lnTo>
                    <a:pt x="161885" y="83"/>
                  </a:lnTo>
                  <a:lnTo>
                    <a:pt x="156613" y="333"/>
                  </a:lnTo>
                  <a:lnTo>
                    <a:pt x="151351" y="749"/>
                  </a:lnTo>
                  <a:lnTo>
                    <a:pt x="146105" y="1331"/>
                  </a:lnTo>
                  <a:lnTo>
                    <a:pt x="140881" y="2078"/>
                  </a:lnTo>
                  <a:lnTo>
                    <a:pt x="135682" y="2990"/>
                  </a:lnTo>
                  <a:lnTo>
                    <a:pt x="130515" y="4066"/>
                  </a:lnTo>
                  <a:lnTo>
                    <a:pt x="125384" y="5304"/>
                  </a:lnTo>
                  <a:lnTo>
                    <a:pt x="120295" y="6704"/>
                  </a:lnTo>
                  <a:lnTo>
                    <a:pt x="115253" y="8263"/>
                  </a:lnTo>
                  <a:lnTo>
                    <a:pt x="110263" y="9981"/>
                  </a:lnTo>
                  <a:lnTo>
                    <a:pt x="105329" y="11855"/>
                  </a:lnTo>
                  <a:lnTo>
                    <a:pt x="100457" y="13885"/>
                  </a:lnTo>
                  <a:lnTo>
                    <a:pt x="95651" y="16067"/>
                  </a:lnTo>
                  <a:lnTo>
                    <a:pt x="90917" y="18400"/>
                  </a:lnTo>
                  <a:lnTo>
                    <a:pt x="86258" y="20881"/>
                  </a:lnTo>
                  <a:lnTo>
                    <a:pt x="81681" y="23508"/>
                  </a:lnTo>
                  <a:lnTo>
                    <a:pt x="77188" y="26278"/>
                  </a:lnTo>
                  <a:lnTo>
                    <a:pt x="72785" y="29188"/>
                  </a:lnTo>
                  <a:lnTo>
                    <a:pt x="68477" y="32237"/>
                  </a:lnTo>
                  <a:lnTo>
                    <a:pt x="64266" y="35419"/>
                  </a:lnTo>
                  <a:lnTo>
                    <a:pt x="60158" y="38733"/>
                  </a:lnTo>
                  <a:lnTo>
                    <a:pt x="56157" y="42175"/>
                  </a:lnTo>
                  <a:lnTo>
                    <a:pt x="52267" y="45742"/>
                  </a:lnTo>
                  <a:lnTo>
                    <a:pt x="48491" y="49429"/>
                  </a:lnTo>
                  <a:lnTo>
                    <a:pt x="44833" y="53234"/>
                  </a:lnTo>
                  <a:lnTo>
                    <a:pt x="41298" y="57153"/>
                  </a:lnTo>
                  <a:lnTo>
                    <a:pt x="37887" y="61181"/>
                  </a:lnTo>
                  <a:lnTo>
                    <a:pt x="34606" y="65315"/>
                  </a:lnTo>
                  <a:lnTo>
                    <a:pt x="31457" y="69550"/>
                  </a:lnTo>
                  <a:lnTo>
                    <a:pt x="28443" y="73883"/>
                  </a:lnTo>
                  <a:lnTo>
                    <a:pt x="25567" y="78308"/>
                  </a:lnTo>
                  <a:lnTo>
                    <a:pt x="22832" y="82823"/>
                  </a:lnTo>
                  <a:lnTo>
                    <a:pt x="20242" y="87421"/>
                  </a:lnTo>
                  <a:lnTo>
                    <a:pt x="17797" y="92099"/>
                  </a:lnTo>
                  <a:lnTo>
                    <a:pt x="15502" y="96851"/>
                  </a:lnTo>
                  <a:lnTo>
                    <a:pt x="13358" y="101674"/>
                  </a:lnTo>
                  <a:lnTo>
                    <a:pt x="11367" y="106562"/>
                  </a:lnTo>
                  <a:lnTo>
                    <a:pt x="9531" y="111510"/>
                  </a:lnTo>
                  <a:lnTo>
                    <a:pt x="7853" y="116514"/>
                  </a:lnTo>
                  <a:lnTo>
                    <a:pt x="6333" y="121569"/>
                  </a:lnTo>
                  <a:lnTo>
                    <a:pt x="4974" y="126669"/>
                  </a:lnTo>
                  <a:lnTo>
                    <a:pt x="3776" y="131809"/>
                  </a:lnTo>
                  <a:lnTo>
                    <a:pt x="2742" y="136984"/>
                  </a:lnTo>
                  <a:lnTo>
                    <a:pt x="1871" y="142190"/>
                  </a:lnTo>
                  <a:lnTo>
                    <a:pt x="1165" y="147420"/>
                  </a:lnTo>
                  <a:lnTo>
                    <a:pt x="624" y="152670"/>
                  </a:lnTo>
                  <a:lnTo>
                    <a:pt x="249" y="157935"/>
                  </a:lnTo>
                  <a:lnTo>
                    <a:pt x="41" y="163209"/>
                  </a:lnTo>
                  <a:lnTo>
                    <a:pt x="0" y="168486"/>
                  </a:lnTo>
                  <a:lnTo>
                    <a:pt x="124" y="173763"/>
                  </a:lnTo>
                  <a:lnTo>
                    <a:pt x="416" y="179033"/>
                  </a:lnTo>
                  <a:lnTo>
                    <a:pt x="874" y="184291"/>
                  </a:lnTo>
                  <a:lnTo>
                    <a:pt x="1497" y="189532"/>
                  </a:lnTo>
                  <a:lnTo>
                    <a:pt x="2286" y="194750"/>
                  </a:lnTo>
                  <a:lnTo>
                    <a:pt x="3239" y="199941"/>
                  </a:lnTo>
                  <a:lnTo>
                    <a:pt x="4355" y="205100"/>
                  </a:lnTo>
                  <a:lnTo>
                    <a:pt x="5634" y="210221"/>
                  </a:lnTo>
                  <a:lnTo>
                    <a:pt x="7073" y="215298"/>
                  </a:lnTo>
                  <a:lnTo>
                    <a:pt x="8672" y="220328"/>
                  </a:lnTo>
                  <a:lnTo>
                    <a:pt x="10430" y="225305"/>
                  </a:lnTo>
                  <a:lnTo>
                    <a:pt x="12343" y="230224"/>
                  </a:lnTo>
                  <a:lnTo>
                    <a:pt x="14411" y="235080"/>
                  </a:lnTo>
                  <a:lnTo>
                    <a:pt x="16631" y="239868"/>
                  </a:lnTo>
                  <a:lnTo>
                    <a:pt x="19001" y="244584"/>
                  </a:lnTo>
                  <a:lnTo>
                    <a:pt x="21519" y="249222"/>
                  </a:lnTo>
                  <a:lnTo>
                    <a:pt x="24182" y="253779"/>
                  </a:lnTo>
                  <a:lnTo>
                    <a:pt x="26987" y="258250"/>
                  </a:lnTo>
                  <a:lnTo>
                    <a:pt x="29932" y="262629"/>
                  </a:lnTo>
                  <a:lnTo>
                    <a:pt x="33015" y="266914"/>
                  </a:lnTo>
                  <a:lnTo>
                    <a:pt x="36230" y="271099"/>
                  </a:lnTo>
                  <a:lnTo>
                    <a:pt x="39576" y="275181"/>
                  </a:lnTo>
                  <a:lnTo>
                    <a:pt x="43050" y="279154"/>
                  </a:lnTo>
                  <a:lnTo>
                    <a:pt x="46647" y="283017"/>
                  </a:lnTo>
                  <a:lnTo>
                    <a:pt x="50364" y="286763"/>
                  </a:lnTo>
                  <a:lnTo>
                    <a:pt x="54198" y="290391"/>
                  </a:lnTo>
                  <a:lnTo>
                    <a:pt x="58144" y="293896"/>
                  </a:lnTo>
                  <a:lnTo>
                    <a:pt x="62199" y="297274"/>
                  </a:lnTo>
                  <a:lnTo>
                    <a:pt x="66359" y="300523"/>
                  </a:lnTo>
                  <a:lnTo>
                    <a:pt x="70619" y="303638"/>
                  </a:lnTo>
                  <a:lnTo>
                    <a:pt x="74975" y="306618"/>
                  </a:lnTo>
                  <a:lnTo>
                    <a:pt x="79424" y="309459"/>
                  </a:lnTo>
                  <a:lnTo>
                    <a:pt x="83959" y="312158"/>
                  </a:lnTo>
                  <a:lnTo>
                    <a:pt x="88578" y="314712"/>
                  </a:lnTo>
                  <a:lnTo>
                    <a:pt x="93275" y="317119"/>
                  </a:lnTo>
                  <a:lnTo>
                    <a:pt x="98045" y="319377"/>
                  </a:lnTo>
                  <a:lnTo>
                    <a:pt x="102885" y="321483"/>
                  </a:lnTo>
                  <a:lnTo>
                    <a:pt x="107788" y="323435"/>
                  </a:lnTo>
                  <a:lnTo>
                    <a:pt x="112751" y="325232"/>
                  </a:lnTo>
                  <a:lnTo>
                    <a:pt x="117768" y="326871"/>
                  </a:lnTo>
                  <a:lnTo>
                    <a:pt x="122834" y="328350"/>
                  </a:lnTo>
                  <a:lnTo>
                    <a:pt x="127945" y="329669"/>
                  </a:lnTo>
                  <a:lnTo>
                    <a:pt x="133094" y="330826"/>
                  </a:lnTo>
                  <a:lnTo>
                    <a:pt x="138278" y="331820"/>
                  </a:lnTo>
                  <a:lnTo>
                    <a:pt x="143490" y="332650"/>
                  </a:lnTo>
                  <a:lnTo>
                    <a:pt x="148726" y="333315"/>
                  </a:lnTo>
                  <a:lnTo>
                    <a:pt x="153980" y="333814"/>
                  </a:lnTo>
                  <a:lnTo>
                    <a:pt x="159248" y="334147"/>
                  </a:lnTo>
                  <a:lnTo>
                    <a:pt x="164523" y="334314"/>
                  </a:lnTo>
                  <a:lnTo>
                    <a:pt x="169801" y="334314"/>
                  </a:lnTo>
                  <a:lnTo>
                    <a:pt x="175076" y="334147"/>
                  </a:lnTo>
                  <a:lnTo>
                    <a:pt x="180343" y="333814"/>
                  </a:lnTo>
                  <a:lnTo>
                    <a:pt x="185598" y="333315"/>
                  </a:lnTo>
                  <a:lnTo>
                    <a:pt x="190833" y="332650"/>
                  </a:lnTo>
                  <a:lnTo>
                    <a:pt x="196046" y="331820"/>
                  </a:lnTo>
                  <a:lnTo>
                    <a:pt x="201229" y="330826"/>
                  </a:lnTo>
                  <a:lnTo>
                    <a:pt x="206379" y="329669"/>
                  </a:lnTo>
                  <a:lnTo>
                    <a:pt x="211489" y="328350"/>
                  </a:lnTo>
                  <a:lnTo>
                    <a:pt x="216555" y="326871"/>
                  </a:lnTo>
                  <a:lnTo>
                    <a:pt x="221572" y="325232"/>
                  </a:lnTo>
                  <a:lnTo>
                    <a:pt x="226535" y="323435"/>
                  </a:lnTo>
                  <a:lnTo>
                    <a:pt x="231439" y="321483"/>
                  </a:lnTo>
                  <a:lnTo>
                    <a:pt x="236278" y="319377"/>
                  </a:lnTo>
                  <a:lnTo>
                    <a:pt x="241049" y="317119"/>
                  </a:lnTo>
                  <a:lnTo>
                    <a:pt x="245746" y="314712"/>
                  </a:lnTo>
                  <a:lnTo>
                    <a:pt x="250364" y="312158"/>
                  </a:lnTo>
                  <a:lnTo>
                    <a:pt x="254900" y="309459"/>
                  </a:lnTo>
                  <a:lnTo>
                    <a:pt x="259348" y="306618"/>
                  </a:lnTo>
                  <a:lnTo>
                    <a:pt x="263704" y="303638"/>
                  </a:lnTo>
                  <a:lnTo>
                    <a:pt x="267965" y="300523"/>
                  </a:lnTo>
                  <a:lnTo>
                    <a:pt x="272124" y="297274"/>
                  </a:lnTo>
                  <a:lnTo>
                    <a:pt x="276179" y="293896"/>
                  </a:lnTo>
                  <a:lnTo>
                    <a:pt x="280125" y="290391"/>
                  </a:lnTo>
                  <a:lnTo>
                    <a:pt x="283959" y="286763"/>
                  </a:lnTo>
                  <a:lnTo>
                    <a:pt x="287676" y="283017"/>
                  </a:lnTo>
                  <a:lnTo>
                    <a:pt x="291274" y="279154"/>
                  </a:lnTo>
                  <a:lnTo>
                    <a:pt x="294747" y="275181"/>
                  </a:lnTo>
                  <a:lnTo>
                    <a:pt x="298093" y="271099"/>
                  </a:lnTo>
                  <a:lnTo>
                    <a:pt x="301309" y="266914"/>
                  </a:lnTo>
                  <a:lnTo>
                    <a:pt x="304391" y="262629"/>
                  </a:lnTo>
                  <a:lnTo>
                    <a:pt x="307336" y="258250"/>
                  </a:lnTo>
                  <a:lnTo>
                    <a:pt x="310142" y="253779"/>
                  </a:lnTo>
                  <a:lnTo>
                    <a:pt x="312805" y="249222"/>
                  </a:lnTo>
                  <a:lnTo>
                    <a:pt x="315322" y="244584"/>
                  </a:lnTo>
                  <a:lnTo>
                    <a:pt x="317693" y="239868"/>
                  </a:lnTo>
                  <a:lnTo>
                    <a:pt x="319913" y="235080"/>
                  </a:lnTo>
                  <a:lnTo>
                    <a:pt x="321980" y="230224"/>
                  </a:lnTo>
                  <a:lnTo>
                    <a:pt x="323894" y="225305"/>
                  </a:lnTo>
                  <a:lnTo>
                    <a:pt x="325651" y="220328"/>
                  </a:lnTo>
                  <a:lnTo>
                    <a:pt x="327250" y="215298"/>
                  </a:lnTo>
                  <a:lnTo>
                    <a:pt x="328690" y="210221"/>
                  </a:lnTo>
                  <a:lnTo>
                    <a:pt x="329968" y="205100"/>
                  </a:lnTo>
                  <a:lnTo>
                    <a:pt x="331085" y="199941"/>
                  </a:lnTo>
                  <a:lnTo>
                    <a:pt x="332038" y="194750"/>
                  </a:lnTo>
                  <a:lnTo>
                    <a:pt x="332826" y="189532"/>
                  </a:lnTo>
                  <a:lnTo>
                    <a:pt x="333450" y="184291"/>
                  </a:lnTo>
                  <a:lnTo>
                    <a:pt x="333908" y="179033"/>
                  </a:lnTo>
                  <a:lnTo>
                    <a:pt x="334199" y="173763"/>
                  </a:lnTo>
                  <a:lnTo>
                    <a:pt x="334324" y="168486"/>
                  </a:lnTo>
                  <a:lnTo>
                    <a:pt x="334282" y="163209"/>
                  </a:lnTo>
                  <a:lnTo>
                    <a:pt x="334074" y="157935"/>
                  </a:lnTo>
                  <a:lnTo>
                    <a:pt x="333699" y="152670"/>
                  </a:lnTo>
                  <a:lnTo>
                    <a:pt x="333159" y="147420"/>
                  </a:lnTo>
                  <a:lnTo>
                    <a:pt x="332453" y="142190"/>
                  </a:lnTo>
                  <a:lnTo>
                    <a:pt x="331582" y="136984"/>
                  </a:lnTo>
                  <a:lnTo>
                    <a:pt x="330547" y="131809"/>
                  </a:lnTo>
                  <a:lnTo>
                    <a:pt x="329349" y="126669"/>
                  </a:lnTo>
                  <a:lnTo>
                    <a:pt x="327990" y="121569"/>
                  </a:lnTo>
                  <a:lnTo>
                    <a:pt x="326470" y="116514"/>
                  </a:lnTo>
                  <a:lnTo>
                    <a:pt x="324792" y="111510"/>
                  </a:lnTo>
                  <a:lnTo>
                    <a:pt x="322956" y="106562"/>
                  </a:lnTo>
                  <a:lnTo>
                    <a:pt x="320966" y="101674"/>
                  </a:lnTo>
                  <a:lnTo>
                    <a:pt x="318821" y="96851"/>
                  </a:lnTo>
                  <a:lnTo>
                    <a:pt x="316526" y="92099"/>
                  </a:lnTo>
                  <a:lnTo>
                    <a:pt x="314082" y="87421"/>
                  </a:lnTo>
                  <a:lnTo>
                    <a:pt x="311491" y="82823"/>
                  </a:lnTo>
                  <a:lnTo>
                    <a:pt x="308757" y="78308"/>
                  </a:lnTo>
                  <a:lnTo>
                    <a:pt x="305881" y="73883"/>
                  </a:lnTo>
                  <a:lnTo>
                    <a:pt x="302867" y="69550"/>
                  </a:lnTo>
                  <a:lnTo>
                    <a:pt x="299718" y="65315"/>
                  </a:lnTo>
                  <a:lnTo>
                    <a:pt x="296436" y="61181"/>
                  </a:lnTo>
                  <a:lnTo>
                    <a:pt x="293026" y="57153"/>
                  </a:lnTo>
                  <a:lnTo>
                    <a:pt x="289490" y="53234"/>
                  </a:lnTo>
                  <a:lnTo>
                    <a:pt x="285833" y="49429"/>
                  </a:lnTo>
                  <a:lnTo>
                    <a:pt x="282057" y="45742"/>
                  </a:lnTo>
                  <a:lnTo>
                    <a:pt x="278166" y="42175"/>
                  </a:lnTo>
                  <a:lnTo>
                    <a:pt x="274165" y="38733"/>
                  </a:lnTo>
                  <a:lnTo>
                    <a:pt x="270057" y="35419"/>
                  </a:lnTo>
                  <a:lnTo>
                    <a:pt x="265847" y="32237"/>
                  </a:lnTo>
                  <a:lnTo>
                    <a:pt x="261538" y="29188"/>
                  </a:lnTo>
                  <a:lnTo>
                    <a:pt x="257135" y="26278"/>
                  </a:lnTo>
                  <a:lnTo>
                    <a:pt x="252643" y="23508"/>
                  </a:lnTo>
                  <a:lnTo>
                    <a:pt x="248065" y="20881"/>
                  </a:lnTo>
                  <a:lnTo>
                    <a:pt x="243407" y="18400"/>
                  </a:lnTo>
                  <a:lnTo>
                    <a:pt x="238672" y="16067"/>
                  </a:lnTo>
                  <a:lnTo>
                    <a:pt x="233867" y="13885"/>
                  </a:lnTo>
                  <a:lnTo>
                    <a:pt x="228995" y="11855"/>
                  </a:lnTo>
                  <a:lnTo>
                    <a:pt x="224061" y="9981"/>
                  </a:lnTo>
                  <a:lnTo>
                    <a:pt x="219070" y="8263"/>
                  </a:lnTo>
                  <a:lnTo>
                    <a:pt x="214028" y="6704"/>
                  </a:lnTo>
                  <a:lnTo>
                    <a:pt x="208939" y="5304"/>
                  </a:lnTo>
                  <a:lnTo>
                    <a:pt x="203808" y="4066"/>
                  </a:lnTo>
                  <a:lnTo>
                    <a:pt x="198641" y="2990"/>
                  </a:lnTo>
                  <a:lnTo>
                    <a:pt x="193443" y="2078"/>
                  </a:lnTo>
                  <a:lnTo>
                    <a:pt x="188218" y="1331"/>
                  </a:lnTo>
                  <a:lnTo>
                    <a:pt x="182972" y="749"/>
                  </a:lnTo>
                  <a:lnTo>
                    <a:pt x="177711" y="333"/>
                  </a:lnTo>
                  <a:lnTo>
                    <a:pt x="172439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799172" y="5269756"/>
              <a:ext cx="165328" cy="167167"/>
            </a:xfrm>
            <a:custGeom>
              <a:avLst/>
              <a:pathLst>
                <a:path w="165328" h="167167">
                  <a:moveTo>
                    <a:pt x="165328" y="0"/>
                  </a:moveTo>
                  <a:lnTo>
                    <a:pt x="159925" y="87"/>
                  </a:lnTo>
                  <a:lnTo>
                    <a:pt x="154528" y="349"/>
                  </a:lnTo>
                  <a:lnTo>
                    <a:pt x="149142" y="785"/>
                  </a:lnTo>
                  <a:lnTo>
                    <a:pt x="143773" y="1395"/>
                  </a:lnTo>
                  <a:lnTo>
                    <a:pt x="138426" y="2178"/>
                  </a:lnTo>
                  <a:lnTo>
                    <a:pt x="133108" y="3134"/>
                  </a:lnTo>
                  <a:lnTo>
                    <a:pt x="127823" y="4261"/>
                  </a:lnTo>
                  <a:lnTo>
                    <a:pt x="122578" y="5558"/>
                  </a:lnTo>
                  <a:lnTo>
                    <a:pt x="117377" y="7024"/>
                  </a:lnTo>
                  <a:lnTo>
                    <a:pt x="112226" y="8658"/>
                  </a:lnTo>
                  <a:lnTo>
                    <a:pt x="107131" y="10457"/>
                  </a:lnTo>
                  <a:lnTo>
                    <a:pt x="102096" y="12420"/>
                  </a:lnTo>
                  <a:lnTo>
                    <a:pt x="97128" y="14544"/>
                  </a:lnTo>
                  <a:lnTo>
                    <a:pt x="92231" y="16828"/>
                  </a:lnTo>
                  <a:lnTo>
                    <a:pt x="87410" y="19269"/>
                  </a:lnTo>
                  <a:lnTo>
                    <a:pt x="82671" y="21865"/>
                  </a:lnTo>
                  <a:lnTo>
                    <a:pt x="78018" y="24612"/>
                  </a:lnTo>
                  <a:lnTo>
                    <a:pt x="73456" y="27509"/>
                  </a:lnTo>
                  <a:lnTo>
                    <a:pt x="68990" y="30551"/>
                  </a:lnTo>
                  <a:lnTo>
                    <a:pt x="64625" y="33736"/>
                  </a:lnTo>
                  <a:lnTo>
                    <a:pt x="60365" y="37060"/>
                  </a:lnTo>
                  <a:lnTo>
                    <a:pt x="56215" y="40521"/>
                  </a:lnTo>
                  <a:lnTo>
                    <a:pt x="52179" y="44113"/>
                  </a:lnTo>
                  <a:lnTo>
                    <a:pt x="48261" y="47835"/>
                  </a:lnTo>
                  <a:lnTo>
                    <a:pt x="44465" y="51681"/>
                  </a:lnTo>
                  <a:lnTo>
                    <a:pt x="40796" y="55647"/>
                  </a:lnTo>
                  <a:lnTo>
                    <a:pt x="37256" y="59730"/>
                  </a:lnTo>
                  <a:lnTo>
                    <a:pt x="33851" y="63926"/>
                  </a:lnTo>
                  <a:lnTo>
                    <a:pt x="30583" y="68229"/>
                  </a:lnTo>
                  <a:lnTo>
                    <a:pt x="27456" y="72636"/>
                  </a:lnTo>
                  <a:lnTo>
                    <a:pt x="24472" y="77141"/>
                  </a:lnTo>
                  <a:lnTo>
                    <a:pt x="21636" y="81741"/>
                  </a:lnTo>
                  <a:lnTo>
                    <a:pt x="18950" y="86429"/>
                  </a:lnTo>
                  <a:lnTo>
                    <a:pt x="16417" y="91203"/>
                  </a:lnTo>
                  <a:lnTo>
                    <a:pt x="14040" y="96055"/>
                  </a:lnTo>
                  <a:lnTo>
                    <a:pt x="11821" y="100982"/>
                  </a:lnTo>
                  <a:lnTo>
                    <a:pt x="9762" y="105978"/>
                  </a:lnTo>
                  <a:lnTo>
                    <a:pt x="7865" y="111038"/>
                  </a:lnTo>
                  <a:lnTo>
                    <a:pt x="6134" y="116156"/>
                  </a:lnTo>
                  <a:lnTo>
                    <a:pt x="4568" y="121328"/>
                  </a:lnTo>
                  <a:lnTo>
                    <a:pt x="3171" y="126548"/>
                  </a:lnTo>
                  <a:lnTo>
                    <a:pt x="1942" y="131810"/>
                  </a:lnTo>
                  <a:lnTo>
                    <a:pt x="885" y="137109"/>
                  </a:lnTo>
                  <a:lnTo>
                    <a:pt x="0" y="142440"/>
                  </a:lnTo>
                  <a:lnTo>
                    <a:pt x="16532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797343" y="5269756"/>
              <a:ext cx="334309" cy="334333"/>
            </a:xfrm>
            <a:custGeom>
              <a:avLst/>
              <a:pathLst>
                <a:path w="334309" h="334333">
                  <a:moveTo>
                    <a:pt x="1829" y="142440"/>
                  </a:moveTo>
                  <a:lnTo>
                    <a:pt x="1127" y="147704"/>
                  </a:lnTo>
                  <a:lnTo>
                    <a:pt x="593" y="152987"/>
                  </a:lnTo>
                  <a:lnTo>
                    <a:pt x="227" y="158285"/>
                  </a:lnTo>
                  <a:lnTo>
                    <a:pt x="29" y="163593"/>
                  </a:lnTo>
                  <a:lnTo>
                    <a:pt x="0" y="168903"/>
                  </a:lnTo>
                  <a:lnTo>
                    <a:pt x="139" y="174212"/>
                  </a:lnTo>
                  <a:lnTo>
                    <a:pt x="447" y="179514"/>
                  </a:lnTo>
                  <a:lnTo>
                    <a:pt x="923" y="184803"/>
                  </a:lnTo>
                  <a:lnTo>
                    <a:pt x="1568" y="190075"/>
                  </a:lnTo>
                  <a:lnTo>
                    <a:pt x="2379" y="195323"/>
                  </a:lnTo>
                  <a:lnTo>
                    <a:pt x="3356" y="200543"/>
                  </a:lnTo>
                  <a:lnTo>
                    <a:pt x="4499" y="205729"/>
                  </a:lnTo>
                  <a:lnTo>
                    <a:pt x="5806" y="210877"/>
                  </a:lnTo>
                  <a:lnTo>
                    <a:pt x="7276" y="215980"/>
                  </a:lnTo>
                  <a:lnTo>
                    <a:pt x="8907" y="221034"/>
                  </a:lnTo>
                  <a:lnTo>
                    <a:pt x="10698" y="226034"/>
                  </a:lnTo>
                  <a:lnTo>
                    <a:pt x="12647" y="230974"/>
                  </a:lnTo>
                  <a:lnTo>
                    <a:pt x="14752" y="235850"/>
                  </a:lnTo>
                  <a:lnTo>
                    <a:pt x="17010" y="240656"/>
                  </a:lnTo>
                  <a:lnTo>
                    <a:pt x="19421" y="245389"/>
                  </a:lnTo>
                  <a:lnTo>
                    <a:pt x="21980" y="250042"/>
                  </a:lnTo>
                  <a:lnTo>
                    <a:pt x="24686" y="254612"/>
                  </a:lnTo>
                  <a:lnTo>
                    <a:pt x="27535" y="259093"/>
                  </a:lnTo>
                  <a:lnTo>
                    <a:pt x="30526" y="263482"/>
                  </a:lnTo>
                  <a:lnTo>
                    <a:pt x="33654" y="267774"/>
                  </a:lnTo>
                  <a:lnTo>
                    <a:pt x="36917" y="271964"/>
                  </a:lnTo>
                  <a:lnTo>
                    <a:pt x="40312" y="276048"/>
                  </a:lnTo>
                  <a:lnTo>
                    <a:pt x="43834" y="280022"/>
                  </a:lnTo>
                  <a:lnTo>
                    <a:pt x="47482" y="283882"/>
                  </a:lnTo>
                  <a:lnTo>
                    <a:pt x="51249" y="287625"/>
                  </a:lnTo>
                  <a:lnTo>
                    <a:pt x="55134" y="291246"/>
                  </a:lnTo>
                  <a:lnTo>
                    <a:pt x="59132" y="294742"/>
                  </a:lnTo>
                  <a:lnTo>
                    <a:pt x="63239" y="298109"/>
                  </a:lnTo>
                  <a:lnTo>
                    <a:pt x="67451" y="301344"/>
                  </a:lnTo>
                  <a:lnTo>
                    <a:pt x="71763" y="304443"/>
                  </a:lnTo>
                  <a:lnTo>
                    <a:pt x="76172" y="307404"/>
                  </a:lnTo>
                  <a:lnTo>
                    <a:pt x="80673" y="310224"/>
                  </a:lnTo>
                  <a:lnTo>
                    <a:pt x="85260" y="312899"/>
                  </a:lnTo>
                  <a:lnTo>
                    <a:pt x="89931" y="315427"/>
                  </a:lnTo>
                  <a:lnTo>
                    <a:pt x="94679" y="317805"/>
                  </a:lnTo>
                  <a:lnTo>
                    <a:pt x="99501" y="320031"/>
                  </a:lnTo>
                  <a:lnTo>
                    <a:pt x="104391" y="322103"/>
                  </a:lnTo>
                  <a:lnTo>
                    <a:pt x="109344" y="324019"/>
                  </a:lnTo>
                  <a:lnTo>
                    <a:pt x="114356" y="325776"/>
                  </a:lnTo>
                  <a:lnTo>
                    <a:pt x="119420" y="327373"/>
                  </a:lnTo>
                  <a:lnTo>
                    <a:pt x="124533" y="328809"/>
                  </a:lnTo>
                  <a:lnTo>
                    <a:pt x="129689" y="330081"/>
                  </a:lnTo>
                  <a:lnTo>
                    <a:pt x="134883" y="331189"/>
                  </a:lnTo>
                  <a:lnTo>
                    <a:pt x="140110" y="332132"/>
                  </a:lnTo>
                  <a:lnTo>
                    <a:pt x="145364" y="332908"/>
                  </a:lnTo>
                  <a:lnTo>
                    <a:pt x="150639" y="333516"/>
                  </a:lnTo>
                  <a:lnTo>
                    <a:pt x="155932" y="333957"/>
                  </a:lnTo>
                  <a:lnTo>
                    <a:pt x="161235" y="334229"/>
                  </a:lnTo>
                  <a:lnTo>
                    <a:pt x="166545" y="334333"/>
                  </a:lnTo>
                  <a:lnTo>
                    <a:pt x="171855" y="334268"/>
                  </a:lnTo>
                  <a:lnTo>
                    <a:pt x="177161" y="334035"/>
                  </a:lnTo>
                  <a:lnTo>
                    <a:pt x="182457" y="333633"/>
                  </a:lnTo>
                  <a:lnTo>
                    <a:pt x="187737" y="333063"/>
                  </a:lnTo>
                  <a:lnTo>
                    <a:pt x="192996" y="332326"/>
                  </a:lnTo>
                  <a:lnTo>
                    <a:pt x="198229" y="331421"/>
                  </a:lnTo>
                  <a:lnTo>
                    <a:pt x="203431" y="330352"/>
                  </a:lnTo>
                  <a:lnTo>
                    <a:pt x="208596" y="329117"/>
                  </a:lnTo>
                  <a:lnTo>
                    <a:pt x="213720" y="327719"/>
                  </a:lnTo>
                  <a:lnTo>
                    <a:pt x="218796" y="326159"/>
                  </a:lnTo>
                  <a:lnTo>
                    <a:pt x="223820" y="324438"/>
                  </a:lnTo>
                  <a:lnTo>
                    <a:pt x="228788" y="322559"/>
                  </a:lnTo>
                  <a:lnTo>
                    <a:pt x="233692" y="320523"/>
                  </a:lnTo>
                  <a:lnTo>
                    <a:pt x="238530" y="318332"/>
                  </a:lnTo>
                  <a:lnTo>
                    <a:pt x="243296" y="315989"/>
                  </a:lnTo>
                  <a:lnTo>
                    <a:pt x="247985" y="313495"/>
                  </a:lnTo>
                  <a:lnTo>
                    <a:pt x="252592" y="310854"/>
                  </a:lnTo>
                  <a:lnTo>
                    <a:pt x="257113" y="308068"/>
                  </a:lnTo>
                  <a:lnTo>
                    <a:pt x="261544" y="305139"/>
                  </a:lnTo>
                  <a:lnTo>
                    <a:pt x="265879" y="302071"/>
                  </a:lnTo>
                  <a:lnTo>
                    <a:pt x="270114" y="298867"/>
                  </a:lnTo>
                  <a:lnTo>
                    <a:pt x="274246" y="295530"/>
                  </a:lnTo>
                  <a:lnTo>
                    <a:pt x="278269" y="292064"/>
                  </a:lnTo>
                  <a:lnTo>
                    <a:pt x="282180" y="288472"/>
                  </a:lnTo>
                  <a:lnTo>
                    <a:pt x="285975" y="284757"/>
                  </a:lnTo>
                  <a:lnTo>
                    <a:pt x="289651" y="280923"/>
                  </a:lnTo>
                  <a:lnTo>
                    <a:pt x="293202" y="276975"/>
                  </a:lnTo>
                  <a:lnTo>
                    <a:pt x="296627" y="272916"/>
                  </a:lnTo>
                  <a:lnTo>
                    <a:pt x="299921" y="268750"/>
                  </a:lnTo>
                  <a:lnTo>
                    <a:pt x="303080" y="264481"/>
                  </a:lnTo>
                  <a:lnTo>
                    <a:pt x="306103" y="260114"/>
                  </a:lnTo>
                  <a:lnTo>
                    <a:pt x="308985" y="255654"/>
                  </a:lnTo>
                  <a:lnTo>
                    <a:pt x="311724" y="251104"/>
                  </a:lnTo>
                  <a:lnTo>
                    <a:pt x="314318" y="246470"/>
                  </a:lnTo>
                  <a:lnTo>
                    <a:pt x="316763" y="241755"/>
                  </a:lnTo>
                  <a:lnTo>
                    <a:pt x="319056" y="236965"/>
                  </a:lnTo>
                  <a:lnTo>
                    <a:pt x="321197" y="232105"/>
                  </a:lnTo>
                  <a:lnTo>
                    <a:pt x="323182" y="227179"/>
                  </a:lnTo>
                  <a:lnTo>
                    <a:pt x="325009" y="222193"/>
                  </a:lnTo>
                  <a:lnTo>
                    <a:pt x="326678" y="217151"/>
                  </a:lnTo>
                  <a:lnTo>
                    <a:pt x="328185" y="212059"/>
                  </a:lnTo>
                  <a:lnTo>
                    <a:pt x="329530" y="206921"/>
                  </a:lnTo>
                  <a:lnTo>
                    <a:pt x="330710" y="201743"/>
                  </a:lnTo>
                  <a:lnTo>
                    <a:pt x="331726" y="196530"/>
                  </a:lnTo>
                  <a:lnTo>
                    <a:pt x="332576" y="191288"/>
                  </a:lnTo>
                  <a:lnTo>
                    <a:pt x="333259" y="186021"/>
                  </a:lnTo>
                  <a:lnTo>
                    <a:pt x="333774" y="180736"/>
                  </a:lnTo>
                  <a:lnTo>
                    <a:pt x="334121" y="175436"/>
                  </a:lnTo>
                  <a:lnTo>
                    <a:pt x="334299" y="170129"/>
                  </a:lnTo>
                  <a:lnTo>
                    <a:pt x="334309" y="164818"/>
                  </a:lnTo>
                  <a:lnTo>
                    <a:pt x="334150" y="159510"/>
                  </a:lnTo>
                  <a:lnTo>
                    <a:pt x="333822" y="154209"/>
                  </a:lnTo>
                  <a:lnTo>
                    <a:pt x="333327" y="148921"/>
                  </a:lnTo>
                  <a:lnTo>
                    <a:pt x="332663" y="143652"/>
                  </a:lnTo>
                  <a:lnTo>
                    <a:pt x="331833" y="138407"/>
                  </a:lnTo>
                  <a:lnTo>
                    <a:pt x="330836" y="133191"/>
                  </a:lnTo>
                  <a:lnTo>
                    <a:pt x="329674" y="128008"/>
                  </a:lnTo>
                  <a:lnTo>
                    <a:pt x="328348" y="122866"/>
                  </a:lnTo>
                  <a:lnTo>
                    <a:pt x="326860" y="117768"/>
                  </a:lnTo>
                  <a:lnTo>
                    <a:pt x="325210" y="112720"/>
                  </a:lnTo>
                  <a:lnTo>
                    <a:pt x="323401" y="107727"/>
                  </a:lnTo>
                  <a:lnTo>
                    <a:pt x="321434" y="102794"/>
                  </a:lnTo>
                  <a:lnTo>
                    <a:pt x="319311" y="97926"/>
                  </a:lnTo>
                  <a:lnTo>
                    <a:pt x="317035" y="93128"/>
                  </a:lnTo>
                  <a:lnTo>
                    <a:pt x="314608" y="88404"/>
                  </a:lnTo>
                  <a:lnTo>
                    <a:pt x="312031" y="83760"/>
                  </a:lnTo>
                  <a:lnTo>
                    <a:pt x="309309" y="79200"/>
                  </a:lnTo>
                  <a:lnTo>
                    <a:pt x="306443" y="74729"/>
                  </a:lnTo>
                  <a:lnTo>
                    <a:pt x="303436" y="70352"/>
                  </a:lnTo>
                  <a:lnTo>
                    <a:pt x="300292" y="66072"/>
                  </a:lnTo>
                  <a:lnTo>
                    <a:pt x="297014" y="61894"/>
                  </a:lnTo>
                  <a:lnTo>
                    <a:pt x="293604" y="57822"/>
                  </a:lnTo>
                  <a:lnTo>
                    <a:pt x="290067" y="53861"/>
                  </a:lnTo>
                  <a:lnTo>
                    <a:pt x="286406" y="50014"/>
                  </a:lnTo>
                  <a:lnTo>
                    <a:pt x="282624" y="46285"/>
                  </a:lnTo>
                  <a:lnTo>
                    <a:pt x="278726" y="42678"/>
                  </a:lnTo>
                  <a:lnTo>
                    <a:pt x="274715" y="39197"/>
                  </a:lnTo>
                  <a:lnTo>
                    <a:pt x="270596" y="35845"/>
                  </a:lnTo>
                  <a:lnTo>
                    <a:pt x="266372" y="32625"/>
                  </a:lnTo>
                  <a:lnTo>
                    <a:pt x="262049" y="29542"/>
                  </a:lnTo>
                  <a:lnTo>
                    <a:pt x="257629" y="26597"/>
                  </a:lnTo>
                  <a:lnTo>
                    <a:pt x="253118" y="23794"/>
                  </a:lnTo>
                  <a:lnTo>
                    <a:pt x="248521" y="21136"/>
                  </a:lnTo>
                  <a:lnTo>
                    <a:pt x="243841" y="18625"/>
                  </a:lnTo>
                  <a:lnTo>
                    <a:pt x="239084" y="16264"/>
                  </a:lnTo>
                  <a:lnTo>
                    <a:pt x="234254" y="14056"/>
                  </a:lnTo>
                  <a:lnTo>
                    <a:pt x="229357" y="12002"/>
                  </a:lnTo>
                  <a:lnTo>
                    <a:pt x="224397" y="10104"/>
                  </a:lnTo>
                  <a:lnTo>
                    <a:pt x="219379" y="8365"/>
                  </a:lnTo>
                  <a:lnTo>
                    <a:pt x="214308" y="6787"/>
                  </a:lnTo>
                  <a:lnTo>
                    <a:pt x="209190" y="5370"/>
                  </a:lnTo>
                  <a:lnTo>
                    <a:pt x="204029" y="4116"/>
                  </a:lnTo>
                  <a:lnTo>
                    <a:pt x="198831" y="3027"/>
                  </a:lnTo>
                  <a:lnTo>
                    <a:pt x="193601" y="2104"/>
                  </a:lnTo>
                  <a:lnTo>
                    <a:pt x="188345" y="1348"/>
                  </a:lnTo>
                  <a:lnTo>
                    <a:pt x="183067" y="758"/>
                  </a:lnTo>
                  <a:lnTo>
                    <a:pt x="177773" y="337"/>
                  </a:lnTo>
                  <a:lnTo>
                    <a:pt x="172468" y="84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5747" y="5399291"/>
              <a:ext cx="30468" cy="167167"/>
            </a:xfrm>
            <a:custGeom>
              <a:avLst/>
              <a:pathLst>
                <a:path w="30468" h="167167">
                  <a:moveTo>
                    <a:pt x="30468" y="0"/>
                  </a:moveTo>
                  <a:lnTo>
                    <a:pt x="22811" y="175"/>
                  </a:lnTo>
                  <a:lnTo>
                    <a:pt x="15170" y="701"/>
                  </a:lnTo>
                  <a:lnTo>
                    <a:pt x="7561" y="1577"/>
                  </a:lnTo>
                  <a:lnTo>
                    <a:pt x="0" y="2800"/>
                  </a:lnTo>
                  <a:lnTo>
                    <a:pt x="3046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5747" y="5402091"/>
              <a:ext cx="30468" cy="164367"/>
            </a:xfrm>
            <a:custGeom>
              <a:avLst/>
              <a:pathLst>
                <a:path w="30468" h="164367">
                  <a:moveTo>
                    <a:pt x="0" y="0"/>
                  </a:moveTo>
                  <a:lnTo>
                    <a:pt x="30468" y="164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5747" y="5402091"/>
              <a:ext cx="30468" cy="164367"/>
            </a:xfrm>
            <a:custGeom>
              <a:avLst/>
              <a:pathLst>
                <a:path w="30468" h="164367">
                  <a:moveTo>
                    <a:pt x="0" y="0"/>
                  </a:moveTo>
                  <a:lnTo>
                    <a:pt x="30468" y="164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5747" y="5402091"/>
              <a:ext cx="30468" cy="164367"/>
            </a:xfrm>
            <a:custGeom>
              <a:avLst/>
              <a:pathLst>
                <a:path w="30468" h="164367">
                  <a:moveTo>
                    <a:pt x="0" y="0"/>
                  </a:moveTo>
                  <a:lnTo>
                    <a:pt x="30468" y="164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55747" y="5402091"/>
              <a:ext cx="30468" cy="164367"/>
            </a:xfrm>
            <a:custGeom>
              <a:avLst/>
              <a:pathLst>
                <a:path w="30468" h="164367">
                  <a:moveTo>
                    <a:pt x="0" y="0"/>
                  </a:moveTo>
                  <a:lnTo>
                    <a:pt x="30468" y="1643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55747" y="5402091"/>
              <a:ext cx="30468" cy="164367"/>
            </a:xfrm>
            <a:custGeom>
              <a:avLst/>
              <a:pathLst>
                <a:path w="30468" h="164367">
                  <a:moveTo>
                    <a:pt x="0" y="0"/>
                  </a:moveTo>
                  <a:lnTo>
                    <a:pt x="30468" y="1643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55747" y="5402091"/>
              <a:ext cx="30468" cy="164367"/>
            </a:xfrm>
            <a:custGeom>
              <a:avLst/>
              <a:pathLst>
                <a:path w="30468" h="164367">
                  <a:moveTo>
                    <a:pt x="0" y="0"/>
                  </a:moveTo>
                  <a:lnTo>
                    <a:pt x="30468" y="1643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319055" y="5400745"/>
              <a:ext cx="334318" cy="332878"/>
            </a:xfrm>
            <a:custGeom>
              <a:avLst/>
              <a:pathLst>
                <a:path w="334318" h="332878">
                  <a:moveTo>
                    <a:pt x="136691" y="1346"/>
                  </a:moveTo>
                  <a:lnTo>
                    <a:pt x="131489" y="2396"/>
                  </a:lnTo>
                  <a:lnTo>
                    <a:pt x="126324" y="3610"/>
                  </a:lnTo>
                  <a:lnTo>
                    <a:pt x="121199" y="4988"/>
                  </a:lnTo>
                  <a:lnTo>
                    <a:pt x="116121" y="6528"/>
                  </a:lnTo>
                  <a:lnTo>
                    <a:pt x="111095" y="8228"/>
                  </a:lnTo>
                  <a:lnTo>
                    <a:pt x="106125" y="10087"/>
                  </a:lnTo>
                  <a:lnTo>
                    <a:pt x="101216" y="12102"/>
                  </a:lnTo>
                  <a:lnTo>
                    <a:pt x="96374" y="14273"/>
                  </a:lnTo>
                  <a:lnTo>
                    <a:pt x="91603" y="16596"/>
                  </a:lnTo>
                  <a:lnTo>
                    <a:pt x="86908" y="19069"/>
                  </a:lnTo>
                  <a:lnTo>
                    <a:pt x="82294" y="21690"/>
                  </a:lnTo>
                  <a:lnTo>
                    <a:pt x="77766" y="24456"/>
                  </a:lnTo>
                  <a:lnTo>
                    <a:pt x="73327" y="27364"/>
                  </a:lnTo>
                  <a:lnTo>
                    <a:pt x="68984" y="30412"/>
                  </a:lnTo>
                  <a:lnTo>
                    <a:pt x="64739" y="33597"/>
                  </a:lnTo>
                  <a:lnTo>
                    <a:pt x="60597" y="36914"/>
                  </a:lnTo>
                  <a:lnTo>
                    <a:pt x="56563" y="40361"/>
                  </a:lnTo>
                  <a:lnTo>
                    <a:pt x="52640" y="43934"/>
                  </a:lnTo>
                  <a:lnTo>
                    <a:pt x="48832" y="47630"/>
                  </a:lnTo>
                  <a:lnTo>
                    <a:pt x="45144" y="51445"/>
                  </a:lnTo>
                  <a:lnTo>
                    <a:pt x="41579" y="55376"/>
                  </a:lnTo>
                  <a:lnTo>
                    <a:pt x="38140" y="59417"/>
                  </a:lnTo>
                  <a:lnTo>
                    <a:pt x="34832" y="63566"/>
                  </a:lnTo>
                  <a:lnTo>
                    <a:pt x="31656" y="67817"/>
                  </a:lnTo>
                  <a:lnTo>
                    <a:pt x="28617" y="72167"/>
                  </a:lnTo>
                  <a:lnTo>
                    <a:pt x="25718" y="76611"/>
                  </a:lnTo>
                  <a:lnTo>
                    <a:pt x="22961" y="81145"/>
                  </a:lnTo>
                  <a:lnTo>
                    <a:pt x="20350" y="85765"/>
                  </a:lnTo>
                  <a:lnTo>
                    <a:pt x="17886" y="90465"/>
                  </a:lnTo>
                  <a:lnTo>
                    <a:pt x="15573" y="95240"/>
                  </a:lnTo>
                  <a:lnTo>
                    <a:pt x="13413" y="100087"/>
                  </a:lnTo>
                  <a:lnTo>
                    <a:pt x="11407" y="105000"/>
                  </a:lnTo>
                  <a:lnTo>
                    <a:pt x="9559" y="109974"/>
                  </a:lnTo>
                  <a:lnTo>
                    <a:pt x="7869" y="115004"/>
                  </a:lnTo>
                  <a:lnTo>
                    <a:pt x="6340" y="120085"/>
                  </a:lnTo>
                  <a:lnTo>
                    <a:pt x="4973" y="125213"/>
                  </a:lnTo>
                  <a:lnTo>
                    <a:pt x="3769" y="130381"/>
                  </a:lnTo>
                  <a:lnTo>
                    <a:pt x="2730" y="135584"/>
                  </a:lnTo>
                  <a:lnTo>
                    <a:pt x="1856" y="140818"/>
                  </a:lnTo>
                  <a:lnTo>
                    <a:pt x="1150" y="146077"/>
                  </a:lnTo>
                  <a:lnTo>
                    <a:pt x="610" y="151356"/>
                  </a:lnTo>
                  <a:lnTo>
                    <a:pt x="238" y="156650"/>
                  </a:lnTo>
                  <a:lnTo>
                    <a:pt x="35" y="161952"/>
                  </a:lnTo>
                  <a:lnTo>
                    <a:pt x="0" y="167258"/>
                  </a:lnTo>
                  <a:lnTo>
                    <a:pt x="133" y="172563"/>
                  </a:lnTo>
                  <a:lnTo>
                    <a:pt x="434" y="177861"/>
                  </a:lnTo>
                  <a:lnTo>
                    <a:pt x="904" y="183147"/>
                  </a:lnTo>
                  <a:lnTo>
                    <a:pt x="1541" y="188415"/>
                  </a:lnTo>
                  <a:lnTo>
                    <a:pt x="2345" y="193660"/>
                  </a:lnTo>
                  <a:lnTo>
                    <a:pt x="3315" y="198877"/>
                  </a:lnTo>
                  <a:lnTo>
                    <a:pt x="4450" y="204060"/>
                  </a:lnTo>
                  <a:lnTo>
                    <a:pt x="5749" y="209205"/>
                  </a:lnTo>
                  <a:lnTo>
                    <a:pt x="7211" y="214306"/>
                  </a:lnTo>
                  <a:lnTo>
                    <a:pt x="8834" y="219358"/>
                  </a:lnTo>
                  <a:lnTo>
                    <a:pt x="10616" y="224356"/>
                  </a:lnTo>
                  <a:lnTo>
                    <a:pt x="12556" y="229295"/>
                  </a:lnTo>
                  <a:lnTo>
                    <a:pt x="14652" y="234170"/>
                  </a:lnTo>
                  <a:lnTo>
                    <a:pt x="16902" y="238976"/>
                  </a:lnTo>
                  <a:lnTo>
                    <a:pt x="19303" y="243708"/>
                  </a:lnTo>
                  <a:lnTo>
                    <a:pt x="21853" y="248362"/>
                  </a:lnTo>
                  <a:lnTo>
                    <a:pt x="24549" y="252932"/>
                  </a:lnTo>
                  <a:lnTo>
                    <a:pt x="27389" y="257415"/>
                  </a:lnTo>
                  <a:lnTo>
                    <a:pt x="30370" y="261805"/>
                  </a:lnTo>
                  <a:lnTo>
                    <a:pt x="33489" y="266098"/>
                  </a:lnTo>
                  <a:lnTo>
                    <a:pt x="36742" y="270290"/>
                  </a:lnTo>
                  <a:lnTo>
                    <a:pt x="40127" y="274376"/>
                  </a:lnTo>
                  <a:lnTo>
                    <a:pt x="43640" y="278353"/>
                  </a:lnTo>
                  <a:lnTo>
                    <a:pt x="47277" y="282217"/>
                  </a:lnTo>
                  <a:lnTo>
                    <a:pt x="51035" y="285963"/>
                  </a:lnTo>
                  <a:lnTo>
                    <a:pt x="54910" y="289588"/>
                  </a:lnTo>
                  <a:lnTo>
                    <a:pt x="58899" y="293089"/>
                  </a:lnTo>
                  <a:lnTo>
                    <a:pt x="62996" y="296461"/>
                  </a:lnTo>
                  <a:lnTo>
                    <a:pt x="67198" y="299701"/>
                  </a:lnTo>
                  <a:lnTo>
                    <a:pt x="71501" y="302806"/>
                  </a:lnTo>
                  <a:lnTo>
                    <a:pt x="75901" y="305773"/>
                  </a:lnTo>
                  <a:lnTo>
                    <a:pt x="80392" y="308599"/>
                  </a:lnTo>
                  <a:lnTo>
                    <a:pt x="84971" y="311281"/>
                  </a:lnTo>
                  <a:lnTo>
                    <a:pt x="89632" y="313816"/>
                  </a:lnTo>
                  <a:lnTo>
                    <a:pt x="94372" y="316202"/>
                  </a:lnTo>
                  <a:lnTo>
                    <a:pt x="99185" y="318437"/>
                  </a:lnTo>
                  <a:lnTo>
                    <a:pt x="104066" y="320517"/>
                  </a:lnTo>
                  <a:lnTo>
                    <a:pt x="109012" y="322442"/>
                  </a:lnTo>
                  <a:lnTo>
                    <a:pt x="114015" y="324208"/>
                  </a:lnTo>
                  <a:lnTo>
                    <a:pt x="119072" y="325815"/>
                  </a:lnTo>
                  <a:lnTo>
                    <a:pt x="124178" y="327261"/>
                  </a:lnTo>
                  <a:lnTo>
                    <a:pt x="129327" y="328543"/>
                  </a:lnTo>
                  <a:lnTo>
                    <a:pt x="134514" y="329662"/>
                  </a:lnTo>
                  <a:lnTo>
                    <a:pt x="139734" y="330616"/>
                  </a:lnTo>
                  <a:lnTo>
                    <a:pt x="144982" y="331403"/>
                  </a:lnTo>
                  <a:lnTo>
                    <a:pt x="150252" y="332024"/>
                  </a:lnTo>
                  <a:lnTo>
                    <a:pt x="155539" y="332476"/>
                  </a:lnTo>
                  <a:lnTo>
                    <a:pt x="160838" y="332761"/>
                  </a:lnTo>
                  <a:lnTo>
                    <a:pt x="166143" y="332878"/>
                  </a:lnTo>
                  <a:lnTo>
                    <a:pt x="171449" y="332826"/>
                  </a:lnTo>
                  <a:lnTo>
                    <a:pt x="176751" y="332605"/>
                  </a:lnTo>
                  <a:lnTo>
                    <a:pt x="182043" y="332217"/>
                  </a:lnTo>
                  <a:lnTo>
                    <a:pt x="187320" y="331661"/>
                  </a:lnTo>
                  <a:lnTo>
                    <a:pt x="192577" y="330937"/>
                  </a:lnTo>
                  <a:lnTo>
                    <a:pt x="197808" y="330047"/>
                  </a:lnTo>
                  <a:lnTo>
                    <a:pt x="203008" y="328992"/>
                  </a:lnTo>
                  <a:lnTo>
                    <a:pt x="208173" y="327772"/>
                  </a:lnTo>
                  <a:lnTo>
                    <a:pt x="213296" y="326388"/>
                  </a:lnTo>
                  <a:lnTo>
                    <a:pt x="218372" y="324843"/>
                  </a:lnTo>
                  <a:lnTo>
                    <a:pt x="223397" y="323137"/>
                  </a:lnTo>
                  <a:lnTo>
                    <a:pt x="228365" y="321273"/>
                  </a:lnTo>
                  <a:lnTo>
                    <a:pt x="233271" y="319252"/>
                  </a:lnTo>
                  <a:lnTo>
                    <a:pt x="238111" y="317077"/>
                  </a:lnTo>
                  <a:lnTo>
                    <a:pt x="242880" y="314748"/>
                  </a:lnTo>
                  <a:lnTo>
                    <a:pt x="247572" y="312270"/>
                  </a:lnTo>
                  <a:lnTo>
                    <a:pt x="252183" y="309644"/>
                  </a:lnTo>
                  <a:lnTo>
                    <a:pt x="256708" y="306873"/>
                  </a:lnTo>
                  <a:lnTo>
                    <a:pt x="261143" y="303960"/>
                  </a:lnTo>
                  <a:lnTo>
                    <a:pt x="265484" y="300907"/>
                  </a:lnTo>
                  <a:lnTo>
                    <a:pt x="269725" y="297718"/>
                  </a:lnTo>
                  <a:lnTo>
                    <a:pt x="273863" y="294397"/>
                  </a:lnTo>
                  <a:lnTo>
                    <a:pt x="277894" y="290945"/>
                  </a:lnTo>
                  <a:lnTo>
                    <a:pt x="281813" y="287367"/>
                  </a:lnTo>
                  <a:lnTo>
                    <a:pt x="285616" y="283667"/>
                  </a:lnTo>
                  <a:lnTo>
                    <a:pt x="289300" y="279848"/>
                  </a:lnTo>
                  <a:lnTo>
                    <a:pt x="292861" y="275914"/>
                  </a:lnTo>
                  <a:lnTo>
                    <a:pt x="296295" y="271869"/>
                  </a:lnTo>
                  <a:lnTo>
                    <a:pt x="299600" y="267717"/>
                  </a:lnTo>
                  <a:lnTo>
                    <a:pt x="302770" y="263462"/>
                  </a:lnTo>
                  <a:lnTo>
                    <a:pt x="305804" y="259108"/>
                  </a:lnTo>
                  <a:lnTo>
                    <a:pt x="308699" y="254661"/>
                  </a:lnTo>
                  <a:lnTo>
                    <a:pt x="311451" y="250124"/>
                  </a:lnTo>
                  <a:lnTo>
                    <a:pt x="314057" y="245502"/>
                  </a:lnTo>
                  <a:lnTo>
                    <a:pt x="316515" y="240799"/>
                  </a:lnTo>
                  <a:lnTo>
                    <a:pt x="318823" y="236021"/>
                  </a:lnTo>
                  <a:lnTo>
                    <a:pt x="320978" y="231172"/>
                  </a:lnTo>
                  <a:lnTo>
                    <a:pt x="322978" y="226257"/>
                  </a:lnTo>
                  <a:lnTo>
                    <a:pt x="324822" y="221281"/>
                  </a:lnTo>
                  <a:lnTo>
                    <a:pt x="326506" y="216249"/>
                  </a:lnTo>
                  <a:lnTo>
                    <a:pt x="328029" y="211166"/>
                  </a:lnTo>
                  <a:lnTo>
                    <a:pt x="329391" y="206037"/>
                  </a:lnTo>
                  <a:lnTo>
                    <a:pt x="330589" y="200868"/>
                  </a:lnTo>
                  <a:lnTo>
                    <a:pt x="331623" y="195663"/>
                  </a:lnTo>
                  <a:lnTo>
                    <a:pt x="332490" y="190428"/>
                  </a:lnTo>
                  <a:lnTo>
                    <a:pt x="333191" y="185168"/>
                  </a:lnTo>
                  <a:lnTo>
                    <a:pt x="333725" y="179889"/>
                  </a:lnTo>
                  <a:lnTo>
                    <a:pt x="334091" y="174595"/>
                  </a:lnTo>
                  <a:lnTo>
                    <a:pt x="334289" y="169292"/>
                  </a:lnTo>
                  <a:lnTo>
                    <a:pt x="334318" y="163986"/>
                  </a:lnTo>
                  <a:lnTo>
                    <a:pt x="334179" y="158681"/>
                  </a:lnTo>
                  <a:lnTo>
                    <a:pt x="333872" y="153384"/>
                  </a:lnTo>
                  <a:lnTo>
                    <a:pt x="333397" y="148099"/>
                  </a:lnTo>
                  <a:lnTo>
                    <a:pt x="332754" y="142831"/>
                  </a:lnTo>
                  <a:lnTo>
                    <a:pt x="331944" y="137587"/>
                  </a:lnTo>
                  <a:lnTo>
                    <a:pt x="330968" y="132371"/>
                  </a:lnTo>
                  <a:lnTo>
                    <a:pt x="329828" y="127189"/>
                  </a:lnTo>
                  <a:lnTo>
                    <a:pt x="328523" y="122045"/>
                  </a:lnTo>
                  <a:lnTo>
                    <a:pt x="327056" y="116946"/>
                  </a:lnTo>
                  <a:lnTo>
                    <a:pt x="325427" y="111896"/>
                  </a:lnTo>
                  <a:lnTo>
                    <a:pt x="323639" y="106899"/>
                  </a:lnTo>
                  <a:lnTo>
                    <a:pt x="321694" y="101963"/>
                  </a:lnTo>
                  <a:lnTo>
                    <a:pt x="319593" y="97090"/>
                  </a:lnTo>
                  <a:lnTo>
                    <a:pt x="317338" y="92286"/>
                  </a:lnTo>
                  <a:lnTo>
                    <a:pt x="314932" y="87557"/>
                  </a:lnTo>
                  <a:lnTo>
                    <a:pt x="312377" y="82906"/>
                  </a:lnTo>
                  <a:lnTo>
                    <a:pt x="309675" y="78339"/>
                  </a:lnTo>
                  <a:lnTo>
                    <a:pt x="306830" y="73860"/>
                  </a:lnTo>
                  <a:lnTo>
                    <a:pt x="303845" y="69473"/>
                  </a:lnTo>
                  <a:lnTo>
                    <a:pt x="300721" y="65183"/>
                  </a:lnTo>
                  <a:lnTo>
                    <a:pt x="297463" y="60995"/>
                  </a:lnTo>
                  <a:lnTo>
                    <a:pt x="294074" y="56912"/>
                  </a:lnTo>
                  <a:lnTo>
                    <a:pt x="290557" y="52938"/>
                  </a:lnTo>
                  <a:lnTo>
                    <a:pt x="286915" y="49079"/>
                  </a:lnTo>
                  <a:lnTo>
                    <a:pt x="283153" y="45337"/>
                  </a:lnTo>
                  <a:lnTo>
                    <a:pt x="279274" y="41716"/>
                  </a:lnTo>
                  <a:lnTo>
                    <a:pt x="275282" y="38220"/>
                  </a:lnTo>
                  <a:lnTo>
                    <a:pt x="271181" y="34852"/>
                  </a:lnTo>
                  <a:lnTo>
                    <a:pt x="266975" y="31617"/>
                  </a:lnTo>
                  <a:lnTo>
                    <a:pt x="262669" y="28516"/>
                  </a:lnTo>
                  <a:lnTo>
                    <a:pt x="258266" y="25554"/>
                  </a:lnTo>
                  <a:lnTo>
                    <a:pt x="253772" y="22733"/>
                  </a:lnTo>
                  <a:lnTo>
                    <a:pt x="249190" y="20056"/>
                  </a:lnTo>
                  <a:lnTo>
                    <a:pt x="244526" y="17526"/>
                  </a:lnTo>
                  <a:lnTo>
                    <a:pt x="239783" y="15145"/>
                  </a:lnTo>
                  <a:lnTo>
                    <a:pt x="234968" y="12916"/>
                  </a:lnTo>
                  <a:lnTo>
                    <a:pt x="230084" y="10841"/>
                  </a:lnTo>
                  <a:lnTo>
                    <a:pt x="225137" y="8922"/>
                  </a:lnTo>
                  <a:lnTo>
                    <a:pt x="220131" y="7161"/>
                  </a:lnTo>
                  <a:lnTo>
                    <a:pt x="215072" y="5559"/>
                  </a:lnTo>
                  <a:lnTo>
                    <a:pt x="209965" y="4119"/>
                  </a:lnTo>
                  <a:lnTo>
                    <a:pt x="204815" y="2842"/>
                  </a:lnTo>
                  <a:lnTo>
                    <a:pt x="199626" y="1729"/>
                  </a:lnTo>
                  <a:lnTo>
                    <a:pt x="194405" y="781"/>
                  </a:lnTo>
                  <a:lnTo>
                    <a:pt x="189157" y="0"/>
                  </a:lnTo>
                  <a:lnTo>
                    <a:pt x="167160" y="1657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86215" y="5399291"/>
              <a:ext cx="21996" cy="167167"/>
            </a:xfrm>
            <a:custGeom>
              <a:avLst/>
              <a:pathLst>
                <a:path w="21996" h="167167">
                  <a:moveTo>
                    <a:pt x="21996" y="1453"/>
                  </a:moveTo>
                  <a:lnTo>
                    <a:pt x="14688" y="646"/>
                  </a:lnTo>
                  <a:lnTo>
                    <a:pt x="7351" y="16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856380" y="5399291"/>
              <a:ext cx="167163" cy="261468"/>
            </a:xfrm>
            <a:custGeom>
              <a:avLst/>
              <a:pathLst>
                <a:path w="167163" h="261468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2" y="765"/>
                  </a:lnTo>
                  <a:lnTo>
                    <a:pt x="145881" y="1360"/>
                  </a:lnTo>
                  <a:lnTo>
                    <a:pt x="140601" y="2123"/>
                  </a:lnTo>
                  <a:lnTo>
                    <a:pt x="135348" y="3055"/>
                  </a:lnTo>
                  <a:lnTo>
                    <a:pt x="130128" y="4154"/>
                  </a:lnTo>
                  <a:lnTo>
                    <a:pt x="124945" y="5418"/>
                  </a:lnTo>
                  <a:lnTo>
                    <a:pt x="119805" y="6848"/>
                  </a:lnTo>
                  <a:lnTo>
                    <a:pt x="114714" y="8441"/>
                  </a:lnTo>
                  <a:lnTo>
                    <a:pt x="109676" y="10195"/>
                  </a:lnTo>
                  <a:lnTo>
                    <a:pt x="104696" y="12109"/>
                  </a:lnTo>
                  <a:lnTo>
                    <a:pt x="99781" y="14181"/>
                  </a:lnTo>
                  <a:lnTo>
                    <a:pt x="94933" y="16409"/>
                  </a:lnTo>
                  <a:lnTo>
                    <a:pt x="90160" y="18791"/>
                  </a:lnTo>
                  <a:lnTo>
                    <a:pt x="85464" y="21323"/>
                  </a:lnTo>
                  <a:lnTo>
                    <a:pt x="80852" y="24005"/>
                  </a:lnTo>
                  <a:lnTo>
                    <a:pt x="76328" y="26832"/>
                  </a:lnTo>
                  <a:lnTo>
                    <a:pt x="71896" y="29801"/>
                  </a:lnTo>
                  <a:lnTo>
                    <a:pt x="67562" y="32911"/>
                  </a:lnTo>
                  <a:lnTo>
                    <a:pt x="63329" y="36158"/>
                  </a:lnTo>
                  <a:lnTo>
                    <a:pt x="59201" y="39538"/>
                  </a:lnTo>
                  <a:lnTo>
                    <a:pt x="55184" y="43048"/>
                  </a:lnTo>
                  <a:lnTo>
                    <a:pt x="51280" y="46684"/>
                  </a:lnTo>
                  <a:lnTo>
                    <a:pt x="47495" y="50443"/>
                  </a:lnTo>
                  <a:lnTo>
                    <a:pt x="43831" y="54321"/>
                  </a:lnTo>
                  <a:lnTo>
                    <a:pt x="40293" y="58314"/>
                  </a:lnTo>
                  <a:lnTo>
                    <a:pt x="36885" y="62417"/>
                  </a:lnTo>
                  <a:lnTo>
                    <a:pt x="33608" y="66628"/>
                  </a:lnTo>
                  <a:lnTo>
                    <a:pt x="30468" y="70940"/>
                  </a:lnTo>
                  <a:lnTo>
                    <a:pt x="27468" y="75351"/>
                  </a:lnTo>
                  <a:lnTo>
                    <a:pt x="24609" y="79855"/>
                  </a:lnTo>
                  <a:lnTo>
                    <a:pt x="21896" y="84448"/>
                  </a:lnTo>
                  <a:lnTo>
                    <a:pt x="19330" y="89126"/>
                  </a:lnTo>
                  <a:lnTo>
                    <a:pt x="16915" y="93883"/>
                  </a:lnTo>
                  <a:lnTo>
                    <a:pt x="14653" y="98714"/>
                  </a:lnTo>
                  <a:lnTo>
                    <a:pt x="12547" y="103615"/>
                  </a:lnTo>
                  <a:lnTo>
                    <a:pt x="10598" y="108581"/>
                  </a:lnTo>
                  <a:lnTo>
                    <a:pt x="8808" y="113607"/>
                  </a:lnTo>
                  <a:lnTo>
                    <a:pt x="7180" y="118687"/>
                  </a:lnTo>
                  <a:lnTo>
                    <a:pt x="5714" y="123817"/>
                  </a:lnTo>
                  <a:lnTo>
                    <a:pt x="4413" y="128990"/>
                  </a:lnTo>
                  <a:lnTo>
                    <a:pt x="3278" y="134203"/>
                  </a:lnTo>
                  <a:lnTo>
                    <a:pt x="2309" y="139449"/>
                  </a:lnTo>
                  <a:lnTo>
                    <a:pt x="1509" y="144723"/>
                  </a:lnTo>
                  <a:lnTo>
                    <a:pt x="877" y="150021"/>
                  </a:lnTo>
                  <a:lnTo>
                    <a:pt x="415" y="155335"/>
                  </a:lnTo>
                  <a:lnTo>
                    <a:pt x="122" y="160662"/>
                  </a:lnTo>
                  <a:lnTo>
                    <a:pt x="0" y="165995"/>
                  </a:lnTo>
                  <a:lnTo>
                    <a:pt x="47" y="171330"/>
                  </a:lnTo>
                  <a:lnTo>
                    <a:pt x="265" y="176660"/>
                  </a:lnTo>
                  <a:lnTo>
                    <a:pt x="653" y="181981"/>
                  </a:lnTo>
                  <a:lnTo>
                    <a:pt x="1211" y="187286"/>
                  </a:lnTo>
                  <a:lnTo>
                    <a:pt x="1937" y="192572"/>
                  </a:lnTo>
                  <a:lnTo>
                    <a:pt x="2832" y="197831"/>
                  </a:lnTo>
                  <a:lnTo>
                    <a:pt x="3894" y="203059"/>
                  </a:lnTo>
                  <a:lnTo>
                    <a:pt x="5122" y="208250"/>
                  </a:lnTo>
                  <a:lnTo>
                    <a:pt x="6516" y="213400"/>
                  </a:lnTo>
                  <a:lnTo>
                    <a:pt x="8073" y="218502"/>
                  </a:lnTo>
                  <a:lnTo>
                    <a:pt x="9792" y="223552"/>
                  </a:lnTo>
                  <a:lnTo>
                    <a:pt x="11671" y="228545"/>
                  </a:lnTo>
                  <a:lnTo>
                    <a:pt x="13709" y="233475"/>
                  </a:lnTo>
                  <a:lnTo>
                    <a:pt x="15903" y="238338"/>
                  </a:lnTo>
                  <a:lnTo>
                    <a:pt x="18251" y="243128"/>
                  </a:lnTo>
                  <a:lnTo>
                    <a:pt x="20750" y="247841"/>
                  </a:lnTo>
                  <a:lnTo>
                    <a:pt x="23399" y="252472"/>
                  </a:lnTo>
                  <a:lnTo>
                    <a:pt x="26194" y="257016"/>
                  </a:lnTo>
                  <a:lnTo>
                    <a:pt x="29133" y="261468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885514" y="5566459"/>
              <a:ext cx="138029" cy="94301"/>
            </a:xfrm>
            <a:custGeom>
              <a:avLst/>
              <a:pathLst>
                <a:path w="138029" h="94301">
                  <a:moveTo>
                    <a:pt x="0" y="94301"/>
                  </a:moveTo>
                  <a:lnTo>
                    <a:pt x="1380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885514" y="5566459"/>
              <a:ext cx="138029" cy="160206"/>
            </a:xfrm>
            <a:custGeom>
              <a:avLst/>
              <a:pathLst>
                <a:path w="138029" h="160206">
                  <a:moveTo>
                    <a:pt x="0" y="94301"/>
                  </a:moveTo>
                  <a:lnTo>
                    <a:pt x="3294" y="98951"/>
                  </a:lnTo>
                  <a:lnTo>
                    <a:pt x="6745" y="103486"/>
                  </a:lnTo>
                  <a:lnTo>
                    <a:pt x="10349" y="107901"/>
                  </a:lnTo>
                  <a:lnTo>
                    <a:pt x="14101" y="112190"/>
                  </a:lnTo>
                  <a:lnTo>
                    <a:pt x="17997" y="116349"/>
                  </a:lnTo>
                  <a:lnTo>
                    <a:pt x="22032" y="120373"/>
                  </a:lnTo>
                  <a:lnTo>
                    <a:pt x="26203" y="124256"/>
                  </a:lnTo>
                  <a:lnTo>
                    <a:pt x="30503" y="127996"/>
                  </a:lnTo>
                  <a:lnTo>
                    <a:pt x="34928" y="131587"/>
                  </a:lnTo>
                  <a:lnTo>
                    <a:pt x="39473" y="135024"/>
                  </a:lnTo>
                  <a:lnTo>
                    <a:pt x="44133" y="138305"/>
                  </a:lnTo>
                  <a:lnTo>
                    <a:pt x="48902" y="141425"/>
                  </a:lnTo>
                  <a:lnTo>
                    <a:pt x="53774" y="144381"/>
                  </a:lnTo>
                  <a:lnTo>
                    <a:pt x="58744" y="147169"/>
                  </a:lnTo>
                  <a:lnTo>
                    <a:pt x="63807" y="149786"/>
                  </a:lnTo>
                  <a:lnTo>
                    <a:pt x="68956" y="152229"/>
                  </a:lnTo>
                  <a:lnTo>
                    <a:pt x="74184" y="154495"/>
                  </a:lnTo>
                  <a:lnTo>
                    <a:pt x="79488" y="156581"/>
                  </a:lnTo>
                  <a:lnTo>
                    <a:pt x="84859" y="158486"/>
                  </a:lnTo>
                  <a:lnTo>
                    <a:pt x="90292" y="160206"/>
                  </a:lnTo>
                  <a:lnTo>
                    <a:pt x="1380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75806" y="5399291"/>
              <a:ext cx="214888" cy="334333"/>
            </a:xfrm>
            <a:custGeom>
              <a:avLst/>
              <a:pathLst>
                <a:path w="214888" h="334333">
                  <a:moveTo>
                    <a:pt x="0" y="327373"/>
                  </a:moveTo>
                  <a:lnTo>
                    <a:pt x="5113" y="328809"/>
                  </a:lnTo>
                  <a:lnTo>
                    <a:pt x="10269" y="330081"/>
                  </a:lnTo>
                  <a:lnTo>
                    <a:pt x="15462" y="331189"/>
                  </a:lnTo>
                  <a:lnTo>
                    <a:pt x="20689" y="332132"/>
                  </a:lnTo>
                  <a:lnTo>
                    <a:pt x="25943" y="332908"/>
                  </a:lnTo>
                  <a:lnTo>
                    <a:pt x="31218" y="333516"/>
                  </a:lnTo>
                  <a:lnTo>
                    <a:pt x="36511" y="333957"/>
                  </a:lnTo>
                  <a:lnTo>
                    <a:pt x="41815" y="334229"/>
                  </a:lnTo>
                  <a:lnTo>
                    <a:pt x="47124" y="334333"/>
                  </a:lnTo>
                  <a:lnTo>
                    <a:pt x="52435" y="334268"/>
                  </a:lnTo>
                  <a:lnTo>
                    <a:pt x="57740" y="334035"/>
                  </a:lnTo>
                  <a:lnTo>
                    <a:pt x="63036" y="333633"/>
                  </a:lnTo>
                  <a:lnTo>
                    <a:pt x="68316" y="333063"/>
                  </a:lnTo>
                  <a:lnTo>
                    <a:pt x="73575" y="332326"/>
                  </a:lnTo>
                  <a:lnTo>
                    <a:pt x="78808" y="331421"/>
                  </a:lnTo>
                  <a:lnTo>
                    <a:pt x="84010" y="330352"/>
                  </a:lnTo>
                  <a:lnTo>
                    <a:pt x="89175" y="329117"/>
                  </a:lnTo>
                  <a:lnTo>
                    <a:pt x="94299" y="327719"/>
                  </a:lnTo>
                  <a:lnTo>
                    <a:pt x="99375" y="326159"/>
                  </a:lnTo>
                  <a:lnTo>
                    <a:pt x="104400" y="324438"/>
                  </a:lnTo>
                  <a:lnTo>
                    <a:pt x="109367" y="322559"/>
                  </a:lnTo>
                  <a:lnTo>
                    <a:pt x="114272" y="320523"/>
                  </a:lnTo>
                  <a:lnTo>
                    <a:pt x="119109" y="318332"/>
                  </a:lnTo>
                  <a:lnTo>
                    <a:pt x="123875" y="315989"/>
                  </a:lnTo>
                  <a:lnTo>
                    <a:pt x="128564" y="313495"/>
                  </a:lnTo>
                  <a:lnTo>
                    <a:pt x="133171" y="310854"/>
                  </a:lnTo>
                  <a:lnTo>
                    <a:pt x="137692" y="308068"/>
                  </a:lnTo>
                  <a:lnTo>
                    <a:pt x="142123" y="305139"/>
                  </a:lnTo>
                  <a:lnTo>
                    <a:pt x="146458" y="302071"/>
                  </a:lnTo>
                  <a:lnTo>
                    <a:pt x="150693" y="298867"/>
                  </a:lnTo>
                  <a:lnTo>
                    <a:pt x="154825" y="295530"/>
                  </a:lnTo>
                  <a:lnTo>
                    <a:pt x="158848" y="292064"/>
                  </a:lnTo>
                  <a:lnTo>
                    <a:pt x="162759" y="288472"/>
                  </a:lnTo>
                  <a:lnTo>
                    <a:pt x="166555" y="284757"/>
                  </a:lnTo>
                  <a:lnTo>
                    <a:pt x="170230" y="280923"/>
                  </a:lnTo>
                  <a:lnTo>
                    <a:pt x="173781" y="276975"/>
                  </a:lnTo>
                  <a:lnTo>
                    <a:pt x="177206" y="272916"/>
                  </a:lnTo>
                  <a:lnTo>
                    <a:pt x="180500" y="268750"/>
                  </a:lnTo>
                  <a:lnTo>
                    <a:pt x="183659" y="264481"/>
                  </a:lnTo>
                  <a:lnTo>
                    <a:pt x="186682" y="260114"/>
                  </a:lnTo>
                  <a:lnTo>
                    <a:pt x="189564" y="255654"/>
                  </a:lnTo>
                  <a:lnTo>
                    <a:pt x="192304" y="251104"/>
                  </a:lnTo>
                  <a:lnTo>
                    <a:pt x="194897" y="246470"/>
                  </a:lnTo>
                  <a:lnTo>
                    <a:pt x="197342" y="241755"/>
                  </a:lnTo>
                  <a:lnTo>
                    <a:pt x="199636" y="236965"/>
                  </a:lnTo>
                  <a:lnTo>
                    <a:pt x="201776" y="232105"/>
                  </a:lnTo>
                  <a:lnTo>
                    <a:pt x="203761" y="227179"/>
                  </a:lnTo>
                  <a:lnTo>
                    <a:pt x="205589" y="222193"/>
                  </a:lnTo>
                  <a:lnTo>
                    <a:pt x="207257" y="217151"/>
                  </a:lnTo>
                  <a:lnTo>
                    <a:pt x="208764" y="212059"/>
                  </a:lnTo>
                  <a:lnTo>
                    <a:pt x="210109" y="206921"/>
                  </a:lnTo>
                  <a:lnTo>
                    <a:pt x="211290" y="201743"/>
                  </a:lnTo>
                  <a:lnTo>
                    <a:pt x="212305" y="196530"/>
                  </a:lnTo>
                  <a:lnTo>
                    <a:pt x="213155" y="191288"/>
                  </a:lnTo>
                  <a:lnTo>
                    <a:pt x="213838" y="186021"/>
                  </a:lnTo>
                  <a:lnTo>
                    <a:pt x="214353" y="180736"/>
                  </a:lnTo>
                  <a:lnTo>
                    <a:pt x="214700" y="175436"/>
                  </a:lnTo>
                  <a:lnTo>
                    <a:pt x="214878" y="170129"/>
                  </a:lnTo>
                  <a:lnTo>
                    <a:pt x="214888" y="164818"/>
                  </a:lnTo>
                  <a:lnTo>
                    <a:pt x="214729" y="159510"/>
                  </a:lnTo>
                  <a:lnTo>
                    <a:pt x="214402" y="154209"/>
                  </a:lnTo>
                  <a:lnTo>
                    <a:pt x="213906" y="148921"/>
                  </a:lnTo>
                  <a:lnTo>
                    <a:pt x="213242" y="143652"/>
                  </a:lnTo>
                  <a:lnTo>
                    <a:pt x="212412" y="138407"/>
                  </a:lnTo>
                  <a:lnTo>
                    <a:pt x="211415" y="133191"/>
                  </a:lnTo>
                  <a:lnTo>
                    <a:pt x="210253" y="128008"/>
                  </a:lnTo>
                  <a:lnTo>
                    <a:pt x="208928" y="122866"/>
                  </a:lnTo>
                  <a:lnTo>
                    <a:pt x="207439" y="117768"/>
                  </a:lnTo>
                  <a:lnTo>
                    <a:pt x="205789" y="112720"/>
                  </a:lnTo>
                  <a:lnTo>
                    <a:pt x="203980" y="107727"/>
                  </a:lnTo>
                  <a:lnTo>
                    <a:pt x="202013" y="102794"/>
                  </a:lnTo>
                  <a:lnTo>
                    <a:pt x="199890" y="97926"/>
                  </a:lnTo>
                  <a:lnTo>
                    <a:pt x="197614" y="93128"/>
                  </a:lnTo>
                  <a:lnTo>
                    <a:pt x="195187" y="88404"/>
                  </a:lnTo>
                  <a:lnTo>
                    <a:pt x="192610" y="83760"/>
                  </a:lnTo>
                  <a:lnTo>
                    <a:pt x="189888" y="79200"/>
                  </a:lnTo>
                  <a:lnTo>
                    <a:pt x="187022" y="74729"/>
                  </a:lnTo>
                  <a:lnTo>
                    <a:pt x="184015" y="70352"/>
                  </a:lnTo>
                  <a:lnTo>
                    <a:pt x="180871" y="66072"/>
                  </a:lnTo>
                  <a:lnTo>
                    <a:pt x="177593" y="61894"/>
                  </a:lnTo>
                  <a:lnTo>
                    <a:pt x="174183" y="57822"/>
                  </a:lnTo>
                  <a:lnTo>
                    <a:pt x="170646" y="53861"/>
                  </a:lnTo>
                  <a:lnTo>
                    <a:pt x="166985" y="50014"/>
                  </a:lnTo>
                  <a:lnTo>
                    <a:pt x="163203" y="46285"/>
                  </a:lnTo>
                  <a:lnTo>
                    <a:pt x="159305" y="42678"/>
                  </a:lnTo>
                  <a:lnTo>
                    <a:pt x="155295" y="39197"/>
                  </a:lnTo>
                  <a:lnTo>
                    <a:pt x="151175" y="35845"/>
                  </a:lnTo>
                  <a:lnTo>
                    <a:pt x="146952" y="32625"/>
                  </a:lnTo>
                  <a:lnTo>
                    <a:pt x="142628" y="29542"/>
                  </a:lnTo>
                  <a:lnTo>
                    <a:pt x="138208" y="26597"/>
                  </a:lnTo>
                  <a:lnTo>
                    <a:pt x="133697" y="23794"/>
                  </a:lnTo>
                  <a:lnTo>
                    <a:pt x="129100" y="21136"/>
                  </a:lnTo>
                  <a:lnTo>
                    <a:pt x="124420" y="18625"/>
                  </a:lnTo>
                  <a:lnTo>
                    <a:pt x="119663" y="16264"/>
                  </a:lnTo>
                  <a:lnTo>
                    <a:pt x="114833" y="14056"/>
                  </a:lnTo>
                  <a:lnTo>
                    <a:pt x="109936" y="12002"/>
                  </a:lnTo>
                  <a:lnTo>
                    <a:pt x="104976" y="10104"/>
                  </a:lnTo>
                  <a:lnTo>
                    <a:pt x="99958" y="8365"/>
                  </a:lnTo>
                  <a:lnTo>
                    <a:pt x="94887" y="6787"/>
                  </a:lnTo>
                  <a:lnTo>
                    <a:pt x="89769" y="5370"/>
                  </a:lnTo>
                  <a:lnTo>
                    <a:pt x="84608" y="4116"/>
                  </a:lnTo>
                  <a:lnTo>
                    <a:pt x="79410" y="3027"/>
                  </a:lnTo>
                  <a:lnTo>
                    <a:pt x="74180" y="2104"/>
                  </a:lnTo>
                  <a:lnTo>
                    <a:pt x="68924" y="1348"/>
                  </a:lnTo>
                  <a:lnTo>
                    <a:pt x="63646" y="758"/>
                  </a:lnTo>
                  <a:lnTo>
                    <a:pt x="58352" y="337"/>
                  </a:lnTo>
                  <a:lnTo>
                    <a:pt x="53047" y="84"/>
                  </a:lnTo>
                  <a:lnTo>
                    <a:pt x="47737" y="0"/>
                  </a:lnTo>
                  <a:lnTo>
                    <a:pt x="477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38014" y="5269756"/>
              <a:ext cx="107244" cy="167167"/>
            </a:xfrm>
            <a:custGeom>
              <a:avLst/>
              <a:pathLst>
                <a:path w="107244" h="167167">
                  <a:moveTo>
                    <a:pt x="107244" y="0"/>
                  </a:moveTo>
                  <a:lnTo>
                    <a:pt x="101700" y="91"/>
                  </a:lnTo>
                  <a:lnTo>
                    <a:pt x="96163" y="367"/>
                  </a:lnTo>
                  <a:lnTo>
                    <a:pt x="90638" y="826"/>
                  </a:lnTo>
                  <a:lnTo>
                    <a:pt x="85131" y="1468"/>
                  </a:lnTo>
                  <a:lnTo>
                    <a:pt x="79649" y="2293"/>
                  </a:lnTo>
                  <a:lnTo>
                    <a:pt x="74197" y="3299"/>
                  </a:lnTo>
                  <a:lnTo>
                    <a:pt x="68781" y="4485"/>
                  </a:lnTo>
                  <a:lnTo>
                    <a:pt x="63407" y="5850"/>
                  </a:lnTo>
                  <a:lnTo>
                    <a:pt x="58082" y="7392"/>
                  </a:lnTo>
                  <a:lnTo>
                    <a:pt x="52811" y="9110"/>
                  </a:lnTo>
                  <a:lnTo>
                    <a:pt x="47599" y="11002"/>
                  </a:lnTo>
                  <a:lnTo>
                    <a:pt x="42454" y="13066"/>
                  </a:lnTo>
                  <a:lnTo>
                    <a:pt x="37379" y="15299"/>
                  </a:lnTo>
                  <a:lnTo>
                    <a:pt x="32382" y="17699"/>
                  </a:lnTo>
                  <a:lnTo>
                    <a:pt x="27466" y="20264"/>
                  </a:lnTo>
                  <a:lnTo>
                    <a:pt x="22639" y="22990"/>
                  </a:lnTo>
                  <a:lnTo>
                    <a:pt x="17904" y="25875"/>
                  </a:lnTo>
                  <a:lnTo>
                    <a:pt x="13268" y="28915"/>
                  </a:lnTo>
                  <a:lnTo>
                    <a:pt x="8735" y="32108"/>
                  </a:lnTo>
                  <a:lnTo>
                    <a:pt x="4311" y="35449"/>
                  </a:lnTo>
                  <a:lnTo>
                    <a:pt x="0" y="38934"/>
                  </a:lnTo>
                  <a:lnTo>
                    <a:pt x="1072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38014" y="5308691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438014" y="5308691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38014" y="5308691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38014" y="5308691"/>
              <a:ext cx="107244" cy="128232"/>
            </a:xfrm>
            <a:custGeom>
              <a:avLst/>
              <a:pathLst>
                <a:path w="107244" h="128232">
                  <a:moveTo>
                    <a:pt x="0" y="0"/>
                  </a:moveTo>
                  <a:lnTo>
                    <a:pt x="107244" y="1282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12620" y="5308691"/>
              <a:ext cx="132638" cy="128232"/>
            </a:xfrm>
            <a:custGeom>
              <a:avLst/>
              <a:pathLst>
                <a:path w="132638" h="128232">
                  <a:moveTo>
                    <a:pt x="25394" y="0"/>
                  </a:moveTo>
                  <a:lnTo>
                    <a:pt x="20766" y="4016"/>
                  </a:lnTo>
                  <a:lnTo>
                    <a:pt x="16289" y="8200"/>
                  </a:lnTo>
                  <a:lnTo>
                    <a:pt x="11968" y="12545"/>
                  </a:lnTo>
                  <a:lnTo>
                    <a:pt x="7809" y="17045"/>
                  </a:lnTo>
                  <a:lnTo>
                    <a:pt x="3818" y="21694"/>
                  </a:lnTo>
                  <a:lnTo>
                    <a:pt x="0" y="26487"/>
                  </a:lnTo>
                  <a:lnTo>
                    <a:pt x="132638" y="1282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378104" y="5269756"/>
              <a:ext cx="334303" cy="334334"/>
            </a:xfrm>
            <a:custGeom>
              <a:avLst/>
              <a:pathLst>
                <a:path w="334303" h="334334">
                  <a:moveTo>
                    <a:pt x="34515" y="65422"/>
                  </a:moveTo>
                  <a:lnTo>
                    <a:pt x="31352" y="69685"/>
                  </a:lnTo>
                  <a:lnTo>
                    <a:pt x="28325" y="74046"/>
                  </a:lnTo>
                  <a:lnTo>
                    <a:pt x="25439" y="78500"/>
                  </a:lnTo>
                  <a:lnTo>
                    <a:pt x="22695" y="83045"/>
                  </a:lnTo>
                  <a:lnTo>
                    <a:pt x="20097" y="87674"/>
                  </a:lnTo>
                  <a:lnTo>
                    <a:pt x="17647" y="92383"/>
                  </a:lnTo>
                  <a:lnTo>
                    <a:pt x="15348" y="97168"/>
                  </a:lnTo>
                  <a:lnTo>
                    <a:pt x="13202" y="102023"/>
                  </a:lnTo>
                  <a:lnTo>
                    <a:pt x="11211" y="106944"/>
                  </a:lnTo>
                  <a:lnTo>
                    <a:pt x="9378" y="111925"/>
                  </a:lnTo>
                  <a:lnTo>
                    <a:pt x="7703" y="116963"/>
                  </a:lnTo>
                  <a:lnTo>
                    <a:pt x="6190" y="122051"/>
                  </a:lnTo>
                  <a:lnTo>
                    <a:pt x="4838" y="127184"/>
                  </a:lnTo>
                  <a:lnTo>
                    <a:pt x="3651" y="132358"/>
                  </a:lnTo>
                  <a:lnTo>
                    <a:pt x="2628" y="137567"/>
                  </a:lnTo>
                  <a:lnTo>
                    <a:pt x="1771" y="142805"/>
                  </a:lnTo>
                  <a:lnTo>
                    <a:pt x="1081" y="148069"/>
                  </a:lnTo>
                  <a:lnTo>
                    <a:pt x="558" y="153351"/>
                  </a:lnTo>
                  <a:lnTo>
                    <a:pt x="204" y="158648"/>
                  </a:lnTo>
                  <a:lnTo>
                    <a:pt x="17" y="163953"/>
                  </a:lnTo>
                  <a:lnTo>
                    <a:pt x="0" y="169261"/>
                  </a:lnTo>
                  <a:lnTo>
                    <a:pt x="150" y="174567"/>
                  </a:lnTo>
                  <a:lnTo>
                    <a:pt x="469" y="179866"/>
                  </a:lnTo>
                  <a:lnTo>
                    <a:pt x="957" y="185152"/>
                  </a:lnTo>
                  <a:lnTo>
                    <a:pt x="1611" y="190420"/>
                  </a:lnTo>
                  <a:lnTo>
                    <a:pt x="2433" y="195664"/>
                  </a:lnTo>
                  <a:lnTo>
                    <a:pt x="3421" y="200879"/>
                  </a:lnTo>
                  <a:lnTo>
                    <a:pt x="4574" y="206061"/>
                  </a:lnTo>
                  <a:lnTo>
                    <a:pt x="5891" y="211203"/>
                  </a:lnTo>
                  <a:lnTo>
                    <a:pt x="7370" y="216301"/>
                  </a:lnTo>
                  <a:lnTo>
                    <a:pt x="9011" y="221350"/>
                  </a:lnTo>
                  <a:lnTo>
                    <a:pt x="10811" y="226344"/>
                  </a:lnTo>
                  <a:lnTo>
                    <a:pt x="12769" y="231278"/>
                  </a:lnTo>
                  <a:lnTo>
                    <a:pt x="14882" y="236147"/>
                  </a:lnTo>
                  <a:lnTo>
                    <a:pt x="17149" y="240947"/>
                  </a:lnTo>
                  <a:lnTo>
                    <a:pt x="19567" y="245673"/>
                  </a:lnTo>
                  <a:lnTo>
                    <a:pt x="22134" y="250319"/>
                  </a:lnTo>
                  <a:lnTo>
                    <a:pt x="24847" y="254882"/>
                  </a:lnTo>
                  <a:lnTo>
                    <a:pt x="27704" y="259356"/>
                  </a:lnTo>
                  <a:lnTo>
                    <a:pt x="30702" y="263737"/>
                  </a:lnTo>
                  <a:lnTo>
                    <a:pt x="33836" y="268020"/>
                  </a:lnTo>
                  <a:lnTo>
                    <a:pt x="37106" y="272203"/>
                  </a:lnTo>
                  <a:lnTo>
                    <a:pt x="40506" y="276279"/>
                  </a:lnTo>
                  <a:lnTo>
                    <a:pt x="44035" y="280245"/>
                  </a:lnTo>
                  <a:lnTo>
                    <a:pt x="47687" y="284097"/>
                  </a:lnTo>
                  <a:lnTo>
                    <a:pt x="51460" y="287831"/>
                  </a:lnTo>
                  <a:lnTo>
                    <a:pt x="55349" y="291444"/>
                  </a:lnTo>
                  <a:lnTo>
                    <a:pt x="59351" y="294931"/>
                  </a:lnTo>
                  <a:lnTo>
                    <a:pt x="63462" y="298289"/>
                  </a:lnTo>
                  <a:lnTo>
                    <a:pt x="67678" y="301515"/>
                  </a:lnTo>
                  <a:lnTo>
                    <a:pt x="71994" y="304606"/>
                  </a:lnTo>
                  <a:lnTo>
                    <a:pt x="76405" y="307558"/>
                  </a:lnTo>
                  <a:lnTo>
                    <a:pt x="80909" y="310369"/>
                  </a:lnTo>
                  <a:lnTo>
                    <a:pt x="85499" y="313035"/>
                  </a:lnTo>
                  <a:lnTo>
                    <a:pt x="90171" y="315554"/>
                  </a:lnTo>
                  <a:lnTo>
                    <a:pt x="94921" y="317923"/>
                  </a:lnTo>
                  <a:lnTo>
                    <a:pt x="99744" y="320141"/>
                  </a:lnTo>
                  <a:lnTo>
                    <a:pt x="104635" y="322204"/>
                  </a:lnTo>
                  <a:lnTo>
                    <a:pt x="109589" y="324111"/>
                  </a:lnTo>
                  <a:lnTo>
                    <a:pt x="114601" y="325859"/>
                  </a:lnTo>
                  <a:lnTo>
                    <a:pt x="119667" y="327448"/>
                  </a:lnTo>
                  <a:lnTo>
                    <a:pt x="124779" y="328875"/>
                  </a:lnTo>
                  <a:lnTo>
                    <a:pt x="129935" y="330138"/>
                  </a:lnTo>
                  <a:lnTo>
                    <a:pt x="135128" y="331238"/>
                  </a:lnTo>
                  <a:lnTo>
                    <a:pt x="140354" y="332172"/>
                  </a:lnTo>
                  <a:lnTo>
                    <a:pt x="145606" y="332940"/>
                  </a:lnTo>
                  <a:lnTo>
                    <a:pt x="150881" y="333540"/>
                  </a:lnTo>
                  <a:lnTo>
                    <a:pt x="156171" y="333973"/>
                  </a:lnTo>
                  <a:lnTo>
                    <a:pt x="161473" y="334238"/>
                  </a:lnTo>
                  <a:lnTo>
                    <a:pt x="166780" y="334334"/>
                  </a:lnTo>
                  <a:lnTo>
                    <a:pt x="172088" y="334262"/>
                  </a:lnTo>
                  <a:lnTo>
                    <a:pt x="177391" y="334021"/>
                  </a:lnTo>
                  <a:lnTo>
                    <a:pt x="182684" y="333611"/>
                  </a:lnTo>
                  <a:lnTo>
                    <a:pt x="187960" y="333034"/>
                  </a:lnTo>
                  <a:lnTo>
                    <a:pt x="193216" y="332290"/>
                  </a:lnTo>
                  <a:lnTo>
                    <a:pt x="198446" y="331379"/>
                  </a:lnTo>
                  <a:lnTo>
                    <a:pt x="203644" y="330303"/>
                  </a:lnTo>
                  <a:lnTo>
                    <a:pt x="208805" y="329062"/>
                  </a:lnTo>
                  <a:lnTo>
                    <a:pt x="213924" y="327658"/>
                  </a:lnTo>
                  <a:lnTo>
                    <a:pt x="218997" y="326092"/>
                  </a:lnTo>
                  <a:lnTo>
                    <a:pt x="224016" y="324366"/>
                  </a:lnTo>
                  <a:lnTo>
                    <a:pt x="228979" y="322482"/>
                  </a:lnTo>
                  <a:lnTo>
                    <a:pt x="233879" y="320440"/>
                  </a:lnTo>
                  <a:lnTo>
                    <a:pt x="238712" y="318244"/>
                  </a:lnTo>
                  <a:lnTo>
                    <a:pt x="243473" y="315896"/>
                  </a:lnTo>
                  <a:lnTo>
                    <a:pt x="248156" y="313398"/>
                  </a:lnTo>
                  <a:lnTo>
                    <a:pt x="252758" y="310752"/>
                  </a:lnTo>
                  <a:lnTo>
                    <a:pt x="257274" y="307962"/>
                  </a:lnTo>
                  <a:lnTo>
                    <a:pt x="261699" y="305030"/>
                  </a:lnTo>
                  <a:lnTo>
                    <a:pt x="266029" y="301958"/>
                  </a:lnTo>
                  <a:lnTo>
                    <a:pt x="270258" y="298751"/>
                  </a:lnTo>
                  <a:lnTo>
                    <a:pt x="274384" y="295411"/>
                  </a:lnTo>
                  <a:lnTo>
                    <a:pt x="278402" y="291942"/>
                  </a:lnTo>
                  <a:lnTo>
                    <a:pt x="282308" y="288347"/>
                  </a:lnTo>
                  <a:lnTo>
                    <a:pt x="286097" y="284630"/>
                  </a:lnTo>
                  <a:lnTo>
                    <a:pt x="289767" y="280794"/>
                  </a:lnTo>
                  <a:lnTo>
                    <a:pt x="293313" y="276843"/>
                  </a:lnTo>
                  <a:lnTo>
                    <a:pt x="296731" y="272783"/>
                  </a:lnTo>
                  <a:lnTo>
                    <a:pt x="300019" y="268615"/>
                  </a:lnTo>
                  <a:lnTo>
                    <a:pt x="303173" y="264345"/>
                  </a:lnTo>
                  <a:lnTo>
                    <a:pt x="306190" y="259978"/>
                  </a:lnTo>
                  <a:lnTo>
                    <a:pt x="309067" y="255517"/>
                  </a:lnTo>
                  <a:lnTo>
                    <a:pt x="311800" y="250966"/>
                  </a:lnTo>
                  <a:lnTo>
                    <a:pt x="314388" y="246331"/>
                  </a:lnTo>
                  <a:lnTo>
                    <a:pt x="316827" y="241617"/>
                  </a:lnTo>
                  <a:lnTo>
                    <a:pt x="319116" y="236827"/>
                  </a:lnTo>
                  <a:lnTo>
                    <a:pt x="321251" y="231967"/>
                  </a:lnTo>
                  <a:lnTo>
                    <a:pt x="323231" y="227042"/>
                  </a:lnTo>
                  <a:lnTo>
                    <a:pt x="325053" y="222056"/>
                  </a:lnTo>
                  <a:lnTo>
                    <a:pt x="326716" y="217015"/>
                  </a:lnTo>
                  <a:lnTo>
                    <a:pt x="328218" y="211924"/>
                  </a:lnTo>
                  <a:lnTo>
                    <a:pt x="329558" y="206787"/>
                  </a:lnTo>
                  <a:lnTo>
                    <a:pt x="330734" y="201611"/>
                  </a:lnTo>
                  <a:lnTo>
                    <a:pt x="331745" y="196400"/>
                  </a:lnTo>
                  <a:lnTo>
                    <a:pt x="332591" y="191159"/>
                  </a:lnTo>
                  <a:lnTo>
                    <a:pt x="333269" y="185894"/>
                  </a:lnTo>
                  <a:lnTo>
                    <a:pt x="333780" y="180611"/>
                  </a:lnTo>
                  <a:lnTo>
                    <a:pt x="334123" y="175313"/>
                  </a:lnTo>
                  <a:lnTo>
                    <a:pt x="334297" y="170008"/>
                  </a:lnTo>
                  <a:lnTo>
                    <a:pt x="334303" y="164700"/>
                  </a:lnTo>
                  <a:lnTo>
                    <a:pt x="334140" y="159394"/>
                  </a:lnTo>
                  <a:lnTo>
                    <a:pt x="333809" y="154096"/>
                  </a:lnTo>
                  <a:lnTo>
                    <a:pt x="333310" y="148811"/>
                  </a:lnTo>
                  <a:lnTo>
                    <a:pt x="332644" y="143545"/>
                  </a:lnTo>
                  <a:lnTo>
                    <a:pt x="331810" y="138302"/>
                  </a:lnTo>
                  <a:lnTo>
                    <a:pt x="330811" y="133089"/>
                  </a:lnTo>
                  <a:lnTo>
                    <a:pt x="329646" y="127910"/>
                  </a:lnTo>
                  <a:lnTo>
                    <a:pt x="328318" y="122770"/>
                  </a:lnTo>
                  <a:lnTo>
                    <a:pt x="326827" y="117676"/>
                  </a:lnTo>
                  <a:lnTo>
                    <a:pt x="325175" y="112631"/>
                  </a:lnTo>
                  <a:lnTo>
                    <a:pt x="323364" y="107641"/>
                  </a:lnTo>
                  <a:lnTo>
                    <a:pt x="321395" y="102711"/>
                  </a:lnTo>
                  <a:lnTo>
                    <a:pt x="319271" y="97847"/>
                  </a:lnTo>
                  <a:lnTo>
                    <a:pt x="316993" y="93052"/>
                  </a:lnTo>
                  <a:lnTo>
                    <a:pt x="314565" y="88332"/>
                  </a:lnTo>
                  <a:lnTo>
                    <a:pt x="311987" y="83691"/>
                  </a:lnTo>
                  <a:lnTo>
                    <a:pt x="309264" y="79135"/>
                  </a:lnTo>
                  <a:lnTo>
                    <a:pt x="306397" y="74667"/>
                  </a:lnTo>
                  <a:lnTo>
                    <a:pt x="303390" y="70293"/>
                  </a:lnTo>
                  <a:lnTo>
                    <a:pt x="300246" y="66016"/>
                  </a:lnTo>
                  <a:lnTo>
                    <a:pt x="296967" y="61841"/>
                  </a:lnTo>
                  <a:lnTo>
                    <a:pt x="293557" y="57773"/>
                  </a:lnTo>
                  <a:lnTo>
                    <a:pt x="290020" y="53814"/>
                  </a:lnTo>
                  <a:lnTo>
                    <a:pt x="286359" y="49970"/>
                  </a:lnTo>
                  <a:lnTo>
                    <a:pt x="282578" y="46245"/>
                  </a:lnTo>
                  <a:lnTo>
                    <a:pt x="278681" y="42641"/>
                  </a:lnTo>
                  <a:lnTo>
                    <a:pt x="274671" y="39163"/>
                  </a:lnTo>
                  <a:lnTo>
                    <a:pt x="270552" y="35813"/>
                  </a:lnTo>
                  <a:lnTo>
                    <a:pt x="266329" y="32597"/>
                  </a:lnTo>
                  <a:lnTo>
                    <a:pt x="262007" y="29516"/>
                  </a:lnTo>
                  <a:lnTo>
                    <a:pt x="257588" y="26573"/>
                  </a:lnTo>
                  <a:lnTo>
                    <a:pt x="253079" y="23773"/>
                  </a:lnTo>
                  <a:lnTo>
                    <a:pt x="248483" y="21117"/>
                  </a:lnTo>
                  <a:lnTo>
                    <a:pt x="243805" y="18609"/>
                  </a:lnTo>
                  <a:lnTo>
                    <a:pt x="239049" y="16250"/>
                  </a:lnTo>
                  <a:lnTo>
                    <a:pt x="234221" y="14043"/>
                  </a:lnTo>
                  <a:lnTo>
                    <a:pt x="229326" y="11991"/>
                  </a:lnTo>
                  <a:lnTo>
                    <a:pt x="224367" y="10095"/>
                  </a:lnTo>
                  <a:lnTo>
                    <a:pt x="219351" y="8358"/>
                  </a:lnTo>
                  <a:lnTo>
                    <a:pt x="214283" y="6781"/>
                  </a:lnTo>
                  <a:lnTo>
                    <a:pt x="209167" y="5365"/>
                  </a:lnTo>
                  <a:lnTo>
                    <a:pt x="204008" y="4113"/>
                  </a:lnTo>
                  <a:lnTo>
                    <a:pt x="198813" y="3025"/>
                  </a:lnTo>
                  <a:lnTo>
                    <a:pt x="193585" y="2102"/>
                  </a:lnTo>
                  <a:lnTo>
                    <a:pt x="188331" y="1346"/>
                  </a:lnTo>
                  <a:lnTo>
                    <a:pt x="183055" y="758"/>
                  </a:lnTo>
                  <a:lnTo>
                    <a:pt x="177764" y="337"/>
                  </a:lnTo>
                  <a:lnTo>
                    <a:pt x="172461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69397" y="5018213"/>
              <a:ext cx="151641" cy="167167"/>
            </a:xfrm>
            <a:custGeom>
              <a:avLst/>
              <a:pathLst>
                <a:path w="151641" h="167167">
                  <a:moveTo>
                    <a:pt x="151641" y="0"/>
                  </a:moveTo>
                  <a:lnTo>
                    <a:pt x="146214" y="88"/>
                  </a:lnTo>
                  <a:lnTo>
                    <a:pt x="140793" y="352"/>
                  </a:lnTo>
                  <a:lnTo>
                    <a:pt x="135384" y="792"/>
                  </a:lnTo>
                  <a:lnTo>
                    <a:pt x="129991" y="1407"/>
                  </a:lnTo>
                  <a:lnTo>
                    <a:pt x="124622" y="2198"/>
                  </a:lnTo>
                  <a:lnTo>
                    <a:pt x="119281" y="3162"/>
                  </a:lnTo>
                  <a:lnTo>
                    <a:pt x="113974" y="4299"/>
                  </a:lnTo>
                  <a:lnTo>
                    <a:pt x="108706" y="5607"/>
                  </a:lnTo>
                  <a:lnTo>
                    <a:pt x="103484" y="7086"/>
                  </a:lnTo>
                  <a:lnTo>
                    <a:pt x="98313" y="8734"/>
                  </a:lnTo>
                  <a:lnTo>
                    <a:pt x="93198" y="10548"/>
                  </a:lnTo>
                  <a:lnTo>
                    <a:pt x="88144" y="12528"/>
                  </a:lnTo>
                  <a:lnTo>
                    <a:pt x="83158" y="14671"/>
                  </a:lnTo>
                  <a:lnTo>
                    <a:pt x="78243" y="16975"/>
                  </a:lnTo>
                  <a:lnTo>
                    <a:pt x="73406" y="19436"/>
                  </a:lnTo>
                  <a:lnTo>
                    <a:pt x="68652" y="22054"/>
                  </a:lnTo>
                  <a:lnTo>
                    <a:pt x="63985" y="24825"/>
                  </a:lnTo>
                  <a:lnTo>
                    <a:pt x="59410" y="27745"/>
                  </a:lnTo>
                  <a:lnTo>
                    <a:pt x="54933" y="30813"/>
                  </a:lnTo>
                  <a:lnTo>
                    <a:pt x="50557" y="34024"/>
                  </a:lnTo>
                  <a:lnTo>
                    <a:pt x="46288" y="37376"/>
                  </a:lnTo>
                  <a:lnTo>
                    <a:pt x="42131" y="40864"/>
                  </a:lnTo>
                  <a:lnTo>
                    <a:pt x="38088" y="44486"/>
                  </a:lnTo>
                  <a:lnTo>
                    <a:pt x="34165" y="48237"/>
                  </a:lnTo>
                  <a:lnTo>
                    <a:pt x="30367" y="52113"/>
                  </a:lnTo>
                  <a:lnTo>
                    <a:pt x="26695" y="56110"/>
                  </a:lnTo>
                  <a:lnTo>
                    <a:pt x="23156" y="60225"/>
                  </a:lnTo>
                  <a:lnTo>
                    <a:pt x="19752" y="64452"/>
                  </a:lnTo>
                  <a:lnTo>
                    <a:pt x="16487" y="68788"/>
                  </a:lnTo>
                  <a:lnTo>
                    <a:pt x="13365" y="73227"/>
                  </a:lnTo>
                  <a:lnTo>
                    <a:pt x="10388" y="77766"/>
                  </a:lnTo>
                  <a:lnTo>
                    <a:pt x="7560" y="82398"/>
                  </a:lnTo>
                  <a:lnTo>
                    <a:pt x="4885" y="87120"/>
                  </a:lnTo>
                  <a:lnTo>
                    <a:pt x="2363" y="91927"/>
                  </a:lnTo>
                  <a:lnTo>
                    <a:pt x="0" y="96812"/>
                  </a:lnTo>
                  <a:lnTo>
                    <a:pt x="1516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69397" y="5115026"/>
              <a:ext cx="151641" cy="70354"/>
            </a:xfrm>
            <a:custGeom>
              <a:avLst/>
              <a:pathLst>
                <a:path w="151641" h="70354">
                  <a:moveTo>
                    <a:pt x="0" y="0"/>
                  </a:moveTo>
                  <a:lnTo>
                    <a:pt x="151641" y="703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69397" y="5115026"/>
              <a:ext cx="151641" cy="70354"/>
            </a:xfrm>
            <a:custGeom>
              <a:avLst/>
              <a:pathLst>
                <a:path w="151641" h="70354">
                  <a:moveTo>
                    <a:pt x="0" y="0"/>
                  </a:moveTo>
                  <a:lnTo>
                    <a:pt x="151641" y="703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69397" y="5115026"/>
              <a:ext cx="151641" cy="70354"/>
            </a:xfrm>
            <a:custGeom>
              <a:avLst/>
              <a:pathLst>
                <a:path w="151641" h="70354">
                  <a:moveTo>
                    <a:pt x="0" y="0"/>
                  </a:moveTo>
                  <a:lnTo>
                    <a:pt x="151641" y="703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56727" y="5115026"/>
              <a:ext cx="164311" cy="70354"/>
            </a:xfrm>
            <a:custGeom>
              <a:avLst/>
              <a:pathLst>
                <a:path w="164311" h="70354">
                  <a:moveTo>
                    <a:pt x="12669" y="0"/>
                  </a:moveTo>
                  <a:lnTo>
                    <a:pt x="9878" y="6358"/>
                  </a:lnTo>
                  <a:lnTo>
                    <a:pt x="7353" y="12828"/>
                  </a:lnTo>
                  <a:lnTo>
                    <a:pt x="5099" y="19397"/>
                  </a:lnTo>
                  <a:lnTo>
                    <a:pt x="3120" y="26053"/>
                  </a:lnTo>
                  <a:lnTo>
                    <a:pt x="1419" y="32786"/>
                  </a:lnTo>
                  <a:lnTo>
                    <a:pt x="0" y="39584"/>
                  </a:lnTo>
                  <a:lnTo>
                    <a:pt x="164311" y="70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53874" y="5018213"/>
              <a:ext cx="334319" cy="334331"/>
            </a:xfrm>
            <a:custGeom>
              <a:avLst/>
              <a:pathLst>
                <a:path w="334319" h="334331">
                  <a:moveTo>
                    <a:pt x="2853" y="136397"/>
                  </a:moveTo>
                  <a:lnTo>
                    <a:pt x="1958" y="141637"/>
                  </a:lnTo>
                  <a:lnTo>
                    <a:pt x="1230" y="146903"/>
                  </a:lnTo>
                  <a:lnTo>
                    <a:pt x="669" y="152189"/>
                  </a:lnTo>
                  <a:lnTo>
                    <a:pt x="277" y="157491"/>
                  </a:lnTo>
                  <a:lnTo>
                    <a:pt x="54" y="162802"/>
                  </a:lnTo>
                  <a:lnTo>
                    <a:pt x="0" y="168118"/>
                  </a:lnTo>
                  <a:lnTo>
                    <a:pt x="114" y="173433"/>
                  </a:lnTo>
                  <a:lnTo>
                    <a:pt x="398" y="178741"/>
                  </a:lnTo>
                  <a:lnTo>
                    <a:pt x="850" y="184038"/>
                  </a:lnTo>
                  <a:lnTo>
                    <a:pt x="1471" y="189318"/>
                  </a:lnTo>
                  <a:lnTo>
                    <a:pt x="2259" y="194575"/>
                  </a:lnTo>
                  <a:lnTo>
                    <a:pt x="3214" y="199805"/>
                  </a:lnTo>
                  <a:lnTo>
                    <a:pt x="4334" y="205001"/>
                  </a:lnTo>
                  <a:lnTo>
                    <a:pt x="5620" y="210159"/>
                  </a:lnTo>
                  <a:lnTo>
                    <a:pt x="7069" y="215274"/>
                  </a:lnTo>
                  <a:lnTo>
                    <a:pt x="8679" y="220340"/>
                  </a:lnTo>
                  <a:lnTo>
                    <a:pt x="10450" y="225353"/>
                  </a:lnTo>
                  <a:lnTo>
                    <a:pt x="12379" y="230306"/>
                  </a:lnTo>
                  <a:lnTo>
                    <a:pt x="14465" y="235196"/>
                  </a:lnTo>
                  <a:lnTo>
                    <a:pt x="16706" y="240017"/>
                  </a:lnTo>
                  <a:lnTo>
                    <a:pt x="19098" y="244764"/>
                  </a:lnTo>
                  <a:lnTo>
                    <a:pt x="21640" y="249433"/>
                  </a:lnTo>
                  <a:lnTo>
                    <a:pt x="24330" y="254019"/>
                  </a:lnTo>
                  <a:lnTo>
                    <a:pt x="27163" y="258516"/>
                  </a:lnTo>
                  <a:lnTo>
                    <a:pt x="30139" y="262922"/>
                  </a:lnTo>
                  <a:lnTo>
                    <a:pt x="33253" y="267230"/>
                  </a:lnTo>
                  <a:lnTo>
                    <a:pt x="36502" y="271438"/>
                  </a:lnTo>
                  <a:lnTo>
                    <a:pt x="39884" y="275540"/>
                  </a:lnTo>
                  <a:lnTo>
                    <a:pt x="43394" y="279532"/>
                  </a:lnTo>
                  <a:lnTo>
                    <a:pt x="47029" y="283411"/>
                  </a:lnTo>
                  <a:lnTo>
                    <a:pt x="50786" y="287172"/>
                  </a:lnTo>
                  <a:lnTo>
                    <a:pt x="54661" y="290811"/>
                  </a:lnTo>
                  <a:lnTo>
                    <a:pt x="58649" y="294326"/>
                  </a:lnTo>
                  <a:lnTo>
                    <a:pt x="62747" y="297712"/>
                  </a:lnTo>
                  <a:lnTo>
                    <a:pt x="66951" y="300966"/>
                  </a:lnTo>
                  <a:lnTo>
                    <a:pt x="71256" y="304085"/>
                  </a:lnTo>
                  <a:lnTo>
                    <a:pt x="75658" y="307065"/>
                  </a:lnTo>
                  <a:lnTo>
                    <a:pt x="80153" y="309904"/>
                  </a:lnTo>
                  <a:lnTo>
                    <a:pt x="84735" y="312599"/>
                  </a:lnTo>
                  <a:lnTo>
                    <a:pt x="89401" y="315146"/>
                  </a:lnTo>
                  <a:lnTo>
                    <a:pt x="94146" y="317544"/>
                  </a:lnTo>
                  <a:lnTo>
                    <a:pt x="98964" y="319790"/>
                  </a:lnTo>
                  <a:lnTo>
                    <a:pt x="103852" y="321881"/>
                  </a:lnTo>
                  <a:lnTo>
                    <a:pt x="108803" y="323816"/>
                  </a:lnTo>
                  <a:lnTo>
                    <a:pt x="113813" y="325592"/>
                  </a:lnTo>
                  <a:lnTo>
                    <a:pt x="118878" y="327209"/>
                  </a:lnTo>
                  <a:lnTo>
                    <a:pt x="123991" y="328663"/>
                  </a:lnTo>
                  <a:lnTo>
                    <a:pt x="129148" y="329954"/>
                  </a:lnTo>
                  <a:lnTo>
                    <a:pt x="134343" y="331081"/>
                  </a:lnTo>
                  <a:lnTo>
                    <a:pt x="139572" y="332041"/>
                  </a:lnTo>
                  <a:lnTo>
                    <a:pt x="144828" y="332835"/>
                  </a:lnTo>
                  <a:lnTo>
                    <a:pt x="150107" y="333462"/>
                  </a:lnTo>
                  <a:lnTo>
                    <a:pt x="155403" y="333920"/>
                  </a:lnTo>
                  <a:lnTo>
                    <a:pt x="160712" y="334210"/>
                  </a:lnTo>
                  <a:lnTo>
                    <a:pt x="166026" y="334331"/>
                  </a:lnTo>
                  <a:lnTo>
                    <a:pt x="171342" y="334282"/>
                  </a:lnTo>
                  <a:lnTo>
                    <a:pt x="176654" y="334065"/>
                  </a:lnTo>
                  <a:lnTo>
                    <a:pt x="181956" y="333679"/>
                  </a:lnTo>
                  <a:lnTo>
                    <a:pt x="187243" y="333124"/>
                  </a:lnTo>
                  <a:lnTo>
                    <a:pt x="192509" y="332402"/>
                  </a:lnTo>
                  <a:lnTo>
                    <a:pt x="197750" y="331512"/>
                  </a:lnTo>
                  <a:lnTo>
                    <a:pt x="202961" y="330457"/>
                  </a:lnTo>
                  <a:lnTo>
                    <a:pt x="208135" y="329236"/>
                  </a:lnTo>
                  <a:lnTo>
                    <a:pt x="213267" y="327851"/>
                  </a:lnTo>
                  <a:lnTo>
                    <a:pt x="218353" y="326304"/>
                  </a:lnTo>
                  <a:lnTo>
                    <a:pt x="223387" y="324596"/>
                  </a:lnTo>
                  <a:lnTo>
                    <a:pt x="228365" y="322729"/>
                  </a:lnTo>
                  <a:lnTo>
                    <a:pt x="233280" y="320704"/>
                  </a:lnTo>
                  <a:lnTo>
                    <a:pt x="238128" y="318524"/>
                  </a:lnTo>
                  <a:lnTo>
                    <a:pt x="242905" y="316191"/>
                  </a:lnTo>
                  <a:lnTo>
                    <a:pt x="247605" y="313708"/>
                  </a:lnTo>
                  <a:lnTo>
                    <a:pt x="252224" y="311076"/>
                  </a:lnTo>
                  <a:lnTo>
                    <a:pt x="256757" y="308298"/>
                  </a:lnTo>
                  <a:lnTo>
                    <a:pt x="261199" y="305378"/>
                  </a:lnTo>
                  <a:lnTo>
                    <a:pt x="265546" y="302318"/>
                  </a:lnTo>
                  <a:lnTo>
                    <a:pt x="269794" y="299122"/>
                  </a:lnTo>
                  <a:lnTo>
                    <a:pt x="273938" y="295792"/>
                  </a:lnTo>
                  <a:lnTo>
                    <a:pt x="277974" y="292332"/>
                  </a:lnTo>
                  <a:lnTo>
                    <a:pt x="281897" y="288745"/>
                  </a:lnTo>
                  <a:lnTo>
                    <a:pt x="285705" y="285035"/>
                  </a:lnTo>
                  <a:lnTo>
                    <a:pt x="289393" y="281207"/>
                  </a:lnTo>
                  <a:lnTo>
                    <a:pt x="292957" y="277263"/>
                  </a:lnTo>
                  <a:lnTo>
                    <a:pt x="296394" y="273207"/>
                  </a:lnTo>
                  <a:lnTo>
                    <a:pt x="299701" y="269044"/>
                  </a:lnTo>
                  <a:lnTo>
                    <a:pt x="302873" y="264779"/>
                  </a:lnTo>
                  <a:lnTo>
                    <a:pt x="305908" y="260414"/>
                  </a:lnTo>
                  <a:lnTo>
                    <a:pt x="308803" y="255955"/>
                  </a:lnTo>
                  <a:lnTo>
                    <a:pt x="311555" y="251407"/>
                  </a:lnTo>
                  <a:lnTo>
                    <a:pt x="314160" y="246773"/>
                  </a:lnTo>
                  <a:lnTo>
                    <a:pt x="316617" y="242059"/>
                  </a:lnTo>
                  <a:lnTo>
                    <a:pt x="318923" y="237269"/>
                  </a:lnTo>
                  <a:lnTo>
                    <a:pt x="321075" y="232408"/>
                  </a:lnTo>
                  <a:lnTo>
                    <a:pt x="323072" y="227481"/>
                  </a:lnTo>
                  <a:lnTo>
                    <a:pt x="324911" y="222493"/>
                  </a:lnTo>
                  <a:lnTo>
                    <a:pt x="326590" y="217450"/>
                  </a:lnTo>
                  <a:lnTo>
                    <a:pt x="328108" y="212355"/>
                  </a:lnTo>
                  <a:lnTo>
                    <a:pt x="329464" y="207215"/>
                  </a:lnTo>
                  <a:lnTo>
                    <a:pt x="330655" y="202034"/>
                  </a:lnTo>
                  <a:lnTo>
                    <a:pt x="331681" y="196818"/>
                  </a:lnTo>
                  <a:lnTo>
                    <a:pt x="332541" y="191572"/>
                  </a:lnTo>
                  <a:lnTo>
                    <a:pt x="333233" y="186301"/>
                  </a:lnTo>
                  <a:lnTo>
                    <a:pt x="333757" y="181011"/>
                  </a:lnTo>
                  <a:lnTo>
                    <a:pt x="334113" y="175707"/>
                  </a:lnTo>
                  <a:lnTo>
                    <a:pt x="334301" y="170394"/>
                  </a:lnTo>
                  <a:lnTo>
                    <a:pt x="334319" y="165078"/>
                  </a:lnTo>
                  <a:lnTo>
                    <a:pt x="334168" y="159764"/>
                  </a:lnTo>
                  <a:lnTo>
                    <a:pt x="333848" y="154458"/>
                  </a:lnTo>
                  <a:lnTo>
                    <a:pt x="333359" y="149164"/>
                  </a:lnTo>
                  <a:lnTo>
                    <a:pt x="332703" y="143889"/>
                  </a:lnTo>
                  <a:lnTo>
                    <a:pt x="331879" y="138637"/>
                  </a:lnTo>
                  <a:lnTo>
                    <a:pt x="330889" y="133414"/>
                  </a:lnTo>
                  <a:lnTo>
                    <a:pt x="329733" y="128225"/>
                  </a:lnTo>
                  <a:lnTo>
                    <a:pt x="328412" y="123076"/>
                  </a:lnTo>
                  <a:lnTo>
                    <a:pt x="326929" y="117971"/>
                  </a:lnTo>
                  <a:lnTo>
                    <a:pt x="325284" y="112916"/>
                  </a:lnTo>
                  <a:lnTo>
                    <a:pt x="323479" y="107915"/>
                  </a:lnTo>
                  <a:lnTo>
                    <a:pt x="321516" y="102975"/>
                  </a:lnTo>
                  <a:lnTo>
                    <a:pt x="319397" y="98100"/>
                  </a:lnTo>
                  <a:lnTo>
                    <a:pt x="317123" y="93294"/>
                  </a:lnTo>
                  <a:lnTo>
                    <a:pt x="314699" y="88563"/>
                  </a:lnTo>
                  <a:lnTo>
                    <a:pt x="312125" y="83912"/>
                  </a:lnTo>
                  <a:lnTo>
                    <a:pt x="309404" y="79345"/>
                  </a:lnTo>
                  <a:lnTo>
                    <a:pt x="306540" y="74866"/>
                  </a:lnTo>
                  <a:lnTo>
                    <a:pt x="303535" y="70481"/>
                  </a:lnTo>
                  <a:lnTo>
                    <a:pt x="300391" y="66194"/>
                  </a:lnTo>
                  <a:lnTo>
                    <a:pt x="297113" y="62009"/>
                  </a:lnTo>
                  <a:lnTo>
                    <a:pt x="293704" y="57930"/>
                  </a:lnTo>
                  <a:lnTo>
                    <a:pt x="290167" y="53962"/>
                  </a:lnTo>
                  <a:lnTo>
                    <a:pt x="286505" y="50108"/>
                  </a:lnTo>
                  <a:lnTo>
                    <a:pt x="282722" y="46373"/>
                  </a:lnTo>
                  <a:lnTo>
                    <a:pt x="278823" y="42759"/>
                  </a:lnTo>
                  <a:lnTo>
                    <a:pt x="274811" y="39272"/>
                  </a:lnTo>
                  <a:lnTo>
                    <a:pt x="270690" y="35914"/>
                  </a:lnTo>
                  <a:lnTo>
                    <a:pt x="266464" y="32688"/>
                  </a:lnTo>
                  <a:lnTo>
                    <a:pt x="262138" y="29599"/>
                  </a:lnTo>
                  <a:lnTo>
                    <a:pt x="257716" y="26649"/>
                  </a:lnTo>
                  <a:lnTo>
                    <a:pt x="253202" y="23841"/>
                  </a:lnTo>
                  <a:lnTo>
                    <a:pt x="248601" y="21177"/>
                  </a:lnTo>
                  <a:lnTo>
                    <a:pt x="243918" y="18662"/>
                  </a:lnTo>
                  <a:lnTo>
                    <a:pt x="239157" y="16296"/>
                  </a:lnTo>
                  <a:lnTo>
                    <a:pt x="234324" y="14083"/>
                  </a:lnTo>
                  <a:lnTo>
                    <a:pt x="229422" y="12025"/>
                  </a:lnTo>
                  <a:lnTo>
                    <a:pt x="224458" y="10124"/>
                  </a:lnTo>
                  <a:lnTo>
                    <a:pt x="219435" y="8382"/>
                  </a:lnTo>
                  <a:lnTo>
                    <a:pt x="214360" y="6800"/>
                  </a:lnTo>
                  <a:lnTo>
                    <a:pt x="209237" y="5381"/>
                  </a:lnTo>
                  <a:lnTo>
                    <a:pt x="204071" y="4125"/>
                  </a:lnTo>
                  <a:lnTo>
                    <a:pt x="198869" y="3034"/>
                  </a:lnTo>
                  <a:lnTo>
                    <a:pt x="193634" y="2108"/>
                  </a:lnTo>
                  <a:lnTo>
                    <a:pt x="188372" y="1350"/>
                  </a:lnTo>
                  <a:lnTo>
                    <a:pt x="183089" y="760"/>
                  </a:lnTo>
                  <a:lnTo>
                    <a:pt x="177790" y="338"/>
                  </a:lnTo>
                  <a:lnTo>
                    <a:pt x="172480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256079" y="4659281"/>
              <a:ext cx="189760" cy="334329"/>
            </a:xfrm>
            <a:custGeom>
              <a:avLst/>
              <a:pathLst>
                <a:path w="189760" h="334329">
                  <a:moveTo>
                    <a:pt x="167155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3" y="760"/>
                  </a:lnTo>
                  <a:lnTo>
                    <a:pt x="145937" y="1352"/>
                  </a:lnTo>
                  <a:lnTo>
                    <a:pt x="140673" y="2110"/>
                  </a:lnTo>
                  <a:lnTo>
                    <a:pt x="135436" y="3036"/>
                  </a:lnTo>
                  <a:lnTo>
                    <a:pt x="130230" y="4129"/>
                  </a:lnTo>
                  <a:lnTo>
                    <a:pt x="125062" y="5386"/>
                  </a:lnTo>
                  <a:lnTo>
                    <a:pt x="119937" y="6807"/>
                  </a:lnTo>
                  <a:lnTo>
                    <a:pt x="114859" y="8390"/>
                  </a:lnTo>
                  <a:lnTo>
                    <a:pt x="109835" y="10134"/>
                  </a:lnTo>
                  <a:lnTo>
                    <a:pt x="104868" y="12037"/>
                  </a:lnTo>
                  <a:lnTo>
                    <a:pt x="99965" y="14097"/>
                  </a:lnTo>
                  <a:lnTo>
                    <a:pt x="95129" y="16312"/>
                  </a:lnTo>
                  <a:lnTo>
                    <a:pt x="90367" y="18680"/>
                  </a:lnTo>
                  <a:lnTo>
                    <a:pt x="85682" y="21198"/>
                  </a:lnTo>
                  <a:lnTo>
                    <a:pt x="81079" y="23864"/>
                  </a:lnTo>
                  <a:lnTo>
                    <a:pt x="76564" y="26674"/>
                  </a:lnTo>
                  <a:lnTo>
                    <a:pt x="72141" y="29627"/>
                  </a:lnTo>
                  <a:lnTo>
                    <a:pt x="67813" y="32720"/>
                  </a:lnTo>
                  <a:lnTo>
                    <a:pt x="63586" y="35948"/>
                  </a:lnTo>
                  <a:lnTo>
                    <a:pt x="59464" y="39309"/>
                  </a:lnTo>
                  <a:lnTo>
                    <a:pt x="55452" y="42800"/>
                  </a:lnTo>
                  <a:lnTo>
                    <a:pt x="51552" y="46416"/>
                  </a:lnTo>
                  <a:lnTo>
                    <a:pt x="47769" y="50155"/>
                  </a:lnTo>
                  <a:lnTo>
                    <a:pt x="44107" y="54012"/>
                  </a:lnTo>
                  <a:lnTo>
                    <a:pt x="40569" y="57984"/>
                  </a:lnTo>
                  <a:lnTo>
                    <a:pt x="37160" y="62066"/>
                  </a:lnTo>
                  <a:lnTo>
                    <a:pt x="33882" y="66255"/>
                  </a:lnTo>
                  <a:lnTo>
                    <a:pt x="30740" y="70546"/>
                  </a:lnTo>
                  <a:lnTo>
                    <a:pt x="27735" y="74934"/>
                  </a:lnTo>
                  <a:lnTo>
                    <a:pt x="24871" y="79416"/>
                  </a:lnTo>
                  <a:lnTo>
                    <a:pt x="22152" y="83987"/>
                  </a:lnTo>
                  <a:lnTo>
                    <a:pt x="19579" y="88642"/>
                  </a:lnTo>
                  <a:lnTo>
                    <a:pt x="17156" y="93377"/>
                  </a:lnTo>
                  <a:lnTo>
                    <a:pt x="14884" y="98186"/>
                  </a:lnTo>
                  <a:lnTo>
                    <a:pt x="12767" y="103065"/>
                  </a:lnTo>
                  <a:lnTo>
                    <a:pt x="10806" y="108009"/>
                  </a:lnTo>
                  <a:lnTo>
                    <a:pt x="9003" y="113013"/>
                  </a:lnTo>
                  <a:lnTo>
                    <a:pt x="7360" y="118071"/>
                  </a:lnTo>
                  <a:lnTo>
                    <a:pt x="5879" y="123180"/>
                  </a:lnTo>
                  <a:lnTo>
                    <a:pt x="4561" y="128332"/>
                  </a:lnTo>
                  <a:lnTo>
                    <a:pt x="3408" y="133525"/>
                  </a:lnTo>
                  <a:lnTo>
                    <a:pt x="2421" y="138751"/>
                  </a:lnTo>
                  <a:lnTo>
                    <a:pt x="1600" y="144006"/>
                  </a:lnTo>
                  <a:lnTo>
                    <a:pt x="947" y="149284"/>
                  </a:lnTo>
                  <a:lnTo>
                    <a:pt x="462" y="154581"/>
                  </a:lnTo>
                  <a:lnTo>
                    <a:pt x="146" y="159890"/>
                  </a:lnTo>
                  <a:lnTo>
                    <a:pt x="0" y="165207"/>
                  </a:lnTo>
                  <a:lnTo>
                    <a:pt x="22" y="170525"/>
                  </a:lnTo>
                  <a:lnTo>
                    <a:pt x="213" y="175840"/>
                  </a:lnTo>
                  <a:lnTo>
                    <a:pt x="574" y="181147"/>
                  </a:lnTo>
                  <a:lnTo>
                    <a:pt x="1103" y="186439"/>
                  </a:lnTo>
                  <a:lnTo>
                    <a:pt x="1800" y="191712"/>
                  </a:lnTo>
                  <a:lnTo>
                    <a:pt x="2664" y="196960"/>
                  </a:lnTo>
                  <a:lnTo>
                    <a:pt x="3695" y="202178"/>
                  </a:lnTo>
                  <a:lnTo>
                    <a:pt x="4892" y="207360"/>
                  </a:lnTo>
                  <a:lnTo>
                    <a:pt x="6253" y="212502"/>
                  </a:lnTo>
                  <a:lnTo>
                    <a:pt x="7776" y="217597"/>
                  </a:lnTo>
                  <a:lnTo>
                    <a:pt x="9461" y="222642"/>
                  </a:lnTo>
                  <a:lnTo>
                    <a:pt x="11306" y="227631"/>
                  </a:lnTo>
                  <a:lnTo>
                    <a:pt x="13308" y="232558"/>
                  </a:lnTo>
                  <a:lnTo>
                    <a:pt x="15466" y="237419"/>
                  </a:lnTo>
                  <a:lnTo>
                    <a:pt x="17778" y="242209"/>
                  </a:lnTo>
                  <a:lnTo>
                    <a:pt x="20241" y="246923"/>
                  </a:lnTo>
                  <a:lnTo>
                    <a:pt x="22852" y="251557"/>
                  </a:lnTo>
                  <a:lnTo>
                    <a:pt x="25610" y="256104"/>
                  </a:lnTo>
                  <a:lnTo>
                    <a:pt x="28511" y="260562"/>
                  </a:lnTo>
                  <a:lnTo>
                    <a:pt x="31552" y="264926"/>
                  </a:lnTo>
                  <a:lnTo>
                    <a:pt x="34731" y="269190"/>
                  </a:lnTo>
                  <a:lnTo>
                    <a:pt x="38044" y="273351"/>
                  </a:lnTo>
                  <a:lnTo>
                    <a:pt x="41487" y="277405"/>
                  </a:lnTo>
                  <a:lnTo>
                    <a:pt x="45057" y="281347"/>
                  </a:lnTo>
                  <a:lnTo>
                    <a:pt x="48752" y="285173"/>
                  </a:lnTo>
                  <a:lnTo>
                    <a:pt x="52566" y="288880"/>
                  </a:lnTo>
                  <a:lnTo>
                    <a:pt x="56496" y="292464"/>
                  </a:lnTo>
                  <a:lnTo>
                    <a:pt x="60538" y="295921"/>
                  </a:lnTo>
                  <a:lnTo>
                    <a:pt x="64688" y="299248"/>
                  </a:lnTo>
                  <a:lnTo>
                    <a:pt x="68941" y="302440"/>
                  </a:lnTo>
                  <a:lnTo>
                    <a:pt x="73294" y="305496"/>
                  </a:lnTo>
                  <a:lnTo>
                    <a:pt x="77742" y="308412"/>
                  </a:lnTo>
                  <a:lnTo>
                    <a:pt x="82281" y="311185"/>
                  </a:lnTo>
                  <a:lnTo>
                    <a:pt x="86905" y="313812"/>
                  </a:lnTo>
                  <a:lnTo>
                    <a:pt x="91611" y="316291"/>
                  </a:lnTo>
                  <a:lnTo>
                    <a:pt x="96393" y="318619"/>
                  </a:lnTo>
                  <a:lnTo>
                    <a:pt x="101247" y="320793"/>
                  </a:lnTo>
                  <a:lnTo>
                    <a:pt x="106168" y="322812"/>
                  </a:lnTo>
                  <a:lnTo>
                    <a:pt x="111150" y="324674"/>
                  </a:lnTo>
                  <a:lnTo>
                    <a:pt x="116189" y="326376"/>
                  </a:lnTo>
                  <a:lnTo>
                    <a:pt x="121280" y="327916"/>
                  </a:lnTo>
                  <a:lnTo>
                    <a:pt x="126417" y="329294"/>
                  </a:lnTo>
                  <a:lnTo>
                    <a:pt x="131595" y="330508"/>
                  </a:lnTo>
                  <a:lnTo>
                    <a:pt x="136809" y="331557"/>
                  </a:lnTo>
                  <a:lnTo>
                    <a:pt x="142054" y="332439"/>
                  </a:lnTo>
                  <a:lnTo>
                    <a:pt x="147325" y="333154"/>
                  </a:lnTo>
                  <a:lnTo>
                    <a:pt x="152615" y="333701"/>
                  </a:lnTo>
                  <a:lnTo>
                    <a:pt x="157921" y="334079"/>
                  </a:lnTo>
                  <a:lnTo>
                    <a:pt x="163235" y="334288"/>
                  </a:lnTo>
                  <a:lnTo>
                    <a:pt x="168554" y="334329"/>
                  </a:lnTo>
                  <a:lnTo>
                    <a:pt x="173871" y="334199"/>
                  </a:lnTo>
                  <a:lnTo>
                    <a:pt x="179181" y="333901"/>
                  </a:lnTo>
                  <a:lnTo>
                    <a:pt x="184479" y="333434"/>
                  </a:lnTo>
                  <a:lnTo>
                    <a:pt x="189760" y="332799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826449"/>
              <a:ext cx="22604" cy="165632"/>
            </a:xfrm>
            <a:custGeom>
              <a:avLst/>
              <a:pathLst>
                <a:path w="22604" h="165632">
                  <a:moveTo>
                    <a:pt x="22604" y="1656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826449"/>
              <a:ext cx="22604" cy="165632"/>
            </a:xfrm>
            <a:custGeom>
              <a:avLst/>
              <a:pathLst>
                <a:path w="22604" h="165632">
                  <a:moveTo>
                    <a:pt x="22604" y="16563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826449"/>
              <a:ext cx="135922" cy="165632"/>
            </a:xfrm>
            <a:custGeom>
              <a:avLst/>
              <a:pathLst>
                <a:path w="135922" h="165632">
                  <a:moveTo>
                    <a:pt x="22604" y="165632"/>
                  </a:moveTo>
                  <a:lnTo>
                    <a:pt x="28206" y="164770"/>
                  </a:lnTo>
                  <a:lnTo>
                    <a:pt x="33776" y="163719"/>
                  </a:lnTo>
                  <a:lnTo>
                    <a:pt x="39307" y="162480"/>
                  </a:lnTo>
                  <a:lnTo>
                    <a:pt x="44793" y="161054"/>
                  </a:lnTo>
                  <a:lnTo>
                    <a:pt x="50227" y="159443"/>
                  </a:lnTo>
                  <a:lnTo>
                    <a:pt x="55604" y="157648"/>
                  </a:lnTo>
                  <a:lnTo>
                    <a:pt x="60916" y="155673"/>
                  </a:lnTo>
                  <a:lnTo>
                    <a:pt x="66159" y="153518"/>
                  </a:lnTo>
                  <a:lnTo>
                    <a:pt x="71326" y="151187"/>
                  </a:lnTo>
                  <a:lnTo>
                    <a:pt x="76410" y="148682"/>
                  </a:lnTo>
                  <a:lnTo>
                    <a:pt x="81407" y="146006"/>
                  </a:lnTo>
                  <a:lnTo>
                    <a:pt x="86310" y="143162"/>
                  </a:lnTo>
                  <a:lnTo>
                    <a:pt x="91114" y="140153"/>
                  </a:lnTo>
                  <a:lnTo>
                    <a:pt x="95813" y="136984"/>
                  </a:lnTo>
                  <a:lnTo>
                    <a:pt x="100402" y="133657"/>
                  </a:lnTo>
                  <a:lnTo>
                    <a:pt x="104876" y="130176"/>
                  </a:lnTo>
                  <a:lnTo>
                    <a:pt x="109229" y="126546"/>
                  </a:lnTo>
                  <a:lnTo>
                    <a:pt x="113456" y="122770"/>
                  </a:lnTo>
                  <a:lnTo>
                    <a:pt x="117553" y="118853"/>
                  </a:lnTo>
                  <a:lnTo>
                    <a:pt x="121515" y="114799"/>
                  </a:lnTo>
                  <a:lnTo>
                    <a:pt x="125337" y="110614"/>
                  </a:lnTo>
                  <a:lnTo>
                    <a:pt x="129015" y="106301"/>
                  </a:lnTo>
                  <a:lnTo>
                    <a:pt x="132545" y="101866"/>
                  </a:lnTo>
                  <a:lnTo>
                    <a:pt x="135922" y="97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167160" cy="264481"/>
            </a:xfrm>
            <a:custGeom>
              <a:avLst/>
              <a:pathLst>
                <a:path w="167160" h="264481">
                  <a:moveTo>
                    <a:pt x="135922" y="264481"/>
                  </a:moveTo>
                  <a:lnTo>
                    <a:pt x="138988" y="260050"/>
                  </a:lnTo>
                  <a:lnTo>
                    <a:pt x="141909" y="255521"/>
                  </a:lnTo>
                  <a:lnTo>
                    <a:pt x="144684" y="250902"/>
                  </a:lnTo>
                  <a:lnTo>
                    <a:pt x="147307" y="246195"/>
                  </a:lnTo>
                  <a:lnTo>
                    <a:pt x="149778" y="241405"/>
                  </a:lnTo>
                  <a:lnTo>
                    <a:pt x="152093" y="236539"/>
                  </a:lnTo>
                  <a:lnTo>
                    <a:pt x="154250" y="231601"/>
                  </a:lnTo>
                  <a:lnTo>
                    <a:pt x="156247" y="226596"/>
                  </a:lnTo>
                  <a:lnTo>
                    <a:pt x="158081" y="221529"/>
                  </a:lnTo>
                  <a:lnTo>
                    <a:pt x="159751" y="216405"/>
                  </a:lnTo>
                  <a:lnTo>
                    <a:pt x="161255" y="211230"/>
                  </a:lnTo>
                  <a:lnTo>
                    <a:pt x="162592" y="206010"/>
                  </a:lnTo>
                  <a:lnTo>
                    <a:pt x="163759" y="200749"/>
                  </a:lnTo>
                  <a:lnTo>
                    <a:pt x="164756" y="195453"/>
                  </a:lnTo>
                  <a:lnTo>
                    <a:pt x="165582" y="190128"/>
                  </a:lnTo>
                  <a:lnTo>
                    <a:pt x="166237" y="184779"/>
                  </a:lnTo>
                  <a:lnTo>
                    <a:pt x="166718" y="179412"/>
                  </a:lnTo>
                  <a:lnTo>
                    <a:pt x="167026" y="174032"/>
                  </a:lnTo>
                  <a:lnTo>
                    <a:pt x="167160" y="168645"/>
                  </a:lnTo>
                  <a:lnTo>
                    <a:pt x="167121" y="163256"/>
                  </a:lnTo>
                  <a:lnTo>
                    <a:pt x="166908" y="157872"/>
                  </a:lnTo>
                  <a:lnTo>
                    <a:pt x="166522" y="152497"/>
                  </a:lnTo>
                  <a:lnTo>
                    <a:pt x="165963" y="147137"/>
                  </a:lnTo>
                  <a:lnTo>
                    <a:pt x="165231" y="141798"/>
                  </a:lnTo>
                  <a:lnTo>
                    <a:pt x="164327" y="136485"/>
                  </a:lnTo>
                  <a:lnTo>
                    <a:pt x="163253" y="131205"/>
                  </a:lnTo>
                  <a:lnTo>
                    <a:pt x="162009" y="125961"/>
                  </a:lnTo>
                  <a:lnTo>
                    <a:pt x="160597" y="120761"/>
                  </a:lnTo>
                  <a:lnTo>
                    <a:pt x="159017" y="115609"/>
                  </a:lnTo>
                  <a:lnTo>
                    <a:pt x="157273" y="110510"/>
                  </a:lnTo>
                  <a:lnTo>
                    <a:pt x="155365" y="105470"/>
                  </a:lnTo>
                  <a:lnTo>
                    <a:pt x="153296" y="100495"/>
                  </a:lnTo>
                  <a:lnTo>
                    <a:pt x="151067" y="95588"/>
                  </a:lnTo>
                  <a:lnTo>
                    <a:pt x="148682" y="90756"/>
                  </a:lnTo>
                  <a:lnTo>
                    <a:pt x="146141" y="86004"/>
                  </a:lnTo>
                  <a:lnTo>
                    <a:pt x="143449" y="81335"/>
                  </a:lnTo>
                  <a:lnTo>
                    <a:pt x="140608" y="76756"/>
                  </a:lnTo>
                  <a:lnTo>
                    <a:pt x="137621" y="72271"/>
                  </a:lnTo>
                  <a:lnTo>
                    <a:pt x="134491" y="67885"/>
                  </a:lnTo>
                  <a:lnTo>
                    <a:pt x="131221" y="63601"/>
                  </a:lnTo>
                  <a:lnTo>
                    <a:pt x="127815" y="59426"/>
                  </a:lnTo>
                  <a:lnTo>
                    <a:pt x="124276" y="55362"/>
                  </a:lnTo>
                  <a:lnTo>
                    <a:pt x="120607" y="51414"/>
                  </a:lnTo>
                  <a:lnTo>
                    <a:pt x="116814" y="47587"/>
                  </a:lnTo>
                  <a:lnTo>
                    <a:pt x="112899" y="43884"/>
                  </a:lnTo>
                  <a:lnTo>
                    <a:pt x="108867" y="40309"/>
                  </a:lnTo>
                  <a:lnTo>
                    <a:pt x="104721" y="36866"/>
                  </a:lnTo>
                  <a:lnTo>
                    <a:pt x="100467" y="33558"/>
                  </a:lnTo>
                  <a:lnTo>
                    <a:pt x="96108" y="30390"/>
                  </a:lnTo>
                  <a:lnTo>
                    <a:pt x="91650" y="27363"/>
                  </a:lnTo>
                  <a:lnTo>
                    <a:pt x="87096" y="24481"/>
                  </a:lnTo>
                  <a:lnTo>
                    <a:pt x="82452" y="21748"/>
                  </a:lnTo>
                  <a:lnTo>
                    <a:pt x="77722" y="19166"/>
                  </a:lnTo>
                  <a:lnTo>
                    <a:pt x="72911" y="16738"/>
                  </a:lnTo>
                  <a:lnTo>
                    <a:pt x="68024" y="14466"/>
                  </a:lnTo>
                  <a:lnTo>
                    <a:pt x="63067" y="12353"/>
                  </a:lnTo>
                  <a:lnTo>
                    <a:pt x="58045" y="10400"/>
                  </a:lnTo>
                  <a:lnTo>
                    <a:pt x="52962" y="8611"/>
                  </a:lnTo>
                  <a:lnTo>
                    <a:pt x="47823" y="6986"/>
                  </a:lnTo>
                  <a:lnTo>
                    <a:pt x="42636" y="5528"/>
                  </a:lnTo>
                  <a:lnTo>
                    <a:pt x="37404" y="4238"/>
                  </a:lnTo>
                  <a:lnTo>
                    <a:pt x="32133" y="3117"/>
                  </a:lnTo>
                  <a:lnTo>
                    <a:pt x="26828" y="2166"/>
                  </a:lnTo>
                  <a:lnTo>
                    <a:pt x="21496" y="1387"/>
                  </a:lnTo>
                  <a:lnTo>
                    <a:pt x="16141" y="781"/>
                  </a:lnTo>
                  <a:lnTo>
                    <a:pt x="10770" y="347"/>
                  </a:lnTo>
                  <a:lnTo>
                    <a:pt x="538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561309" y="4213821"/>
              <a:ext cx="302368" cy="334316"/>
            </a:xfrm>
            <a:custGeom>
              <a:avLst/>
              <a:pathLst>
                <a:path w="302368" h="334316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7" y="765"/>
                  </a:lnTo>
                  <a:lnTo>
                    <a:pt x="145887" y="1359"/>
                  </a:lnTo>
                  <a:lnTo>
                    <a:pt x="140609" y="2122"/>
                  </a:lnTo>
                  <a:lnTo>
                    <a:pt x="135358" y="3053"/>
                  </a:lnTo>
                  <a:lnTo>
                    <a:pt x="130139" y="4151"/>
                  </a:lnTo>
                  <a:lnTo>
                    <a:pt x="124958" y="5415"/>
                  </a:lnTo>
                  <a:lnTo>
                    <a:pt x="119819" y="6843"/>
                  </a:lnTo>
                  <a:lnTo>
                    <a:pt x="114729" y="8435"/>
                  </a:lnTo>
                  <a:lnTo>
                    <a:pt x="109693" y="10189"/>
                  </a:lnTo>
                  <a:lnTo>
                    <a:pt x="104715" y="12102"/>
                  </a:lnTo>
                  <a:lnTo>
                    <a:pt x="99800" y="14173"/>
                  </a:lnTo>
                  <a:lnTo>
                    <a:pt x="94954" y="16399"/>
                  </a:lnTo>
                  <a:lnTo>
                    <a:pt x="90182" y="18779"/>
                  </a:lnTo>
                  <a:lnTo>
                    <a:pt x="85487" y="21310"/>
                  </a:lnTo>
                  <a:lnTo>
                    <a:pt x="80876" y="23990"/>
                  </a:lnTo>
                  <a:lnTo>
                    <a:pt x="76353" y="26815"/>
                  </a:lnTo>
                  <a:lnTo>
                    <a:pt x="71922" y="29783"/>
                  </a:lnTo>
                  <a:lnTo>
                    <a:pt x="67588" y="32891"/>
                  </a:lnTo>
                  <a:lnTo>
                    <a:pt x="63356" y="36136"/>
                  </a:lnTo>
                  <a:lnTo>
                    <a:pt x="59229" y="39514"/>
                  </a:lnTo>
                  <a:lnTo>
                    <a:pt x="55212" y="43022"/>
                  </a:lnTo>
                  <a:lnTo>
                    <a:pt x="51309" y="46656"/>
                  </a:lnTo>
                  <a:lnTo>
                    <a:pt x="47524" y="50413"/>
                  </a:lnTo>
                  <a:lnTo>
                    <a:pt x="43860" y="54288"/>
                  </a:lnTo>
                  <a:lnTo>
                    <a:pt x="40322" y="58279"/>
                  </a:lnTo>
                  <a:lnTo>
                    <a:pt x="36914" y="62380"/>
                  </a:lnTo>
                  <a:lnTo>
                    <a:pt x="33637" y="66588"/>
                  </a:lnTo>
                  <a:lnTo>
                    <a:pt x="30497" y="70899"/>
                  </a:lnTo>
                  <a:lnTo>
                    <a:pt x="27496" y="75307"/>
                  </a:lnTo>
                  <a:lnTo>
                    <a:pt x="24637" y="79809"/>
                  </a:lnTo>
                  <a:lnTo>
                    <a:pt x="21923" y="84400"/>
                  </a:lnTo>
                  <a:lnTo>
                    <a:pt x="19356" y="89075"/>
                  </a:lnTo>
                  <a:lnTo>
                    <a:pt x="16940" y="93830"/>
                  </a:lnTo>
                  <a:lnTo>
                    <a:pt x="14678" y="98659"/>
                  </a:lnTo>
                  <a:lnTo>
                    <a:pt x="12570" y="103558"/>
                  </a:lnTo>
                  <a:lnTo>
                    <a:pt x="10619" y="108521"/>
                  </a:lnTo>
                  <a:lnTo>
                    <a:pt x="8828" y="113545"/>
                  </a:lnTo>
                  <a:lnTo>
                    <a:pt x="7199" y="118622"/>
                  </a:lnTo>
                  <a:lnTo>
                    <a:pt x="5731" y="123750"/>
                  </a:lnTo>
                  <a:lnTo>
                    <a:pt x="4429" y="128921"/>
                  </a:lnTo>
                  <a:lnTo>
                    <a:pt x="3291" y="134132"/>
                  </a:lnTo>
                  <a:lnTo>
                    <a:pt x="2321" y="139376"/>
                  </a:lnTo>
                  <a:lnTo>
                    <a:pt x="1518" y="144648"/>
                  </a:lnTo>
                  <a:lnTo>
                    <a:pt x="884" y="149943"/>
                  </a:lnTo>
                  <a:lnTo>
                    <a:pt x="420" y="155256"/>
                  </a:lnTo>
                  <a:lnTo>
                    <a:pt x="125" y="160581"/>
                  </a:lnTo>
                  <a:lnTo>
                    <a:pt x="0" y="165913"/>
                  </a:lnTo>
                  <a:lnTo>
                    <a:pt x="45" y="171246"/>
                  </a:lnTo>
                  <a:lnTo>
                    <a:pt x="260" y="176574"/>
                  </a:lnTo>
                  <a:lnTo>
                    <a:pt x="645" y="181893"/>
                  </a:lnTo>
                  <a:lnTo>
                    <a:pt x="1199" y="187198"/>
                  </a:lnTo>
                  <a:lnTo>
                    <a:pt x="1923" y="192481"/>
                  </a:lnTo>
                  <a:lnTo>
                    <a:pt x="2814" y="197739"/>
                  </a:lnTo>
                  <a:lnTo>
                    <a:pt x="3873" y="202966"/>
                  </a:lnTo>
                  <a:lnTo>
                    <a:pt x="5098" y="208157"/>
                  </a:lnTo>
                  <a:lnTo>
                    <a:pt x="6488" y="213305"/>
                  </a:lnTo>
                  <a:lnTo>
                    <a:pt x="8042" y="218407"/>
                  </a:lnTo>
                  <a:lnTo>
                    <a:pt x="9757" y="223457"/>
                  </a:lnTo>
                  <a:lnTo>
                    <a:pt x="11633" y="228449"/>
                  </a:lnTo>
                  <a:lnTo>
                    <a:pt x="13667" y="233379"/>
                  </a:lnTo>
                  <a:lnTo>
                    <a:pt x="15857" y="238242"/>
                  </a:lnTo>
                  <a:lnTo>
                    <a:pt x="18201" y="243032"/>
                  </a:lnTo>
                  <a:lnTo>
                    <a:pt x="20697" y="247745"/>
                  </a:lnTo>
                  <a:lnTo>
                    <a:pt x="23342" y="252376"/>
                  </a:lnTo>
                  <a:lnTo>
                    <a:pt x="26133" y="256920"/>
                  </a:lnTo>
                  <a:lnTo>
                    <a:pt x="29068" y="261373"/>
                  </a:lnTo>
                  <a:lnTo>
                    <a:pt x="32143" y="265730"/>
                  </a:lnTo>
                  <a:lnTo>
                    <a:pt x="35356" y="269987"/>
                  </a:lnTo>
                  <a:lnTo>
                    <a:pt x="38703" y="274139"/>
                  </a:lnTo>
                  <a:lnTo>
                    <a:pt x="42180" y="278183"/>
                  </a:lnTo>
                  <a:lnTo>
                    <a:pt x="45785" y="282113"/>
                  </a:lnTo>
                  <a:lnTo>
                    <a:pt x="49513" y="285926"/>
                  </a:lnTo>
                  <a:lnTo>
                    <a:pt x="53362" y="289618"/>
                  </a:lnTo>
                  <a:lnTo>
                    <a:pt x="57326" y="293186"/>
                  </a:lnTo>
                  <a:lnTo>
                    <a:pt x="61401" y="296626"/>
                  </a:lnTo>
                  <a:lnTo>
                    <a:pt x="65585" y="299933"/>
                  </a:lnTo>
                  <a:lnTo>
                    <a:pt x="69871" y="303106"/>
                  </a:lnTo>
                  <a:lnTo>
                    <a:pt x="74257" y="306140"/>
                  </a:lnTo>
                  <a:lnTo>
                    <a:pt x="78737" y="309033"/>
                  </a:lnTo>
                  <a:lnTo>
                    <a:pt x="83308" y="311782"/>
                  </a:lnTo>
                  <a:lnTo>
                    <a:pt x="87963" y="314383"/>
                  </a:lnTo>
                  <a:lnTo>
                    <a:pt x="92700" y="316834"/>
                  </a:lnTo>
                  <a:lnTo>
                    <a:pt x="97512" y="319133"/>
                  </a:lnTo>
                  <a:lnTo>
                    <a:pt x="102395" y="321278"/>
                  </a:lnTo>
                  <a:lnTo>
                    <a:pt x="107344" y="323265"/>
                  </a:lnTo>
                  <a:lnTo>
                    <a:pt x="112353" y="325094"/>
                  </a:lnTo>
                  <a:lnTo>
                    <a:pt x="117419" y="326762"/>
                  </a:lnTo>
                  <a:lnTo>
                    <a:pt x="122535" y="328267"/>
                  </a:lnTo>
                  <a:lnTo>
                    <a:pt x="127697" y="329609"/>
                  </a:lnTo>
                  <a:lnTo>
                    <a:pt x="132898" y="330785"/>
                  </a:lnTo>
                  <a:lnTo>
                    <a:pt x="138135" y="331795"/>
                  </a:lnTo>
                  <a:lnTo>
                    <a:pt x="143401" y="332637"/>
                  </a:lnTo>
                  <a:lnTo>
                    <a:pt x="148691" y="333311"/>
                  </a:lnTo>
                  <a:lnTo>
                    <a:pt x="154001" y="333815"/>
                  </a:lnTo>
                  <a:lnTo>
                    <a:pt x="159323" y="334150"/>
                  </a:lnTo>
                  <a:lnTo>
                    <a:pt x="164654" y="334316"/>
                  </a:lnTo>
                  <a:lnTo>
                    <a:pt x="169987" y="334311"/>
                  </a:lnTo>
                  <a:lnTo>
                    <a:pt x="175317" y="334135"/>
                  </a:lnTo>
                  <a:lnTo>
                    <a:pt x="180639" y="333790"/>
                  </a:lnTo>
                  <a:lnTo>
                    <a:pt x="185947" y="333276"/>
                  </a:lnTo>
                  <a:lnTo>
                    <a:pt x="191236" y="332592"/>
                  </a:lnTo>
                  <a:lnTo>
                    <a:pt x="196501" y="331740"/>
                  </a:lnTo>
                  <a:lnTo>
                    <a:pt x="201735" y="330720"/>
                  </a:lnTo>
                  <a:lnTo>
                    <a:pt x="206935" y="329534"/>
                  </a:lnTo>
                  <a:lnTo>
                    <a:pt x="212094" y="328183"/>
                  </a:lnTo>
                  <a:lnTo>
                    <a:pt x="217207" y="326668"/>
                  </a:lnTo>
                  <a:lnTo>
                    <a:pt x="222270" y="324990"/>
                  </a:lnTo>
                  <a:lnTo>
                    <a:pt x="227276" y="323152"/>
                  </a:lnTo>
                  <a:lnTo>
                    <a:pt x="232221" y="321155"/>
                  </a:lnTo>
                  <a:lnTo>
                    <a:pt x="237100" y="319001"/>
                  </a:lnTo>
                  <a:lnTo>
                    <a:pt x="241908" y="316693"/>
                  </a:lnTo>
                  <a:lnTo>
                    <a:pt x="246639" y="314233"/>
                  </a:lnTo>
                  <a:lnTo>
                    <a:pt x="251290" y="311623"/>
                  </a:lnTo>
                  <a:lnTo>
                    <a:pt x="255855" y="308866"/>
                  </a:lnTo>
                  <a:lnTo>
                    <a:pt x="260330" y="305964"/>
                  </a:lnTo>
                  <a:lnTo>
                    <a:pt x="264710" y="302922"/>
                  </a:lnTo>
                  <a:lnTo>
                    <a:pt x="268991" y="299741"/>
                  </a:lnTo>
                  <a:lnTo>
                    <a:pt x="273168" y="296426"/>
                  </a:lnTo>
                  <a:lnTo>
                    <a:pt x="277237" y="292978"/>
                  </a:lnTo>
                  <a:lnTo>
                    <a:pt x="281194" y="289403"/>
                  </a:lnTo>
                  <a:lnTo>
                    <a:pt x="285035" y="285703"/>
                  </a:lnTo>
                  <a:lnTo>
                    <a:pt x="288756" y="281883"/>
                  </a:lnTo>
                  <a:lnTo>
                    <a:pt x="292354" y="277946"/>
                  </a:lnTo>
                  <a:lnTo>
                    <a:pt x="295824" y="273896"/>
                  </a:lnTo>
                  <a:lnTo>
                    <a:pt x="299163" y="269738"/>
                  </a:lnTo>
                  <a:lnTo>
                    <a:pt x="302368" y="265475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380988"/>
              <a:ext cx="135205" cy="98308"/>
            </a:xfrm>
            <a:custGeom>
              <a:avLst/>
              <a:pathLst>
                <a:path w="135205" h="98308">
                  <a:moveTo>
                    <a:pt x="135205" y="9830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333545"/>
              <a:ext cx="167163" cy="145751"/>
            </a:xfrm>
            <a:custGeom>
              <a:avLst/>
              <a:pathLst>
                <a:path w="167163" h="145751">
                  <a:moveTo>
                    <a:pt x="135205" y="145751"/>
                  </a:moveTo>
                  <a:lnTo>
                    <a:pt x="138349" y="141274"/>
                  </a:lnTo>
                  <a:lnTo>
                    <a:pt x="141346" y="136697"/>
                  </a:lnTo>
                  <a:lnTo>
                    <a:pt x="144191" y="132023"/>
                  </a:lnTo>
                  <a:lnTo>
                    <a:pt x="146882" y="127259"/>
                  </a:lnTo>
                  <a:lnTo>
                    <a:pt x="149415" y="122410"/>
                  </a:lnTo>
                  <a:lnTo>
                    <a:pt x="151788" y="117480"/>
                  </a:lnTo>
                  <a:lnTo>
                    <a:pt x="153999" y="112476"/>
                  </a:lnTo>
                  <a:lnTo>
                    <a:pt x="156044" y="107401"/>
                  </a:lnTo>
                  <a:lnTo>
                    <a:pt x="157923" y="102263"/>
                  </a:lnTo>
                  <a:lnTo>
                    <a:pt x="159632" y="97065"/>
                  </a:lnTo>
                  <a:lnTo>
                    <a:pt x="161171" y="91815"/>
                  </a:lnTo>
                  <a:lnTo>
                    <a:pt x="162536" y="86517"/>
                  </a:lnTo>
                  <a:lnTo>
                    <a:pt x="163728" y="81177"/>
                  </a:lnTo>
                  <a:lnTo>
                    <a:pt x="164744" y="75801"/>
                  </a:lnTo>
                  <a:lnTo>
                    <a:pt x="165584" y="70394"/>
                  </a:lnTo>
                  <a:lnTo>
                    <a:pt x="166246" y="64964"/>
                  </a:lnTo>
                  <a:lnTo>
                    <a:pt x="166731" y="59514"/>
                  </a:lnTo>
                  <a:lnTo>
                    <a:pt x="167036" y="54051"/>
                  </a:lnTo>
                  <a:lnTo>
                    <a:pt x="167163" y="48581"/>
                  </a:lnTo>
                  <a:lnTo>
                    <a:pt x="167111" y="43110"/>
                  </a:lnTo>
                  <a:lnTo>
                    <a:pt x="166879" y="37644"/>
                  </a:lnTo>
                  <a:lnTo>
                    <a:pt x="166469" y="32188"/>
                  </a:lnTo>
                  <a:lnTo>
                    <a:pt x="165881" y="26749"/>
                  </a:lnTo>
                  <a:lnTo>
                    <a:pt x="165115" y="21332"/>
                  </a:lnTo>
                  <a:lnTo>
                    <a:pt x="164172" y="15942"/>
                  </a:lnTo>
                  <a:lnTo>
                    <a:pt x="163053" y="10587"/>
                  </a:lnTo>
                  <a:lnTo>
                    <a:pt x="161760" y="5270"/>
                  </a:lnTo>
                  <a:lnTo>
                    <a:pt x="160293" y="0"/>
                  </a:lnTo>
                  <a:lnTo>
                    <a:pt x="0" y="474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160293" cy="167167"/>
            </a:xfrm>
            <a:custGeom>
              <a:avLst/>
              <a:pathLst>
                <a:path w="160293" h="167167">
                  <a:moveTo>
                    <a:pt x="160293" y="119723"/>
                  </a:moveTo>
                  <a:lnTo>
                    <a:pt x="158646" y="114476"/>
                  </a:lnTo>
                  <a:lnTo>
                    <a:pt x="156827" y="109287"/>
                  </a:lnTo>
                  <a:lnTo>
                    <a:pt x="154838" y="104160"/>
                  </a:lnTo>
                  <a:lnTo>
                    <a:pt x="152682" y="99101"/>
                  </a:lnTo>
                  <a:lnTo>
                    <a:pt x="150360" y="94115"/>
                  </a:lnTo>
                  <a:lnTo>
                    <a:pt x="147876" y="89209"/>
                  </a:lnTo>
                  <a:lnTo>
                    <a:pt x="145232" y="84387"/>
                  </a:lnTo>
                  <a:lnTo>
                    <a:pt x="142431" y="79655"/>
                  </a:lnTo>
                  <a:lnTo>
                    <a:pt x="139475" y="75018"/>
                  </a:lnTo>
                  <a:lnTo>
                    <a:pt x="136369" y="70480"/>
                  </a:lnTo>
                  <a:lnTo>
                    <a:pt x="133115" y="66047"/>
                  </a:lnTo>
                  <a:lnTo>
                    <a:pt x="129716" y="61723"/>
                  </a:lnTo>
                  <a:lnTo>
                    <a:pt x="126178" y="57513"/>
                  </a:lnTo>
                  <a:lnTo>
                    <a:pt x="122503" y="53422"/>
                  </a:lnTo>
                  <a:lnTo>
                    <a:pt x="118695" y="49454"/>
                  </a:lnTo>
                  <a:lnTo>
                    <a:pt x="114759" y="45614"/>
                  </a:lnTo>
                  <a:lnTo>
                    <a:pt x="110699" y="41905"/>
                  </a:lnTo>
                  <a:lnTo>
                    <a:pt x="106519" y="38332"/>
                  </a:lnTo>
                  <a:lnTo>
                    <a:pt x="102224" y="34898"/>
                  </a:lnTo>
                  <a:lnTo>
                    <a:pt x="97818" y="31607"/>
                  </a:lnTo>
                  <a:lnTo>
                    <a:pt x="93306" y="28463"/>
                  </a:lnTo>
                  <a:lnTo>
                    <a:pt x="88693" y="25469"/>
                  </a:lnTo>
                  <a:lnTo>
                    <a:pt x="83984" y="22628"/>
                  </a:lnTo>
                  <a:lnTo>
                    <a:pt x="79185" y="19944"/>
                  </a:lnTo>
                  <a:lnTo>
                    <a:pt x="74299" y="17419"/>
                  </a:lnTo>
                  <a:lnTo>
                    <a:pt x="69334" y="15056"/>
                  </a:lnTo>
                  <a:lnTo>
                    <a:pt x="64293" y="12858"/>
                  </a:lnTo>
                  <a:lnTo>
                    <a:pt x="59182" y="10826"/>
                  </a:lnTo>
                  <a:lnTo>
                    <a:pt x="54008" y="8964"/>
                  </a:lnTo>
                  <a:lnTo>
                    <a:pt x="48775" y="7274"/>
                  </a:lnTo>
                  <a:lnTo>
                    <a:pt x="43489" y="5756"/>
                  </a:lnTo>
                  <a:lnTo>
                    <a:pt x="38157" y="4413"/>
                  </a:lnTo>
                  <a:lnTo>
                    <a:pt x="32783" y="3246"/>
                  </a:lnTo>
                  <a:lnTo>
                    <a:pt x="27373" y="2256"/>
                  </a:lnTo>
                  <a:lnTo>
                    <a:pt x="21934" y="1445"/>
                  </a:lnTo>
                  <a:lnTo>
                    <a:pt x="16471" y="813"/>
                  </a:lnTo>
                  <a:lnTo>
                    <a:pt x="10991" y="361"/>
                  </a:lnTo>
                  <a:lnTo>
                    <a:pt x="549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751862" y="3707720"/>
              <a:ext cx="274862" cy="334334"/>
            </a:xfrm>
            <a:custGeom>
              <a:avLst/>
              <a:pathLst>
                <a:path w="274862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5" y="1346"/>
                  </a:lnTo>
                  <a:lnTo>
                    <a:pt x="140721" y="2102"/>
                  </a:lnTo>
                  <a:lnTo>
                    <a:pt x="135495" y="3024"/>
                  </a:lnTo>
                  <a:lnTo>
                    <a:pt x="130300" y="4111"/>
                  </a:lnTo>
                  <a:lnTo>
                    <a:pt x="125142" y="5363"/>
                  </a:lnTo>
                  <a:lnTo>
                    <a:pt x="120027" y="6778"/>
                  </a:lnTo>
                  <a:lnTo>
                    <a:pt x="114959" y="8355"/>
                  </a:lnTo>
                  <a:lnTo>
                    <a:pt x="109944" y="10092"/>
                  </a:lnTo>
                  <a:lnTo>
                    <a:pt x="104987" y="11987"/>
                  </a:lnTo>
                  <a:lnTo>
                    <a:pt x="100092" y="14038"/>
                  </a:lnTo>
                  <a:lnTo>
                    <a:pt x="95265" y="16244"/>
                  </a:lnTo>
                  <a:lnTo>
                    <a:pt x="90510" y="18602"/>
                  </a:lnTo>
                  <a:lnTo>
                    <a:pt x="85832" y="21110"/>
                  </a:lnTo>
                  <a:lnTo>
                    <a:pt x="81237" y="23765"/>
                  </a:lnTo>
                  <a:lnTo>
                    <a:pt x="76728" y="26564"/>
                  </a:lnTo>
                  <a:lnTo>
                    <a:pt x="72310" y="29505"/>
                  </a:lnTo>
                  <a:lnTo>
                    <a:pt x="67988" y="32585"/>
                  </a:lnTo>
                  <a:lnTo>
                    <a:pt x="63766" y="35801"/>
                  </a:lnTo>
                  <a:lnTo>
                    <a:pt x="59647" y="39149"/>
                  </a:lnTo>
                  <a:lnTo>
                    <a:pt x="55638" y="42626"/>
                  </a:lnTo>
                  <a:lnTo>
                    <a:pt x="51740" y="46229"/>
                  </a:lnTo>
                  <a:lnTo>
                    <a:pt x="47959" y="49953"/>
                  </a:lnTo>
                  <a:lnTo>
                    <a:pt x="44299" y="53796"/>
                  </a:lnTo>
                  <a:lnTo>
                    <a:pt x="40762" y="57753"/>
                  </a:lnTo>
                  <a:lnTo>
                    <a:pt x="37352" y="61820"/>
                  </a:lnTo>
                  <a:lnTo>
                    <a:pt x="34073" y="65994"/>
                  </a:lnTo>
                  <a:lnTo>
                    <a:pt x="30929" y="70269"/>
                  </a:lnTo>
                  <a:lnTo>
                    <a:pt x="27921" y="74642"/>
                  </a:lnTo>
                  <a:lnTo>
                    <a:pt x="25054" y="79109"/>
                  </a:lnTo>
                  <a:lnTo>
                    <a:pt x="22330" y="83664"/>
                  </a:lnTo>
                  <a:lnTo>
                    <a:pt x="19753" y="88303"/>
                  </a:lnTo>
                  <a:lnTo>
                    <a:pt x="17323" y="93022"/>
                  </a:lnTo>
                  <a:lnTo>
                    <a:pt x="15045" y="97815"/>
                  </a:lnTo>
                  <a:lnTo>
                    <a:pt x="12920" y="102679"/>
                  </a:lnTo>
                  <a:lnTo>
                    <a:pt x="10951" y="107607"/>
                  </a:lnTo>
                  <a:lnTo>
                    <a:pt x="9139" y="112596"/>
                  </a:lnTo>
                  <a:lnTo>
                    <a:pt x="7486" y="117639"/>
                  </a:lnTo>
                  <a:lnTo>
                    <a:pt x="5994" y="122732"/>
                  </a:lnTo>
                  <a:lnTo>
                    <a:pt x="4665" y="127871"/>
                  </a:lnTo>
                  <a:lnTo>
                    <a:pt x="3499" y="133048"/>
                  </a:lnTo>
                  <a:lnTo>
                    <a:pt x="2499" y="138261"/>
                  </a:lnTo>
                  <a:lnTo>
                    <a:pt x="1664" y="143502"/>
                  </a:lnTo>
                  <a:lnTo>
                    <a:pt x="996" y="148767"/>
                  </a:lnTo>
                  <a:lnTo>
                    <a:pt x="496" y="154051"/>
                  </a:lnTo>
                  <a:lnTo>
                    <a:pt x="164" y="159348"/>
                  </a:lnTo>
                  <a:lnTo>
                    <a:pt x="0" y="164653"/>
                  </a:lnTo>
                  <a:lnTo>
                    <a:pt x="4" y="169960"/>
                  </a:lnTo>
                  <a:lnTo>
                    <a:pt x="177" y="175264"/>
                  </a:lnTo>
                  <a:lnTo>
                    <a:pt x="518" y="180561"/>
                  </a:lnTo>
                  <a:lnTo>
                    <a:pt x="1027" y="185844"/>
                  </a:lnTo>
                  <a:lnTo>
                    <a:pt x="1704" y="191108"/>
                  </a:lnTo>
                  <a:lnTo>
                    <a:pt x="2547" y="196348"/>
                  </a:lnTo>
                  <a:lnTo>
                    <a:pt x="3556" y="201558"/>
                  </a:lnTo>
                  <a:lnTo>
                    <a:pt x="4731" y="206734"/>
                  </a:lnTo>
                  <a:lnTo>
                    <a:pt x="6069" y="211870"/>
                  </a:lnTo>
                  <a:lnTo>
                    <a:pt x="7569" y="216961"/>
                  </a:lnTo>
                  <a:lnTo>
                    <a:pt x="9230" y="222002"/>
                  </a:lnTo>
                  <a:lnTo>
                    <a:pt x="11050" y="226987"/>
                  </a:lnTo>
                  <a:lnTo>
                    <a:pt x="13028" y="231912"/>
                  </a:lnTo>
                  <a:lnTo>
                    <a:pt x="15161" y="236772"/>
                  </a:lnTo>
                  <a:lnTo>
                    <a:pt x="17447" y="241562"/>
                  </a:lnTo>
                  <a:lnTo>
                    <a:pt x="19884" y="246276"/>
                  </a:lnTo>
                  <a:lnTo>
                    <a:pt x="22470" y="250911"/>
                  </a:lnTo>
                  <a:lnTo>
                    <a:pt x="25201" y="255462"/>
                  </a:lnTo>
                  <a:lnTo>
                    <a:pt x="28076" y="259924"/>
                  </a:lnTo>
                  <a:lnTo>
                    <a:pt x="31090" y="264292"/>
                  </a:lnTo>
                  <a:lnTo>
                    <a:pt x="34242" y="268562"/>
                  </a:lnTo>
                  <a:lnTo>
                    <a:pt x="37528" y="272730"/>
                  </a:lnTo>
                  <a:lnTo>
                    <a:pt x="40944" y="276791"/>
                  </a:lnTo>
                  <a:lnTo>
                    <a:pt x="44488" y="280742"/>
                  </a:lnTo>
                  <a:lnTo>
                    <a:pt x="48155" y="284579"/>
                  </a:lnTo>
                  <a:lnTo>
                    <a:pt x="51942" y="288297"/>
                  </a:lnTo>
                  <a:lnTo>
                    <a:pt x="55845" y="291893"/>
                  </a:lnTo>
                  <a:lnTo>
                    <a:pt x="59861" y="295364"/>
                  </a:lnTo>
                  <a:lnTo>
                    <a:pt x="63985" y="298705"/>
                  </a:lnTo>
                  <a:lnTo>
                    <a:pt x="68212" y="301914"/>
                  </a:lnTo>
                  <a:lnTo>
                    <a:pt x="72540" y="304986"/>
                  </a:lnTo>
                  <a:lnTo>
                    <a:pt x="76962" y="307920"/>
                  </a:lnTo>
                  <a:lnTo>
                    <a:pt x="81476" y="310712"/>
                  </a:lnTo>
                  <a:lnTo>
                    <a:pt x="86076" y="313360"/>
                  </a:lnTo>
                  <a:lnTo>
                    <a:pt x="90758" y="315859"/>
                  </a:lnTo>
                  <a:lnTo>
                    <a:pt x="95516" y="318209"/>
                  </a:lnTo>
                  <a:lnTo>
                    <a:pt x="100347" y="320407"/>
                  </a:lnTo>
                  <a:lnTo>
                    <a:pt x="105245" y="322451"/>
                  </a:lnTo>
                  <a:lnTo>
                    <a:pt x="110206" y="324337"/>
                  </a:lnTo>
                  <a:lnTo>
                    <a:pt x="115224" y="326066"/>
                  </a:lnTo>
                  <a:lnTo>
                    <a:pt x="120295" y="327634"/>
                  </a:lnTo>
                  <a:lnTo>
                    <a:pt x="125412" y="329041"/>
                  </a:lnTo>
                  <a:lnTo>
                    <a:pt x="130572" y="330284"/>
                  </a:lnTo>
                  <a:lnTo>
                    <a:pt x="135768" y="331363"/>
                  </a:lnTo>
                  <a:lnTo>
                    <a:pt x="140997" y="332276"/>
                  </a:lnTo>
                  <a:lnTo>
                    <a:pt x="146251" y="333023"/>
                  </a:lnTo>
                  <a:lnTo>
                    <a:pt x="151527" y="333603"/>
                  </a:lnTo>
                  <a:lnTo>
                    <a:pt x="156818" y="334015"/>
                  </a:lnTo>
                  <a:lnTo>
                    <a:pt x="162120" y="334259"/>
                  </a:lnTo>
                  <a:lnTo>
                    <a:pt x="167427" y="334334"/>
                  </a:lnTo>
                  <a:lnTo>
                    <a:pt x="172733" y="334241"/>
                  </a:lnTo>
                  <a:lnTo>
                    <a:pt x="178034" y="333980"/>
                  </a:lnTo>
                  <a:lnTo>
                    <a:pt x="183324" y="333550"/>
                  </a:lnTo>
                  <a:lnTo>
                    <a:pt x="188598" y="332953"/>
                  </a:lnTo>
                  <a:lnTo>
                    <a:pt x="193850" y="332188"/>
                  </a:lnTo>
                  <a:lnTo>
                    <a:pt x="199075" y="331257"/>
                  </a:lnTo>
                  <a:lnTo>
                    <a:pt x="204268" y="330161"/>
                  </a:lnTo>
                  <a:lnTo>
                    <a:pt x="209423" y="328901"/>
                  </a:lnTo>
                  <a:lnTo>
                    <a:pt x="214536" y="327477"/>
                  </a:lnTo>
                  <a:lnTo>
                    <a:pt x="219601" y="325892"/>
                  </a:lnTo>
                  <a:lnTo>
                    <a:pt x="224613" y="324147"/>
                  </a:lnTo>
                  <a:lnTo>
                    <a:pt x="229568" y="322243"/>
                  </a:lnTo>
                  <a:lnTo>
                    <a:pt x="234459" y="320184"/>
                  </a:lnTo>
                  <a:lnTo>
                    <a:pt x="239283" y="317970"/>
                  </a:lnTo>
                  <a:lnTo>
                    <a:pt x="244034" y="315604"/>
                  </a:lnTo>
                  <a:lnTo>
                    <a:pt x="248707" y="313089"/>
                  </a:lnTo>
                  <a:lnTo>
                    <a:pt x="253298" y="310426"/>
                  </a:lnTo>
                  <a:lnTo>
                    <a:pt x="257802" y="307619"/>
                  </a:lnTo>
                  <a:lnTo>
                    <a:pt x="262215" y="304670"/>
                  </a:lnTo>
                  <a:lnTo>
                    <a:pt x="266532" y="301583"/>
                  </a:lnTo>
                  <a:lnTo>
                    <a:pt x="270749" y="298360"/>
                  </a:lnTo>
                  <a:lnTo>
                    <a:pt x="274862" y="295006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882"/>
              <a:ext cx="167162" cy="294844"/>
            </a:xfrm>
            <a:custGeom>
              <a:avLst/>
              <a:pathLst>
                <a:path w="167162" h="294844">
                  <a:moveTo>
                    <a:pt x="107713" y="294844"/>
                  </a:moveTo>
                  <a:lnTo>
                    <a:pt x="111744" y="291336"/>
                  </a:lnTo>
                  <a:lnTo>
                    <a:pt x="115661" y="287701"/>
                  </a:lnTo>
                  <a:lnTo>
                    <a:pt x="119459" y="283943"/>
                  </a:lnTo>
                  <a:lnTo>
                    <a:pt x="123135" y="280065"/>
                  </a:lnTo>
                  <a:lnTo>
                    <a:pt x="126686" y="276072"/>
                  </a:lnTo>
                  <a:lnTo>
                    <a:pt x="130107" y="271967"/>
                  </a:lnTo>
                  <a:lnTo>
                    <a:pt x="133395" y="267755"/>
                  </a:lnTo>
                  <a:lnTo>
                    <a:pt x="136547" y="263440"/>
                  </a:lnTo>
                  <a:lnTo>
                    <a:pt x="139559" y="259027"/>
                  </a:lnTo>
                  <a:lnTo>
                    <a:pt x="142429" y="254520"/>
                  </a:lnTo>
                  <a:lnTo>
                    <a:pt x="145153" y="249923"/>
                  </a:lnTo>
                  <a:lnTo>
                    <a:pt x="147729" y="245241"/>
                  </a:lnTo>
                  <a:lnTo>
                    <a:pt x="150154" y="240480"/>
                  </a:lnTo>
                  <a:lnTo>
                    <a:pt x="152426" y="235643"/>
                  </a:lnTo>
                  <a:lnTo>
                    <a:pt x="154542" y="230737"/>
                  </a:lnTo>
                  <a:lnTo>
                    <a:pt x="156499" y="225765"/>
                  </a:lnTo>
                  <a:lnTo>
                    <a:pt x="158298" y="220733"/>
                  </a:lnTo>
                  <a:lnTo>
                    <a:pt x="159934" y="215646"/>
                  </a:lnTo>
                  <a:lnTo>
                    <a:pt x="161407" y="210510"/>
                  </a:lnTo>
                  <a:lnTo>
                    <a:pt x="162715" y="205329"/>
                  </a:lnTo>
                  <a:lnTo>
                    <a:pt x="163856" y="200109"/>
                  </a:lnTo>
                  <a:lnTo>
                    <a:pt x="164831" y="194855"/>
                  </a:lnTo>
                  <a:lnTo>
                    <a:pt x="165637" y="189573"/>
                  </a:lnTo>
                  <a:lnTo>
                    <a:pt x="166273" y="184268"/>
                  </a:lnTo>
                  <a:lnTo>
                    <a:pt x="166740" y="178945"/>
                  </a:lnTo>
                  <a:lnTo>
                    <a:pt x="167036" y="173610"/>
                  </a:lnTo>
                  <a:lnTo>
                    <a:pt x="167162" y="168268"/>
                  </a:lnTo>
                  <a:lnTo>
                    <a:pt x="167117" y="162924"/>
                  </a:lnTo>
                  <a:lnTo>
                    <a:pt x="166901" y="157585"/>
                  </a:lnTo>
                  <a:lnTo>
                    <a:pt x="166515" y="152256"/>
                  </a:lnTo>
                  <a:lnTo>
                    <a:pt x="165959" y="146942"/>
                  </a:lnTo>
                  <a:lnTo>
                    <a:pt x="165233" y="141648"/>
                  </a:lnTo>
                  <a:lnTo>
                    <a:pt x="164338" y="136380"/>
                  </a:lnTo>
                  <a:lnTo>
                    <a:pt x="163275" y="131143"/>
                  </a:lnTo>
                  <a:lnTo>
                    <a:pt x="162045" y="125943"/>
                  </a:lnTo>
                  <a:lnTo>
                    <a:pt x="160650" y="120785"/>
                  </a:lnTo>
                  <a:lnTo>
                    <a:pt x="159091" y="115674"/>
                  </a:lnTo>
                  <a:lnTo>
                    <a:pt x="157369" y="110616"/>
                  </a:lnTo>
                  <a:lnTo>
                    <a:pt x="155486" y="105615"/>
                  </a:lnTo>
                  <a:lnTo>
                    <a:pt x="153445" y="100677"/>
                  </a:lnTo>
                  <a:lnTo>
                    <a:pt x="151247" y="95807"/>
                  </a:lnTo>
                  <a:lnTo>
                    <a:pt x="148894" y="91009"/>
                  </a:lnTo>
                  <a:lnTo>
                    <a:pt x="146389" y="86289"/>
                  </a:lnTo>
                  <a:lnTo>
                    <a:pt x="143734" y="81652"/>
                  </a:lnTo>
                  <a:lnTo>
                    <a:pt x="140933" y="77102"/>
                  </a:lnTo>
                  <a:lnTo>
                    <a:pt x="137988" y="72643"/>
                  </a:lnTo>
                  <a:lnTo>
                    <a:pt x="134901" y="68281"/>
                  </a:lnTo>
                  <a:lnTo>
                    <a:pt x="131677" y="64020"/>
                  </a:lnTo>
                  <a:lnTo>
                    <a:pt x="128319" y="59864"/>
                  </a:lnTo>
                  <a:lnTo>
                    <a:pt x="124829" y="55818"/>
                  </a:lnTo>
                  <a:lnTo>
                    <a:pt x="121211" y="51885"/>
                  </a:lnTo>
                  <a:lnTo>
                    <a:pt x="117470" y="48070"/>
                  </a:lnTo>
                  <a:lnTo>
                    <a:pt x="113609" y="44376"/>
                  </a:lnTo>
                  <a:lnTo>
                    <a:pt x="109632" y="40808"/>
                  </a:lnTo>
                  <a:lnTo>
                    <a:pt x="105542" y="37369"/>
                  </a:lnTo>
                  <a:lnTo>
                    <a:pt x="101345" y="34062"/>
                  </a:lnTo>
                  <a:lnTo>
                    <a:pt x="97044" y="30890"/>
                  </a:lnTo>
                  <a:lnTo>
                    <a:pt x="92645" y="27858"/>
                  </a:lnTo>
                  <a:lnTo>
                    <a:pt x="88150" y="24969"/>
                  </a:lnTo>
                  <a:lnTo>
                    <a:pt x="83566" y="22224"/>
                  </a:lnTo>
                  <a:lnTo>
                    <a:pt x="78896" y="19627"/>
                  </a:lnTo>
                  <a:lnTo>
                    <a:pt x="74145" y="17181"/>
                  </a:lnTo>
                  <a:lnTo>
                    <a:pt x="69319" y="14887"/>
                  </a:lnTo>
                  <a:lnTo>
                    <a:pt x="64422" y="12750"/>
                  </a:lnTo>
                  <a:lnTo>
                    <a:pt x="59459" y="10770"/>
                  </a:lnTo>
                  <a:lnTo>
                    <a:pt x="54435" y="8949"/>
                  </a:lnTo>
                  <a:lnTo>
                    <a:pt x="49356" y="7290"/>
                  </a:lnTo>
                  <a:lnTo>
                    <a:pt x="44226" y="5794"/>
                  </a:lnTo>
                  <a:lnTo>
                    <a:pt x="39051" y="4463"/>
                  </a:lnTo>
                  <a:lnTo>
                    <a:pt x="33836" y="3298"/>
                  </a:lnTo>
                  <a:lnTo>
                    <a:pt x="28586" y="2300"/>
                  </a:lnTo>
                  <a:lnTo>
                    <a:pt x="23308" y="1471"/>
                  </a:lnTo>
                  <a:lnTo>
                    <a:pt x="18005" y="810"/>
                  </a:lnTo>
                  <a:lnTo>
                    <a:pt x="12685" y="320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tx81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2025-06-06T06:15:45Z</dcterms:modified>
  <cp:category/>
</cp:coreProperties>
</file>