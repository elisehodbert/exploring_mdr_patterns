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83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9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03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9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8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29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8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9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1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8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8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5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4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1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1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16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27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7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25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60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2814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5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5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283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9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4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9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50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0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79672" y="3170392"/>
              <a:ext cx="4106" cy="167167"/>
            </a:xfrm>
            <a:custGeom>
              <a:avLst/>
              <a:pathLst>
                <a:path w="4106" h="167167">
                  <a:moveTo>
                    <a:pt x="4106" y="0"/>
                  </a:moveTo>
                  <a:lnTo>
                    <a:pt x="0" y="50"/>
                  </a:lnTo>
                  <a:lnTo>
                    <a:pt x="41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79672" y="3170443"/>
              <a:ext cx="4106" cy="167116"/>
            </a:xfrm>
            <a:custGeom>
              <a:avLst/>
              <a:pathLst>
                <a:path w="4106" h="167116">
                  <a:moveTo>
                    <a:pt x="0" y="0"/>
                  </a:moveTo>
                  <a:lnTo>
                    <a:pt x="4106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4" y="3170424"/>
              <a:ext cx="334332" cy="334287"/>
            </a:xfrm>
            <a:custGeom>
              <a:avLst/>
              <a:pathLst>
                <a:path w="334332" h="334287">
                  <a:moveTo>
                    <a:pt x="163058" y="18"/>
                  </a:moveTo>
                  <a:lnTo>
                    <a:pt x="157768" y="231"/>
                  </a:lnTo>
                  <a:lnTo>
                    <a:pt x="152488" y="613"/>
                  </a:lnTo>
                  <a:lnTo>
                    <a:pt x="147223" y="1161"/>
                  </a:lnTo>
                  <a:lnTo>
                    <a:pt x="141977" y="1876"/>
                  </a:lnTo>
                  <a:lnTo>
                    <a:pt x="136757" y="2756"/>
                  </a:lnTo>
                  <a:lnTo>
                    <a:pt x="131567" y="3801"/>
                  </a:lnTo>
                  <a:lnTo>
                    <a:pt x="126413" y="5010"/>
                  </a:lnTo>
                  <a:lnTo>
                    <a:pt x="121300" y="6382"/>
                  </a:lnTo>
                  <a:lnTo>
                    <a:pt x="116233" y="7915"/>
                  </a:lnTo>
                  <a:lnTo>
                    <a:pt x="111217" y="9607"/>
                  </a:lnTo>
                  <a:lnTo>
                    <a:pt x="106257" y="11458"/>
                  </a:lnTo>
                  <a:lnTo>
                    <a:pt x="101358" y="13465"/>
                  </a:lnTo>
                  <a:lnTo>
                    <a:pt x="96525" y="15626"/>
                  </a:lnTo>
                  <a:lnTo>
                    <a:pt x="91763" y="17938"/>
                  </a:lnTo>
                  <a:lnTo>
                    <a:pt x="87076" y="20401"/>
                  </a:lnTo>
                  <a:lnTo>
                    <a:pt x="82470" y="23010"/>
                  </a:lnTo>
                  <a:lnTo>
                    <a:pt x="77949" y="25764"/>
                  </a:lnTo>
                  <a:lnTo>
                    <a:pt x="73517" y="28660"/>
                  </a:lnTo>
                  <a:lnTo>
                    <a:pt x="69180" y="31695"/>
                  </a:lnTo>
                  <a:lnTo>
                    <a:pt x="64940" y="34865"/>
                  </a:lnTo>
                  <a:lnTo>
                    <a:pt x="60803" y="38169"/>
                  </a:lnTo>
                  <a:lnTo>
                    <a:pt x="56773" y="41601"/>
                  </a:lnTo>
                  <a:lnTo>
                    <a:pt x="52853" y="45160"/>
                  </a:lnTo>
                  <a:lnTo>
                    <a:pt x="49048" y="48840"/>
                  </a:lnTo>
                  <a:lnTo>
                    <a:pt x="45362" y="52640"/>
                  </a:lnTo>
                  <a:lnTo>
                    <a:pt x="41797" y="56554"/>
                  </a:lnTo>
                  <a:lnTo>
                    <a:pt x="38359" y="60579"/>
                  </a:lnTo>
                  <a:lnTo>
                    <a:pt x="35049" y="64711"/>
                  </a:lnTo>
                  <a:lnTo>
                    <a:pt x="31872" y="68946"/>
                  </a:lnTo>
                  <a:lnTo>
                    <a:pt x="28831" y="73279"/>
                  </a:lnTo>
                  <a:lnTo>
                    <a:pt x="25929" y="77706"/>
                  </a:lnTo>
                  <a:lnTo>
                    <a:pt x="23168" y="82223"/>
                  </a:lnTo>
                  <a:lnTo>
                    <a:pt x="20551" y="86826"/>
                  </a:lnTo>
                  <a:lnTo>
                    <a:pt x="18082" y="91508"/>
                  </a:lnTo>
                  <a:lnTo>
                    <a:pt x="15762" y="96267"/>
                  </a:lnTo>
                  <a:lnTo>
                    <a:pt x="13594" y="101096"/>
                  </a:lnTo>
                  <a:lnTo>
                    <a:pt x="11580" y="105992"/>
                  </a:lnTo>
                  <a:lnTo>
                    <a:pt x="9722" y="110950"/>
                  </a:lnTo>
                  <a:lnTo>
                    <a:pt x="8022" y="115963"/>
                  </a:lnTo>
                  <a:lnTo>
                    <a:pt x="6481" y="121028"/>
                  </a:lnTo>
                  <a:lnTo>
                    <a:pt x="5102" y="126139"/>
                  </a:lnTo>
                  <a:lnTo>
                    <a:pt x="3885" y="131291"/>
                  </a:lnTo>
                  <a:lnTo>
                    <a:pt x="2832" y="136479"/>
                  </a:lnTo>
                  <a:lnTo>
                    <a:pt x="1943" y="141698"/>
                  </a:lnTo>
                  <a:lnTo>
                    <a:pt x="1221" y="146943"/>
                  </a:lnTo>
                  <a:lnTo>
                    <a:pt x="665" y="152207"/>
                  </a:lnTo>
                  <a:lnTo>
                    <a:pt x="276" y="157487"/>
                  </a:lnTo>
                  <a:lnTo>
                    <a:pt x="54" y="162776"/>
                  </a:lnTo>
                  <a:lnTo>
                    <a:pt x="0" y="168070"/>
                  </a:lnTo>
                  <a:lnTo>
                    <a:pt x="113" y="173363"/>
                  </a:lnTo>
                  <a:lnTo>
                    <a:pt x="394" y="178649"/>
                  </a:lnTo>
                  <a:lnTo>
                    <a:pt x="842" y="183924"/>
                  </a:lnTo>
                  <a:lnTo>
                    <a:pt x="1457" y="189182"/>
                  </a:lnTo>
                  <a:lnTo>
                    <a:pt x="2238" y="194418"/>
                  </a:lnTo>
                  <a:lnTo>
                    <a:pt x="3185" y="199627"/>
                  </a:lnTo>
                  <a:lnTo>
                    <a:pt x="4296" y="204803"/>
                  </a:lnTo>
                  <a:lnTo>
                    <a:pt x="5571" y="209941"/>
                  </a:lnTo>
                  <a:lnTo>
                    <a:pt x="7007" y="215036"/>
                  </a:lnTo>
                  <a:lnTo>
                    <a:pt x="8604" y="220084"/>
                  </a:lnTo>
                  <a:lnTo>
                    <a:pt x="10360" y="225078"/>
                  </a:lnTo>
                  <a:lnTo>
                    <a:pt x="12274" y="230014"/>
                  </a:lnTo>
                  <a:lnTo>
                    <a:pt x="14342" y="234887"/>
                  </a:lnTo>
                  <a:lnTo>
                    <a:pt x="16564" y="239692"/>
                  </a:lnTo>
                  <a:lnTo>
                    <a:pt x="18937" y="244424"/>
                  </a:lnTo>
                  <a:lnTo>
                    <a:pt x="21459" y="249079"/>
                  </a:lnTo>
                  <a:lnTo>
                    <a:pt x="24127" y="253652"/>
                  </a:lnTo>
                  <a:lnTo>
                    <a:pt x="26938" y="258138"/>
                  </a:lnTo>
                  <a:lnTo>
                    <a:pt x="29890" y="262532"/>
                  </a:lnTo>
                  <a:lnTo>
                    <a:pt x="32979" y="266831"/>
                  </a:lnTo>
                  <a:lnTo>
                    <a:pt x="36204" y="271030"/>
                  </a:lnTo>
                  <a:lnTo>
                    <a:pt x="39559" y="275125"/>
                  </a:lnTo>
                  <a:lnTo>
                    <a:pt x="43043" y="279111"/>
                  </a:lnTo>
                  <a:lnTo>
                    <a:pt x="46650" y="282985"/>
                  </a:lnTo>
                  <a:lnTo>
                    <a:pt x="50379" y="286743"/>
                  </a:lnTo>
                  <a:lnTo>
                    <a:pt x="54225" y="290381"/>
                  </a:lnTo>
                  <a:lnTo>
                    <a:pt x="58184" y="293896"/>
                  </a:lnTo>
                  <a:lnTo>
                    <a:pt x="62253" y="297283"/>
                  </a:lnTo>
                  <a:lnTo>
                    <a:pt x="66426" y="300539"/>
                  </a:lnTo>
                  <a:lnTo>
                    <a:pt x="70701" y="303662"/>
                  </a:lnTo>
                  <a:lnTo>
                    <a:pt x="75073" y="306648"/>
                  </a:lnTo>
                  <a:lnTo>
                    <a:pt x="79537" y="309494"/>
                  </a:lnTo>
                  <a:lnTo>
                    <a:pt x="84088" y="312198"/>
                  </a:lnTo>
                  <a:lnTo>
                    <a:pt x="88723" y="314756"/>
                  </a:lnTo>
                  <a:lnTo>
                    <a:pt x="93437" y="317165"/>
                  </a:lnTo>
                  <a:lnTo>
                    <a:pt x="98225" y="319425"/>
                  </a:lnTo>
                  <a:lnTo>
                    <a:pt x="103081" y="321531"/>
                  </a:lnTo>
                  <a:lnTo>
                    <a:pt x="108002" y="323483"/>
                  </a:lnTo>
                  <a:lnTo>
                    <a:pt x="112983" y="325278"/>
                  </a:lnTo>
                  <a:lnTo>
                    <a:pt x="118017" y="326914"/>
                  </a:lnTo>
                  <a:lnTo>
                    <a:pt x="123101" y="328390"/>
                  </a:lnTo>
                  <a:lnTo>
                    <a:pt x="128230" y="329705"/>
                  </a:lnTo>
                  <a:lnTo>
                    <a:pt x="133397" y="330856"/>
                  </a:lnTo>
                  <a:lnTo>
                    <a:pt x="138598" y="331843"/>
                  </a:lnTo>
                  <a:lnTo>
                    <a:pt x="143828" y="332665"/>
                  </a:lnTo>
                  <a:lnTo>
                    <a:pt x="149081" y="333321"/>
                  </a:lnTo>
                  <a:lnTo>
                    <a:pt x="154352" y="333810"/>
                  </a:lnTo>
                  <a:lnTo>
                    <a:pt x="159636" y="334133"/>
                  </a:lnTo>
                  <a:lnTo>
                    <a:pt x="164928" y="334287"/>
                  </a:lnTo>
                  <a:lnTo>
                    <a:pt x="170222" y="334274"/>
                  </a:lnTo>
                  <a:lnTo>
                    <a:pt x="175513" y="334094"/>
                  </a:lnTo>
                  <a:lnTo>
                    <a:pt x="180795" y="333745"/>
                  </a:lnTo>
                  <a:lnTo>
                    <a:pt x="186064" y="333230"/>
                  </a:lnTo>
                  <a:lnTo>
                    <a:pt x="191314" y="332549"/>
                  </a:lnTo>
                  <a:lnTo>
                    <a:pt x="196540" y="331701"/>
                  </a:lnTo>
                  <a:lnTo>
                    <a:pt x="201736" y="330688"/>
                  </a:lnTo>
                  <a:lnTo>
                    <a:pt x="206897" y="329512"/>
                  </a:lnTo>
                  <a:lnTo>
                    <a:pt x="212019" y="328172"/>
                  </a:lnTo>
                  <a:lnTo>
                    <a:pt x="217096" y="326671"/>
                  </a:lnTo>
                  <a:lnTo>
                    <a:pt x="222122" y="325010"/>
                  </a:lnTo>
                  <a:lnTo>
                    <a:pt x="227094" y="323190"/>
                  </a:lnTo>
                  <a:lnTo>
                    <a:pt x="232005" y="321215"/>
                  </a:lnTo>
                  <a:lnTo>
                    <a:pt x="236852" y="319084"/>
                  </a:lnTo>
                  <a:lnTo>
                    <a:pt x="241628" y="316801"/>
                  </a:lnTo>
                  <a:lnTo>
                    <a:pt x="246330" y="314368"/>
                  </a:lnTo>
                  <a:lnTo>
                    <a:pt x="250952" y="311788"/>
                  </a:lnTo>
                  <a:lnTo>
                    <a:pt x="255491" y="309062"/>
                  </a:lnTo>
                  <a:lnTo>
                    <a:pt x="259940" y="306194"/>
                  </a:lnTo>
                  <a:lnTo>
                    <a:pt x="264297" y="303187"/>
                  </a:lnTo>
                  <a:lnTo>
                    <a:pt x="268556" y="300043"/>
                  </a:lnTo>
                  <a:lnTo>
                    <a:pt x="272714" y="296766"/>
                  </a:lnTo>
                  <a:lnTo>
                    <a:pt x="276766" y="293359"/>
                  </a:lnTo>
                  <a:lnTo>
                    <a:pt x="280708" y="289825"/>
                  </a:lnTo>
                  <a:lnTo>
                    <a:pt x="284536" y="286168"/>
                  </a:lnTo>
                  <a:lnTo>
                    <a:pt x="288246" y="282392"/>
                  </a:lnTo>
                  <a:lnTo>
                    <a:pt x="291835" y="278500"/>
                  </a:lnTo>
                  <a:lnTo>
                    <a:pt x="295299" y="274496"/>
                  </a:lnTo>
                  <a:lnTo>
                    <a:pt x="298634" y="270385"/>
                  </a:lnTo>
                  <a:lnTo>
                    <a:pt x="301837" y="266171"/>
                  </a:lnTo>
                  <a:lnTo>
                    <a:pt x="304906" y="261857"/>
                  </a:lnTo>
                  <a:lnTo>
                    <a:pt x="307836" y="257448"/>
                  </a:lnTo>
                  <a:lnTo>
                    <a:pt x="310625" y="252948"/>
                  </a:lnTo>
                  <a:lnTo>
                    <a:pt x="313271" y="248362"/>
                  </a:lnTo>
                  <a:lnTo>
                    <a:pt x="315769" y="243695"/>
                  </a:lnTo>
                  <a:lnTo>
                    <a:pt x="318119" y="238951"/>
                  </a:lnTo>
                  <a:lnTo>
                    <a:pt x="320317" y="234135"/>
                  </a:lnTo>
                  <a:lnTo>
                    <a:pt x="322362" y="229252"/>
                  </a:lnTo>
                  <a:lnTo>
                    <a:pt x="324251" y="224307"/>
                  </a:lnTo>
                  <a:lnTo>
                    <a:pt x="325983" y="219304"/>
                  </a:lnTo>
                  <a:lnTo>
                    <a:pt x="327555" y="214249"/>
                  </a:lnTo>
                  <a:lnTo>
                    <a:pt x="328967" y="209147"/>
                  </a:lnTo>
                  <a:lnTo>
                    <a:pt x="330216" y="204002"/>
                  </a:lnTo>
                  <a:lnTo>
                    <a:pt x="331301" y="198821"/>
                  </a:lnTo>
                  <a:lnTo>
                    <a:pt x="332222" y="193607"/>
                  </a:lnTo>
                  <a:lnTo>
                    <a:pt x="332978" y="188368"/>
                  </a:lnTo>
                  <a:lnTo>
                    <a:pt x="333567" y="183107"/>
                  </a:lnTo>
                  <a:lnTo>
                    <a:pt x="333989" y="177830"/>
                  </a:lnTo>
                  <a:lnTo>
                    <a:pt x="334244" y="172542"/>
                  </a:lnTo>
                  <a:lnTo>
                    <a:pt x="334332" y="167249"/>
                  </a:lnTo>
                  <a:lnTo>
                    <a:pt x="334252" y="161955"/>
                  </a:lnTo>
                  <a:lnTo>
                    <a:pt x="334004" y="156667"/>
                  </a:lnTo>
                  <a:lnTo>
                    <a:pt x="333589" y="151389"/>
                  </a:lnTo>
                  <a:lnTo>
                    <a:pt x="333007" y="146128"/>
                  </a:lnTo>
                  <a:lnTo>
                    <a:pt x="332258" y="140887"/>
                  </a:lnTo>
                  <a:lnTo>
                    <a:pt x="331344" y="135672"/>
                  </a:lnTo>
                  <a:lnTo>
                    <a:pt x="330266" y="130489"/>
                  </a:lnTo>
                  <a:lnTo>
                    <a:pt x="329024" y="125343"/>
                  </a:lnTo>
                  <a:lnTo>
                    <a:pt x="327619" y="120239"/>
                  </a:lnTo>
                  <a:lnTo>
                    <a:pt x="326054" y="115182"/>
                  </a:lnTo>
                  <a:lnTo>
                    <a:pt x="324329" y="110177"/>
                  </a:lnTo>
                  <a:lnTo>
                    <a:pt x="322447" y="105229"/>
                  </a:lnTo>
                  <a:lnTo>
                    <a:pt x="320409" y="100343"/>
                  </a:lnTo>
                  <a:lnTo>
                    <a:pt x="318217" y="95524"/>
                  </a:lnTo>
                  <a:lnTo>
                    <a:pt x="315873" y="90777"/>
                  </a:lnTo>
                  <a:lnTo>
                    <a:pt x="313381" y="86106"/>
                  </a:lnTo>
                  <a:lnTo>
                    <a:pt x="310742" y="81517"/>
                  </a:lnTo>
                  <a:lnTo>
                    <a:pt x="307959" y="77014"/>
                  </a:lnTo>
                  <a:lnTo>
                    <a:pt x="305035" y="72601"/>
                  </a:lnTo>
                  <a:lnTo>
                    <a:pt x="301972" y="68282"/>
                  </a:lnTo>
                  <a:lnTo>
                    <a:pt x="298774" y="64063"/>
                  </a:lnTo>
                  <a:lnTo>
                    <a:pt x="295445" y="59948"/>
                  </a:lnTo>
                  <a:lnTo>
                    <a:pt x="291986" y="55939"/>
                  </a:lnTo>
                  <a:lnTo>
                    <a:pt x="288403" y="52043"/>
                  </a:lnTo>
                  <a:lnTo>
                    <a:pt x="284698" y="48261"/>
                  </a:lnTo>
                  <a:lnTo>
                    <a:pt x="280875" y="44599"/>
                  </a:lnTo>
                  <a:lnTo>
                    <a:pt x="276938" y="41060"/>
                  </a:lnTo>
                  <a:lnTo>
                    <a:pt x="272891" y="37648"/>
                  </a:lnTo>
                  <a:lnTo>
                    <a:pt x="268737" y="34365"/>
                  </a:lnTo>
                  <a:lnTo>
                    <a:pt x="264482" y="31215"/>
                  </a:lnTo>
                  <a:lnTo>
                    <a:pt x="260130" y="28202"/>
                  </a:lnTo>
                  <a:lnTo>
                    <a:pt x="255684" y="25328"/>
                  </a:lnTo>
                  <a:lnTo>
                    <a:pt x="251149" y="22596"/>
                  </a:lnTo>
                  <a:lnTo>
                    <a:pt x="246530" y="20009"/>
                  </a:lnTo>
                  <a:lnTo>
                    <a:pt x="241832" y="17570"/>
                  </a:lnTo>
                  <a:lnTo>
                    <a:pt x="237058" y="15280"/>
                  </a:lnTo>
                  <a:lnTo>
                    <a:pt x="232215" y="13143"/>
                  </a:lnTo>
                  <a:lnTo>
                    <a:pt x="227306" y="11161"/>
                  </a:lnTo>
                  <a:lnTo>
                    <a:pt x="222337" y="9334"/>
                  </a:lnTo>
                  <a:lnTo>
                    <a:pt x="217313" y="7667"/>
                  </a:lnTo>
                  <a:lnTo>
                    <a:pt x="212238" y="6159"/>
                  </a:lnTo>
                  <a:lnTo>
                    <a:pt x="207119" y="4812"/>
                  </a:lnTo>
                  <a:lnTo>
                    <a:pt x="201959" y="3628"/>
                  </a:lnTo>
                  <a:lnTo>
                    <a:pt x="196764" y="2609"/>
                  </a:lnTo>
                  <a:lnTo>
                    <a:pt x="191539" y="1754"/>
                  </a:lnTo>
                  <a:lnTo>
                    <a:pt x="186290" y="1065"/>
                  </a:lnTo>
                  <a:lnTo>
                    <a:pt x="181022" y="543"/>
                  </a:lnTo>
                  <a:lnTo>
                    <a:pt x="175740" y="187"/>
                  </a:lnTo>
                  <a:lnTo>
                    <a:pt x="170450" y="0"/>
                  </a:lnTo>
                  <a:lnTo>
                    <a:pt x="167164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3285" cy="167167"/>
            </a:xfrm>
            <a:custGeom>
              <a:avLst/>
              <a:pathLst>
                <a:path w="3285" h="167167">
                  <a:moveTo>
                    <a:pt x="3285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446" y="2633064"/>
              <a:ext cx="36565" cy="167167"/>
            </a:xfrm>
            <a:custGeom>
              <a:avLst/>
              <a:pathLst>
                <a:path w="36565" h="167167">
                  <a:moveTo>
                    <a:pt x="36565" y="0"/>
                  </a:moveTo>
                  <a:lnTo>
                    <a:pt x="30422" y="112"/>
                  </a:lnTo>
                  <a:lnTo>
                    <a:pt x="24288" y="451"/>
                  </a:lnTo>
                  <a:lnTo>
                    <a:pt x="18170" y="1015"/>
                  </a:lnTo>
                  <a:lnTo>
                    <a:pt x="12078" y="1803"/>
                  </a:lnTo>
                  <a:lnTo>
                    <a:pt x="6018" y="2814"/>
                  </a:lnTo>
                  <a:lnTo>
                    <a:pt x="0" y="4048"/>
                  </a:lnTo>
                  <a:lnTo>
                    <a:pt x="365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2446" y="2637112"/>
              <a:ext cx="36565" cy="163119"/>
            </a:xfrm>
            <a:custGeom>
              <a:avLst/>
              <a:pathLst>
                <a:path w="36565" h="163119">
                  <a:moveTo>
                    <a:pt x="0" y="0"/>
                  </a:moveTo>
                  <a:lnTo>
                    <a:pt x="36565" y="163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64" y="2637112"/>
              <a:ext cx="334300" cy="330286"/>
            </a:xfrm>
            <a:custGeom>
              <a:avLst/>
              <a:pathLst>
                <a:path w="334300" h="330286">
                  <a:moveTo>
                    <a:pt x="130581" y="0"/>
                  </a:moveTo>
                  <a:lnTo>
                    <a:pt x="125418" y="1243"/>
                  </a:lnTo>
                  <a:lnTo>
                    <a:pt x="120298" y="2650"/>
                  </a:lnTo>
                  <a:lnTo>
                    <a:pt x="115225" y="4219"/>
                  </a:lnTo>
                  <a:lnTo>
                    <a:pt x="110204" y="5948"/>
                  </a:lnTo>
                  <a:lnTo>
                    <a:pt x="105241" y="7836"/>
                  </a:lnTo>
                  <a:lnTo>
                    <a:pt x="100340" y="9881"/>
                  </a:lnTo>
                  <a:lnTo>
                    <a:pt x="95506" y="12080"/>
                  </a:lnTo>
                  <a:lnTo>
                    <a:pt x="90745" y="14432"/>
                  </a:lnTo>
                  <a:lnTo>
                    <a:pt x="86061" y="16933"/>
                  </a:lnTo>
                  <a:lnTo>
                    <a:pt x="81459" y="19583"/>
                  </a:lnTo>
                  <a:lnTo>
                    <a:pt x="76943" y="22377"/>
                  </a:lnTo>
                  <a:lnTo>
                    <a:pt x="72519" y="25313"/>
                  </a:lnTo>
                  <a:lnTo>
                    <a:pt x="68189" y="28388"/>
                  </a:lnTo>
                  <a:lnTo>
                    <a:pt x="63960" y="31599"/>
                  </a:lnTo>
                  <a:lnTo>
                    <a:pt x="59835" y="34943"/>
                  </a:lnTo>
                  <a:lnTo>
                    <a:pt x="55818" y="38416"/>
                  </a:lnTo>
                  <a:lnTo>
                    <a:pt x="51913" y="42015"/>
                  </a:lnTo>
                  <a:lnTo>
                    <a:pt x="48125" y="45736"/>
                  </a:lnTo>
                  <a:lnTo>
                    <a:pt x="44456" y="49575"/>
                  </a:lnTo>
                  <a:lnTo>
                    <a:pt x="40912" y="53529"/>
                  </a:lnTo>
                  <a:lnTo>
                    <a:pt x="37495" y="57594"/>
                  </a:lnTo>
                  <a:lnTo>
                    <a:pt x="34209" y="61765"/>
                  </a:lnTo>
                  <a:lnTo>
                    <a:pt x="31056" y="66039"/>
                  </a:lnTo>
                  <a:lnTo>
                    <a:pt x="28042" y="70410"/>
                  </a:lnTo>
                  <a:lnTo>
                    <a:pt x="25167" y="74875"/>
                  </a:lnTo>
                  <a:lnTo>
                    <a:pt x="22436" y="79429"/>
                  </a:lnTo>
                  <a:lnTo>
                    <a:pt x="19851" y="84068"/>
                  </a:lnTo>
                  <a:lnTo>
                    <a:pt x="17414" y="88786"/>
                  </a:lnTo>
                  <a:lnTo>
                    <a:pt x="15129" y="93580"/>
                  </a:lnTo>
                  <a:lnTo>
                    <a:pt x="12997" y="98443"/>
                  </a:lnTo>
                  <a:lnTo>
                    <a:pt x="11021" y="103372"/>
                  </a:lnTo>
                  <a:lnTo>
                    <a:pt x="9202" y="108361"/>
                  </a:lnTo>
                  <a:lnTo>
                    <a:pt x="7542" y="113405"/>
                  </a:lnTo>
                  <a:lnTo>
                    <a:pt x="6044" y="118499"/>
                  </a:lnTo>
                  <a:lnTo>
                    <a:pt x="4708" y="123639"/>
                  </a:lnTo>
                  <a:lnTo>
                    <a:pt x="3536" y="128818"/>
                  </a:lnTo>
                  <a:lnTo>
                    <a:pt x="2529" y="134032"/>
                  </a:lnTo>
                  <a:lnTo>
                    <a:pt x="1688" y="139275"/>
                  </a:lnTo>
                  <a:lnTo>
                    <a:pt x="1014" y="144543"/>
                  </a:lnTo>
                  <a:lnTo>
                    <a:pt x="508" y="149829"/>
                  </a:lnTo>
                  <a:lnTo>
                    <a:pt x="170" y="155128"/>
                  </a:lnTo>
                  <a:lnTo>
                    <a:pt x="0" y="160436"/>
                  </a:lnTo>
                  <a:lnTo>
                    <a:pt x="0" y="165746"/>
                  </a:lnTo>
                  <a:lnTo>
                    <a:pt x="167" y="171053"/>
                  </a:lnTo>
                  <a:lnTo>
                    <a:pt x="504" y="176353"/>
                  </a:lnTo>
                  <a:lnTo>
                    <a:pt x="1008" y="181639"/>
                  </a:lnTo>
                  <a:lnTo>
                    <a:pt x="1680" y="186907"/>
                  </a:lnTo>
                  <a:lnTo>
                    <a:pt x="2519" y="192150"/>
                  </a:lnTo>
                  <a:lnTo>
                    <a:pt x="3524" y="197365"/>
                  </a:lnTo>
                  <a:lnTo>
                    <a:pt x="4694" y="202544"/>
                  </a:lnTo>
                  <a:lnTo>
                    <a:pt x="6029" y="207684"/>
                  </a:lnTo>
                  <a:lnTo>
                    <a:pt x="7525" y="212779"/>
                  </a:lnTo>
                  <a:lnTo>
                    <a:pt x="9183" y="217824"/>
                  </a:lnTo>
                  <a:lnTo>
                    <a:pt x="11000" y="222813"/>
                  </a:lnTo>
                  <a:lnTo>
                    <a:pt x="12975" y="227743"/>
                  </a:lnTo>
                  <a:lnTo>
                    <a:pt x="15106" y="232607"/>
                  </a:lnTo>
                  <a:lnTo>
                    <a:pt x="17389" y="237401"/>
                  </a:lnTo>
                  <a:lnTo>
                    <a:pt x="19824" y="242120"/>
                  </a:lnTo>
                  <a:lnTo>
                    <a:pt x="22408" y="246759"/>
                  </a:lnTo>
                  <a:lnTo>
                    <a:pt x="25138" y="251314"/>
                  </a:lnTo>
                  <a:lnTo>
                    <a:pt x="28010" y="255780"/>
                  </a:lnTo>
                  <a:lnTo>
                    <a:pt x="31024" y="260153"/>
                  </a:lnTo>
                  <a:lnTo>
                    <a:pt x="34174" y="264427"/>
                  </a:lnTo>
                  <a:lnTo>
                    <a:pt x="37459" y="268600"/>
                  </a:lnTo>
                  <a:lnTo>
                    <a:pt x="40875" y="272666"/>
                  </a:lnTo>
                  <a:lnTo>
                    <a:pt x="44418" y="276621"/>
                  </a:lnTo>
                  <a:lnTo>
                    <a:pt x="48085" y="280462"/>
                  </a:lnTo>
                  <a:lnTo>
                    <a:pt x="51872" y="284184"/>
                  </a:lnTo>
                  <a:lnTo>
                    <a:pt x="55776" y="287785"/>
                  </a:lnTo>
                  <a:lnTo>
                    <a:pt x="59791" y="291259"/>
                  </a:lnTo>
                  <a:lnTo>
                    <a:pt x="63916" y="294604"/>
                  </a:lnTo>
                  <a:lnTo>
                    <a:pt x="68144" y="297817"/>
                  </a:lnTo>
                  <a:lnTo>
                    <a:pt x="72472" y="300893"/>
                  </a:lnTo>
                  <a:lnTo>
                    <a:pt x="76896" y="303831"/>
                  </a:lnTo>
                  <a:lnTo>
                    <a:pt x="81411" y="306626"/>
                  </a:lnTo>
                  <a:lnTo>
                    <a:pt x="86012" y="309277"/>
                  </a:lnTo>
                  <a:lnTo>
                    <a:pt x="90695" y="311780"/>
                  </a:lnTo>
                  <a:lnTo>
                    <a:pt x="95456" y="314133"/>
                  </a:lnTo>
                  <a:lnTo>
                    <a:pt x="100288" y="316334"/>
                  </a:lnTo>
                  <a:lnTo>
                    <a:pt x="105188" y="318380"/>
                  </a:lnTo>
                  <a:lnTo>
                    <a:pt x="110151" y="320270"/>
                  </a:lnTo>
                  <a:lnTo>
                    <a:pt x="115171" y="322001"/>
                  </a:lnTo>
                  <a:lnTo>
                    <a:pt x="120244" y="323572"/>
                  </a:lnTo>
                  <a:lnTo>
                    <a:pt x="125364" y="324980"/>
                  </a:lnTo>
                  <a:lnTo>
                    <a:pt x="130526" y="326226"/>
                  </a:lnTo>
                  <a:lnTo>
                    <a:pt x="135725" y="327307"/>
                  </a:lnTo>
                  <a:lnTo>
                    <a:pt x="140956" y="328222"/>
                  </a:lnTo>
                  <a:lnTo>
                    <a:pt x="146213" y="328970"/>
                  </a:lnTo>
                  <a:lnTo>
                    <a:pt x="151491" y="329552"/>
                  </a:lnTo>
                  <a:lnTo>
                    <a:pt x="156785" y="329965"/>
                  </a:lnTo>
                  <a:lnTo>
                    <a:pt x="162090" y="330210"/>
                  </a:lnTo>
                  <a:lnTo>
                    <a:pt x="167400" y="330286"/>
                  </a:lnTo>
                  <a:lnTo>
                    <a:pt x="172709" y="330194"/>
                  </a:lnTo>
                  <a:lnTo>
                    <a:pt x="178013" y="329933"/>
                  </a:lnTo>
                  <a:lnTo>
                    <a:pt x="183306" y="329503"/>
                  </a:lnTo>
                  <a:lnTo>
                    <a:pt x="188582" y="328906"/>
                  </a:lnTo>
                  <a:lnTo>
                    <a:pt x="193837" y="328142"/>
                  </a:lnTo>
                  <a:lnTo>
                    <a:pt x="199065" y="327211"/>
                  </a:lnTo>
                  <a:lnTo>
                    <a:pt x="204261" y="326114"/>
                  </a:lnTo>
                  <a:lnTo>
                    <a:pt x="209419" y="324853"/>
                  </a:lnTo>
                  <a:lnTo>
                    <a:pt x="214535" y="323429"/>
                  </a:lnTo>
                  <a:lnTo>
                    <a:pt x="219603" y="321843"/>
                  </a:lnTo>
                  <a:lnTo>
                    <a:pt x="224618" y="320097"/>
                  </a:lnTo>
                  <a:lnTo>
                    <a:pt x="229575" y="318192"/>
                  </a:lnTo>
                  <a:lnTo>
                    <a:pt x="234469" y="316131"/>
                  </a:lnTo>
                  <a:lnTo>
                    <a:pt x="239295" y="313915"/>
                  </a:lnTo>
                  <a:lnTo>
                    <a:pt x="244048" y="311548"/>
                  </a:lnTo>
                  <a:lnTo>
                    <a:pt x="248723" y="309030"/>
                  </a:lnTo>
                  <a:lnTo>
                    <a:pt x="253317" y="306366"/>
                  </a:lnTo>
                  <a:lnTo>
                    <a:pt x="257823" y="303556"/>
                  </a:lnTo>
                  <a:lnTo>
                    <a:pt x="262238" y="300605"/>
                  </a:lnTo>
                  <a:lnTo>
                    <a:pt x="266557" y="297516"/>
                  </a:lnTo>
                  <a:lnTo>
                    <a:pt x="270775" y="294290"/>
                  </a:lnTo>
                  <a:lnTo>
                    <a:pt x="274889" y="290933"/>
                  </a:lnTo>
                  <a:lnTo>
                    <a:pt x="278894" y="287446"/>
                  </a:lnTo>
                  <a:lnTo>
                    <a:pt x="282787" y="283834"/>
                  </a:lnTo>
                  <a:lnTo>
                    <a:pt x="286563" y="280100"/>
                  </a:lnTo>
                  <a:lnTo>
                    <a:pt x="290218" y="276248"/>
                  </a:lnTo>
                  <a:lnTo>
                    <a:pt x="293749" y="272282"/>
                  </a:lnTo>
                  <a:lnTo>
                    <a:pt x="297153" y="268206"/>
                  </a:lnTo>
                  <a:lnTo>
                    <a:pt x="300425" y="264024"/>
                  </a:lnTo>
                  <a:lnTo>
                    <a:pt x="303562" y="259740"/>
                  </a:lnTo>
                  <a:lnTo>
                    <a:pt x="306563" y="255358"/>
                  </a:lnTo>
                  <a:lnTo>
                    <a:pt x="309422" y="250883"/>
                  </a:lnTo>
                  <a:lnTo>
                    <a:pt x="312138" y="246320"/>
                  </a:lnTo>
                  <a:lnTo>
                    <a:pt x="314707" y="241673"/>
                  </a:lnTo>
                  <a:lnTo>
                    <a:pt x="317128" y="236947"/>
                  </a:lnTo>
                  <a:lnTo>
                    <a:pt x="319397" y="232146"/>
                  </a:lnTo>
                  <a:lnTo>
                    <a:pt x="321513" y="227275"/>
                  </a:lnTo>
                  <a:lnTo>
                    <a:pt x="323472" y="222340"/>
                  </a:lnTo>
                  <a:lnTo>
                    <a:pt x="325275" y="217345"/>
                  </a:lnTo>
                  <a:lnTo>
                    <a:pt x="326917" y="212295"/>
                  </a:lnTo>
                  <a:lnTo>
                    <a:pt x="328398" y="207195"/>
                  </a:lnTo>
                  <a:lnTo>
                    <a:pt x="329717" y="202051"/>
                  </a:lnTo>
                  <a:lnTo>
                    <a:pt x="330871" y="196868"/>
                  </a:lnTo>
                  <a:lnTo>
                    <a:pt x="331861" y="191651"/>
                  </a:lnTo>
                  <a:lnTo>
                    <a:pt x="332684" y="186405"/>
                  </a:lnTo>
                  <a:lnTo>
                    <a:pt x="333340" y="181135"/>
                  </a:lnTo>
                  <a:lnTo>
                    <a:pt x="333828" y="175848"/>
                  </a:lnTo>
                  <a:lnTo>
                    <a:pt x="334149" y="170547"/>
                  </a:lnTo>
                  <a:lnTo>
                    <a:pt x="334300" y="165239"/>
                  </a:lnTo>
                  <a:lnTo>
                    <a:pt x="334283" y="159929"/>
                  </a:lnTo>
                  <a:lnTo>
                    <a:pt x="334098" y="154622"/>
                  </a:lnTo>
                  <a:lnTo>
                    <a:pt x="333744" y="149323"/>
                  </a:lnTo>
                  <a:lnTo>
                    <a:pt x="333221" y="144039"/>
                  </a:lnTo>
                  <a:lnTo>
                    <a:pt x="332531" y="138774"/>
                  </a:lnTo>
                  <a:lnTo>
                    <a:pt x="331675" y="133533"/>
                  </a:lnTo>
                  <a:lnTo>
                    <a:pt x="330652" y="128322"/>
                  </a:lnTo>
                  <a:lnTo>
                    <a:pt x="329464" y="123146"/>
                  </a:lnTo>
                  <a:lnTo>
                    <a:pt x="328113" y="118011"/>
                  </a:lnTo>
                  <a:lnTo>
                    <a:pt x="326599" y="112921"/>
                  </a:lnTo>
                  <a:lnTo>
                    <a:pt x="324924" y="107882"/>
                  </a:lnTo>
                  <a:lnTo>
                    <a:pt x="323090" y="102899"/>
                  </a:lnTo>
                  <a:lnTo>
                    <a:pt x="321099" y="97976"/>
                  </a:lnTo>
                  <a:lnTo>
                    <a:pt x="318952" y="93119"/>
                  </a:lnTo>
                  <a:lnTo>
                    <a:pt x="316652" y="88333"/>
                  </a:lnTo>
                  <a:lnTo>
                    <a:pt x="314201" y="83622"/>
                  </a:lnTo>
                  <a:lnTo>
                    <a:pt x="311602" y="78991"/>
                  </a:lnTo>
                  <a:lnTo>
                    <a:pt x="308857" y="74445"/>
                  </a:lnTo>
                  <a:lnTo>
                    <a:pt x="305969" y="69989"/>
                  </a:lnTo>
                  <a:lnTo>
                    <a:pt x="302941" y="65627"/>
                  </a:lnTo>
                  <a:lnTo>
                    <a:pt x="299776" y="61363"/>
                  </a:lnTo>
                  <a:lnTo>
                    <a:pt x="296477" y="57202"/>
                  </a:lnTo>
                  <a:lnTo>
                    <a:pt x="293048" y="53147"/>
                  </a:lnTo>
                  <a:lnTo>
                    <a:pt x="289491" y="49204"/>
                  </a:lnTo>
                  <a:lnTo>
                    <a:pt x="285811" y="45375"/>
                  </a:lnTo>
                  <a:lnTo>
                    <a:pt x="282012" y="41666"/>
                  </a:lnTo>
                  <a:lnTo>
                    <a:pt x="278096" y="38079"/>
                  </a:lnTo>
                  <a:lnTo>
                    <a:pt x="274069" y="34618"/>
                  </a:lnTo>
                  <a:lnTo>
                    <a:pt x="269933" y="31287"/>
                  </a:lnTo>
                  <a:lnTo>
                    <a:pt x="265694" y="28088"/>
                  </a:lnTo>
                  <a:lnTo>
                    <a:pt x="261356" y="25026"/>
                  </a:lnTo>
                  <a:lnTo>
                    <a:pt x="256922" y="22104"/>
                  </a:lnTo>
                  <a:lnTo>
                    <a:pt x="252398" y="19323"/>
                  </a:lnTo>
                  <a:lnTo>
                    <a:pt x="247788" y="16688"/>
                  </a:lnTo>
                  <a:lnTo>
                    <a:pt x="243096" y="14201"/>
                  </a:lnTo>
                  <a:lnTo>
                    <a:pt x="238328" y="11864"/>
                  </a:lnTo>
                  <a:lnTo>
                    <a:pt x="167146" y="163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71181" cy="167167"/>
            </a:xfrm>
            <a:custGeom>
              <a:avLst/>
              <a:pathLst>
                <a:path w="71181" h="167167">
                  <a:moveTo>
                    <a:pt x="71181" y="15912"/>
                  </a:moveTo>
                  <a:lnTo>
                    <a:pt x="66023" y="13590"/>
                  </a:lnTo>
                  <a:lnTo>
                    <a:pt x="60790" y="11445"/>
                  </a:lnTo>
                  <a:lnTo>
                    <a:pt x="55488" y="9477"/>
                  </a:lnTo>
                  <a:lnTo>
                    <a:pt x="50122" y="7691"/>
                  </a:lnTo>
                  <a:lnTo>
                    <a:pt x="44698" y="6086"/>
                  </a:lnTo>
                  <a:lnTo>
                    <a:pt x="39223" y="4666"/>
                  </a:lnTo>
                  <a:lnTo>
                    <a:pt x="33704" y="3432"/>
                  </a:lnTo>
                  <a:lnTo>
                    <a:pt x="28145" y="2386"/>
                  </a:lnTo>
                  <a:lnTo>
                    <a:pt x="22555" y="1528"/>
                  </a:lnTo>
                  <a:lnTo>
                    <a:pt x="16939" y="860"/>
                  </a:lnTo>
                  <a:lnTo>
                    <a:pt x="11303" y="382"/>
                  </a:lnTo>
                  <a:lnTo>
                    <a:pt x="565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804" y="2126963"/>
              <a:ext cx="6667" cy="167167"/>
            </a:xfrm>
            <a:custGeom>
              <a:avLst/>
              <a:pathLst>
                <a:path w="6667" h="167167">
                  <a:moveTo>
                    <a:pt x="6667" y="0"/>
                  </a:moveTo>
                  <a:lnTo>
                    <a:pt x="0" y="133"/>
                  </a:lnTo>
                  <a:lnTo>
                    <a:pt x="66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804" y="2127096"/>
              <a:ext cx="6667" cy="167034"/>
            </a:xfrm>
            <a:custGeom>
              <a:avLst/>
              <a:pathLst>
                <a:path w="6667" h="167034">
                  <a:moveTo>
                    <a:pt x="0" y="0"/>
                  </a:moveTo>
                  <a:lnTo>
                    <a:pt x="6667" y="1670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12" y="2127096"/>
              <a:ext cx="330902" cy="334199"/>
            </a:xfrm>
            <a:custGeom>
              <a:avLst/>
              <a:pathLst>
                <a:path w="330902" h="334199">
                  <a:moveTo>
                    <a:pt x="160492" y="0"/>
                  </a:moveTo>
                  <a:lnTo>
                    <a:pt x="155201" y="295"/>
                  </a:lnTo>
                  <a:lnTo>
                    <a:pt x="149922" y="758"/>
                  </a:lnTo>
                  <a:lnTo>
                    <a:pt x="144661" y="1387"/>
                  </a:lnTo>
                  <a:lnTo>
                    <a:pt x="139422" y="2184"/>
                  </a:lnTo>
                  <a:lnTo>
                    <a:pt x="134211" y="3146"/>
                  </a:lnTo>
                  <a:lnTo>
                    <a:pt x="129033" y="4272"/>
                  </a:lnTo>
                  <a:lnTo>
                    <a:pt x="123894" y="5563"/>
                  </a:lnTo>
                  <a:lnTo>
                    <a:pt x="118798" y="7015"/>
                  </a:lnTo>
                  <a:lnTo>
                    <a:pt x="113750" y="8628"/>
                  </a:lnTo>
                  <a:lnTo>
                    <a:pt x="108756" y="10401"/>
                  </a:lnTo>
                  <a:lnTo>
                    <a:pt x="103821" y="12330"/>
                  </a:lnTo>
                  <a:lnTo>
                    <a:pt x="98950" y="14416"/>
                  </a:lnTo>
                  <a:lnTo>
                    <a:pt x="94147" y="16654"/>
                  </a:lnTo>
                  <a:lnTo>
                    <a:pt x="89417" y="19044"/>
                  </a:lnTo>
                  <a:lnTo>
                    <a:pt x="84766" y="21582"/>
                  </a:lnTo>
                  <a:lnTo>
                    <a:pt x="80197" y="24267"/>
                  </a:lnTo>
                  <a:lnTo>
                    <a:pt x="75716" y="27095"/>
                  </a:lnTo>
                  <a:lnTo>
                    <a:pt x="71327" y="30063"/>
                  </a:lnTo>
                  <a:lnTo>
                    <a:pt x="67033" y="33169"/>
                  </a:lnTo>
                  <a:lnTo>
                    <a:pt x="62841" y="36410"/>
                  </a:lnTo>
                  <a:lnTo>
                    <a:pt x="58753" y="39782"/>
                  </a:lnTo>
                  <a:lnTo>
                    <a:pt x="54775" y="43282"/>
                  </a:lnTo>
                  <a:lnTo>
                    <a:pt x="50909" y="46906"/>
                  </a:lnTo>
                  <a:lnTo>
                    <a:pt x="47160" y="50651"/>
                  </a:lnTo>
                  <a:lnTo>
                    <a:pt x="43531" y="54513"/>
                  </a:lnTo>
                  <a:lnTo>
                    <a:pt x="40027" y="58488"/>
                  </a:lnTo>
                  <a:lnTo>
                    <a:pt x="36651" y="62572"/>
                  </a:lnTo>
                  <a:lnTo>
                    <a:pt x="33405" y="66761"/>
                  </a:lnTo>
                  <a:lnTo>
                    <a:pt x="30294" y="71051"/>
                  </a:lnTo>
                  <a:lnTo>
                    <a:pt x="27321" y="75437"/>
                  </a:lnTo>
                  <a:lnTo>
                    <a:pt x="24488" y="79915"/>
                  </a:lnTo>
                  <a:lnTo>
                    <a:pt x="21798" y="84481"/>
                  </a:lnTo>
                  <a:lnTo>
                    <a:pt x="19255" y="89129"/>
                  </a:lnTo>
                  <a:lnTo>
                    <a:pt x="16860" y="93856"/>
                  </a:lnTo>
                  <a:lnTo>
                    <a:pt x="14616" y="98657"/>
                  </a:lnTo>
                  <a:lnTo>
                    <a:pt x="12526" y="103526"/>
                  </a:lnTo>
                  <a:lnTo>
                    <a:pt x="10591" y="108459"/>
                  </a:lnTo>
                  <a:lnTo>
                    <a:pt x="8813" y="113451"/>
                  </a:lnTo>
                  <a:lnTo>
                    <a:pt x="7194" y="118496"/>
                  </a:lnTo>
                  <a:lnTo>
                    <a:pt x="5736" y="123591"/>
                  </a:lnTo>
                  <a:lnTo>
                    <a:pt x="4440" y="128729"/>
                  </a:lnTo>
                  <a:lnTo>
                    <a:pt x="3308" y="133906"/>
                  </a:lnTo>
                  <a:lnTo>
                    <a:pt x="2340" y="139115"/>
                  </a:lnTo>
                  <a:lnTo>
                    <a:pt x="1538" y="144353"/>
                  </a:lnTo>
                  <a:lnTo>
                    <a:pt x="902" y="149614"/>
                  </a:lnTo>
                  <a:lnTo>
                    <a:pt x="434" y="154892"/>
                  </a:lnTo>
                  <a:lnTo>
                    <a:pt x="133" y="160183"/>
                  </a:lnTo>
                  <a:lnTo>
                    <a:pt x="0" y="165480"/>
                  </a:lnTo>
                  <a:lnTo>
                    <a:pt x="34" y="170779"/>
                  </a:lnTo>
                  <a:lnTo>
                    <a:pt x="237" y="176074"/>
                  </a:lnTo>
                  <a:lnTo>
                    <a:pt x="607" y="181360"/>
                  </a:lnTo>
                  <a:lnTo>
                    <a:pt x="1145" y="186632"/>
                  </a:lnTo>
                  <a:lnTo>
                    <a:pt x="1850" y="191884"/>
                  </a:lnTo>
                  <a:lnTo>
                    <a:pt x="2720" y="197111"/>
                  </a:lnTo>
                  <a:lnTo>
                    <a:pt x="3756" y="202308"/>
                  </a:lnTo>
                  <a:lnTo>
                    <a:pt x="4956" y="207469"/>
                  </a:lnTo>
                  <a:lnTo>
                    <a:pt x="6319" y="212590"/>
                  </a:lnTo>
                  <a:lnTo>
                    <a:pt x="7844" y="217664"/>
                  </a:lnTo>
                  <a:lnTo>
                    <a:pt x="9529" y="222688"/>
                  </a:lnTo>
                  <a:lnTo>
                    <a:pt x="11372" y="227657"/>
                  </a:lnTo>
                  <a:lnTo>
                    <a:pt x="13372" y="232564"/>
                  </a:lnTo>
                  <a:lnTo>
                    <a:pt x="15526" y="237405"/>
                  </a:lnTo>
                  <a:lnTo>
                    <a:pt x="17832" y="242176"/>
                  </a:lnTo>
                  <a:lnTo>
                    <a:pt x="20289" y="246871"/>
                  </a:lnTo>
                  <a:lnTo>
                    <a:pt x="22893" y="251486"/>
                  </a:lnTo>
                  <a:lnTo>
                    <a:pt x="25642" y="256016"/>
                  </a:lnTo>
                  <a:lnTo>
                    <a:pt x="28534" y="260457"/>
                  </a:lnTo>
                  <a:lnTo>
                    <a:pt x="31564" y="264803"/>
                  </a:lnTo>
                  <a:lnTo>
                    <a:pt x="34731" y="269052"/>
                  </a:lnTo>
                  <a:lnTo>
                    <a:pt x="38031" y="273198"/>
                  </a:lnTo>
                  <a:lnTo>
                    <a:pt x="41461" y="277237"/>
                  </a:lnTo>
                  <a:lnTo>
                    <a:pt x="45017" y="281166"/>
                  </a:lnTo>
                  <a:lnTo>
                    <a:pt x="48696" y="284980"/>
                  </a:lnTo>
                  <a:lnTo>
                    <a:pt x="52494" y="288675"/>
                  </a:lnTo>
                  <a:lnTo>
                    <a:pt x="56407" y="292249"/>
                  </a:lnTo>
                  <a:lnTo>
                    <a:pt x="60431" y="295696"/>
                  </a:lnTo>
                  <a:lnTo>
                    <a:pt x="64562" y="299014"/>
                  </a:lnTo>
                  <a:lnTo>
                    <a:pt x="68797" y="302199"/>
                  </a:lnTo>
                  <a:lnTo>
                    <a:pt x="73130" y="305249"/>
                  </a:lnTo>
                  <a:lnTo>
                    <a:pt x="77558" y="308160"/>
                  </a:lnTo>
                  <a:lnTo>
                    <a:pt x="82076" y="310929"/>
                  </a:lnTo>
                  <a:lnTo>
                    <a:pt x="86680" y="313553"/>
                  </a:lnTo>
                  <a:lnTo>
                    <a:pt x="91364" y="316031"/>
                  </a:lnTo>
                  <a:lnTo>
                    <a:pt x="96125" y="318358"/>
                  </a:lnTo>
                  <a:lnTo>
                    <a:pt x="100957" y="320533"/>
                  </a:lnTo>
                  <a:lnTo>
                    <a:pt x="105855" y="322555"/>
                  </a:lnTo>
                  <a:lnTo>
                    <a:pt x="110815" y="324419"/>
                  </a:lnTo>
                  <a:lnTo>
                    <a:pt x="115832" y="326126"/>
                  </a:lnTo>
                  <a:lnTo>
                    <a:pt x="120900" y="327673"/>
                  </a:lnTo>
                  <a:lnTo>
                    <a:pt x="126014" y="329059"/>
                  </a:lnTo>
                  <a:lnTo>
                    <a:pt x="131170" y="330281"/>
                  </a:lnTo>
                  <a:lnTo>
                    <a:pt x="136363" y="331340"/>
                  </a:lnTo>
                  <a:lnTo>
                    <a:pt x="141586" y="332234"/>
                  </a:lnTo>
                  <a:lnTo>
                    <a:pt x="146835" y="332961"/>
                  </a:lnTo>
                  <a:lnTo>
                    <a:pt x="152104" y="333522"/>
                  </a:lnTo>
                  <a:lnTo>
                    <a:pt x="157388" y="333916"/>
                  </a:lnTo>
                  <a:lnTo>
                    <a:pt x="162682" y="334141"/>
                  </a:lnTo>
                  <a:lnTo>
                    <a:pt x="167981" y="334199"/>
                  </a:lnTo>
                  <a:lnTo>
                    <a:pt x="173279" y="334089"/>
                  </a:lnTo>
                  <a:lnTo>
                    <a:pt x="178571" y="333811"/>
                  </a:lnTo>
                  <a:lnTo>
                    <a:pt x="183851" y="333366"/>
                  </a:lnTo>
                  <a:lnTo>
                    <a:pt x="189114" y="332753"/>
                  </a:lnTo>
                  <a:lnTo>
                    <a:pt x="194356" y="331974"/>
                  </a:lnTo>
                  <a:lnTo>
                    <a:pt x="199570" y="331029"/>
                  </a:lnTo>
                  <a:lnTo>
                    <a:pt x="204751" y="329920"/>
                  </a:lnTo>
                  <a:lnTo>
                    <a:pt x="209895" y="328647"/>
                  </a:lnTo>
                  <a:lnTo>
                    <a:pt x="214996" y="327211"/>
                  </a:lnTo>
                  <a:lnTo>
                    <a:pt x="220049" y="325614"/>
                  </a:lnTo>
                  <a:lnTo>
                    <a:pt x="225048" y="323858"/>
                  </a:lnTo>
                  <a:lnTo>
                    <a:pt x="229990" y="321945"/>
                  </a:lnTo>
                  <a:lnTo>
                    <a:pt x="234868" y="319876"/>
                  </a:lnTo>
                  <a:lnTo>
                    <a:pt x="239678" y="317653"/>
                  </a:lnTo>
                  <a:lnTo>
                    <a:pt x="244416" y="315279"/>
                  </a:lnTo>
                  <a:lnTo>
                    <a:pt x="249075" y="312756"/>
                  </a:lnTo>
                  <a:lnTo>
                    <a:pt x="253653" y="310086"/>
                  </a:lnTo>
                  <a:lnTo>
                    <a:pt x="258143" y="307273"/>
                  </a:lnTo>
                  <a:lnTo>
                    <a:pt x="262542" y="304319"/>
                  </a:lnTo>
                  <a:lnTo>
                    <a:pt x="266846" y="301227"/>
                  </a:lnTo>
                  <a:lnTo>
                    <a:pt x="271049" y="298000"/>
                  </a:lnTo>
                  <a:lnTo>
                    <a:pt x="275148" y="294641"/>
                  </a:lnTo>
                  <a:lnTo>
                    <a:pt x="279138" y="291154"/>
                  </a:lnTo>
                  <a:lnTo>
                    <a:pt x="283016" y="287543"/>
                  </a:lnTo>
                  <a:lnTo>
                    <a:pt x="286777" y="283810"/>
                  </a:lnTo>
                  <a:lnTo>
                    <a:pt x="290418" y="279960"/>
                  </a:lnTo>
                  <a:lnTo>
                    <a:pt x="293935" y="275997"/>
                  </a:lnTo>
                  <a:lnTo>
                    <a:pt x="297325" y="271924"/>
                  </a:lnTo>
                  <a:lnTo>
                    <a:pt x="300584" y="267746"/>
                  </a:lnTo>
                  <a:lnTo>
                    <a:pt x="303709" y="263466"/>
                  </a:lnTo>
                  <a:lnTo>
                    <a:pt x="306697" y="259090"/>
                  </a:lnTo>
                  <a:lnTo>
                    <a:pt x="309545" y="254621"/>
                  </a:lnTo>
                  <a:lnTo>
                    <a:pt x="312249" y="250064"/>
                  </a:lnTo>
                  <a:lnTo>
                    <a:pt x="314808" y="245424"/>
                  </a:lnTo>
                  <a:lnTo>
                    <a:pt x="317218" y="240705"/>
                  </a:lnTo>
                  <a:lnTo>
                    <a:pt x="319478" y="235912"/>
                  </a:lnTo>
                  <a:lnTo>
                    <a:pt x="321584" y="231050"/>
                  </a:lnTo>
                  <a:lnTo>
                    <a:pt x="323536" y="226123"/>
                  </a:lnTo>
                  <a:lnTo>
                    <a:pt x="325330" y="221137"/>
                  </a:lnTo>
                  <a:lnTo>
                    <a:pt x="326965" y="216097"/>
                  </a:lnTo>
                  <a:lnTo>
                    <a:pt x="328440" y="211007"/>
                  </a:lnTo>
                  <a:lnTo>
                    <a:pt x="329753" y="205873"/>
                  </a:lnTo>
                  <a:lnTo>
                    <a:pt x="330902" y="200700"/>
                  </a:lnTo>
                  <a:lnTo>
                    <a:pt x="167160" y="1670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167160" cy="200833"/>
            </a:xfrm>
            <a:custGeom>
              <a:avLst/>
              <a:pathLst>
                <a:path w="167160" h="200833">
                  <a:moveTo>
                    <a:pt x="163742" y="200833"/>
                  </a:moveTo>
                  <a:lnTo>
                    <a:pt x="164742" y="195537"/>
                  </a:lnTo>
                  <a:lnTo>
                    <a:pt x="165571" y="190210"/>
                  </a:lnTo>
                  <a:lnTo>
                    <a:pt x="166228" y="184860"/>
                  </a:lnTo>
                  <a:lnTo>
                    <a:pt x="166712" y="179491"/>
                  </a:lnTo>
                  <a:lnTo>
                    <a:pt x="167023" y="174110"/>
                  </a:lnTo>
                  <a:lnTo>
                    <a:pt x="167160" y="168721"/>
                  </a:lnTo>
                  <a:lnTo>
                    <a:pt x="167123" y="163331"/>
                  </a:lnTo>
                  <a:lnTo>
                    <a:pt x="166912" y="157945"/>
                  </a:lnTo>
                  <a:lnTo>
                    <a:pt x="166528" y="152568"/>
                  </a:lnTo>
                  <a:lnTo>
                    <a:pt x="165971" y="147207"/>
                  </a:lnTo>
                  <a:lnTo>
                    <a:pt x="165241" y="141866"/>
                  </a:lnTo>
                  <a:lnTo>
                    <a:pt x="164340" y="136551"/>
                  </a:lnTo>
                  <a:lnTo>
                    <a:pt x="163267" y="131269"/>
                  </a:lnTo>
                  <a:lnTo>
                    <a:pt x="162025" y="126024"/>
                  </a:lnTo>
                  <a:lnTo>
                    <a:pt x="160614" y="120821"/>
                  </a:lnTo>
                  <a:lnTo>
                    <a:pt x="159036" y="115667"/>
                  </a:lnTo>
                  <a:lnTo>
                    <a:pt x="157293" y="110566"/>
                  </a:lnTo>
                  <a:lnTo>
                    <a:pt x="155386" y="105524"/>
                  </a:lnTo>
                  <a:lnTo>
                    <a:pt x="153318" y="100546"/>
                  </a:lnTo>
                  <a:lnTo>
                    <a:pt x="151091" y="95638"/>
                  </a:lnTo>
                  <a:lnTo>
                    <a:pt x="148706" y="90804"/>
                  </a:lnTo>
                  <a:lnTo>
                    <a:pt x="146166" y="86049"/>
                  </a:lnTo>
                  <a:lnTo>
                    <a:pt x="143475" y="81378"/>
                  </a:lnTo>
                  <a:lnTo>
                    <a:pt x="140635" y="76797"/>
                  </a:lnTo>
                  <a:lnTo>
                    <a:pt x="137648" y="72310"/>
                  </a:lnTo>
                  <a:lnTo>
                    <a:pt x="134518" y="67921"/>
                  </a:lnTo>
                  <a:lnTo>
                    <a:pt x="131248" y="63636"/>
                  </a:lnTo>
                  <a:lnTo>
                    <a:pt x="127842" y="59458"/>
                  </a:lnTo>
                  <a:lnTo>
                    <a:pt x="124303" y="55392"/>
                  </a:lnTo>
                  <a:lnTo>
                    <a:pt x="120635" y="51443"/>
                  </a:lnTo>
                  <a:lnTo>
                    <a:pt x="116841" y="47613"/>
                  </a:lnTo>
                  <a:lnTo>
                    <a:pt x="112925" y="43908"/>
                  </a:lnTo>
                  <a:lnTo>
                    <a:pt x="108893" y="40331"/>
                  </a:lnTo>
                  <a:lnTo>
                    <a:pt x="104747" y="36887"/>
                  </a:lnTo>
                  <a:lnTo>
                    <a:pt x="100492" y="33577"/>
                  </a:lnTo>
                  <a:lnTo>
                    <a:pt x="96133" y="30407"/>
                  </a:lnTo>
                  <a:lnTo>
                    <a:pt x="91673" y="27378"/>
                  </a:lnTo>
                  <a:lnTo>
                    <a:pt x="87119" y="24495"/>
                  </a:lnTo>
                  <a:lnTo>
                    <a:pt x="82473" y="21761"/>
                  </a:lnTo>
                  <a:lnTo>
                    <a:pt x="77742" y="19177"/>
                  </a:lnTo>
                  <a:lnTo>
                    <a:pt x="72931" y="16748"/>
                  </a:lnTo>
                  <a:lnTo>
                    <a:pt x="68043" y="14474"/>
                  </a:lnTo>
                  <a:lnTo>
                    <a:pt x="63085" y="12360"/>
                  </a:lnTo>
                  <a:lnTo>
                    <a:pt x="58061" y="10406"/>
                  </a:lnTo>
                  <a:lnTo>
                    <a:pt x="52976" y="8616"/>
                  </a:lnTo>
                  <a:lnTo>
                    <a:pt x="47837" y="6990"/>
                  </a:lnTo>
                  <a:lnTo>
                    <a:pt x="42648" y="5531"/>
                  </a:lnTo>
                  <a:lnTo>
                    <a:pt x="37414" y="4240"/>
                  </a:lnTo>
                  <a:lnTo>
                    <a:pt x="32142" y="3119"/>
                  </a:lnTo>
                  <a:lnTo>
                    <a:pt x="26836" y="2168"/>
                  </a:lnTo>
                  <a:lnTo>
                    <a:pt x="21502" y="1388"/>
                  </a:lnTo>
                  <a:lnTo>
                    <a:pt x="16146" y="781"/>
                  </a:lnTo>
                  <a:lnTo>
                    <a:pt x="10773" y="347"/>
                  </a:lnTo>
                  <a:lnTo>
                    <a:pt x="538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172" y="1681503"/>
              <a:ext cx="13062" cy="167167"/>
            </a:xfrm>
            <a:custGeom>
              <a:avLst/>
              <a:pathLst>
                <a:path w="13062" h="167167">
                  <a:moveTo>
                    <a:pt x="13062" y="0"/>
                  </a:moveTo>
                  <a:lnTo>
                    <a:pt x="0" y="511"/>
                  </a:lnTo>
                  <a:lnTo>
                    <a:pt x="1306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10172" y="1682014"/>
              <a:ext cx="13062" cy="166656"/>
            </a:xfrm>
            <a:custGeom>
              <a:avLst/>
              <a:pathLst>
                <a:path w="13062" h="166656">
                  <a:moveTo>
                    <a:pt x="0" y="0"/>
                  </a:moveTo>
                  <a:lnTo>
                    <a:pt x="13062" y="1666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71" y="1682014"/>
              <a:ext cx="334318" cy="333823"/>
            </a:xfrm>
            <a:custGeom>
              <a:avLst/>
              <a:pathLst>
                <a:path w="334318" h="333823">
                  <a:moveTo>
                    <a:pt x="154100" y="0"/>
                  </a:moveTo>
                  <a:lnTo>
                    <a:pt x="148840" y="496"/>
                  </a:lnTo>
                  <a:lnTo>
                    <a:pt x="143598" y="1158"/>
                  </a:lnTo>
                  <a:lnTo>
                    <a:pt x="138380" y="1985"/>
                  </a:lnTo>
                  <a:lnTo>
                    <a:pt x="133190" y="2977"/>
                  </a:lnTo>
                  <a:lnTo>
                    <a:pt x="128035" y="4132"/>
                  </a:lnTo>
                  <a:lnTo>
                    <a:pt x="122918" y="5450"/>
                  </a:lnTo>
                  <a:lnTo>
                    <a:pt x="117846" y="6929"/>
                  </a:lnTo>
                  <a:lnTo>
                    <a:pt x="112823" y="8567"/>
                  </a:lnTo>
                  <a:lnTo>
                    <a:pt x="107854" y="10363"/>
                  </a:lnTo>
                  <a:lnTo>
                    <a:pt x="102945" y="12315"/>
                  </a:lnTo>
                  <a:lnTo>
                    <a:pt x="98099" y="14422"/>
                  </a:lnTo>
                  <a:lnTo>
                    <a:pt x="93323" y="16680"/>
                  </a:lnTo>
                  <a:lnTo>
                    <a:pt x="88620" y="19089"/>
                  </a:lnTo>
                  <a:lnTo>
                    <a:pt x="83996" y="21644"/>
                  </a:lnTo>
                  <a:lnTo>
                    <a:pt x="79455" y="24345"/>
                  </a:lnTo>
                  <a:lnTo>
                    <a:pt x="75002" y="27188"/>
                  </a:lnTo>
                  <a:lnTo>
                    <a:pt x="70640" y="30170"/>
                  </a:lnTo>
                  <a:lnTo>
                    <a:pt x="66375" y="33288"/>
                  </a:lnTo>
                  <a:lnTo>
                    <a:pt x="62211" y="36540"/>
                  </a:lnTo>
                  <a:lnTo>
                    <a:pt x="58152" y="39922"/>
                  </a:lnTo>
                  <a:lnTo>
                    <a:pt x="54201" y="43430"/>
                  </a:lnTo>
                  <a:lnTo>
                    <a:pt x="50363" y="47061"/>
                  </a:lnTo>
                  <a:lnTo>
                    <a:pt x="46642" y="50812"/>
                  </a:lnTo>
                  <a:lnTo>
                    <a:pt x="43042" y="54679"/>
                  </a:lnTo>
                  <a:lnTo>
                    <a:pt x="39565" y="58657"/>
                  </a:lnTo>
                  <a:lnTo>
                    <a:pt x="36216" y="62743"/>
                  </a:lnTo>
                  <a:lnTo>
                    <a:pt x="32997" y="66933"/>
                  </a:lnTo>
                  <a:lnTo>
                    <a:pt x="29913" y="71223"/>
                  </a:lnTo>
                  <a:lnTo>
                    <a:pt x="26966" y="75608"/>
                  </a:lnTo>
                  <a:lnTo>
                    <a:pt x="24158" y="80084"/>
                  </a:lnTo>
                  <a:lnTo>
                    <a:pt x="21494" y="84646"/>
                  </a:lnTo>
                  <a:lnTo>
                    <a:pt x="18975" y="89291"/>
                  </a:lnTo>
                  <a:lnTo>
                    <a:pt x="16604" y="94012"/>
                  </a:lnTo>
                  <a:lnTo>
                    <a:pt x="14384" y="98806"/>
                  </a:lnTo>
                  <a:lnTo>
                    <a:pt x="12316" y="103668"/>
                  </a:lnTo>
                  <a:lnTo>
                    <a:pt x="10403" y="108593"/>
                  </a:lnTo>
                  <a:lnTo>
                    <a:pt x="8646" y="113576"/>
                  </a:lnTo>
                  <a:lnTo>
                    <a:pt x="7048" y="118612"/>
                  </a:lnTo>
                  <a:lnTo>
                    <a:pt x="5610" y="123696"/>
                  </a:lnTo>
                  <a:lnTo>
                    <a:pt x="4333" y="128823"/>
                  </a:lnTo>
                  <a:lnTo>
                    <a:pt x="3219" y="133987"/>
                  </a:lnTo>
                  <a:lnTo>
                    <a:pt x="2268" y="139184"/>
                  </a:lnTo>
                  <a:lnTo>
                    <a:pt x="1482" y="144409"/>
                  </a:lnTo>
                  <a:lnTo>
                    <a:pt x="862" y="149656"/>
                  </a:lnTo>
                  <a:lnTo>
                    <a:pt x="408" y="154920"/>
                  </a:lnTo>
                  <a:lnTo>
                    <a:pt x="120" y="160195"/>
                  </a:lnTo>
                  <a:lnTo>
                    <a:pt x="0" y="165478"/>
                  </a:lnTo>
                  <a:lnTo>
                    <a:pt x="46" y="170761"/>
                  </a:lnTo>
                  <a:lnTo>
                    <a:pt x="259" y="176040"/>
                  </a:lnTo>
                  <a:lnTo>
                    <a:pt x="639" y="181310"/>
                  </a:lnTo>
                  <a:lnTo>
                    <a:pt x="1185" y="186565"/>
                  </a:lnTo>
                  <a:lnTo>
                    <a:pt x="1897" y="191800"/>
                  </a:lnTo>
                  <a:lnTo>
                    <a:pt x="2774" y="197010"/>
                  </a:lnTo>
                  <a:lnTo>
                    <a:pt x="3816" y="202190"/>
                  </a:lnTo>
                  <a:lnTo>
                    <a:pt x="5020" y="207334"/>
                  </a:lnTo>
                  <a:lnTo>
                    <a:pt x="6387" y="212438"/>
                  </a:lnTo>
                  <a:lnTo>
                    <a:pt x="7914" y="217496"/>
                  </a:lnTo>
                  <a:lnTo>
                    <a:pt x="9600" y="222503"/>
                  </a:lnTo>
                  <a:lnTo>
                    <a:pt x="11443" y="227454"/>
                  </a:lnTo>
                  <a:lnTo>
                    <a:pt x="13443" y="232345"/>
                  </a:lnTo>
                  <a:lnTo>
                    <a:pt x="15595" y="237170"/>
                  </a:lnTo>
                  <a:lnTo>
                    <a:pt x="17899" y="241924"/>
                  </a:lnTo>
                  <a:lnTo>
                    <a:pt x="20352" y="246604"/>
                  </a:lnTo>
                  <a:lnTo>
                    <a:pt x="22952" y="251203"/>
                  </a:lnTo>
                  <a:lnTo>
                    <a:pt x="25696" y="255718"/>
                  </a:lnTo>
                  <a:lnTo>
                    <a:pt x="28581" y="260144"/>
                  </a:lnTo>
                  <a:lnTo>
                    <a:pt x="31605" y="264477"/>
                  </a:lnTo>
                  <a:lnTo>
                    <a:pt x="34764" y="268712"/>
                  </a:lnTo>
                  <a:lnTo>
                    <a:pt x="38055" y="272845"/>
                  </a:lnTo>
                  <a:lnTo>
                    <a:pt x="41475" y="276872"/>
                  </a:lnTo>
                  <a:lnTo>
                    <a:pt x="45021" y="280789"/>
                  </a:lnTo>
                  <a:lnTo>
                    <a:pt x="48689" y="284592"/>
                  </a:lnTo>
                  <a:lnTo>
                    <a:pt x="52475" y="288277"/>
                  </a:lnTo>
                  <a:lnTo>
                    <a:pt x="56376" y="291841"/>
                  </a:lnTo>
                  <a:lnTo>
                    <a:pt x="60387" y="295279"/>
                  </a:lnTo>
                  <a:lnTo>
                    <a:pt x="64505" y="298589"/>
                  </a:lnTo>
                  <a:lnTo>
                    <a:pt x="68726" y="301767"/>
                  </a:lnTo>
                  <a:lnTo>
                    <a:pt x="73045" y="304811"/>
                  </a:lnTo>
                  <a:lnTo>
                    <a:pt x="77458" y="307716"/>
                  </a:lnTo>
                  <a:lnTo>
                    <a:pt x="81960" y="310480"/>
                  </a:lnTo>
                  <a:lnTo>
                    <a:pt x="86548" y="313101"/>
                  </a:lnTo>
                  <a:lnTo>
                    <a:pt x="91216" y="315575"/>
                  </a:lnTo>
                  <a:lnTo>
                    <a:pt x="95960" y="317901"/>
                  </a:lnTo>
                  <a:lnTo>
                    <a:pt x="100775" y="320076"/>
                  </a:lnTo>
                  <a:lnTo>
                    <a:pt x="105657" y="322097"/>
                  </a:lnTo>
                  <a:lnTo>
                    <a:pt x="110600" y="323963"/>
                  </a:lnTo>
                  <a:lnTo>
                    <a:pt x="115599" y="325672"/>
                  </a:lnTo>
                  <a:lnTo>
                    <a:pt x="120650" y="327222"/>
                  </a:lnTo>
                  <a:lnTo>
                    <a:pt x="125748" y="328612"/>
                  </a:lnTo>
                  <a:lnTo>
                    <a:pt x="130886" y="329840"/>
                  </a:lnTo>
                  <a:lnTo>
                    <a:pt x="136061" y="330905"/>
                  </a:lnTo>
                  <a:lnTo>
                    <a:pt x="141267" y="331805"/>
                  </a:lnTo>
                  <a:lnTo>
                    <a:pt x="146499" y="332541"/>
                  </a:lnTo>
                  <a:lnTo>
                    <a:pt x="151752" y="333111"/>
                  </a:lnTo>
                  <a:lnTo>
                    <a:pt x="157020" y="333515"/>
                  </a:lnTo>
                  <a:lnTo>
                    <a:pt x="162298" y="333752"/>
                  </a:lnTo>
                  <a:lnTo>
                    <a:pt x="167581" y="333823"/>
                  </a:lnTo>
                  <a:lnTo>
                    <a:pt x="172863" y="333726"/>
                  </a:lnTo>
                  <a:lnTo>
                    <a:pt x="178140" y="333462"/>
                  </a:lnTo>
                  <a:lnTo>
                    <a:pt x="183406" y="333032"/>
                  </a:lnTo>
                  <a:lnTo>
                    <a:pt x="188656" y="332436"/>
                  </a:lnTo>
                  <a:lnTo>
                    <a:pt x="193884" y="331674"/>
                  </a:lnTo>
                  <a:lnTo>
                    <a:pt x="199085" y="330747"/>
                  </a:lnTo>
                  <a:lnTo>
                    <a:pt x="204255" y="329656"/>
                  </a:lnTo>
                  <a:lnTo>
                    <a:pt x="209388" y="328403"/>
                  </a:lnTo>
                  <a:lnTo>
                    <a:pt x="214478" y="326987"/>
                  </a:lnTo>
                  <a:lnTo>
                    <a:pt x="219521" y="325412"/>
                  </a:lnTo>
                  <a:lnTo>
                    <a:pt x="224512" y="323678"/>
                  </a:lnTo>
                  <a:lnTo>
                    <a:pt x="229445" y="321787"/>
                  </a:lnTo>
                  <a:lnTo>
                    <a:pt x="234317" y="319742"/>
                  </a:lnTo>
                  <a:lnTo>
                    <a:pt x="239121" y="317543"/>
                  </a:lnTo>
                  <a:lnTo>
                    <a:pt x="243853" y="315194"/>
                  </a:lnTo>
                  <a:lnTo>
                    <a:pt x="248509" y="312696"/>
                  </a:lnTo>
                  <a:lnTo>
                    <a:pt x="253084" y="310052"/>
                  </a:lnTo>
                  <a:lnTo>
                    <a:pt x="257572" y="307265"/>
                  </a:lnTo>
                  <a:lnTo>
                    <a:pt x="261971" y="304338"/>
                  </a:lnTo>
                  <a:lnTo>
                    <a:pt x="266274" y="301273"/>
                  </a:lnTo>
                  <a:lnTo>
                    <a:pt x="270479" y="298074"/>
                  </a:lnTo>
                  <a:lnTo>
                    <a:pt x="274580" y="294743"/>
                  </a:lnTo>
                  <a:lnTo>
                    <a:pt x="278574" y="291285"/>
                  </a:lnTo>
                  <a:lnTo>
                    <a:pt x="282457" y="287702"/>
                  </a:lnTo>
                  <a:lnTo>
                    <a:pt x="286225" y="283998"/>
                  </a:lnTo>
                  <a:lnTo>
                    <a:pt x="289874" y="280177"/>
                  </a:lnTo>
                  <a:lnTo>
                    <a:pt x="293400" y="276242"/>
                  </a:lnTo>
                  <a:lnTo>
                    <a:pt x="296800" y="272198"/>
                  </a:lnTo>
                  <a:lnTo>
                    <a:pt x="300070" y="268049"/>
                  </a:lnTo>
                  <a:lnTo>
                    <a:pt x="303208" y="263798"/>
                  </a:lnTo>
                  <a:lnTo>
                    <a:pt x="306210" y="259450"/>
                  </a:lnTo>
                  <a:lnTo>
                    <a:pt x="309073" y="255010"/>
                  </a:lnTo>
                  <a:lnTo>
                    <a:pt x="311794" y="250481"/>
                  </a:lnTo>
                  <a:lnTo>
                    <a:pt x="314371" y="245868"/>
                  </a:lnTo>
                  <a:lnTo>
                    <a:pt x="316801" y="241177"/>
                  </a:lnTo>
                  <a:lnTo>
                    <a:pt x="319081" y="236411"/>
                  </a:lnTo>
                  <a:lnTo>
                    <a:pt x="321210" y="231575"/>
                  </a:lnTo>
                  <a:lnTo>
                    <a:pt x="323184" y="226675"/>
                  </a:lnTo>
                  <a:lnTo>
                    <a:pt x="325003" y="221714"/>
                  </a:lnTo>
                  <a:lnTo>
                    <a:pt x="326664" y="216699"/>
                  </a:lnTo>
                  <a:lnTo>
                    <a:pt x="328166" y="211633"/>
                  </a:lnTo>
                  <a:lnTo>
                    <a:pt x="329507" y="206523"/>
                  </a:lnTo>
                  <a:lnTo>
                    <a:pt x="330686" y="201372"/>
                  </a:lnTo>
                  <a:lnTo>
                    <a:pt x="331701" y="196187"/>
                  </a:lnTo>
                  <a:lnTo>
                    <a:pt x="332552" y="190973"/>
                  </a:lnTo>
                  <a:lnTo>
                    <a:pt x="333238" y="185734"/>
                  </a:lnTo>
                  <a:lnTo>
                    <a:pt x="333758" y="180476"/>
                  </a:lnTo>
                  <a:lnTo>
                    <a:pt x="334111" y="175205"/>
                  </a:lnTo>
                  <a:lnTo>
                    <a:pt x="334298" y="169925"/>
                  </a:lnTo>
                  <a:lnTo>
                    <a:pt x="334318" y="164641"/>
                  </a:lnTo>
                  <a:lnTo>
                    <a:pt x="334171" y="159360"/>
                  </a:lnTo>
                  <a:lnTo>
                    <a:pt x="333857" y="154086"/>
                  </a:lnTo>
                  <a:lnTo>
                    <a:pt x="333376" y="148824"/>
                  </a:lnTo>
                  <a:lnTo>
                    <a:pt x="332730" y="143581"/>
                  </a:lnTo>
                  <a:lnTo>
                    <a:pt x="331918" y="138360"/>
                  </a:lnTo>
                  <a:lnTo>
                    <a:pt x="330942" y="133168"/>
                  </a:lnTo>
                  <a:lnTo>
                    <a:pt x="329802" y="128009"/>
                  </a:lnTo>
                  <a:lnTo>
                    <a:pt x="328499" y="122888"/>
                  </a:lnTo>
                  <a:lnTo>
                    <a:pt x="327035" y="117812"/>
                  </a:lnTo>
                  <a:lnTo>
                    <a:pt x="325412" y="112784"/>
                  </a:lnTo>
                  <a:lnTo>
                    <a:pt x="323630" y="107810"/>
                  </a:lnTo>
                  <a:lnTo>
                    <a:pt x="321693" y="102895"/>
                  </a:lnTo>
                  <a:lnTo>
                    <a:pt x="319600" y="98043"/>
                  </a:lnTo>
                  <a:lnTo>
                    <a:pt x="317356" y="93260"/>
                  </a:lnTo>
                  <a:lnTo>
                    <a:pt x="314962" y="88550"/>
                  </a:lnTo>
                  <a:lnTo>
                    <a:pt x="312420" y="83919"/>
                  </a:lnTo>
                  <a:lnTo>
                    <a:pt x="309732" y="79370"/>
                  </a:lnTo>
                  <a:lnTo>
                    <a:pt x="306903" y="74908"/>
                  </a:lnTo>
                  <a:lnTo>
                    <a:pt x="303934" y="70538"/>
                  </a:lnTo>
                  <a:lnTo>
                    <a:pt x="300828" y="66263"/>
                  </a:lnTo>
                  <a:lnTo>
                    <a:pt x="297588" y="62089"/>
                  </a:lnTo>
                  <a:lnTo>
                    <a:pt x="294219" y="58020"/>
                  </a:lnTo>
                  <a:lnTo>
                    <a:pt x="290722" y="54059"/>
                  </a:lnTo>
                  <a:lnTo>
                    <a:pt x="287102" y="50211"/>
                  </a:lnTo>
                  <a:lnTo>
                    <a:pt x="283363" y="46479"/>
                  </a:lnTo>
                  <a:lnTo>
                    <a:pt x="279507" y="42866"/>
                  </a:lnTo>
                  <a:lnTo>
                    <a:pt x="275539" y="39378"/>
                  </a:lnTo>
                  <a:lnTo>
                    <a:pt x="271462" y="36017"/>
                  </a:lnTo>
                  <a:lnTo>
                    <a:pt x="267282" y="32786"/>
                  </a:lnTo>
                  <a:lnTo>
                    <a:pt x="263001" y="29689"/>
                  </a:lnTo>
                  <a:lnTo>
                    <a:pt x="258625" y="26729"/>
                  </a:lnTo>
                  <a:lnTo>
                    <a:pt x="254157" y="23908"/>
                  </a:lnTo>
                  <a:lnTo>
                    <a:pt x="249603" y="21230"/>
                  </a:lnTo>
                  <a:lnTo>
                    <a:pt x="244966" y="18698"/>
                  </a:lnTo>
                  <a:lnTo>
                    <a:pt x="240252" y="16313"/>
                  </a:lnTo>
                  <a:lnTo>
                    <a:pt x="235464" y="14078"/>
                  </a:lnTo>
                  <a:lnTo>
                    <a:pt x="230608" y="11996"/>
                  </a:lnTo>
                  <a:lnTo>
                    <a:pt x="225689" y="10068"/>
                  </a:lnTo>
                  <a:lnTo>
                    <a:pt x="220711" y="8297"/>
                  </a:lnTo>
                  <a:lnTo>
                    <a:pt x="215680" y="6684"/>
                  </a:lnTo>
                  <a:lnTo>
                    <a:pt x="210601" y="5231"/>
                  </a:lnTo>
                  <a:lnTo>
                    <a:pt x="205478" y="3938"/>
                  </a:lnTo>
                  <a:lnTo>
                    <a:pt x="200316" y="2809"/>
                  </a:lnTo>
                  <a:lnTo>
                    <a:pt x="195122" y="1843"/>
                  </a:lnTo>
                  <a:lnTo>
                    <a:pt x="167163" y="1666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27959" cy="167167"/>
            </a:xfrm>
            <a:custGeom>
              <a:avLst/>
              <a:pathLst>
                <a:path w="27959" h="167167">
                  <a:moveTo>
                    <a:pt x="27959" y="2354"/>
                  </a:moveTo>
                  <a:lnTo>
                    <a:pt x="21012" y="1325"/>
                  </a:lnTo>
                  <a:lnTo>
                    <a:pt x="14029" y="589"/>
                  </a:lnTo>
                  <a:lnTo>
                    <a:pt x="7020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82" y="1322571"/>
              <a:ext cx="167156" cy="318638"/>
            </a:xfrm>
            <a:custGeom>
              <a:avLst/>
              <a:pathLst>
                <a:path w="167156" h="31863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5" y="1352"/>
                  </a:lnTo>
                  <a:lnTo>
                    <a:pt x="140671" y="2111"/>
                  </a:lnTo>
                  <a:lnTo>
                    <a:pt x="135433" y="3037"/>
                  </a:lnTo>
                  <a:lnTo>
                    <a:pt x="130227" y="4129"/>
                  </a:lnTo>
                  <a:lnTo>
                    <a:pt x="125058" y="5387"/>
                  </a:lnTo>
                  <a:lnTo>
                    <a:pt x="119933" y="6808"/>
                  </a:lnTo>
                  <a:lnTo>
                    <a:pt x="114855" y="8392"/>
                  </a:lnTo>
                  <a:lnTo>
                    <a:pt x="109830" y="10136"/>
                  </a:lnTo>
                  <a:lnTo>
                    <a:pt x="104863" y="12040"/>
                  </a:lnTo>
                  <a:lnTo>
                    <a:pt x="99959" y="14100"/>
                  </a:lnTo>
                  <a:lnTo>
                    <a:pt x="95123" y="16315"/>
                  </a:lnTo>
                  <a:lnTo>
                    <a:pt x="90360" y="18684"/>
                  </a:lnTo>
                  <a:lnTo>
                    <a:pt x="85675" y="21202"/>
                  </a:lnTo>
                  <a:lnTo>
                    <a:pt x="81072" y="23868"/>
                  </a:lnTo>
                  <a:lnTo>
                    <a:pt x="76556" y="26680"/>
                  </a:lnTo>
                  <a:lnTo>
                    <a:pt x="72132" y="29633"/>
                  </a:lnTo>
                  <a:lnTo>
                    <a:pt x="67805" y="32726"/>
                  </a:lnTo>
                  <a:lnTo>
                    <a:pt x="63578" y="35955"/>
                  </a:lnTo>
                  <a:lnTo>
                    <a:pt x="59456" y="39317"/>
                  </a:lnTo>
                  <a:lnTo>
                    <a:pt x="55443" y="42808"/>
                  </a:lnTo>
                  <a:lnTo>
                    <a:pt x="51543" y="46425"/>
                  </a:lnTo>
                  <a:lnTo>
                    <a:pt x="47760" y="50165"/>
                  </a:lnTo>
                  <a:lnTo>
                    <a:pt x="44098" y="54023"/>
                  </a:lnTo>
                  <a:lnTo>
                    <a:pt x="40560" y="57995"/>
                  </a:lnTo>
                  <a:lnTo>
                    <a:pt x="37151" y="62078"/>
                  </a:lnTo>
                  <a:lnTo>
                    <a:pt x="33873" y="66267"/>
                  </a:lnTo>
                  <a:lnTo>
                    <a:pt x="30730" y="70559"/>
                  </a:lnTo>
                  <a:lnTo>
                    <a:pt x="27726" y="74948"/>
                  </a:lnTo>
                  <a:lnTo>
                    <a:pt x="24863" y="79431"/>
                  </a:lnTo>
                  <a:lnTo>
                    <a:pt x="22143" y="84003"/>
                  </a:lnTo>
                  <a:lnTo>
                    <a:pt x="19571" y="88658"/>
                  </a:lnTo>
                  <a:lnTo>
                    <a:pt x="17148" y="93394"/>
                  </a:lnTo>
                  <a:lnTo>
                    <a:pt x="14876" y="98204"/>
                  </a:lnTo>
                  <a:lnTo>
                    <a:pt x="12759" y="103083"/>
                  </a:lnTo>
                  <a:lnTo>
                    <a:pt x="10799" y="108028"/>
                  </a:lnTo>
                  <a:lnTo>
                    <a:pt x="8996" y="113033"/>
                  </a:lnTo>
                  <a:lnTo>
                    <a:pt x="7354" y="118092"/>
                  </a:lnTo>
                  <a:lnTo>
                    <a:pt x="5874" y="123201"/>
                  </a:lnTo>
                  <a:lnTo>
                    <a:pt x="4556" y="128354"/>
                  </a:lnTo>
                  <a:lnTo>
                    <a:pt x="3404" y="133547"/>
                  </a:lnTo>
                  <a:lnTo>
                    <a:pt x="2417" y="138774"/>
                  </a:lnTo>
                  <a:lnTo>
                    <a:pt x="1597" y="144030"/>
                  </a:lnTo>
                  <a:lnTo>
                    <a:pt x="945" y="149309"/>
                  </a:lnTo>
                  <a:lnTo>
                    <a:pt x="461" y="154606"/>
                  </a:lnTo>
                  <a:lnTo>
                    <a:pt x="146" y="159916"/>
                  </a:lnTo>
                  <a:lnTo>
                    <a:pt x="0" y="165233"/>
                  </a:lnTo>
                  <a:lnTo>
                    <a:pt x="23" y="170552"/>
                  </a:lnTo>
                  <a:lnTo>
                    <a:pt x="215" y="175868"/>
                  </a:lnTo>
                  <a:lnTo>
                    <a:pt x="576" y="181175"/>
                  </a:lnTo>
                  <a:lnTo>
                    <a:pt x="1106" y="186468"/>
                  </a:lnTo>
                  <a:lnTo>
                    <a:pt x="1804" y="191741"/>
                  </a:lnTo>
                  <a:lnTo>
                    <a:pt x="2670" y="196989"/>
                  </a:lnTo>
                  <a:lnTo>
                    <a:pt x="3702" y="202207"/>
                  </a:lnTo>
                  <a:lnTo>
                    <a:pt x="4900" y="207390"/>
                  </a:lnTo>
                  <a:lnTo>
                    <a:pt x="6261" y="212532"/>
                  </a:lnTo>
                  <a:lnTo>
                    <a:pt x="7786" y="217628"/>
                  </a:lnTo>
                  <a:lnTo>
                    <a:pt x="9472" y="222673"/>
                  </a:lnTo>
                  <a:lnTo>
                    <a:pt x="11318" y="227661"/>
                  </a:lnTo>
                  <a:lnTo>
                    <a:pt x="13322" y="232589"/>
                  </a:lnTo>
                  <a:lnTo>
                    <a:pt x="15481" y="237450"/>
                  </a:lnTo>
                  <a:lnTo>
                    <a:pt x="17794" y="242240"/>
                  </a:lnTo>
                  <a:lnTo>
                    <a:pt x="20258" y="246954"/>
                  </a:lnTo>
                  <a:lnTo>
                    <a:pt x="22871" y="251587"/>
                  </a:lnTo>
                  <a:lnTo>
                    <a:pt x="25630" y="256135"/>
                  </a:lnTo>
                  <a:lnTo>
                    <a:pt x="28532" y="260593"/>
                  </a:lnTo>
                  <a:lnTo>
                    <a:pt x="31575" y="264956"/>
                  </a:lnTo>
                  <a:lnTo>
                    <a:pt x="34754" y="269220"/>
                  </a:lnTo>
                  <a:lnTo>
                    <a:pt x="38068" y="273381"/>
                  </a:lnTo>
                  <a:lnTo>
                    <a:pt x="41513" y="277434"/>
                  </a:lnTo>
                  <a:lnTo>
                    <a:pt x="45085" y="281376"/>
                  </a:lnTo>
                  <a:lnTo>
                    <a:pt x="48780" y="285202"/>
                  </a:lnTo>
                  <a:lnTo>
                    <a:pt x="52595" y="288908"/>
                  </a:lnTo>
                  <a:lnTo>
                    <a:pt x="56527" y="292491"/>
                  </a:lnTo>
                  <a:lnTo>
                    <a:pt x="60570" y="295947"/>
                  </a:lnTo>
                  <a:lnTo>
                    <a:pt x="64721" y="299273"/>
                  </a:lnTo>
                  <a:lnTo>
                    <a:pt x="68976" y="302465"/>
                  </a:lnTo>
                  <a:lnTo>
                    <a:pt x="73330" y="305521"/>
                  </a:lnTo>
                  <a:lnTo>
                    <a:pt x="77780" y="308436"/>
                  </a:lnTo>
                  <a:lnTo>
                    <a:pt x="82319" y="311208"/>
                  </a:lnTo>
                  <a:lnTo>
                    <a:pt x="86945" y="313834"/>
                  </a:lnTo>
                  <a:lnTo>
                    <a:pt x="91652" y="316312"/>
                  </a:lnTo>
                  <a:lnTo>
                    <a:pt x="96435" y="31863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50318" y="1489739"/>
              <a:ext cx="70720" cy="151471"/>
            </a:xfrm>
            <a:custGeom>
              <a:avLst/>
              <a:pathLst>
                <a:path w="70720" h="151471">
                  <a:moveTo>
                    <a:pt x="0" y="151471"/>
                  </a:moveTo>
                  <a:lnTo>
                    <a:pt x="707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50318" y="1345114"/>
              <a:ext cx="237886" cy="311786"/>
            </a:xfrm>
            <a:custGeom>
              <a:avLst/>
              <a:pathLst>
                <a:path w="237886" h="311786">
                  <a:moveTo>
                    <a:pt x="0" y="296095"/>
                  </a:moveTo>
                  <a:lnTo>
                    <a:pt x="4852" y="298268"/>
                  </a:lnTo>
                  <a:lnTo>
                    <a:pt x="9770" y="300284"/>
                  </a:lnTo>
                  <a:lnTo>
                    <a:pt x="14751" y="302144"/>
                  </a:lnTo>
                  <a:lnTo>
                    <a:pt x="19788" y="303844"/>
                  </a:lnTo>
                  <a:lnTo>
                    <a:pt x="24876" y="305383"/>
                  </a:lnTo>
                  <a:lnTo>
                    <a:pt x="30011" y="306759"/>
                  </a:lnTo>
                  <a:lnTo>
                    <a:pt x="35187" y="307971"/>
                  </a:lnTo>
                  <a:lnTo>
                    <a:pt x="40399" y="309019"/>
                  </a:lnTo>
                  <a:lnTo>
                    <a:pt x="45642" y="309900"/>
                  </a:lnTo>
                  <a:lnTo>
                    <a:pt x="50910" y="310614"/>
                  </a:lnTo>
                  <a:lnTo>
                    <a:pt x="56198" y="311160"/>
                  </a:lnTo>
                  <a:lnTo>
                    <a:pt x="61500" y="311537"/>
                  </a:lnTo>
                  <a:lnTo>
                    <a:pt x="66813" y="311746"/>
                  </a:lnTo>
                  <a:lnTo>
                    <a:pt x="72129" y="311786"/>
                  </a:lnTo>
                  <a:lnTo>
                    <a:pt x="77443" y="311656"/>
                  </a:lnTo>
                  <a:lnTo>
                    <a:pt x="82751" y="311358"/>
                  </a:lnTo>
                  <a:lnTo>
                    <a:pt x="88046" y="310891"/>
                  </a:lnTo>
                  <a:lnTo>
                    <a:pt x="93325" y="310256"/>
                  </a:lnTo>
                  <a:lnTo>
                    <a:pt x="98580" y="309454"/>
                  </a:lnTo>
                  <a:lnTo>
                    <a:pt x="103807" y="308484"/>
                  </a:lnTo>
                  <a:lnTo>
                    <a:pt x="109000" y="307349"/>
                  </a:lnTo>
                  <a:lnTo>
                    <a:pt x="114155" y="306050"/>
                  </a:lnTo>
                  <a:lnTo>
                    <a:pt x="119266" y="304587"/>
                  </a:lnTo>
                  <a:lnTo>
                    <a:pt x="124328" y="302963"/>
                  </a:lnTo>
                  <a:lnTo>
                    <a:pt x="129336" y="301178"/>
                  </a:lnTo>
                  <a:lnTo>
                    <a:pt x="134284" y="299235"/>
                  </a:lnTo>
                  <a:lnTo>
                    <a:pt x="139168" y="297136"/>
                  </a:lnTo>
                  <a:lnTo>
                    <a:pt x="143983" y="294882"/>
                  </a:lnTo>
                  <a:lnTo>
                    <a:pt x="148724" y="292477"/>
                  </a:lnTo>
                  <a:lnTo>
                    <a:pt x="153385" y="289922"/>
                  </a:lnTo>
                  <a:lnTo>
                    <a:pt x="157964" y="287219"/>
                  </a:lnTo>
                  <a:lnTo>
                    <a:pt x="162454" y="284373"/>
                  </a:lnTo>
                  <a:lnTo>
                    <a:pt x="166851" y="281386"/>
                  </a:lnTo>
                  <a:lnTo>
                    <a:pt x="171151" y="278260"/>
                  </a:lnTo>
                  <a:lnTo>
                    <a:pt x="175350" y="274999"/>
                  </a:lnTo>
                  <a:lnTo>
                    <a:pt x="179442" y="271606"/>
                  </a:lnTo>
                  <a:lnTo>
                    <a:pt x="183425" y="268085"/>
                  </a:lnTo>
                  <a:lnTo>
                    <a:pt x="187294" y="264439"/>
                  </a:lnTo>
                  <a:lnTo>
                    <a:pt x="191044" y="260671"/>
                  </a:lnTo>
                  <a:lnTo>
                    <a:pt x="194674" y="256787"/>
                  </a:lnTo>
                  <a:lnTo>
                    <a:pt x="198177" y="252788"/>
                  </a:lnTo>
                  <a:lnTo>
                    <a:pt x="201552" y="248681"/>
                  </a:lnTo>
                  <a:lnTo>
                    <a:pt x="204795" y="244468"/>
                  </a:lnTo>
                  <a:lnTo>
                    <a:pt x="207902" y="240155"/>
                  </a:lnTo>
                  <a:lnTo>
                    <a:pt x="210870" y="235744"/>
                  </a:lnTo>
                  <a:lnTo>
                    <a:pt x="213697" y="231242"/>
                  </a:lnTo>
                  <a:lnTo>
                    <a:pt x="216378" y="226652"/>
                  </a:lnTo>
                  <a:lnTo>
                    <a:pt x="218913" y="221979"/>
                  </a:lnTo>
                  <a:lnTo>
                    <a:pt x="221298" y="217227"/>
                  </a:lnTo>
                  <a:lnTo>
                    <a:pt x="223530" y="212403"/>
                  </a:lnTo>
                  <a:lnTo>
                    <a:pt x="225608" y="207510"/>
                  </a:lnTo>
                  <a:lnTo>
                    <a:pt x="227529" y="202553"/>
                  </a:lnTo>
                  <a:lnTo>
                    <a:pt x="229292" y="197537"/>
                  </a:lnTo>
                  <a:lnTo>
                    <a:pt x="230894" y="192468"/>
                  </a:lnTo>
                  <a:lnTo>
                    <a:pt x="232335" y="187351"/>
                  </a:lnTo>
                  <a:lnTo>
                    <a:pt x="233612" y="182191"/>
                  </a:lnTo>
                  <a:lnTo>
                    <a:pt x="234724" y="176992"/>
                  </a:lnTo>
                  <a:lnTo>
                    <a:pt x="235670" y="171761"/>
                  </a:lnTo>
                  <a:lnTo>
                    <a:pt x="236449" y="166502"/>
                  </a:lnTo>
                  <a:lnTo>
                    <a:pt x="237061" y="161221"/>
                  </a:lnTo>
                  <a:lnTo>
                    <a:pt x="237505" y="155924"/>
                  </a:lnTo>
                  <a:lnTo>
                    <a:pt x="237780" y="150615"/>
                  </a:lnTo>
                  <a:lnTo>
                    <a:pt x="237886" y="145300"/>
                  </a:lnTo>
                  <a:lnTo>
                    <a:pt x="237823" y="139984"/>
                  </a:lnTo>
                  <a:lnTo>
                    <a:pt x="237591" y="134673"/>
                  </a:lnTo>
                  <a:lnTo>
                    <a:pt x="237190" y="129372"/>
                  </a:lnTo>
                  <a:lnTo>
                    <a:pt x="236621" y="124086"/>
                  </a:lnTo>
                  <a:lnTo>
                    <a:pt x="235884" y="118821"/>
                  </a:lnTo>
                  <a:lnTo>
                    <a:pt x="234980" y="113583"/>
                  </a:lnTo>
                  <a:lnTo>
                    <a:pt x="233910" y="108375"/>
                  </a:lnTo>
                  <a:lnTo>
                    <a:pt x="232675" y="103205"/>
                  </a:lnTo>
                  <a:lnTo>
                    <a:pt x="231276" y="98076"/>
                  </a:lnTo>
                  <a:lnTo>
                    <a:pt x="229715" y="92994"/>
                  </a:lnTo>
                  <a:lnTo>
                    <a:pt x="227992" y="87965"/>
                  </a:lnTo>
                  <a:lnTo>
                    <a:pt x="226111" y="82993"/>
                  </a:lnTo>
                  <a:lnTo>
                    <a:pt x="224073" y="78083"/>
                  </a:lnTo>
                  <a:lnTo>
                    <a:pt x="221880" y="73240"/>
                  </a:lnTo>
                  <a:lnTo>
                    <a:pt x="219533" y="68470"/>
                  </a:lnTo>
                  <a:lnTo>
                    <a:pt x="217037" y="63776"/>
                  </a:lnTo>
                  <a:lnTo>
                    <a:pt x="214392" y="59165"/>
                  </a:lnTo>
                  <a:lnTo>
                    <a:pt x="211602" y="54640"/>
                  </a:lnTo>
                  <a:lnTo>
                    <a:pt x="208669" y="50205"/>
                  </a:lnTo>
                  <a:lnTo>
                    <a:pt x="205597" y="45867"/>
                  </a:lnTo>
                  <a:lnTo>
                    <a:pt x="202389" y="41628"/>
                  </a:lnTo>
                  <a:lnTo>
                    <a:pt x="199047" y="37493"/>
                  </a:lnTo>
                  <a:lnTo>
                    <a:pt x="195576" y="33467"/>
                  </a:lnTo>
                  <a:lnTo>
                    <a:pt x="191978" y="29553"/>
                  </a:lnTo>
                  <a:lnTo>
                    <a:pt x="188258" y="25756"/>
                  </a:lnTo>
                  <a:lnTo>
                    <a:pt x="184419" y="22078"/>
                  </a:lnTo>
                  <a:lnTo>
                    <a:pt x="180465" y="18525"/>
                  </a:lnTo>
                  <a:lnTo>
                    <a:pt x="176400" y="15099"/>
                  </a:lnTo>
                  <a:lnTo>
                    <a:pt x="172228" y="11804"/>
                  </a:lnTo>
                  <a:lnTo>
                    <a:pt x="167953" y="8644"/>
                  </a:lnTo>
                  <a:lnTo>
                    <a:pt x="163580" y="5621"/>
                  </a:lnTo>
                  <a:lnTo>
                    <a:pt x="159113" y="2738"/>
                  </a:lnTo>
                  <a:lnTo>
                    <a:pt x="154557" y="0"/>
                  </a:lnTo>
                  <a:lnTo>
                    <a:pt x="70720" y="144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83837" cy="167167"/>
            </a:xfrm>
            <a:custGeom>
              <a:avLst/>
              <a:pathLst>
                <a:path w="83837" h="167167">
                  <a:moveTo>
                    <a:pt x="83837" y="22542"/>
                  </a:moveTo>
                  <a:lnTo>
                    <a:pt x="78721" y="19695"/>
                  </a:lnTo>
                  <a:lnTo>
                    <a:pt x="73509" y="17029"/>
                  </a:lnTo>
                  <a:lnTo>
                    <a:pt x="68207" y="14547"/>
                  </a:lnTo>
                  <a:lnTo>
                    <a:pt x="62821" y="12253"/>
                  </a:lnTo>
                  <a:lnTo>
                    <a:pt x="57358" y="10148"/>
                  </a:lnTo>
                  <a:lnTo>
                    <a:pt x="51824" y="8236"/>
                  </a:lnTo>
                  <a:lnTo>
                    <a:pt x="46227" y="6518"/>
                  </a:lnTo>
                  <a:lnTo>
                    <a:pt x="40574" y="4998"/>
                  </a:lnTo>
                  <a:lnTo>
                    <a:pt x="34870" y="3677"/>
                  </a:lnTo>
                  <a:lnTo>
                    <a:pt x="29124" y="2556"/>
                  </a:lnTo>
                  <a:lnTo>
                    <a:pt x="23342" y="1637"/>
                  </a:lnTo>
                  <a:lnTo>
                    <a:pt x="17532" y="921"/>
                  </a:lnTo>
                  <a:lnTo>
                    <a:pt x="11699" y="409"/>
                  </a:lnTo>
                  <a:lnTo>
                    <a:pt x="585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1" y="1071028"/>
              <a:ext cx="167167" cy="267562"/>
            </a:xfrm>
            <a:custGeom>
              <a:avLst/>
              <a:pathLst>
                <a:path w="167167" h="267562">
                  <a:moveTo>
                    <a:pt x="167167" y="0"/>
                  </a:moveTo>
                  <a:lnTo>
                    <a:pt x="161801" y="86"/>
                  </a:lnTo>
                  <a:lnTo>
                    <a:pt x="156441" y="344"/>
                  </a:lnTo>
                  <a:lnTo>
                    <a:pt x="151092" y="774"/>
                  </a:lnTo>
                  <a:lnTo>
                    <a:pt x="145760" y="1376"/>
                  </a:lnTo>
                  <a:lnTo>
                    <a:pt x="140450" y="2148"/>
                  </a:lnTo>
                  <a:lnTo>
                    <a:pt x="135167" y="3091"/>
                  </a:lnTo>
                  <a:lnTo>
                    <a:pt x="129918" y="4202"/>
                  </a:lnTo>
                  <a:lnTo>
                    <a:pt x="124706" y="5482"/>
                  </a:lnTo>
                  <a:lnTo>
                    <a:pt x="119539" y="6928"/>
                  </a:lnTo>
                  <a:lnTo>
                    <a:pt x="114420" y="8539"/>
                  </a:lnTo>
                  <a:lnTo>
                    <a:pt x="109356" y="10314"/>
                  </a:lnTo>
                  <a:lnTo>
                    <a:pt x="104351" y="12250"/>
                  </a:lnTo>
                  <a:lnTo>
                    <a:pt x="99412" y="14346"/>
                  </a:lnTo>
                  <a:lnTo>
                    <a:pt x="94542" y="16599"/>
                  </a:lnTo>
                  <a:lnTo>
                    <a:pt x="89746" y="19008"/>
                  </a:lnTo>
                  <a:lnTo>
                    <a:pt x="85031" y="21569"/>
                  </a:lnTo>
                  <a:lnTo>
                    <a:pt x="80400" y="24280"/>
                  </a:lnTo>
                  <a:lnTo>
                    <a:pt x="75859" y="27139"/>
                  </a:lnTo>
                  <a:lnTo>
                    <a:pt x="71411" y="30142"/>
                  </a:lnTo>
                  <a:lnTo>
                    <a:pt x="67063" y="33286"/>
                  </a:lnTo>
                  <a:lnTo>
                    <a:pt x="62817" y="36568"/>
                  </a:lnTo>
                  <a:lnTo>
                    <a:pt x="58679" y="39984"/>
                  </a:lnTo>
                  <a:lnTo>
                    <a:pt x="54653" y="43532"/>
                  </a:lnTo>
                  <a:lnTo>
                    <a:pt x="50743" y="47206"/>
                  </a:lnTo>
                  <a:lnTo>
                    <a:pt x="46953" y="51005"/>
                  </a:lnTo>
                  <a:lnTo>
                    <a:pt x="43286" y="54923"/>
                  </a:lnTo>
                  <a:lnTo>
                    <a:pt x="39748" y="58957"/>
                  </a:lnTo>
                  <a:lnTo>
                    <a:pt x="36340" y="63103"/>
                  </a:lnTo>
                  <a:lnTo>
                    <a:pt x="33067" y="67355"/>
                  </a:lnTo>
                  <a:lnTo>
                    <a:pt x="29933" y="71711"/>
                  </a:lnTo>
                  <a:lnTo>
                    <a:pt x="26940" y="76164"/>
                  </a:lnTo>
                  <a:lnTo>
                    <a:pt x="24091" y="80712"/>
                  </a:lnTo>
                  <a:lnTo>
                    <a:pt x="21390" y="85349"/>
                  </a:lnTo>
                  <a:lnTo>
                    <a:pt x="18839" y="90070"/>
                  </a:lnTo>
                  <a:lnTo>
                    <a:pt x="16441" y="94870"/>
                  </a:lnTo>
                  <a:lnTo>
                    <a:pt x="14198" y="99745"/>
                  </a:lnTo>
                  <a:lnTo>
                    <a:pt x="12113" y="104689"/>
                  </a:lnTo>
                  <a:lnTo>
                    <a:pt x="10188" y="109698"/>
                  </a:lnTo>
                  <a:lnTo>
                    <a:pt x="8424" y="114766"/>
                  </a:lnTo>
                  <a:lnTo>
                    <a:pt x="6824" y="119888"/>
                  </a:lnTo>
                  <a:lnTo>
                    <a:pt x="5389" y="125059"/>
                  </a:lnTo>
                  <a:lnTo>
                    <a:pt x="4121" y="130273"/>
                  </a:lnTo>
                  <a:lnTo>
                    <a:pt x="3021" y="135525"/>
                  </a:lnTo>
                  <a:lnTo>
                    <a:pt x="2090" y="140810"/>
                  </a:lnTo>
                  <a:lnTo>
                    <a:pt x="1329" y="146122"/>
                  </a:lnTo>
                  <a:lnTo>
                    <a:pt x="739" y="151455"/>
                  </a:lnTo>
                  <a:lnTo>
                    <a:pt x="321" y="156805"/>
                  </a:lnTo>
                  <a:lnTo>
                    <a:pt x="74" y="162166"/>
                  </a:lnTo>
                  <a:lnTo>
                    <a:pt x="0" y="167531"/>
                  </a:lnTo>
                  <a:lnTo>
                    <a:pt x="97" y="172896"/>
                  </a:lnTo>
                  <a:lnTo>
                    <a:pt x="367" y="178256"/>
                  </a:lnTo>
                  <a:lnTo>
                    <a:pt x="809" y="183603"/>
                  </a:lnTo>
                  <a:lnTo>
                    <a:pt x="1422" y="188934"/>
                  </a:lnTo>
                  <a:lnTo>
                    <a:pt x="2206" y="194243"/>
                  </a:lnTo>
                  <a:lnTo>
                    <a:pt x="3160" y="199524"/>
                  </a:lnTo>
                  <a:lnTo>
                    <a:pt x="4283" y="204771"/>
                  </a:lnTo>
                  <a:lnTo>
                    <a:pt x="5574" y="209979"/>
                  </a:lnTo>
                  <a:lnTo>
                    <a:pt x="7032" y="215144"/>
                  </a:lnTo>
                  <a:lnTo>
                    <a:pt x="8654" y="220259"/>
                  </a:lnTo>
                  <a:lnTo>
                    <a:pt x="10440" y="225319"/>
                  </a:lnTo>
                  <a:lnTo>
                    <a:pt x="12387" y="230319"/>
                  </a:lnTo>
                  <a:lnTo>
                    <a:pt x="14494" y="235255"/>
                  </a:lnTo>
                  <a:lnTo>
                    <a:pt x="16758" y="240120"/>
                  </a:lnTo>
                  <a:lnTo>
                    <a:pt x="19177" y="244910"/>
                  </a:lnTo>
                  <a:lnTo>
                    <a:pt x="21748" y="249619"/>
                  </a:lnTo>
                  <a:lnTo>
                    <a:pt x="24469" y="254244"/>
                  </a:lnTo>
                  <a:lnTo>
                    <a:pt x="27338" y="258780"/>
                  </a:lnTo>
                  <a:lnTo>
                    <a:pt x="30350" y="263220"/>
                  </a:lnTo>
                  <a:lnTo>
                    <a:pt x="33504" y="26756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1595" y="1238196"/>
              <a:ext cx="133662" cy="100395"/>
            </a:xfrm>
            <a:custGeom>
              <a:avLst/>
              <a:pathLst>
                <a:path w="133662" h="100395">
                  <a:moveTo>
                    <a:pt x="0" y="100395"/>
                  </a:moveTo>
                  <a:lnTo>
                    <a:pt x="1336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11595" y="1178860"/>
              <a:ext cx="300815" cy="226501"/>
            </a:xfrm>
            <a:custGeom>
              <a:avLst/>
              <a:pathLst>
                <a:path w="300815" h="226501">
                  <a:moveTo>
                    <a:pt x="0" y="159731"/>
                  </a:moveTo>
                  <a:lnTo>
                    <a:pt x="3257" y="163927"/>
                  </a:lnTo>
                  <a:lnTo>
                    <a:pt x="6646" y="168018"/>
                  </a:lnTo>
                  <a:lnTo>
                    <a:pt x="10164" y="171999"/>
                  </a:lnTo>
                  <a:lnTo>
                    <a:pt x="13806" y="175867"/>
                  </a:lnTo>
                  <a:lnTo>
                    <a:pt x="17569" y="179616"/>
                  </a:lnTo>
                  <a:lnTo>
                    <a:pt x="21450" y="183244"/>
                  </a:lnTo>
                  <a:lnTo>
                    <a:pt x="25444" y="186747"/>
                  </a:lnTo>
                  <a:lnTo>
                    <a:pt x="29547" y="190122"/>
                  </a:lnTo>
                  <a:lnTo>
                    <a:pt x="33755" y="193364"/>
                  </a:lnTo>
                  <a:lnTo>
                    <a:pt x="38065" y="196471"/>
                  </a:lnTo>
                  <a:lnTo>
                    <a:pt x="42470" y="199439"/>
                  </a:lnTo>
                  <a:lnTo>
                    <a:pt x="46968" y="202266"/>
                  </a:lnTo>
                  <a:lnTo>
                    <a:pt x="51554" y="204949"/>
                  </a:lnTo>
                  <a:lnTo>
                    <a:pt x="56222" y="207484"/>
                  </a:lnTo>
                  <a:lnTo>
                    <a:pt x="60968" y="209870"/>
                  </a:lnTo>
                  <a:lnTo>
                    <a:pt x="65788" y="212104"/>
                  </a:lnTo>
                  <a:lnTo>
                    <a:pt x="70677" y="214183"/>
                  </a:lnTo>
                  <a:lnTo>
                    <a:pt x="75629" y="216107"/>
                  </a:lnTo>
                  <a:lnTo>
                    <a:pt x="80640" y="217871"/>
                  </a:lnTo>
                  <a:lnTo>
                    <a:pt x="85704" y="219476"/>
                  </a:lnTo>
                  <a:lnTo>
                    <a:pt x="90817" y="220919"/>
                  </a:lnTo>
                  <a:lnTo>
                    <a:pt x="95973" y="222199"/>
                  </a:lnTo>
                  <a:lnTo>
                    <a:pt x="101167" y="223314"/>
                  </a:lnTo>
                  <a:lnTo>
                    <a:pt x="106394" y="224264"/>
                  </a:lnTo>
                  <a:lnTo>
                    <a:pt x="111648" y="225047"/>
                  </a:lnTo>
                  <a:lnTo>
                    <a:pt x="116925" y="225663"/>
                  </a:lnTo>
                  <a:lnTo>
                    <a:pt x="122218" y="226111"/>
                  </a:lnTo>
                  <a:lnTo>
                    <a:pt x="127523" y="226390"/>
                  </a:lnTo>
                  <a:lnTo>
                    <a:pt x="132834" y="226501"/>
                  </a:lnTo>
                  <a:lnTo>
                    <a:pt x="138147" y="226443"/>
                  </a:lnTo>
                  <a:lnTo>
                    <a:pt x="143454" y="226216"/>
                  </a:lnTo>
                  <a:lnTo>
                    <a:pt x="148752" y="225821"/>
                  </a:lnTo>
                  <a:lnTo>
                    <a:pt x="154034" y="225257"/>
                  </a:lnTo>
                  <a:lnTo>
                    <a:pt x="159296" y="224526"/>
                  </a:lnTo>
                  <a:lnTo>
                    <a:pt x="164532" y="223628"/>
                  </a:lnTo>
                  <a:lnTo>
                    <a:pt x="169737" y="222564"/>
                  </a:lnTo>
                  <a:lnTo>
                    <a:pt x="174906" y="221336"/>
                  </a:lnTo>
                  <a:lnTo>
                    <a:pt x="180032" y="219943"/>
                  </a:lnTo>
                  <a:lnTo>
                    <a:pt x="185112" y="218389"/>
                  </a:lnTo>
                  <a:lnTo>
                    <a:pt x="190140" y="216674"/>
                  </a:lnTo>
                  <a:lnTo>
                    <a:pt x="195111" y="214800"/>
                  </a:lnTo>
                  <a:lnTo>
                    <a:pt x="200020" y="212769"/>
                  </a:lnTo>
                  <a:lnTo>
                    <a:pt x="204862" y="210583"/>
                  </a:lnTo>
                  <a:lnTo>
                    <a:pt x="209632" y="208244"/>
                  </a:lnTo>
                  <a:lnTo>
                    <a:pt x="214325" y="205755"/>
                  </a:lnTo>
                  <a:lnTo>
                    <a:pt x="218937" y="203118"/>
                  </a:lnTo>
                  <a:lnTo>
                    <a:pt x="223462" y="200336"/>
                  </a:lnTo>
                  <a:lnTo>
                    <a:pt x="227897" y="197411"/>
                  </a:lnTo>
                  <a:lnTo>
                    <a:pt x="232237" y="194347"/>
                  </a:lnTo>
                  <a:lnTo>
                    <a:pt x="236477" y="191147"/>
                  </a:lnTo>
                  <a:lnTo>
                    <a:pt x="240614" y="187813"/>
                  </a:lnTo>
                  <a:lnTo>
                    <a:pt x="244642" y="184350"/>
                  </a:lnTo>
                  <a:lnTo>
                    <a:pt x="248558" y="180760"/>
                  </a:lnTo>
                  <a:lnTo>
                    <a:pt x="252359" y="177048"/>
                  </a:lnTo>
                  <a:lnTo>
                    <a:pt x="256039" y="173217"/>
                  </a:lnTo>
                  <a:lnTo>
                    <a:pt x="259596" y="169271"/>
                  </a:lnTo>
                  <a:lnTo>
                    <a:pt x="263025" y="165214"/>
                  </a:lnTo>
                  <a:lnTo>
                    <a:pt x="266324" y="161050"/>
                  </a:lnTo>
                  <a:lnTo>
                    <a:pt x="269489" y="156783"/>
                  </a:lnTo>
                  <a:lnTo>
                    <a:pt x="272517" y="152418"/>
                  </a:lnTo>
                  <a:lnTo>
                    <a:pt x="275405" y="147959"/>
                  </a:lnTo>
                  <a:lnTo>
                    <a:pt x="278149" y="143410"/>
                  </a:lnTo>
                  <a:lnTo>
                    <a:pt x="280748" y="138777"/>
                  </a:lnTo>
                  <a:lnTo>
                    <a:pt x="283198" y="134063"/>
                  </a:lnTo>
                  <a:lnTo>
                    <a:pt x="285497" y="129274"/>
                  </a:lnTo>
                  <a:lnTo>
                    <a:pt x="287642" y="124414"/>
                  </a:lnTo>
                  <a:lnTo>
                    <a:pt x="289632" y="119488"/>
                  </a:lnTo>
                  <a:lnTo>
                    <a:pt x="291465" y="114502"/>
                  </a:lnTo>
                  <a:lnTo>
                    <a:pt x="293138" y="109460"/>
                  </a:lnTo>
                  <a:lnTo>
                    <a:pt x="294650" y="104367"/>
                  </a:lnTo>
                  <a:lnTo>
                    <a:pt x="296000" y="99229"/>
                  </a:lnTo>
                  <a:lnTo>
                    <a:pt x="297186" y="94051"/>
                  </a:lnTo>
                  <a:lnTo>
                    <a:pt x="298206" y="88837"/>
                  </a:lnTo>
                  <a:lnTo>
                    <a:pt x="299060" y="83594"/>
                  </a:lnTo>
                  <a:lnTo>
                    <a:pt x="299748" y="78326"/>
                  </a:lnTo>
                  <a:lnTo>
                    <a:pt x="300267" y="73039"/>
                  </a:lnTo>
                  <a:lnTo>
                    <a:pt x="300619" y="67738"/>
                  </a:lnTo>
                  <a:lnTo>
                    <a:pt x="300801" y="62429"/>
                  </a:lnTo>
                  <a:lnTo>
                    <a:pt x="300815" y="57116"/>
                  </a:lnTo>
                  <a:lnTo>
                    <a:pt x="300660" y="51806"/>
                  </a:lnTo>
                  <a:lnTo>
                    <a:pt x="300337" y="46504"/>
                  </a:lnTo>
                  <a:lnTo>
                    <a:pt x="299845" y="41214"/>
                  </a:lnTo>
                  <a:lnTo>
                    <a:pt x="299185" y="35943"/>
                  </a:lnTo>
                  <a:lnTo>
                    <a:pt x="298358" y="30695"/>
                  </a:lnTo>
                  <a:lnTo>
                    <a:pt x="297365" y="25476"/>
                  </a:lnTo>
                  <a:lnTo>
                    <a:pt x="296206" y="20292"/>
                  </a:lnTo>
                  <a:lnTo>
                    <a:pt x="294884" y="15147"/>
                  </a:lnTo>
                  <a:lnTo>
                    <a:pt x="293398" y="10046"/>
                  </a:lnTo>
                  <a:lnTo>
                    <a:pt x="291751" y="4995"/>
                  </a:lnTo>
                  <a:lnTo>
                    <a:pt x="289945" y="0"/>
                  </a:lnTo>
                  <a:lnTo>
                    <a:pt x="133662" y="593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56282" cy="167167"/>
            </a:xfrm>
            <a:custGeom>
              <a:avLst/>
              <a:pathLst>
                <a:path w="156282" h="167167">
                  <a:moveTo>
                    <a:pt x="156282" y="107831"/>
                  </a:moveTo>
                  <a:lnTo>
                    <a:pt x="154262" y="102761"/>
                  </a:lnTo>
                  <a:lnTo>
                    <a:pt x="152077" y="97760"/>
                  </a:lnTo>
                  <a:lnTo>
                    <a:pt x="149731" y="92833"/>
                  </a:lnTo>
                  <a:lnTo>
                    <a:pt x="147225" y="87985"/>
                  </a:lnTo>
                  <a:lnTo>
                    <a:pt x="144562" y="83222"/>
                  </a:lnTo>
                  <a:lnTo>
                    <a:pt x="141744" y="78548"/>
                  </a:lnTo>
                  <a:lnTo>
                    <a:pt x="138776" y="73969"/>
                  </a:lnTo>
                  <a:lnTo>
                    <a:pt x="135660" y="69488"/>
                  </a:lnTo>
                  <a:lnTo>
                    <a:pt x="132400" y="65112"/>
                  </a:lnTo>
                  <a:lnTo>
                    <a:pt x="128998" y="60845"/>
                  </a:lnTo>
                  <a:lnTo>
                    <a:pt x="125459" y="56691"/>
                  </a:lnTo>
                  <a:lnTo>
                    <a:pt x="121786" y="52655"/>
                  </a:lnTo>
                  <a:lnTo>
                    <a:pt x="117983" y="48741"/>
                  </a:lnTo>
                  <a:lnTo>
                    <a:pt x="114055" y="44952"/>
                  </a:lnTo>
                  <a:lnTo>
                    <a:pt x="110005" y="41295"/>
                  </a:lnTo>
                  <a:lnTo>
                    <a:pt x="105837" y="37771"/>
                  </a:lnTo>
                  <a:lnTo>
                    <a:pt x="101557" y="34385"/>
                  </a:lnTo>
                  <a:lnTo>
                    <a:pt x="97169" y="31141"/>
                  </a:lnTo>
                  <a:lnTo>
                    <a:pt x="92677" y="28042"/>
                  </a:lnTo>
                  <a:lnTo>
                    <a:pt x="88087" y="25091"/>
                  </a:lnTo>
                  <a:lnTo>
                    <a:pt x="83402" y="22291"/>
                  </a:lnTo>
                  <a:lnTo>
                    <a:pt x="78629" y="19646"/>
                  </a:lnTo>
                  <a:lnTo>
                    <a:pt x="73772" y="17158"/>
                  </a:lnTo>
                  <a:lnTo>
                    <a:pt x="68836" y="14830"/>
                  </a:lnTo>
                  <a:lnTo>
                    <a:pt x="63827" y="12665"/>
                  </a:lnTo>
                  <a:lnTo>
                    <a:pt x="58750" y="10663"/>
                  </a:lnTo>
                  <a:lnTo>
                    <a:pt x="53610" y="8829"/>
                  </a:lnTo>
                  <a:lnTo>
                    <a:pt x="48413" y="7164"/>
                  </a:lnTo>
                  <a:lnTo>
                    <a:pt x="43165" y="5669"/>
                  </a:lnTo>
                  <a:lnTo>
                    <a:pt x="37870" y="4346"/>
                  </a:lnTo>
                  <a:lnTo>
                    <a:pt x="32535" y="3196"/>
                  </a:lnTo>
                  <a:lnTo>
                    <a:pt x="27166" y="2222"/>
                  </a:lnTo>
                  <a:lnTo>
                    <a:pt x="21767" y="1423"/>
                  </a:lnTo>
                  <a:lnTo>
                    <a:pt x="16346" y="801"/>
                  </a:lnTo>
                  <a:lnTo>
                    <a:pt x="10907" y="356"/>
                  </a:lnTo>
                  <a:lnTo>
                    <a:pt x="545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5312" y="941493"/>
              <a:ext cx="88231" cy="167167"/>
            </a:xfrm>
            <a:custGeom>
              <a:avLst/>
              <a:pathLst>
                <a:path w="88231" h="167167">
                  <a:moveTo>
                    <a:pt x="88231" y="0"/>
                  </a:moveTo>
                  <a:lnTo>
                    <a:pt x="82423" y="100"/>
                  </a:lnTo>
                  <a:lnTo>
                    <a:pt x="76622" y="403"/>
                  </a:lnTo>
                  <a:lnTo>
                    <a:pt x="70835" y="907"/>
                  </a:lnTo>
                  <a:lnTo>
                    <a:pt x="65069" y="1612"/>
                  </a:lnTo>
                  <a:lnTo>
                    <a:pt x="59331" y="2517"/>
                  </a:lnTo>
                  <a:lnTo>
                    <a:pt x="53628" y="3620"/>
                  </a:lnTo>
                  <a:lnTo>
                    <a:pt x="47966" y="4921"/>
                  </a:lnTo>
                  <a:lnTo>
                    <a:pt x="42354" y="6418"/>
                  </a:lnTo>
                  <a:lnTo>
                    <a:pt x="36796" y="8109"/>
                  </a:lnTo>
                  <a:lnTo>
                    <a:pt x="31301" y="9992"/>
                  </a:lnTo>
                  <a:lnTo>
                    <a:pt x="25875" y="12065"/>
                  </a:lnTo>
                  <a:lnTo>
                    <a:pt x="20524" y="14325"/>
                  </a:lnTo>
                  <a:lnTo>
                    <a:pt x="15254" y="16770"/>
                  </a:lnTo>
                  <a:lnTo>
                    <a:pt x="10073" y="19396"/>
                  </a:lnTo>
                  <a:lnTo>
                    <a:pt x="4986" y="22201"/>
                  </a:lnTo>
                  <a:lnTo>
                    <a:pt x="0" y="25180"/>
                  </a:lnTo>
                  <a:lnTo>
                    <a:pt x="8823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5312" y="966674"/>
              <a:ext cx="88231" cy="141986"/>
            </a:xfrm>
            <a:custGeom>
              <a:avLst/>
              <a:pathLst>
                <a:path w="88231" h="141986">
                  <a:moveTo>
                    <a:pt x="0" y="0"/>
                  </a:moveTo>
                  <a:lnTo>
                    <a:pt x="88231" y="1419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77" y="946911"/>
              <a:ext cx="334320" cy="328910"/>
            </a:xfrm>
            <a:custGeom>
              <a:avLst/>
              <a:pathLst>
                <a:path w="334320" h="328910">
                  <a:moveTo>
                    <a:pt x="78935" y="19762"/>
                  </a:moveTo>
                  <a:lnTo>
                    <a:pt x="74489" y="22623"/>
                  </a:lnTo>
                  <a:lnTo>
                    <a:pt x="70136" y="25624"/>
                  </a:lnTo>
                  <a:lnTo>
                    <a:pt x="65879" y="28760"/>
                  </a:lnTo>
                  <a:lnTo>
                    <a:pt x="61724" y="32030"/>
                  </a:lnTo>
                  <a:lnTo>
                    <a:pt x="57675" y="35429"/>
                  </a:lnTo>
                  <a:lnTo>
                    <a:pt x="53735" y="38955"/>
                  </a:lnTo>
                  <a:lnTo>
                    <a:pt x="49908" y="42603"/>
                  </a:lnTo>
                  <a:lnTo>
                    <a:pt x="46199" y="46371"/>
                  </a:lnTo>
                  <a:lnTo>
                    <a:pt x="42611" y="50254"/>
                  </a:lnTo>
                  <a:lnTo>
                    <a:pt x="39147" y="54249"/>
                  </a:lnTo>
                  <a:lnTo>
                    <a:pt x="35812" y="58351"/>
                  </a:lnTo>
                  <a:lnTo>
                    <a:pt x="32608" y="62557"/>
                  </a:lnTo>
                  <a:lnTo>
                    <a:pt x="29538" y="66862"/>
                  </a:lnTo>
                  <a:lnTo>
                    <a:pt x="26606" y="71262"/>
                  </a:lnTo>
                  <a:lnTo>
                    <a:pt x="23815" y="75752"/>
                  </a:lnTo>
                  <a:lnTo>
                    <a:pt x="21167" y="80328"/>
                  </a:lnTo>
                  <a:lnTo>
                    <a:pt x="18665" y="84986"/>
                  </a:lnTo>
                  <a:lnTo>
                    <a:pt x="16312" y="89721"/>
                  </a:lnTo>
                  <a:lnTo>
                    <a:pt x="14110" y="94527"/>
                  </a:lnTo>
                  <a:lnTo>
                    <a:pt x="12061" y="99401"/>
                  </a:lnTo>
                  <a:lnTo>
                    <a:pt x="10166" y="104338"/>
                  </a:lnTo>
                  <a:lnTo>
                    <a:pt x="8429" y="109331"/>
                  </a:lnTo>
                  <a:lnTo>
                    <a:pt x="6851" y="114377"/>
                  </a:lnTo>
                  <a:lnTo>
                    <a:pt x="5433" y="119471"/>
                  </a:lnTo>
                  <a:lnTo>
                    <a:pt x="4177" y="124607"/>
                  </a:lnTo>
                  <a:lnTo>
                    <a:pt x="3084" y="129780"/>
                  </a:lnTo>
                  <a:lnTo>
                    <a:pt x="2155" y="134985"/>
                  </a:lnTo>
                  <a:lnTo>
                    <a:pt x="1391" y="140216"/>
                  </a:lnTo>
                  <a:lnTo>
                    <a:pt x="793" y="145470"/>
                  </a:lnTo>
                  <a:lnTo>
                    <a:pt x="362" y="150739"/>
                  </a:lnTo>
                  <a:lnTo>
                    <a:pt x="97" y="156020"/>
                  </a:lnTo>
                  <a:lnTo>
                    <a:pt x="0" y="161306"/>
                  </a:lnTo>
                  <a:lnTo>
                    <a:pt x="69" y="166593"/>
                  </a:lnTo>
                  <a:lnTo>
                    <a:pt x="306" y="171874"/>
                  </a:lnTo>
                  <a:lnTo>
                    <a:pt x="710" y="177146"/>
                  </a:lnTo>
                  <a:lnTo>
                    <a:pt x="1280" y="182403"/>
                  </a:lnTo>
                  <a:lnTo>
                    <a:pt x="2016" y="187638"/>
                  </a:lnTo>
                  <a:lnTo>
                    <a:pt x="2917" y="192848"/>
                  </a:lnTo>
                  <a:lnTo>
                    <a:pt x="3983" y="198027"/>
                  </a:lnTo>
                  <a:lnTo>
                    <a:pt x="5212" y="203169"/>
                  </a:lnTo>
                  <a:lnTo>
                    <a:pt x="6603" y="208270"/>
                  </a:lnTo>
                  <a:lnTo>
                    <a:pt x="8154" y="213324"/>
                  </a:lnTo>
                  <a:lnTo>
                    <a:pt x="9865" y="218327"/>
                  </a:lnTo>
                  <a:lnTo>
                    <a:pt x="11733" y="223273"/>
                  </a:lnTo>
                  <a:lnTo>
                    <a:pt x="13756" y="228158"/>
                  </a:lnTo>
                  <a:lnTo>
                    <a:pt x="15933" y="232976"/>
                  </a:lnTo>
                  <a:lnTo>
                    <a:pt x="18261" y="237723"/>
                  </a:lnTo>
                  <a:lnTo>
                    <a:pt x="20738" y="242394"/>
                  </a:lnTo>
                  <a:lnTo>
                    <a:pt x="23362" y="246985"/>
                  </a:lnTo>
                  <a:lnTo>
                    <a:pt x="26129" y="251490"/>
                  </a:lnTo>
                  <a:lnTo>
                    <a:pt x="29038" y="255905"/>
                  </a:lnTo>
                  <a:lnTo>
                    <a:pt x="32084" y="260226"/>
                  </a:lnTo>
                  <a:lnTo>
                    <a:pt x="35266" y="264449"/>
                  </a:lnTo>
                  <a:lnTo>
                    <a:pt x="38580" y="268568"/>
                  </a:lnTo>
                  <a:lnTo>
                    <a:pt x="42022" y="272581"/>
                  </a:lnTo>
                  <a:lnTo>
                    <a:pt x="45590" y="276483"/>
                  </a:lnTo>
                  <a:lnTo>
                    <a:pt x="49279" y="280271"/>
                  </a:lnTo>
                  <a:lnTo>
                    <a:pt x="53086" y="283940"/>
                  </a:lnTo>
                  <a:lnTo>
                    <a:pt x="57008" y="287486"/>
                  </a:lnTo>
                  <a:lnTo>
                    <a:pt x="61039" y="290907"/>
                  </a:lnTo>
                  <a:lnTo>
                    <a:pt x="65177" y="294199"/>
                  </a:lnTo>
                  <a:lnTo>
                    <a:pt x="69416" y="297358"/>
                  </a:lnTo>
                  <a:lnTo>
                    <a:pt x="73754" y="300381"/>
                  </a:lnTo>
                  <a:lnTo>
                    <a:pt x="78184" y="303266"/>
                  </a:lnTo>
                  <a:lnTo>
                    <a:pt x="82704" y="306009"/>
                  </a:lnTo>
                  <a:lnTo>
                    <a:pt x="87309" y="308608"/>
                  </a:lnTo>
                  <a:lnTo>
                    <a:pt x="91993" y="311060"/>
                  </a:lnTo>
                  <a:lnTo>
                    <a:pt x="96752" y="313362"/>
                  </a:lnTo>
                  <a:lnTo>
                    <a:pt x="101582" y="315513"/>
                  </a:lnTo>
                  <a:lnTo>
                    <a:pt x="106478" y="317510"/>
                  </a:lnTo>
                  <a:lnTo>
                    <a:pt x="111434" y="319352"/>
                  </a:lnTo>
                  <a:lnTo>
                    <a:pt x="116446" y="321035"/>
                  </a:lnTo>
                  <a:lnTo>
                    <a:pt x="121508" y="322560"/>
                  </a:lnTo>
                  <a:lnTo>
                    <a:pt x="126617" y="323923"/>
                  </a:lnTo>
                  <a:lnTo>
                    <a:pt x="131766" y="325124"/>
                  </a:lnTo>
                  <a:lnTo>
                    <a:pt x="136950" y="326162"/>
                  </a:lnTo>
                  <a:lnTo>
                    <a:pt x="142164" y="327036"/>
                  </a:lnTo>
                  <a:lnTo>
                    <a:pt x="147404" y="327744"/>
                  </a:lnTo>
                  <a:lnTo>
                    <a:pt x="152663" y="328286"/>
                  </a:lnTo>
                  <a:lnTo>
                    <a:pt x="157937" y="328661"/>
                  </a:lnTo>
                  <a:lnTo>
                    <a:pt x="163220" y="328869"/>
                  </a:lnTo>
                  <a:lnTo>
                    <a:pt x="168507" y="328910"/>
                  </a:lnTo>
                  <a:lnTo>
                    <a:pt x="173793" y="328784"/>
                  </a:lnTo>
                  <a:lnTo>
                    <a:pt x="179072" y="328491"/>
                  </a:lnTo>
                  <a:lnTo>
                    <a:pt x="184339" y="328031"/>
                  </a:lnTo>
                  <a:lnTo>
                    <a:pt x="189589" y="327405"/>
                  </a:lnTo>
                  <a:lnTo>
                    <a:pt x="194817" y="326613"/>
                  </a:lnTo>
                  <a:lnTo>
                    <a:pt x="200016" y="325656"/>
                  </a:lnTo>
                  <a:lnTo>
                    <a:pt x="205183" y="324536"/>
                  </a:lnTo>
                  <a:lnTo>
                    <a:pt x="210312" y="323252"/>
                  </a:lnTo>
                  <a:lnTo>
                    <a:pt x="215398" y="321807"/>
                  </a:lnTo>
                  <a:lnTo>
                    <a:pt x="220436" y="320201"/>
                  </a:lnTo>
                  <a:lnTo>
                    <a:pt x="225420" y="318437"/>
                  </a:lnTo>
                  <a:lnTo>
                    <a:pt x="230346" y="316517"/>
                  </a:lnTo>
                  <a:lnTo>
                    <a:pt x="235209" y="314441"/>
                  </a:lnTo>
                  <a:lnTo>
                    <a:pt x="240004" y="312213"/>
                  </a:lnTo>
                  <a:lnTo>
                    <a:pt x="244725" y="309835"/>
                  </a:lnTo>
                  <a:lnTo>
                    <a:pt x="249370" y="307308"/>
                  </a:lnTo>
                  <a:lnTo>
                    <a:pt x="253932" y="304635"/>
                  </a:lnTo>
                  <a:lnTo>
                    <a:pt x="258407" y="301820"/>
                  </a:lnTo>
                  <a:lnTo>
                    <a:pt x="262791" y="298865"/>
                  </a:lnTo>
                  <a:lnTo>
                    <a:pt x="267079" y="295772"/>
                  </a:lnTo>
                  <a:lnTo>
                    <a:pt x="271268" y="292545"/>
                  </a:lnTo>
                  <a:lnTo>
                    <a:pt x="275352" y="289188"/>
                  </a:lnTo>
                  <a:lnTo>
                    <a:pt x="279328" y="285703"/>
                  </a:lnTo>
                  <a:lnTo>
                    <a:pt x="283192" y="282094"/>
                  </a:lnTo>
                  <a:lnTo>
                    <a:pt x="286940" y="278364"/>
                  </a:lnTo>
                  <a:lnTo>
                    <a:pt x="290568" y="274518"/>
                  </a:lnTo>
                  <a:lnTo>
                    <a:pt x="294072" y="270560"/>
                  </a:lnTo>
                  <a:lnTo>
                    <a:pt x="297450" y="266492"/>
                  </a:lnTo>
                  <a:lnTo>
                    <a:pt x="300697" y="262319"/>
                  </a:lnTo>
                  <a:lnTo>
                    <a:pt x="303811" y="258046"/>
                  </a:lnTo>
                  <a:lnTo>
                    <a:pt x="306788" y="253677"/>
                  </a:lnTo>
                  <a:lnTo>
                    <a:pt x="309625" y="249216"/>
                  </a:lnTo>
                  <a:lnTo>
                    <a:pt x="312320" y="244667"/>
                  </a:lnTo>
                  <a:lnTo>
                    <a:pt x="314869" y="240035"/>
                  </a:lnTo>
                  <a:lnTo>
                    <a:pt x="317271" y="235325"/>
                  </a:lnTo>
                  <a:lnTo>
                    <a:pt x="319523" y="230541"/>
                  </a:lnTo>
                  <a:lnTo>
                    <a:pt x="321622" y="225689"/>
                  </a:lnTo>
                  <a:lnTo>
                    <a:pt x="323567" y="220772"/>
                  </a:lnTo>
                  <a:lnTo>
                    <a:pt x="325355" y="215796"/>
                  </a:lnTo>
                  <a:lnTo>
                    <a:pt x="326985" y="210767"/>
                  </a:lnTo>
                  <a:lnTo>
                    <a:pt x="328456" y="205688"/>
                  </a:lnTo>
                  <a:lnTo>
                    <a:pt x="329765" y="200566"/>
                  </a:lnTo>
                  <a:lnTo>
                    <a:pt x="330911" y="195404"/>
                  </a:lnTo>
                  <a:lnTo>
                    <a:pt x="331893" y="190209"/>
                  </a:lnTo>
                  <a:lnTo>
                    <a:pt x="332711" y="184986"/>
                  </a:lnTo>
                  <a:lnTo>
                    <a:pt x="333363" y="179739"/>
                  </a:lnTo>
                  <a:lnTo>
                    <a:pt x="333849" y="174474"/>
                  </a:lnTo>
                  <a:lnTo>
                    <a:pt x="334168" y="169196"/>
                  </a:lnTo>
                  <a:lnTo>
                    <a:pt x="334320" y="163911"/>
                  </a:lnTo>
                  <a:lnTo>
                    <a:pt x="334305" y="158624"/>
                  </a:lnTo>
                  <a:lnTo>
                    <a:pt x="334122" y="153340"/>
                  </a:lnTo>
                  <a:lnTo>
                    <a:pt x="333773" y="148065"/>
                  </a:lnTo>
                  <a:lnTo>
                    <a:pt x="333257" y="142803"/>
                  </a:lnTo>
                  <a:lnTo>
                    <a:pt x="332575" y="137560"/>
                  </a:lnTo>
                  <a:lnTo>
                    <a:pt x="331727" y="132341"/>
                  </a:lnTo>
                  <a:lnTo>
                    <a:pt x="330715" y="127152"/>
                  </a:lnTo>
                  <a:lnTo>
                    <a:pt x="329539" y="121997"/>
                  </a:lnTo>
                  <a:lnTo>
                    <a:pt x="328200" y="116882"/>
                  </a:lnTo>
                  <a:lnTo>
                    <a:pt x="326701" y="111812"/>
                  </a:lnTo>
                  <a:lnTo>
                    <a:pt x="325042" y="106792"/>
                  </a:lnTo>
                  <a:lnTo>
                    <a:pt x="323225" y="101826"/>
                  </a:lnTo>
                  <a:lnTo>
                    <a:pt x="321252" y="96921"/>
                  </a:lnTo>
                  <a:lnTo>
                    <a:pt x="319125" y="92081"/>
                  </a:lnTo>
                  <a:lnTo>
                    <a:pt x="316846" y="87310"/>
                  </a:lnTo>
                  <a:lnTo>
                    <a:pt x="314417" y="82614"/>
                  </a:lnTo>
                  <a:lnTo>
                    <a:pt x="311841" y="77997"/>
                  </a:lnTo>
                  <a:lnTo>
                    <a:pt x="309120" y="73464"/>
                  </a:lnTo>
                  <a:lnTo>
                    <a:pt x="306257" y="69019"/>
                  </a:lnTo>
                  <a:lnTo>
                    <a:pt x="303255" y="64666"/>
                  </a:lnTo>
                  <a:lnTo>
                    <a:pt x="300116" y="60411"/>
                  </a:lnTo>
                  <a:lnTo>
                    <a:pt x="296845" y="56258"/>
                  </a:lnTo>
                  <a:lnTo>
                    <a:pt x="293444" y="52209"/>
                  </a:lnTo>
                  <a:lnTo>
                    <a:pt x="289917" y="48271"/>
                  </a:lnTo>
                  <a:lnTo>
                    <a:pt x="286267" y="44446"/>
                  </a:lnTo>
                  <a:lnTo>
                    <a:pt x="282498" y="40738"/>
                  </a:lnTo>
                  <a:lnTo>
                    <a:pt x="278613" y="37151"/>
                  </a:lnTo>
                  <a:lnTo>
                    <a:pt x="274617" y="33689"/>
                  </a:lnTo>
                  <a:lnTo>
                    <a:pt x="270514" y="30355"/>
                  </a:lnTo>
                  <a:lnTo>
                    <a:pt x="266307" y="27152"/>
                  </a:lnTo>
                  <a:lnTo>
                    <a:pt x="262001" y="24085"/>
                  </a:lnTo>
                  <a:lnTo>
                    <a:pt x="257600" y="21154"/>
                  </a:lnTo>
                  <a:lnTo>
                    <a:pt x="253109" y="18365"/>
                  </a:lnTo>
                  <a:lnTo>
                    <a:pt x="248531" y="15719"/>
                  </a:lnTo>
                  <a:lnTo>
                    <a:pt x="243873" y="13219"/>
                  </a:lnTo>
                  <a:lnTo>
                    <a:pt x="239137" y="10867"/>
                  </a:lnTo>
                  <a:lnTo>
                    <a:pt x="234330" y="8667"/>
                  </a:lnTo>
                  <a:lnTo>
                    <a:pt x="229455" y="6619"/>
                  </a:lnTo>
                  <a:lnTo>
                    <a:pt x="224518" y="4727"/>
                  </a:lnTo>
                  <a:lnTo>
                    <a:pt x="219524" y="2992"/>
                  </a:lnTo>
                  <a:lnTo>
                    <a:pt x="214477" y="1415"/>
                  </a:lnTo>
                  <a:lnTo>
                    <a:pt x="209383" y="0"/>
                  </a:lnTo>
                  <a:lnTo>
                    <a:pt x="167166" y="1617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42216" cy="167167"/>
            </a:xfrm>
            <a:custGeom>
              <a:avLst/>
              <a:pathLst>
                <a:path w="42216" h="167167">
                  <a:moveTo>
                    <a:pt x="42216" y="5418"/>
                  </a:moveTo>
                  <a:lnTo>
                    <a:pt x="36290" y="3986"/>
                  </a:lnTo>
                  <a:lnTo>
                    <a:pt x="30316" y="2771"/>
                  </a:lnTo>
                  <a:lnTo>
                    <a:pt x="24301" y="1775"/>
                  </a:lnTo>
                  <a:lnTo>
                    <a:pt x="18254" y="999"/>
                  </a:lnTo>
                  <a:lnTo>
                    <a:pt x="12183" y="444"/>
                  </a:lnTo>
                  <a:lnTo>
                    <a:pt x="6095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9439" y="941493"/>
              <a:ext cx="46776" cy="167167"/>
            </a:xfrm>
            <a:custGeom>
              <a:avLst/>
              <a:pathLst>
                <a:path w="46776" h="167167">
                  <a:moveTo>
                    <a:pt x="46776" y="0"/>
                  </a:moveTo>
                  <a:lnTo>
                    <a:pt x="40851" y="105"/>
                  </a:lnTo>
                  <a:lnTo>
                    <a:pt x="34934" y="420"/>
                  </a:lnTo>
                  <a:lnTo>
                    <a:pt x="29031" y="944"/>
                  </a:lnTo>
                  <a:lnTo>
                    <a:pt x="23151" y="1677"/>
                  </a:lnTo>
                  <a:lnTo>
                    <a:pt x="17300" y="2619"/>
                  </a:lnTo>
                  <a:lnTo>
                    <a:pt x="11486" y="3767"/>
                  </a:lnTo>
                  <a:lnTo>
                    <a:pt x="5717" y="5120"/>
                  </a:lnTo>
                  <a:lnTo>
                    <a:pt x="0" y="6677"/>
                  </a:lnTo>
                  <a:lnTo>
                    <a:pt x="4677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9439" y="948171"/>
              <a:ext cx="46776" cy="160489"/>
            </a:xfrm>
            <a:custGeom>
              <a:avLst/>
              <a:pathLst>
                <a:path w="46776" h="160489">
                  <a:moveTo>
                    <a:pt x="0" y="0"/>
                  </a:moveTo>
                  <a:lnTo>
                    <a:pt x="46776" y="1604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67" y="948171"/>
              <a:ext cx="167148" cy="327593"/>
            </a:xfrm>
            <a:custGeom>
              <a:avLst/>
              <a:pathLst>
                <a:path w="167148" h="327593">
                  <a:moveTo>
                    <a:pt x="120371" y="0"/>
                  </a:moveTo>
                  <a:lnTo>
                    <a:pt x="115292" y="1568"/>
                  </a:lnTo>
                  <a:lnTo>
                    <a:pt x="110265" y="3297"/>
                  </a:lnTo>
                  <a:lnTo>
                    <a:pt x="105295" y="5185"/>
                  </a:lnTo>
                  <a:lnTo>
                    <a:pt x="100388" y="7231"/>
                  </a:lnTo>
                  <a:lnTo>
                    <a:pt x="95549" y="9431"/>
                  </a:lnTo>
                  <a:lnTo>
                    <a:pt x="90782" y="11784"/>
                  </a:lnTo>
                  <a:lnTo>
                    <a:pt x="86092" y="14287"/>
                  </a:lnTo>
                  <a:lnTo>
                    <a:pt x="81485" y="16938"/>
                  </a:lnTo>
                  <a:lnTo>
                    <a:pt x="76964" y="19735"/>
                  </a:lnTo>
                  <a:lnTo>
                    <a:pt x="72534" y="22673"/>
                  </a:lnTo>
                  <a:lnTo>
                    <a:pt x="68200" y="25752"/>
                  </a:lnTo>
                  <a:lnTo>
                    <a:pt x="63965" y="28966"/>
                  </a:lnTo>
                  <a:lnTo>
                    <a:pt x="59836" y="32313"/>
                  </a:lnTo>
                  <a:lnTo>
                    <a:pt x="55814" y="35790"/>
                  </a:lnTo>
                  <a:lnTo>
                    <a:pt x="51906" y="39393"/>
                  </a:lnTo>
                  <a:lnTo>
                    <a:pt x="48113" y="43119"/>
                  </a:lnTo>
                  <a:lnTo>
                    <a:pt x="44442" y="46963"/>
                  </a:lnTo>
                  <a:lnTo>
                    <a:pt x="40894" y="50922"/>
                  </a:lnTo>
                  <a:lnTo>
                    <a:pt x="37474" y="54992"/>
                  </a:lnTo>
                  <a:lnTo>
                    <a:pt x="34185" y="59168"/>
                  </a:lnTo>
                  <a:lnTo>
                    <a:pt x="31031" y="63447"/>
                  </a:lnTo>
                  <a:lnTo>
                    <a:pt x="28014" y="67825"/>
                  </a:lnTo>
                  <a:lnTo>
                    <a:pt x="25138" y="72295"/>
                  </a:lnTo>
                  <a:lnTo>
                    <a:pt x="22405" y="76855"/>
                  </a:lnTo>
                  <a:lnTo>
                    <a:pt x="19819" y="81500"/>
                  </a:lnTo>
                  <a:lnTo>
                    <a:pt x="17382" y="86225"/>
                  </a:lnTo>
                  <a:lnTo>
                    <a:pt x="15097" y="91024"/>
                  </a:lnTo>
                  <a:lnTo>
                    <a:pt x="12965" y="95894"/>
                  </a:lnTo>
                  <a:lnTo>
                    <a:pt x="10989" y="100829"/>
                  </a:lnTo>
                  <a:lnTo>
                    <a:pt x="9171" y="105825"/>
                  </a:lnTo>
                  <a:lnTo>
                    <a:pt x="7513" y="110875"/>
                  </a:lnTo>
                  <a:lnTo>
                    <a:pt x="6016" y="115976"/>
                  </a:lnTo>
                  <a:lnTo>
                    <a:pt x="4682" y="121122"/>
                  </a:lnTo>
                  <a:lnTo>
                    <a:pt x="3512" y="126308"/>
                  </a:lnTo>
                  <a:lnTo>
                    <a:pt x="2508" y="131528"/>
                  </a:lnTo>
                  <a:lnTo>
                    <a:pt x="1671" y="136778"/>
                  </a:lnTo>
                  <a:lnTo>
                    <a:pt x="1000" y="142052"/>
                  </a:lnTo>
                  <a:lnTo>
                    <a:pt x="498" y="147344"/>
                  </a:lnTo>
                  <a:lnTo>
                    <a:pt x="164" y="152649"/>
                  </a:lnTo>
                  <a:lnTo>
                    <a:pt x="0" y="157963"/>
                  </a:lnTo>
                  <a:lnTo>
                    <a:pt x="4" y="163279"/>
                  </a:lnTo>
                  <a:lnTo>
                    <a:pt x="177" y="168592"/>
                  </a:lnTo>
                  <a:lnTo>
                    <a:pt x="519" y="173897"/>
                  </a:lnTo>
                  <a:lnTo>
                    <a:pt x="1030" y="179189"/>
                  </a:lnTo>
                  <a:lnTo>
                    <a:pt x="1708" y="184461"/>
                  </a:lnTo>
                  <a:lnTo>
                    <a:pt x="2554" y="189709"/>
                  </a:lnTo>
                  <a:lnTo>
                    <a:pt x="3566" y="194928"/>
                  </a:lnTo>
                  <a:lnTo>
                    <a:pt x="4744" y="200112"/>
                  </a:lnTo>
                  <a:lnTo>
                    <a:pt x="6086" y="205256"/>
                  </a:lnTo>
                  <a:lnTo>
                    <a:pt x="7591" y="210354"/>
                  </a:lnTo>
                  <a:lnTo>
                    <a:pt x="9257" y="215403"/>
                  </a:lnTo>
                  <a:lnTo>
                    <a:pt x="11083" y="220395"/>
                  </a:lnTo>
                  <a:lnTo>
                    <a:pt x="13067" y="225327"/>
                  </a:lnTo>
                  <a:lnTo>
                    <a:pt x="15206" y="230194"/>
                  </a:lnTo>
                  <a:lnTo>
                    <a:pt x="17500" y="234990"/>
                  </a:lnTo>
                  <a:lnTo>
                    <a:pt x="19944" y="239710"/>
                  </a:lnTo>
                  <a:lnTo>
                    <a:pt x="22538" y="244351"/>
                  </a:lnTo>
                  <a:lnTo>
                    <a:pt x="25277" y="248907"/>
                  </a:lnTo>
                  <a:lnTo>
                    <a:pt x="28160" y="253373"/>
                  </a:lnTo>
                  <a:lnTo>
                    <a:pt x="31184" y="257745"/>
                  </a:lnTo>
                  <a:lnTo>
                    <a:pt x="34345" y="262019"/>
                  </a:lnTo>
                  <a:lnTo>
                    <a:pt x="37641" y="266191"/>
                  </a:lnTo>
                  <a:lnTo>
                    <a:pt x="41067" y="270255"/>
                  </a:lnTo>
                  <a:lnTo>
                    <a:pt x="44621" y="274208"/>
                  </a:lnTo>
                  <a:lnTo>
                    <a:pt x="48299" y="278047"/>
                  </a:lnTo>
                  <a:lnTo>
                    <a:pt x="52097" y="281766"/>
                  </a:lnTo>
                  <a:lnTo>
                    <a:pt x="56011" y="285363"/>
                  </a:lnTo>
                  <a:lnTo>
                    <a:pt x="60038" y="288834"/>
                  </a:lnTo>
                  <a:lnTo>
                    <a:pt x="64173" y="292175"/>
                  </a:lnTo>
                  <a:lnTo>
                    <a:pt x="68412" y="295382"/>
                  </a:lnTo>
                  <a:lnTo>
                    <a:pt x="72751" y="298454"/>
                  </a:lnTo>
                  <a:lnTo>
                    <a:pt x="77186" y="301385"/>
                  </a:lnTo>
                  <a:lnTo>
                    <a:pt x="81711" y="304175"/>
                  </a:lnTo>
                  <a:lnTo>
                    <a:pt x="86323" y="306819"/>
                  </a:lnTo>
                  <a:lnTo>
                    <a:pt x="91017" y="309315"/>
                  </a:lnTo>
                  <a:lnTo>
                    <a:pt x="95788" y="311660"/>
                  </a:lnTo>
                  <a:lnTo>
                    <a:pt x="100630" y="313853"/>
                  </a:lnTo>
                  <a:lnTo>
                    <a:pt x="105540" y="315890"/>
                  </a:lnTo>
                  <a:lnTo>
                    <a:pt x="110513" y="317770"/>
                  </a:lnTo>
                  <a:lnTo>
                    <a:pt x="115542" y="319492"/>
                  </a:lnTo>
                  <a:lnTo>
                    <a:pt x="120624" y="321052"/>
                  </a:lnTo>
                  <a:lnTo>
                    <a:pt x="125753" y="322450"/>
                  </a:lnTo>
                  <a:lnTo>
                    <a:pt x="130924" y="323685"/>
                  </a:lnTo>
                  <a:lnTo>
                    <a:pt x="136131" y="324754"/>
                  </a:lnTo>
                  <a:lnTo>
                    <a:pt x="141370" y="325657"/>
                  </a:lnTo>
                  <a:lnTo>
                    <a:pt x="146635" y="326393"/>
                  </a:lnTo>
                  <a:lnTo>
                    <a:pt x="151920" y="326961"/>
                  </a:lnTo>
                  <a:lnTo>
                    <a:pt x="157221" y="327361"/>
                  </a:lnTo>
                  <a:lnTo>
                    <a:pt x="162532" y="327593"/>
                  </a:lnTo>
                  <a:lnTo>
                    <a:pt x="167148" y="1604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81600" y="941493"/>
              <a:ext cx="171782" cy="334333"/>
            </a:xfrm>
            <a:custGeom>
              <a:avLst/>
              <a:pathLst>
                <a:path w="171782" h="334333">
                  <a:moveTo>
                    <a:pt x="0" y="334271"/>
                  </a:moveTo>
                  <a:lnTo>
                    <a:pt x="5350" y="334333"/>
                  </a:lnTo>
                  <a:lnTo>
                    <a:pt x="10700" y="334224"/>
                  </a:lnTo>
                  <a:lnTo>
                    <a:pt x="16044" y="333943"/>
                  </a:lnTo>
                  <a:lnTo>
                    <a:pt x="21376" y="333492"/>
                  </a:lnTo>
                  <a:lnTo>
                    <a:pt x="26691" y="332870"/>
                  </a:lnTo>
                  <a:lnTo>
                    <a:pt x="31984" y="332079"/>
                  </a:lnTo>
                  <a:lnTo>
                    <a:pt x="37248" y="331118"/>
                  </a:lnTo>
                  <a:lnTo>
                    <a:pt x="42479" y="329990"/>
                  </a:lnTo>
                  <a:lnTo>
                    <a:pt x="47671" y="328695"/>
                  </a:lnTo>
                  <a:lnTo>
                    <a:pt x="52819" y="327234"/>
                  </a:lnTo>
                  <a:lnTo>
                    <a:pt x="57917" y="325609"/>
                  </a:lnTo>
                  <a:lnTo>
                    <a:pt x="62961" y="323822"/>
                  </a:lnTo>
                  <a:lnTo>
                    <a:pt x="67945" y="321874"/>
                  </a:lnTo>
                  <a:lnTo>
                    <a:pt x="72864" y="319768"/>
                  </a:lnTo>
                  <a:lnTo>
                    <a:pt x="77714" y="317505"/>
                  </a:lnTo>
                  <a:lnTo>
                    <a:pt x="82488" y="315088"/>
                  </a:lnTo>
                  <a:lnTo>
                    <a:pt x="87183" y="312520"/>
                  </a:lnTo>
                  <a:lnTo>
                    <a:pt x="91793" y="309803"/>
                  </a:lnTo>
                  <a:lnTo>
                    <a:pt x="96313" y="306940"/>
                  </a:lnTo>
                  <a:lnTo>
                    <a:pt x="100740" y="303933"/>
                  </a:lnTo>
                  <a:lnTo>
                    <a:pt x="105068" y="300786"/>
                  </a:lnTo>
                  <a:lnTo>
                    <a:pt x="109293" y="297503"/>
                  </a:lnTo>
                  <a:lnTo>
                    <a:pt x="113411" y="294086"/>
                  </a:lnTo>
                  <a:lnTo>
                    <a:pt x="117418" y="290538"/>
                  </a:lnTo>
                  <a:lnTo>
                    <a:pt x="121309" y="286865"/>
                  </a:lnTo>
                  <a:lnTo>
                    <a:pt x="125080" y="283068"/>
                  </a:lnTo>
                  <a:lnTo>
                    <a:pt x="128728" y="279153"/>
                  </a:lnTo>
                  <a:lnTo>
                    <a:pt x="132249" y="275123"/>
                  </a:lnTo>
                  <a:lnTo>
                    <a:pt x="135639" y="270983"/>
                  </a:lnTo>
                  <a:lnTo>
                    <a:pt x="138894" y="266736"/>
                  </a:lnTo>
                  <a:lnTo>
                    <a:pt x="142012" y="262387"/>
                  </a:lnTo>
                  <a:lnTo>
                    <a:pt x="144990" y="257941"/>
                  </a:lnTo>
                  <a:lnTo>
                    <a:pt x="147823" y="253401"/>
                  </a:lnTo>
                  <a:lnTo>
                    <a:pt x="150510" y="248774"/>
                  </a:lnTo>
                  <a:lnTo>
                    <a:pt x="153047" y="244062"/>
                  </a:lnTo>
                  <a:lnTo>
                    <a:pt x="155432" y="239272"/>
                  </a:lnTo>
                  <a:lnTo>
                    <a:pt x="157663" y="234408"/>
                  </a:lnTo>
                  <a:lnTo>
                    <a:pt x="159737" y="229475"/>
                  </a:lnTo>
                  <a:lnTo>
                    <a:pt x="161651" y="224478"/>
                  </a:lnTo>
                  <a:lnTo>
                    <a:pt x="163405" y="219422"/>
                  </a:lnTo>
                  <a:lnTo>
                    <a:pt x="164996" y="214313"/>
                  </a:lnTo>
                  <a:lnTo>
                    <a:pt x="166423" y="209156"/>
                  </a:lnTo>
                  <a:lnTo>
                    <a:pt x="167684" y="203955"/>
                  </a:lnTo>
                  <a:lnTo>
                    <a:pt x="168778" y="198717"/>
                  </a:lnTo>
                  <a:lnTo>
                    <a:pt x="169704" y="193447"/>
                  </a:lnTo>
                  <a:lnTo>
                    <a:pt x="170460" y="188149"/>
                  </a:lnTo>
                  <a:lnTo>
                    <a:pt x="171047" y="182830"/>
                  </a:lnTo>
                  <a:lnTo>
                    <a:pt x="171463" y="177496"/>
                  </a:lnTo>
                  <a:lnTo>
                    <a:pt x="171708" y="172150"/>
                  </a:lnTo>
                  <a:lnTo>
                    <a:pt x="171782" y="166799"/>
                  </a:lnTo>
                  <a:lnTo>
                    <a:pt x="171685" y="161449"/>
                  </a:lnTo>
                  <a:lnTo>
                    <a:pt x="171416" y="156105"/>
                  </a:lnTo>
                  <a:lnTo>
                    <a:pt x="170977" y="150772"/>
                  </a:lnTo>
                  <a:lnTo>
                    <a:pt x="170367" y="145455"/>
                  </a:lnTo>
                  <a:lnTo>
                    <a:pt x="169587" y="140161"/>
                  </a:lnTo>
                  <a:lnTo>
                    <a:pt x="168638" y="134895"/>
                  </a:lnTo>
                  <a:lnTo>
                    <a:pt x="167521" y="129662"/>
                  </a:lnTo>
                  <a:lnTo>
                    <a:pt x="166237" y="124467"/>
                  </a:lnTo>
                  <a:lnTo>
                    <a:pt x="164787" y="119316"/>
                  </a:lnTo>
                  <a:lnTo>
                    <a:pt x="163174" y="114213"/>
                  </a:lnTo>
                  <a:lnTo>
                    <a:pt x="161398" y="109166"/>
                  </a:lnTo>
                  <a:lnTo>
                    <a:pt x="159461" y="104177"/>
                  </a:lnTo>
                  <a:lnTo>
                    <a:pt x="157366" y="99253"/>
                  </a:lnTo>
                  <a:lnTo>
                    <a:pt x="155114" y="94399"/>
                  </a:lnTo>
                  <a:lnTo>
                    <a:pt x="152707" y="89620"/>
                  </a:lnTo>
                  <a:lnTo>
                    <a:pt x="150150" y="84919"/>
                  </a:lnTo>
                  <a:lnTo>
                    <a:pt x="147442" y="80303"/>
                  </a:lnTo>
                  <a:lnTo>
                    <a:pt x="144589" y="75776"/>
                  </a:lnTo>
                  <a:lnTo>
                    <a:pt x="141592" y="71343"/>
                  </a:lnTo>
                  <a:lnTo>
                    <a:pt x="138455" y="67008"/>
                  </a:lnTo>
                  <a:lnTo>
                    <a:pt x="135181" y="62776"/>
                  </a:lnTo>
                  <a:lnTo>
                    <a:pt x="131773" y="58650"/>
                  </a:lnTo>
                  <a:lnTo>
                    <a:pt x="128234" y="54636"/>
                  </a:lnTo>
                  <a:lnTo>
                    <a:pt x="124569" y="50737"/>
                  </a:lnTo>
                  <a:lnTo>
                    <a:pt x="120781" y="46957"/>
                  </a:lnTo>
                  <a:lnTo>
                    <a:pt x="116874" y="43301"/>
                  </a:lnTo>
                  <a:lnTo>
                    <a:pt x="112852" y="39771"/>
                  </a:lnTo>
                  <a:lnTo>
                    <a:pt x="108719" y="36372"/>
                  </a:lnTo>
                  <a:lnTo>
                    <a:pt x="104479" y="33107"/>
                  </a:lnTo>
                  <a:lnTo>
                    <a:pt x="100137" y="29979"/>
                  </a:lnTo>
                  <a:lnTo>
                    <a:pt x="95698" y="26992"/>
                  </a:lnTo>
                  <a:lnTo>
                    <a:pt x="91164" y="24149"/>
                  </a:lnTo>
                  <a:lnTo>
                    <a:pt x="86542" y="21452"/>
                  </a:lnTo>
                  <a:lnTo>
                    <a:pt x="81837" y="18904"/>
                  </a:lnTo>
                  <a:lnTo>
                    <a:pt x="77052" y="16509"/>
                  </a:lnTo>
                  <a:lnTo>
                    <a:pt x="72192" y="14267"/>
                  </a:lnTo>
                  <a:lnTo>
                    <a:pt x="67264" y="12183"/>
                  </a:lnTo>
                  <a:lnTo>
                    <a:pt x="62271" y="10257"/>
                  </a:lnTo>
                  <a:lnTo>
                    <a:pt x="57220" y="8492"/>
                  </a:lnTo>
                  <a:lnTo>
                    <a:pt x="52114" y="6890"/>
                  </a:lnTo>
                  <a:lnTo>
                    <a:pt x="46960" y="5452"/>
                  </a:lnTo>
                  <a:lnTo>
                    <a:pt x="41762" y="4179"/>
                  </a:lnTo>
                  <a:lnTo>
                    <a:pt x="36526" y="3074"/>
                  </a:lnTo>
                  <a:lnTo>
                    <a:pt x="31258" y="2136"/>
                  </a:lnTo>
                  <a:lnTo>
                    <a:pt x="25962" y="1368"/>
                  </a:lnTo>
                  <a:lnTo>
                    <a:pt x="20645" y="770"/>
                  </a:lnTo>
                  <a:lnTo>
                    <a:pt x="15311" y="342"/>
                  </a:lnTo>
                  <a:lnTo>
                    <a:pt x="9966" y="85"/>
                  </a:lnTo>
                  <a:lnTo>
                    <a:pt x="4615" y="0"/>
                  </a:lnTo>
                  <a:lnTo>
                    <a:pt x="46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4" y="1071028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699" y="89"/>
                  </a:lnTo>
                  <a:lnTo>
                    <a:pt x="156237" y="357"/>
                  </a:lnTo>
                  <a:lnTo>
                    <a:pt x="150786" y="804"/>
                  </a:lnTo>
                  <a:lnTo>
                    <a:pt x="145353" y="1429"/>
                  </a:lnTo>
                  <a:lnTo>
                    <a:pt x="139944" y="2231"/>
                  </a:lnTo>
                  <a:lnTo>
                    <a:pt x="134563" y="3210"/>
                  </a:lnTo>
                  <a:lnTo>
                    <a:pt x="129218" y="4364"/>
                  </a:lnTo>
                  <a:lnTo>
                    <a:pt x="123913" y="5692"/>
                  </a:lnTo>
                  <a:lnTo>
                    <a:pt x="118654" y="7194"/>
                  </a:lnTo>
                  <a:lnTo>
                    <a:pt x="113447" y="8866"/>
                  </a:lnTo>
                  <a:lnTo>
                    <a:pt x="108298" y="10708"/>
                  </a:lnTo>
                  <a:lnTo>
                    <a:pt x="103212" y="12717"/>
                  </a:lnTo>
                  <a:lnTo>
                    <a:pt x="98194" y="14892"/>
                  </a:lnTo>
                  <a:lnTo>
                    <a:pt x="93250" y="17229"/>
                  </a:lnTo>
                  <a:lnTo>
                    <a:pt x="88385" y="19728"/>
                  </a:lnTo>
                  <a:lnTo>
                    <a:pt x="83605" y="22383"/>
                  </a:lnTo>
                  <a:lnTo>
                    <a:pt x="78913" y="25194"/>
                  </a:lnTo>
                  <a:lnTo>
                    <a:pt x="74317" y="28157"/>
                  </a:lnTo>
                  <a:lnTo>
                    <a:pt x="69819" y="31268"/>
                  </a:lnTo>
                  <a:lnTo>
                    <a:pt x="65426" y="34525"/>
                  </a:lnTo>
                  <a:lnTo>
                    <a:pt x="61142" y="37924"/>
                  </a:lnTo>
                  <a:lnTo>
                    <a:pt x="56971" y="41461"/>
                  </a:lnTo>
                  <a:lnTo>
                    <a:pt x="52918" y="45133"/>
                  </a:lnTo>
                  <a:lnTo>
                    <a:pt x="48988" y="48936"/>
                  </a:lnTo>
                  <a:lnTo>
                    <a:pt x="45184" y="52864"/>
                  </a:lnTo>
                  <a:lnTo>
                    <a:pt x="41510" y="56916"/>
                  </a:lnTo>
                  <a:lnTo>
                    <a:pt x="37971" y="61085"/>
                  </a:lnTo>
                  <a:lnTo>
                    <a:pt x="34570" y="65368"/>
                  </a:lnTo>
                  <a:lnTo>
                    <a:pt x="31311" y="69759"/>
                  </a:lnTo>
                  <a:lnTo>
                    <a:pt x="28198" y="74255"/>
                  </a:lnTo>
                  <a:lnTo>
                    <a:pt x="25233" y="78851"/>
                  </a:lnTo>
                  <a:lnTo>
                    <a:pt x="22420" y="83541"/>
                  </a:lnTo>
                  <a:lnTo>
                    <a:pt x="19762" y="88320"/>
                  </a:lnTo>
                  <a:lnTo>
                    <a:pt x="17262" y="93184"/>
                  </a:lnTo>
                  <a:lnTo>
                    <a:pt x="14922" y="98127"/>
                  </a:lnTo>
                  <a:lnTo>
                    <a:pt x="12746" y="103144"/>
                  </a:lnTo>
                  <a:lnTo>
                    <a:pt x="10734" y="108229"/>
                  </a:lnTo>
                  <a:lnTo>
                    <a:pt x="8890" y="113377"/>
                  </a:lnTo>
                  <a:lnTo>
                    <a:pt x="7215" y="118583"/>
                  </a:lnTo>
                  <a:lnTo>
                    <a:pt x="5712" y="123841"/>
                  </a:lnTo>
                  <a:lnTo>
                    <a:pt x="4381" y="129146"/>
                  </a:lnTo>
                  <a:lnTo>
                    <a:pt x="3224" y="134491"/>
                  </a:lnTo>
                  <a:lnTo>
                    <a:pt x="2243" y="139871"/>
                  </a:lnTo>
                  <a:lnTo>
                    <a:pt x="1438" y="145280"/>
                  </a:lnTo>
                  <a:lnTo>
                    <a:pt x="811" y="150713"/>
                  </a:lnTo>
                  <a:lnTo>
                    <a:pt x="362" y="156163"/>
                  </a:lnTo>
                  <a:lnTo>
                    <a:pt x="91" y="161625"/>
                  </a:lnTo>
                  <a:lnTo>
                    <a:pt x="0" y="16709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4" y="1238122"/>
              <a:ext cx="167167" cy="73"/>
            </a:xfrm>
            <a:custGeom>
              <a:avLst/>
              <a:pathLst>
                <a:path w="167167" h="73">
                  <a:moveTo>
                    <a:pt x="0" y="0"/>
                  </a:moveTo>
                  <a:lnTo>
                    <a:pt x="167167" y="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7334" y="1073801"/>
              <a:ext cx="334332" cy="331548"/>
            </a:xfrm>
            <a:custGeom>
              <a:avLst/>
              <a:pathLst>
                <a:path w="334332" h="331548">
                  <a:moveTo>
                    <a:pt x="0" y="164320"/>
                  </a:moveTo>
                  <a:lnTo>
                    <a:pt x="81" y="169615"/>
                  </a:lnTo>
                  <a:lnTo>
                    <a:pt x="330" y="174906"/>
                  </a:lnTo>
                  <a:lnTo>
                    <a:pt x="747" y="180185"/>
                  </a:lnTo>
                  <a:lnTo>
                    <a:pt x="1331" y="185449"/>
                  </a:lnTo>
                  <a:lnTo>
                    <a:pt x="2081" y="190691"/>
                  </a:lnTo>
                  <a:lnTo>
                    <a:pt x="2997" y="195907"/>
                  </a:lnTo>
                  <a:lnTo>
                    <a:pt x="4077" y="201092"/>
                  </a:lnTo>
                  <a:lnTo>
                    <a:pt x="5321" y="206239"/>
                  </a:lnTo>
                  <a:lnTo>
                    <a:pt x="6728" y="211345"/>
                  </a:lnTo>
                  <a:lnTo>
                    <a:pt x="8296" y="216403"/>
                  </a:lnTo>
                  <a:lnTo>
                    <a:pt x="10023" y="221410"/>
                  </a:lnTo>
                  <a:lnTo>
                    <a:pt x="11908" y="226359"/>
                  </a:lnTo>
                  <a:lnTo>
                    <a:pt x="13949" y="231246"/>
                  </a:lnTo>
                  <a:lnTo>
                    <a:pt x="16143" y="236066"/>
                  </a:lnTo>
                  <a:lnTo>
                    <a:pt x="18489" y="240813"/>
                  </a:lnTo>
                  <a:lnTo>
                    <a:pt x="20985" y="245485"/>
                  </a:lnTo>
                  <a:lnTo>
                    <a:pt x="23627" y="250074"/>
                  </a:lnTo>
                  <a:lnTo>
                    <a:pt x="26413" y="254578"/>
                  </a:lnTo>
                  <a:lnTo>
                    <a:pt x="29340" y="258991"/>
                  </a:lnTo>
                  <a:lnTo>
                    <a:pt x="32406" y="263310"/>
                  </a:lnTo>
                  <a:lnTo>
                    <a:pt x="35606" y="267529"/>
                  </a:lnTo>
                  <a:lnTo>
                    <a:pt x="38939" y="271644"/>
                  </a:lnTo>
                  <a:lnTo>
                    <a:pt x="42401" y="275652"/>
                  </a:lnTo>
                  <a:lnTo>
                    <a:pt x="45988" y="279549"/>
                  </a:lnTo>
                  <a:lnTo>
                    <a:pt x="49696" y="283329"/>
                  </a:lnTo>
                  <a:lnTo>
                    <a:pt x="53523" y="286991"/>
                  </a:lnTo>
                  <a:lnTo>
                    <a:pt x="57463" y="290529"/>
                  </a:lnTo>
                  <a:lnTo>
                    <a:pt x="61514" y="293941"/>
                  </a:lnTo>
                  <a:lnTo>
                    <a:pt x="65670" y="297222"/>
                  </a:lnTo>
                  <a:lnTo>
                    <a:pt x="69928" y="300371"/>
                  </a:lnTo>
                  <a:lnTo>
                    <a:pt x="74284" y="303383"/>
                  </a:lnTo>
                  <a:lnTo>
                    <a:pt x="78734" y="306255"/>
                  </a:lnTo>
                  <a:lnTo>
                    <a:pt x="83272" y="308985"/>
                  </a:lnTo>
                  <a:lnTo>
                    <a:pt x="87894" y="311570"/>
                  </a:lnTo>
                  <a:lnTo>
                    <a:pt x="92596" y="314007"/>
                  </a:lnTo>
                  <a:lnTo>
                    <a:pt x="97372" y="316294"/>
                  </a:lnTo>
                  <a:lnTo>
                    <a:pt x="102219" y="318429"/>
                  </a:lnTo>
                  <a:lnTo>
                    <a:pt x="107131" y="320409"/>
                  </a:lnTo>
                  <a:lnTo>
                    <a:pt x="112103" y="322232"/>
                  </a:lnTo>
                  <a:lnTo>
                    <a:pt x="117130" y="323897"/>
                  </a:lnTo>
                  <a:lnTo>
                    <a:pt x="122208" y="325402"/>
                  </a:lnTo>
                  <a:lnTo>
                    <a:pt x="127330" y="326746"/>
                  </a:lnTo>
                  <a:lnTo>
                    <a:pt x="132493" y="327926"/>
                  </a:lnTo>
                  <a:lnTo>
                    <a:pt x="137690" y="328942"/>
                  </a:lnTo>
                  <a:lnTo>
                    <a:pt x="142917" y="329793"/>
                  </a:lnTo>
                  <a:lnTo>
                    <a:pt x="148169" y="330479"/>
                  </a:lnTo>
                  <a:lnTo>
                    <a:pt x="153439" y="330997"/>
                  </a:lnTo>
                  <a:lnTo>
                    <a:pt x="158723" y="331348"/>
                  </a:lnTo>
                  <a:lnTo>
                    <a:pt x="164016" y="331532"/>
                  </a:lnTo>
                  <a:lnTo>
                    <a:pt x="169312" y="331548"/>
                  </a:lnTo>
                  <a:lnTo>
                    <a:pt x="174606" y="331396"/>
                  </a:lnTo>
                  <a:lnTo>
                    <a:pt x="179892" y="331077"/>
                  </a:lnTo>
                  <a:lnTo>
                    <a:pt x="185165" y="330590"/>
                  </a:lnTo>
                  <a:lnTo>
                    <a:pt x="190421" y="329936"/>
                  </a:lnTo>
                  <a:lnTo>
                    <a:pt x="195653" y="329117"/>
                  </a:lnTo>
                  <a:lnTo>
                    <a:pt x="200856" y="328132"/>
                  </a:lnTo>
                  <a:lnTo>
                    <a:pt x="206026" y="326982"/>
                  </a:lnTo>
                  <a:lnTo>
                    <a:pt x="211157" y="325670"/>
                  </a:lnTo>
                  <a:lnTo>
                    <a:pt x="216243" y="324196"/>
                  </a:lnTo>
                  <a:lnTo>
                    <a:pt x="221280" y="322561"/>
                  </a:lnTo>
                  <a:lnTo>
                    <a:pt x="226263" y="320767"/>
                  </a:lnTo>
                  <a:lnTo>
                    <a:pt x="231187" y="318817"/>
                  </a:lnTo>
                  <a:lnTo>
                    <a:pt x="236046" y="316712"/>
                  </a:lnTo>
                  <a:lnTo>
                    <a:pt x="240837" y="314453"/>
                  </a:lnTo>
                  <a:lnTo>
                    <a:pt x="245553" y="312044"/>
                  </a:lnTo>
                  <a:lnTo>
                    <a:pt x="250191" y="309487"/>
                  </a:lnTo>
                  <a:lnTo>
                    <a:pt x="254745" y="306785"/>
                  </a:lnTo>
                  <a:lnTo>
                    <a:pt x="259211" y="303939"/>
                  </a:lnTo>
                  <a:lnTo>
                    <a:pt x="263585" y="300953"/>
                  </a:lnTo>
                  <a:lnTo>
                    <a:pt x="267863" y="297831"/>
                  </a:lnTo>
                  <a:lnTo>
                    <a:pt x="272039" y="294574"/>
                  </a:lnTo>
                  <a:lnTo>
                    <a:pt x="276110" y="291187"/>
                  </a:lnTo>
                  <a:lnTo>
                    <a:pt x="280072" y="287672"/>
                  </a:lnTo>
                  <a:lnTo>
                    <a:pt x="283920" y="284034"/>
                  </a:lnTo>
                  <a:lnTo>
                    <a:pt x="287651" y="280276"/>
                  </a:lnTo>
                  <a:lnTo>
                    <a:pt x="291261" y="276401"/>
                  </a:lnTo>
                  <a:lnTo>
                    <a:pt x="294747" y="272414"/>
                  </a:lnTo>
                  <a:lnTo>
                    <a:pt x="298105" y="268319"/>
                  </a:lnTo>
                  <a:lnTo>
                    <a:pt x="301331" y="264119"/>
                  </a:lnTo>
                  <a:lnTo>
                    <a:pt x="304422" y="259819"/>
                  </a:lnTo>
                  <a:lnTo>
                    <a:pt x="307376" y="255423"/>
                  </a:lnTo>
                  <a:lnTo>
                    <a:pt x="310189" y="250937"/>
                  </a:lnTo>
                  <a:lnTo>
                    <a:pt x="312859" y="246363"/>
                  </a:lnTo>
                  <a:lnTo>
                    <a:pt x="315382" y="241707"/>
                  </a:lnTo>
                  <a:lnTo>
                    <a:pt x="317757" y="236973"/>
                  </a:lnTo>
                  <a:lnTo>
                    <a:pt x="319980" y="232166"/>
                  </a:lnTo>
                  <a:lnTo>
                    <a:pt x="322050" y="227292"/>
                  </a:lnTo>
                  <a:lnTo>
                    <a:pt x="323965" y="222354"/>
                  </a:lnTo>
                  <a:lnTo>
                    <a:pt x="325722" y="217358"/>
                  </a:lnTo>
                  <a:lnTo>
                    <a:pt x="327320" y="212309"/>
                  </a:lnTo>
                  <a:lnTo>
                    <a:pt x="328758" y="207212"/>
                  </a:lnTo>
                  <a:lnTo>
                    <a:pt x="330033" y="202072"/>
                  </a:lnTo>
                  <a:lnTo>
                    <a:pt x="331145" y="196894"/>
                  </a:lnTo>
                  <a:lnTo>
                    <a:pt x="332092" y="191684"/>
                  </a:lnTo>
                  <a:lnTo>
                    <a:pt x="332873" y="186446"/>
                  </a:lnTo>
                  <a:lnTo>
                    <a:pt x="333489" y="181186"/>
                  </a:lnTo>
                  <a:lnTo>
                    <a:pt x="333937" y="175909"/>
                  </a:lnTo>
                  <a:lnTo>
                    <a:pt x="334218" y="170621"/>
                  </a:lnTo>
                  <a:lnTo>
                    <a:pt x="334332" y="165326"/>
                  </a:lnTo>
                  <a:lnTo>
                    <a:pt x="334277" y="160031"/>
                  </a:lnTo>
                  <a:lnTo>
                    <a:pt x="334055" y="154739"/>
                  </a:lnTo>
                  <a:lnTo>
                    <a:pt x="333666" y="149458"/>
                  </a:lnTo>
                  <a:lnTo>
                    <a:pt x="333109" y="144191"/>
                  </a:lnTo>
                  <a:lnTo>
                    <a:pt x="332386" y="138945"/>
                  </a:lnTo>
                  <a:lnTo>
                    <a:pt x="331497" y="133724"/>
                  </a:lnTo>
                  <a:lnTo>
                    <a:pt x="330443" y="128534"/>
                  </a:lnTo>
                  <a:lnTo>
                    <a:pt x="329225" y="123380"/>
                  </a:lnTo>
                  <a:lnTo>
                    <a:pt x="327845" y="118268"/>
                  </a:lnTo>
                  <a:lnTo>
                    <a:pt x="326303" y="113201"/>
                  </a:lnTo>
                  <a:lnTo>
                    <a:pt x="324601" y="108186"/>
                  </a:lnTo>
                  <a:lnTo>
                    <a:pt x="322742" y="103227"/>
                  </a:lnTo>
                  <a:lnTo>
                    <a:pt x="320726" y="98330"/>
                  </a:lnTo>
                  <a:lnTo>
                    <a:pt x="318557" y="93499"/>
                  </a:lnTo>
                  <a:lnTo>
                    <a:pt x="316235" y="88739"/>
                  </a:lnTo>
                  <a:lnTo>
                    <a:pt x="313764" y="84055"/>
                  </a:lnTo>
                  <a:lnTo>
                    <a:pt x="311145" y="79452"/>
                  </a:lnTo>
                  <a:lnTo>
                    <a:pt x="308382" y="74934"/>
                  </a:lnTo>
                  <a:lnTo>
                    <a:pt x="305478" y="70506"/>
                  </a:lnTo>
                  <a:lnTo>
                    <a:pt x="302434" y="66171"/>
                  </a:lnTo>
                  <a:lnTo>
                    <a:pt x="299255" y="61936"/>
                  </a:lnTo>
                  <a:lnTo>
                    <a:pt x="295943" y="57803"/>
                  </a:lnTo>
                  <a:lnTo>
                    <a:pt x="292502" y="53778"/>
                  </a:lnTo>
                  <a:lnTo>
                    <a:pt x="288936" y="49863"/>
                  </a:lnTo>
                  <a:lnTo>
                    <a:pt x="285247" y="46063"/>
                  </a:lnTo>
                  <a:lnTo>
                    <a:pt x="281439" y="42383"/>
                  </a:lnTo>
                  <a:lnTo>
                    <a:pt x="277517" y="38824"/>
                  </a:lnTo>
                  <a:lnTo>
                    <a:pt x="273484" y="35392"/>
                  </a:lnTo>
                  <a:lnTo>
                    <a:pt x="269344" y="32089"/>
                  </a:lnTo>
                  <a:lnTo>
                    <a:pt x="265102" y="28918"/>
                  </a:lnTo>
                  <a:lnTo>
                    <a:pt x="260762" y="25884"/>
                  </a:lnTo>
                  <a:lnTo>
                    <a:pt x="256327" y="22989"/>
                  </a:lnTo>
                  <a:lnTo>
                    <a:pt x="251803" y="20236"/>
                  </a:lnTo>
                  <a:lnTo>
                    <a:pt x="247194" y="17627"/>
                  </a:lnTo>
                  <a:lnTo>
                    <a:pt x="242505" y="15166"/>
                  </a:lnTo>
                  <a:lnTo>
                    <a:pt x="237740" y="12854"/>
                  </a:lnTo>
                  <a:lnTo>
                    <a:pt x="232905" y="10695"/>
                  </a:lnTo>
                  <a:lnTo>
                    <a:pt x="228003" y="8690"/>
                  </a:lnTo>
                  <a:lnTo>
                    <a:pt x="223041" y="6841"/>
                  </a:lnTo>
                  <a:lnTo>
                    <a:pt x="218022" y="5150"/>
                  </a:lnTo>
                  <a:lnTo>
                    <a:pt x="212952" y="3619"/>
                  </a:lnTo>
                  <a:lnTo>
                    <a:pt x="207836" y="2249"/>
                  </a:lnTo>
                  <a:lnTo>
                    <a:pt x="202680" y="1042"/>
                  </a:lnTo>
                  <a:lnTo>
                    <a:pt x="197488" y="0"/>
                  </a:lnTo>
                  <a:lnTo>
                    <a:pt x="167167" y="164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30320" cy="167167"/>
            </a:xfrm>
            <a:custGeom>
              <a:avLst/>
              <a:pathLst>
                <a:path w="30320" h="167167">
                  <a:moveTo>
                    <a:pt x="30320" y="2772"/>
                  </a:moveTo>
                  <a:lnTo>
                    <a:pt x="22795" y="1561"/>
                  </a:lnTo>
                  <a:lnTo>
                    <a:pt x="15223" y="694"/>
                  </a:lnTo>
                  <a:lnTo>
                    <a:pt x="7619" y="17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175" y="1322571"/>
              <a:ext cx="53545" cy="167167"/>
            </a:xfrm>
            <a:custGeom>
              <a:avLst/>
              <a:pathLst>
                <a:path w="53545" h="167167">
                  <a:moveTo>
                    <a:pt x="53545" y="0"/>
                  </a:moveTo>
                  <a:lnTo>
                    <a:pt x="47490" y="109"/>
                  </a:lnTo>
                  <a:lnTo>
                    <a:pt x="41443" y="438"/>
                  </a:lnTo>
                  <a:lnTo>
                    <a:pt x="35412" y="986"/>
                  </a:lnTo>
                  <a:lnTo>
                    <a:pt x="29405" y="1752"/>
                  </a:lnTo>
                  <a:lnTo>
                    <a:pt x="23429" y="2735"/>
                  </a:lnTo>
                  <a:lnTo>
                    <a:pt x="17493" y="3933"/>
                  </a:lnTo>
                  <a:lnTo>
                    <a:pt x="11604" y="5346"/>
                  </a:lnTo>
                  <a:lnTo>
                    <a:pt x="5771" y="6972"/>
                  </a:lnTo>
                  <a:lnTo>
                    <a:pt x="0" y="8807"/>
                  </a:lnTo>
                  <a:lnTo>
                    <a:pt x="5354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5175" y="1331379"/>
              <a:ext cx="53545" cy="158359"/>
            </a:xfrm>
            <a:custGeom>
              <a:avLst/>
              <a:pathLst>
                <a:path w="53545" h="158359">
                  <a:moveTo>
                    <a:pt x="0" y="0"/>
                  </a:moveTo>
                  <a:lnTo>
                    <a:pt x="53545" y="1583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61" y="1331379"/>
              <a:ext cx="334306" cy="325526"/>
            </a:xfrm>
            <a:custGeom>
              <a:avLst/>
              <a:pathLst>
                <a:path w="334306" h="325526">
                  <a:moveTo>
                    <a:pt x="113613" y="0"/>
                  </a:moveTo>
                  <a:lnTo>
                    <a:pt x="108626" y="1775"/>
                  </a:lnTo>
                  <a:lnTo>
                    <a:pt x="103697" y="3707"/>
                  </a:lnTo>
                  <a:lnTo>
                    <a:pt x="98831" y="5794"/>
                  </a:lnTo>
                  <a:lnTo>
                    <a:pt x="94034" y="8034"/>
                  </a:lnTo>
                  <a:lnTo>
                    <a:pt x="89311" y="10425"/>
                  </a:lnTo>
                  <a:lnTo>
                    <a:pt x="84665" y="12964"/>
                  </a:lnTo>
                  <a:lnTo>
                    <a:pt x="80102" y="15650"/>
                  </a:lnTo>
                  <a:lnTo>
                    <a:pt x="75627" y="18478"/>
                  </a:lnTo>
                  <a:lnTo>
                    <a:pt x="71243" y="21446"/>
                  </a:lnTo>
                  <a:lnTo>
                    <a:pt x="66956" y="24552"/>
                  </a:lnTo>
                  <a:lnTo>
                    <a:pt x="62769" y="27793"/>
                  </a:lnTo>
                  <a:lnTo>
                    <a:pt x="58687" y="31164"/>
                  </a:lnTo>
                  <a:lnTo>
                    <a:pt x="54714" y="34662"/>
                  </a:lnTo>
                  <a:lnTo>
                    <a:pt x="50853" y="38285"/>
                  </a:lnTo>
                  <a:lnTo>
                    <a:pt x="47109" y="42028"/>
                  </a:lnTo>
                  <a:lnTo>
                    <a:pt x="43485" y="45888"/>
                  </a:lnTo>
                  <a:lnTo>
                    <a:pt x="39986" y="49861"/>
                  </a:lnTo>
                  <a:lnTo>
                    <a:pt x="36614" y="53942"/>
                  </a:lnTo>
                  <a:lnTo>
                    <a:pt x="33373" y="58129"/>
                  </a:lnTo>
                  <a:lnTo>
                    <a:pt x="30266" y="62415"/>
                  </a:lnTo>
                  <a:lnTo>
                    <a:pt x="27297" y="66798"/>
                  </a:lnTo>
                  <a:lnTo>
                    <a:pt x="24467" y="71273"/>
                  </a:lnTo>
                  <a:lnTo>
                    <a:pt x="21781" y="75835"/>
                  </a:lnTo>
                  <a:lnTo>
                    <a:pt x="19241" y="80480"/>
                  </a:lnTo>
                  <a:lnTo>
                    <a:pt x="16849" y="85204"/>
                  </a:lnTo>
                  <a:lnTo>
                    <a:pt x="14608" y="90000"/>
                  </a:lnTo>
                  <a:lnTo>
                    <a:pt x="12520" y="94865"/>
                  </a:lnTo>
                  <a:lnTo>
                    <a:pt x="10587" y="99794"/>
                  </a:lnTo>
                  <a:lnTo>
                    <a:pt x="8811" y="104781"/>
                  </a:lnTo>
                  <a:lnTo>
                    <a:pt x="7193" y="109822"/>
                  </a:lnTo>
                  <a:lnTo>
                    <a:pt x="5737" y="114912"/>
                  </a:lnTo>
                  <a:lnTo>
                    <a:pt x="4442" y="120046"/>
                  </a:lnTo>
                  <a:lnTo>
                    <a:pt x="3310" y="125217"/>
                  </a:lnTo>
                  <a:lnTo>
                    <a:pt x="2343" y="130423"/>
                  </a:lnTo>
                  <a:lnTo>
                    <a:pt x="1541" y="135656"/>
                  </a:lnTo>
                  <a:lnTo>
                    <a:pt x="905" y="140912"/>
                  </a:lnTo>
                  <a:lnTo>
                    <a:pt x="436" y="146185"/>
                  </a:lnTo>
                  <a:lnTo>
                    <a:pt x="134" y="151471"/>
                  </a:lnTo>
                  <a:lnTo>
                    <a:pt x="0" y="156763"/>
                  </a:lnTo>
                  <a:lnTo>
                    <a:pt x="33" y="162057"/>
                  </a:lnTo>
                  <a:lnTo>
                    <a:pt x="234" y="167348"/>
                  </a:lnTo>
                  <a:lnTo>
                    <a:pt x="602" y="172629"/>
                  </a:lnTo>
                  <a:lnTo>
                    <a:pt x="1137" y="177896"/>
                  </a:lnTo>
                  <a:lnTo>
                    <a:pt x="1839" y="183144"/>
                  </a:lnTo>
                  <a:lnTo>
                    <a:pt x="2707" y="188366"/>
                  </a:lnTo>
                  <a:lnTo>
                    <a:pt x="3740" y="193559"/>
                  </a:lnTo>
                  <a:lnTo>
                    <a:pt x="4936" y="198716"/>
                  </a:lnTo>
                  <a:lnTo>
                    <a:pt x="6296" y="203833"/>
                  </a:lnTo>
                  <a:lnTo>
                    <a:pt x="7816" y="208904"/>
                  </a:lnTo>
                  <a:lnTo>
                    <a:pt x="9497" y="213924"/>
                  </a:lnTo>
                  <a:lnTo>
                    <a:pt x="11335" y="218889"/>
                  </a:lnTo>
                  <a:lnTo>
                    <a:pt x="13330" y="223793"/>
                  </a:lnTo>
                  <a:lnTo>
                    <a:pt x="15479" y="228631"/>
                  </a:lnTo>
                  <a:lnTo>
                    <a:pt x="17781" y="233399"/>
                  </a:lnTo>
                  <a:lnTo>
                    <a:pt x="20232" y="238092"/>
                  </a:lnTo>
                  <a:lnTo>
                    <a:pt x="22830" y="242704"/>
                  </a:lnTo>
                  <a:lnTo>
                    <a:pt x="25574" y="247233"/>
                  </a:lnTo>
                  <a:lnTo>
                    <a:pt x="28459" y="251671"/>
                  </a:lnTo>
                  <a:lnTo>
                    <a:pt x="31483" y="256017"/>
                  </a:lnTo>
                  <a:lnTo>
                    <a:pt x="34644" y="260264"/>
                  </a:lnTo>
                  <a:lnTo>
                    <a:pt x="37937" y="264409"/>
                  </a:lnTo>
                  <a:lnTo>
                    <a:pt x="41360" y="268448"/>
                  </a:lnTo>
                  <a:lnTo>
                    <a:pt x="44909" y="272376"/>
                  </a:lnTo>
                  <a:lnTo>
                    <a:pt x="48581" y="276190"/>
                  </a:lnTo>
                  <a:lnTo>
                    <a:pt x="52372" y="279886"/>
                  </a:lnTo>
                  <a:lnTo>
                    <a:pt x="56278" y="283460"/>
                  </a:lnTo>
                  <a:lnTo>
                    <a:pt x="60295" y="286909"/>
                  </a:lnTo>
                  <a:lnTo>
                    <a:pt x="64419" y="290228"/>
                  </a:lnTo>
                  <a:lnTo>
                    <a:pt x="68647" y="293415"/>
                  </a:lnTo>
                  <a:lnTo>
                    <a:pt x="72973" y="296467"/>
                  </a:lnTo>
                  <a:lnTo>
                    <a:pt x="77393" y="299380"/>
                  </a:lnTo>
                  <a:lnTo>
                    <a:pt x="81904" y="302152"/>
                  </a:lnTo>
                  <a:lnTo>
                    <a:pt x="86500" y="304780"/>
                  </a:lnTo>
                  <a:lnTo>
                    <a:pt x="91177" y="307261"/>
                  </a:lnTo>
                  <a:lnTo>
                    <a:pt x="95930" y="309592"/>
                  </a:lnTo>
                  <a:lnTo>
                    <a:pt x="100755" y="311772"/>
                  </a:lnTo>
                  <a:lnTo>
                    <a:pt x="105646" y="313798"/>
                  </a:lnTo>
                  <a:lnTo>
                    <a:pt x="110599" y="315668"/>
                  </a:lnTo>
                  <a:lnTo>
                    <a:pt x="115609" y="317380"/>
                  </a:lnTo>
                  <a:lnTo>
                    <a:pt x="120670" y="318932"/>
                  </a:lnTo>
                  <a:lnTo>
                    <a:pt x="125778" y="320324"/>
                  </a:lnTo>
                  <a:lnTo>
                    <a:pt x="130928" y="321553"/>
                  </a:lnTo>
                  <a:lnTo>
                    <a:pt x="136114" y="322619"/>
                  </a:lnTo>
                  <a:lnTo>
                    <a:pt x="141331" y="323519"/>
                  </a:lnTo>
                  <a:lnTo>
                    <a:pt x="146574" y="324254"/>
                  </a:lnTo>
                  <a:lnTo>
                    <a:pt x="151838" y="324823"/>
                  </a:lnTo>
                  <a:lnTo>
                    <a:pt x="157116" y="325225"/>
                  </a:lnTo>
                  <a:lnTo>
                    <a:pt x="162406" y="325459"/>
                  </a:lnTo>
                  <a:lnTo>
                    <a:pt x="167699" y="325526"/>
                  </a:lnTo>
                  <a:lnTo>
                    <a:pt x="172993" y="325425"/>
                  </a:lnTo>
                  <a:lnTo>
                    <a:pt x="178280" y="325156"/>
                  </a:lnTo>
                  <a:lnTo>
                    <a:pt x="183556" y="324721"/>
                  </a:lnTo>
                  <a:lnTo>
                    <a:pt x="188816" y="324118"/>
                  </a:lnTo>
                  <a:lnTo>
                    <a:pt x="194054" y="323349"/>
                  </a:lnTo>
                  <a:lnTo>
                    <a:pt x="199265" y="322415"/>
                  </a:lnTo>
                  <a:lnTo>
                    <a:pt x="204444" y="321316"/>
                  </a:lnTo>
                  <a:lnTo>
                    <a:pt x="209586" y="320053"/>
                  </a:lnTo>
                  <a:lnTo>
                    <a:pt x="214685" y="318629"/>
                  </a:lnTo>
                  <a:lnTo>
                    <a:pt x="219736" y="317043"/>
                  </a:lnTo>
                  <a:lnTo>
                    <a:pt x="224734" y="315299"/>
                  </a:lnTo>
                  <a:lnTo>
                    <a:pt x="229675" y="313397"/>
                  </a:lnTo>
                  <a:lnTo>
                    <a:pt x="234553" y="311340"/>
                  </a:lnTo>
                  <a:lnTo>
                    <a:pt x="239364" y="309129"/>
                  </a:lnTo>
                  <a:lnTo>
                    <a:pt x="244102" y="306767"/>
                  </a:lnTo>
                  <a:lnTo>
                    <a:pt x="248763" y="304256"/>
                  </a:lnTo>
                  <a:lnTo>
                    <a:pt x="253342" y="301599"/>
                  </a:lnTo>
                  <a:lnTo>
                    <a:pt x="257835" y="298798"/>
                  </a:lnTo>
                  <a:lnTo>
                    <a:pt x="262236" y="295856"/>
                  </a:lnTo>
                  <a:lnTo>
                    <a:pt x="266543" y="292776"/>
                  </a:lnTo>
                  <a:lnTo>
                    <a:pt x="270749" y="289562"/>
                  </a:lnTo>
                  <a:lnTo>
                    <a:pt x="274852" y="286216"/>
                  </a:lnTo>
                  <a:lnTo>
                    <a:pt x="278847" y="282741"/>
                  </a:lnTo>
                  <a:lnTo>
                    <a:pt x="282729" y="279142"/>
                  </a:lnTo>
                  <a:lnTo>
                    <a:pt x="286496" y="275422"/>
                  </a:lnTo>
                  <a:lnTo>
                    <a:pt x="290143" y="271584"/>
                  </a:lnTo>
                  <a:lnTo>
                    <a:pt x="293667" y="267633"/>
                  </a:lnTo>
                  <a:lnTo>
                    <a:pt x="297064" y="263572"/>
                  </a:lnTo>
                  <a:lnTo>
                    <a:pt x="300330" y="259406"/>
                  </a:lnTo>
                  <a:lnTo>
                    <a:pt x="303463" y="255138"/>
                  </a:lnTo>
                  <a:lnTo>
                    <a:pt x="306460" y="250773"/>
                  </a:lnTo>
                  <a:lnTo>
                    <a:pt x="309316" y="246316"/>
                  </a:lnTo>
                  <a:lnTo>
                    <a:pt x="312030" y="241770"/>
                  </a:lnTo>
                  <a:lnTo>
                    <a:pt x="314599" y="237141"/>
                  </a:lnTo>
                  <a:lnTo>
                    <a:pt x="317020" y="232433"/>
                  </a:lnTo>
                  <a:lnTo>
                    <a:pt x="319290" y="227650"/>
                  </a:lnTo>
                  <a:lnTo>
                    <a:pt x="321408" y="222798"/>
                  </a:lnTo>
                  <a:lnTo>
                    <a:pt x="323371" y="217881"/>
                  </a:lnTo>
                  <a:lnTo>
                    <a:pt x="325178" y="212904"/>
                  </a:lnTo>
                  <a:lnTo>
                    <a:pt x="326826" y="207873"/>
                  </a:lnTo>
                  <a:lnTo>
                    <a:pt x="328313" y="202792"/>
                  </a:lnTo>
                  <a:lnTo>
                    <a:pt x="329640" y="197667"/>
                  </a:lnTo>
                  <a:lnTo>
                    <a:pt x="330803" y="192502"/>
                  </a:lnTo>
                  <a:lnTo>
                    <a:pt x="331802" y="187303"/>
                  </a:lnTo>
                  <a:lnTo>
                    <a:pt x="332636" y="182075"/>
                  </a:lnTo>
                  <a:lnTo>
                    <a:pt x="333304" y="176823"/>
                  </a:lnTo>
                  <a:lnTo>
                    <a:pt x="333805" y="171553"/>
                  </a:lnTo>
                  <a:lnTo>
                    <a:pt x="334140" y="166269"/>
                  </a:lnTo>
                  <a:lnTo>
                    <a:pt x="334306" y="160977"/>
                  </a:lnTo>
                  <a:lnTo>
                    <a:pt x="334305" y="155683"/>
                  </a:lnTo>
                  <a:lnTo>
                    <a:pt x="334137" y="150392"/>
                  </a:lnTo>
                  <a:lnTo>
                    <a:pt x="333801" y="145108"/>
                  </a:lnTo>
                  <a:lnTo>
                    <a:pt x="333298" y="139838"/>
                  </a:lnTo>
                  <a:lnTo>
                    <a:pt x="332628" y="134586"/>
                  </a:lnTo>
                  <a:lnTo>
                    <a:pt x="331792" y="129358"/>
                  </a:lnTo>
                  <a:lnTo>
                    <a:pt x="330791" y="124160"/>
                  </a:lnTo>
                  <a:lnTo>
                    <a:pt x="329626" y="118995"/>
                  </a:lnTo>
                  <a:lnTo>
                    <a:pt x="328298" y="113870"/>
                  </a:lnTo>
                  <a:lnTo>
                    <a:pt x="326808" y="108790"/>
                  </a:lnTo>
                  <a:lnTo>
                    <a:pt x="325159" y="103759"/>
                  </a:lnTo>
                  <a:lnTo>
                    <a:pt x="323350" y="98783"/>
                  </a:lnTo>
                  <a:lnTo>
                    <a:pt x="321386" y="93867"/>
                  </a:lnTo>
                  <a:lnTo>
                    <a:pt x="319266" y="89016"/>
                  </a:lnTo>
                  <a:lnTo>
                    <a:pt x="316994" y="84234"/>
                  </a:lnTo>
                  <a:lnTo>
                    <a:pt x="314571" y="79526"/>
                  </a:lnTo>
                  <a:lnTo>
                    <a:pt x="312001" y="74898"/>
                  </a:lnTo>
                  <a:lnTo>
                    <a:pt x="309286" y="70353"/>
                  </a:lnTo>
                  <a:lnTo>
                    <a:pt x="306428" y="65897"/>
                  </a:lnTo>
                  <a:lnTo>
                    <a:pt x="303430" y="61533"/>
                  </a:lnTo>
                  <a:lnTo>
                    <a:pt x="300295" y="57266"/>
                  </a:lnTo>
                  <a:lnTo>
                    <a:pt x="297027" y="53101"/>
                  </a:lnTo>
                  <a:lnTo>
                    <a:pt x="293629" y="49042"/>
                  </a:lnTo>
                  <a:lnTo>
                    <a:pt x="290104" y="45092"/>
                  </a:lnTo>
                  <a:lnTo>
                    <a:pt x="286456" y="41255"/>
                  </a:lnTo>
                  <a:lnTo>
                    <a:pt x="282688" y="37536"/>
                  </a:lnTo>
                  <a:lnTo>
                    <a:pt x="278804" y="33939"/>
                  </a:lnTo>
                  <a:lnTo>
                    <a:pt x="274808" y="30466"/>
                  </a:lnTo>
                  <a:lnTo>
                    <a:pt x="270704" y="27121"/>
                  </a:lnTo>
                  <a:lnTo>
                    <a:pt x="266496" y="23908"/>
                  </a:lnTo>
                  <a:lnTo>
                    <a:pt x="262189" y="20830"/>
                  </a:lnTo>
                  <a:lnTo>
                    <a:pt x="257786" y="17889"/>
                  </a:lnTo>
                  <a:lnTo>
                    <a:pt x="253292" y="15090"/>
                  </a:lnTo>
                  <a:lnTo>
                    <a:pt x="248712" y="12434"/>
                  </a:lnTo>
                  <a:lnTo>
                    <a:pt x="167159" y="1583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81553" cy="167167"/>
            </a:xfrm>
            <a:custGeom>
              <a:avLst/>
              <a:pathLst>
                <a:path w="81553" h="167167">
                  <a:moveTo>
                    <a:pt x="81553" y="21242"/>
                  </a:moveTo>
                  <a:lnTo>
                    <a:pt x="76549" y="18556"/>
                  </a:lnTo>
                  <a:lnTo>
                    <a:pt x="71456" y="16042"/>
                  </a:lnTo>
                  <a:lnTo>
                    <a:pt x="66282" y="13702"/>
                  </a:lnTo>
                  <a:lnTo>
                    <a:pt x="61030" y="11539"/>
                  </a:lnTo>
                  <a:lnTo>
                    <a:pt x="55709" y="9555"/>
                  </a:lnTo>
                  <a:lnTo>
                    <a:pt x="50323" y="7754"/>
                  </a:lnTo>
                  <a:lnTo>
                    <a:pt x="44879" y="6136"/>
                  </a:lnTo>
                  <a:lnTo>
                    <a:pt x="39383" y="4705"/>
                  </a:lnTo>
                  <a:lnTo>
                    <a:pt x="33841" y="3461"/>
                  </a:lnTo>
                  <a:lnTo>
                    <a:pt x="28261" y="2406"/>
                  </a:lnTo>
                  <a:lnTo>
                    <a:pt x="22648" y="1541"/>
                  </a:lnTo>
                  <a:lnTo>
                    <a:pt x="17009" y="867"/>
                  </a:lnTo>
                  <a:lnTo>
                    <a:pt x="11350" y="385"/>
                  </a:lnTo>
                  <a:lnTo>
                    <a:pt x="567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8228" y="1681503"/>
              <a:ext cx="18296" cy="167167"/>
            </a:xfrm>
            <a:custGeom>
              <a:avLst/>
              <a:pathLst>
                <a:path w="18296" h="167167">
                  <a:moveTo>
                    <a:pt x="18296" y="0"/>
                  </a:moveTo>
                  <a:lnTo>
                    <a:pt x="9134" y="251"/>
                  </a:lnTo>
                  <a:lnTo>
                    <a:pt x="0" y="1004"/>
                  </a:lnTo>
                  <a:lnTo>
                    <a:pt x="182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68228" y="1682507"/>
              <a:ext cx="18296" cy="166163"/>
            </a:xfrm>
            <a:custGeom>
              <a:avLst/>
              <a:pathLst>
                <a:path w="18296" h="166163">
                  <a:moveTo>
                    <a:pt x="0" y="0"/>
                  </a:moveTo>
                  <a:lnTo>
                    <a:pt x="18296" y="166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83179" y="1682507"/>
              <a:ext cx="103345" cy="166163"/>
            </a:xfrm>
            <a:custGeom>
              <a:avLst/>
              <a:pathLst>
                <a:path w="103345" h="166163">
                  <a:moveTo>
                    <a:pt x="85048" y="0"/>
                  </a:moveTo>
                  <a:lnTo>
                    <a:pt x="79278" y="737"/>
                  </a:lnTo>
                  <a:lnTo>
                    <a:pt x="73537" y="1674"/>
                  </a:lnTo>
                  <a:lnTo>
                    <a:pt x="67832" y="2811"/>
                  </a:lnTo>
                  <a:lnTo>
                    <a:pt x="62170" y="4145"/>
                  </a:lnTo>
                  <a:lnTo>
                    <a:pt x="56558" y="5676"/>
                  </a:lnTo>
                  <a:lnTo>
                    <a:pt x="51002" y="7401"/>
                  </a:lnTo>
                  <a:lnTo>
                    <a:pt x="45510" y="9318"/>
                  </a:lnTo>
                  <a:lnTo>
                    <a:pt x="40088" y="11425"/>
                  </a:lnTo>
                  <a:lnTo>
                    <a:pt x="34743" y="13720"/>
                  </a:lnTo>
                  <a:lnTo>
                    <a:pt x="29480" y="16199"/>
                  </a:lnTo>
                  <a:lnTo>
                    <a:pt x="24307" y="18860"/>
                  </a:lnTo>
                  <a:lnTo>
                    <a:pt x="19230" y="21699"/>
                  </a:lnTo>
                  <a:lnTo>
                    <a:pt x="14255" y="24713"/>
                  </a:lnTo>
                  <a:lnTo>
                    <a:pt x="9387" y="27898"/>
                  </a:lnTo>
                  <a:lnTo>
                    <a:pt x="4634" y="31251"/>
                  </a:lnTo>
                  <a:lnTo>
                    <a:pt x="0" y="34767"/>
                  </a:lnTo>
                  <a:lnTo>
                    <a:pt x="103345" y="166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78" y="1681503"/>
              <a:ext cx="334293" cy="334334"/>
            </a:xfrm>
            <a:custGeom>
              <a:avLst/>
              <a:pathLst>
                <a:path w="334293" h="334334">
                  <a:moveTo>
                    <a:pt x="63801" y="35772"/>
                  </a:moveTo>
                  <a:lnTo>
                    <a:pt x="59684" y="39117"/>
                  </a:lnTo>
                  <a:lnTo>
                    <a:pt x="55676" y="42591"/>
                  </a:lnTo>
                  <a:lnTo>
                    <a:pt x="51779" y="46190"/>
                  </a:lnTo>
                  <a:lnTo>
                    <a:pt x="47999" y="49911"/>
                  </a:lnTo>
                  <a:lnTo>
                    <a:pt x="44339" y="53750"/>
                  </a:lnTo>
                  <a:lnTo>
                    <a:pt x="40802" y="57704"/>
                  </a:lnTo>
                  <a:lnTo>
                    <a:pt x="37393" y="61768"/>
                  </a:lnTo>
                  <a:lnTo>
                    <a:pt x="34114" y="65937"/>
                  </a:lnTo>
                  <a:lnTo>
                    <a:pt x="30969" y="70209"/>
                  </a:lnTo>
                  <a:lnTo>
                    <a:pt x="27961" y="74579"/>
                  </a:lnTo>
                  <a:lnTo>
                    <a:pt x="25094" y="79041"/>
                  </a:lnTo>
                  <a:lnTo>
                    <a:pt x="22369" y="83592"/>
                  </a:lnTo>
                  <a:lnTo>
                    <a:pt x="19791" y="88228"/>
                  </a:lnTo>
                  <a:lnTo>
                    <a:pt x="17360" y="92943"/>
                  </a:lnTo>
                  <a:lnTo>
                    <a:pt x="15081" y="97733"/>
                  </a:lnTo>
                  <a:lnTo>
                    <a:pt x="12954" y="102592"/>
                  </a:lnTo>
                  <a:lnTo>
                    <a:pt x="10983" y="107517"/>
                  </a:lnTo>
                  <a:lnTo>
                    <a:pt x="9169" y="112502"/>
                  </a:lnTo>
                  <a:lnTo>
                    <a:pt x="7514" y="117541"/>
                  </a:lnTo>
                  <a:lnTo>
                    <a:pt x="6020" y="122631"/>
                  </a:lnTo>
                  <a:lnTo>
                    <a:pt x="4688" y="127766"/>
                  </a:lnTo>
                  <a:lnTo>
                    <a:pt x="3520" y="132940"/>
                  </a:lnTo>
                  <a:lnTo>
                    <a:pt x="2517" y="138148"/>
                  </a:lnTo>
                  <a:lnTo>
                    <a:pt x="1679" y="143386"/>
                  </a:lnTo>
                  <a:lnTo>
                    <a:pt x="1008" y="148648"/>
                  </a:lnTo>
                  <a:lnTo>
                    <a:pt x="504" y="153929"/>
                  </a:lnTo>
                  <a:lnTo>
                    <a:pt x="167" y="159222"/>
                  </a:lnTo>
                  <a:lnTo>
                    <a:pt x="0" y="164524"/>
                  </a:lnTo>
                  <a:lnTo>
                    <a:pt x="0" y="169829"/>
                  </a:lnTo>
                  <a:lnTo>
                    <a:pt x="168" y="175131"/>
                  </a:lnTo>
                  <a:lnTo>
                    <a:pt x="505" y="180424"/>
                  </a:lnTo>
                  <a:lnTo>
                    <a:pt x="1010" y="185705"/>
                  </a:lnTo>
                  <a:lnTo>
                    <a:pt x="1681" y="190967"/>
                  </a:lnTo>
                  <a:lnTo>
                    <a:pt x="2520" y="196204"/>
                  </a:lnTo>
                  <a:lnTo>
                    <a:pt x="3524" y="201413"/>
                  </a:lnTo>
                  <a:lnTo>
                    <a:pt x="4693" y="206587"/>
                  </a:lnTo>
                  <a:lnTo>
                    <a:pt x="6025" y="211721"/>
                  </a:lnTo>
                  <a:lnTo>
                    <a:pt x="7520" y="216811"/>
                  </a:lnTo>
                  <a:lnTo>
                    <a:pt x="9176" y="221850"/>
                  </a:lnTo>
                  <a:lnTo>
                    <a:pt x="10990" y="226835"/>
                  </a:lnTo>
                  <a:lnTo>
                    <a:pt x="12962" y="231759"/>
                  </a:lnTo>
                  <a:lnTo>
                    <a:pt x="15089" y="236619"/>
                  </a:lnTo>
                  <a:lnTo>
                    <a:pt x="17369" y="241408"/>
                  </a:lnTo>
                  <a:lnTo>
                    <a:pt x="19800" y="246123"/>
                  </a:lnTo>
                  <a:lnTo>
                    <a:pt x="22379" y="250758"/>
                  </a:lnTo>
                  <a:lnTo>
                    <a:pt x="25104" y="255309"/>
                  </a:lnTo>
                  <a:lnTo>
                    <a:pt x="27972" y="259771"/>
                  </a:lnTo>
                  <a:lnTo>
                    <a:pt x="30980" y="264140"/>
                  </a:lnTo>
                  <a:lnTo>
                    <a:pt x="34126" y="268412"/>
                  </a:lnTo>
                  <a:lnTo>
                    <a:pt x="37405" y="272581"/>
                  </a:lnTo>
                  <a:lnTo>
                    <a:pt x="40815" y="276644"/>
                  </a:lnTo>
                  <a:lnTo>
                    <a:pt x="44352" y="280598"/>
                  </a:lnTo>
                  <a:lnTo>
                    <a:pt x="48012" y="284436"/>
                  </a:lnTo>
                  <a:lnTo>
                    <a:pt x="51793" y="288157"/>
                  </a:lnTo>
                  <a:lnTo>
                    <a:pt x="55690" y="291756"/>
                  </a:lnTo>
                  <a:lnTo>
                    <a:pt x="59699" y="295230"/>
                  </a:lnTo>
                  <a:lnTo>
                    <a:pt x="63816" y="298574"/>
                  </a:lnTo>
                  <a:lnTo>
                    <a:pt x="68037" y="301786"/>
                  </a:lnTo>
                  <a:lnTo>
                    <a:pt x="72358" y="304863"/>
                  </a:lnTo>
                  <a:lnTo>
                    <a:pt x="76775" y="307801"/>
                  </a:lnTo>
                  <a:lnTo>
                    <a:pt x="81282" y="310598"/>
                  </a:lnTo>
                  <a:lnTo>
                    <a:pt x="85876" y="313250"/>
                  </a:lnTo>
                  <a:lnTo>
                    <a:pt x="90552" y="315755"/>
                  </a:lnTo>
                  <a:lnTo>
                    <a:pt x="95305" y="318110"/>
                  </a:lnTo>
                  <a:lnTo>
                    <a:pt x="100130" y="320313"/>
                  </a:lnTo>
                  <a:lnTo>
                    <a:pt x="105023" y="322363"/>
                  </a:lnTo>
                  <a:lnTo>
                    <a:pt x="109978" y="324255"/>
                  </a:lnTo>
                  <a:lnTo>
                    <a:pt x="114991" y="325990"/>
                  </a:lnTo>
                  <a:lnTo>
                    <a:pt x="120056" y="327565"/>
                  </a:lnTo>
                  <a:lnTo>
                    <a:pt x="125169" y="328978"/>
                  </a:lnTo>
                  <a:lnTo>
                    <a:pt x="130324" y="330229"/>
                  </a:lnTo>
                  <a:lnTo>
                    <a:pt x="135516" y="331315"/>
                  </a:lnTo>
                  <a:lnTo>
                    <a:pt x="140740" y="332236"/>
                  </a:lnTo>
                  <a:lnTo>
                    <a:pt x="145991" y="332990"/>
                  </a:lnTo>
                  <a:lnTo>
                    <a:pt x="151262" y="333578"/>
                  </a:lnTo>
                  <a:lnTo>
                    <a:pt x="156550" y="333998"/>
                  </a:lnTo>
                  <a:lnTo>
                    <a:pt x="161849" y="334250"/>
                  </a:lnTo>
                  <a:lnTo>
                    <a:pt x="167152" y="334334"/>
                  </a:lnTo>
                  <a:lnTo>
                    <a:pt x="172456" y="334250"/>
                  </a:lnTo>
                  <a:lnTo>
                    <a:pt x="177755" y="333997"/>
                  </a:lnTo>
                  <a:lnTo>
                    <a:pt x="183043" y="333577"/>
                  </a:lnTo>
                  <a:lnTo>
                    <a:pt x="188314" y="332989"/>
                  </a:lnTo>
                  <a:lnTo>
                    <a:pt x="193565" y="332234"/>
                  </a:lnTo>
                  <a:lnTo>
                    <a:pt x="198789" y="331312"/>
                  </a:lnTo>
                  <a:lnTo>
                    <a:pt x="203981" y="330226"/>
                  </a:lnTo>
                  <a:lnTo>
                    <a:pt x="209136" y="328975"/>
                  </a:lnTo>
                  <a:lnTo>
                    <a:pt x="214248" y="327561"/>
                  </a:lnTo>
                  <a:lnTo>
                    <a:pt x="219313" y="325986"/>
                  </a:lnTo>
                  <a:lnTo>
                    <a:pt x="224326" y="324251"/>
                  </a:lnTo>
                  <a:lnTo>
                    <a:pt x="229281" y="322358"/>
                  </a:lnTo>
                  <a:lnTo>
                    <a:pt x="234174" y="320308"/>
                  </a:lnTo>
                  <a:lnTo>
                    <a:pt x="238999" y="318104"/>
                  </a:lnTo>
                  <a:lnTo>
                    <a:pt x="243751" y="315749"/>
                  </a:lnTo>
                  <a:lnTo>
                    <a:pt x="248427" y="313243"/>
                  </a:lnTo>
                  <a:lnTo>
                    <a:pt x="253021" y="310591"/>
                  </a:lnTo>
                  <a:lnTo>
                    <a:pt x="257528" y="307794"/>
                  </a:lnTo>
                  <a:lnTo>
                    <a:pt x="261944" y="304856"/>
                  </a:lnTo>
                  <a:lnTo>
                    <a:pt x="266265" y="301779"/>
                  </a:lnTo>
                  <a:lnTo>
                    <a:pt x="270486" y="298566"/>
                  </a:lnTo>
                  <a:lnTo>
                    <a:pt x="274603" y="295221"/>
                  </a:lnTo>
                  <a:lnTo>
                    <a:pt x="278612" y="291748"/>
                  </a:lnTo>
                  <a:lnTo>
                    <a:pt x="282508" y="288148"/>
                  </a:lnTo>
                  <a:lnTo>
                    <a:pt x="286289" y="284427"/>
                  </a:lnTo>
                  <a:lnTo>
                    <a:pt x="289949" y="280588"/>
                  </a:lnTo>
                  <a:lnTo>
                    <a:pt x="293486" y="276635"/>
                  </a:lnTo>
                  <a:lnTo>
                    <a:pt x="296895" y="272571"/>
                  </a:lnTo>
                  <a:lnTo>
                    <a:pt x="300174" y="268402"/>
                  </a:lnTo>
                  <a:lnTo>
                    <a:pt x="303319" y="264130"/>
                  </a:lnTo>
                  <a:lnTo>
                    <a:pt x="306327" y="259761"/>
                  </a:lnTo>
                  <a:lnTo>
                    <a:pt x="309195" y="255298"/>
                  </a:lnTo>
                  <a:lnTo>
                    <a:pt x="311919" y="250747"/>
                  </a:lnTo>
                  <a:lnTo>
                    <a:pt x="314498" y="246112"/>
                  </a:lnTo>
                  <a:lnTo>
                    <a:pt x="316929" y="241397"/>
                  </a:lnTo>
                  <a:lnTo>
                    <a:pt x="319209" y="236607"/>
                  </a:lnTo>
                  <a:lnTo>
                    <a:pt x="321335" y="231748"/>
                  </a:lnTo>
                  <a:lnTo>
                    <a:pt x="323307" y="226823"/>
                  </a:lnTo>
                  <a:lnTo>
                    <a:pt x="325121" y="221838"/>
                  </a:lnTo>
                  <a:lnTo>
                    <a:pt x="326776" y="216799"/>
                  </a:lnTo>
                  <a:lnTo>
                    <a:pt x="328270" y="211709"/>
                  </a:lnTo>
                  <a:lnTo>
                    <a:pt x="329602" y="206575"/>
                  </a:lnTo>
                  <a:lnTo>
                    <a:pt x="330771" y="201400"/>
                  </a:lnTo>
                  <a:lnTo>
                    <a:pt x="331774" y="196192"/>
                  </a:lnTo>
                  <a:lnTo>
                    <a:pt x="332612" y="190954"/>
                  </a:lnTo>
                  <a:lnTo>
                    <a:pt x="333284" y="185692"/>
                  </a:lnTo>
                  <a:lnTo>
                    <a:pt x="333788" y="180412"/>
                  </a:lnTo>
                  <a:lnTo>
                    <a:pt x="334124" y="175118"/>
                  </a:lnTo>
                  <a:lnTo>
                    <a:pt x="334293" y="169816"/>
                  </a:lnTo>
                  <a:lnTo>
                    <a:pt x="334292" y="164512"/>
                  </a:lnTo>
                  <a:lnTo>
                    <a:pt x="334124" y="159210"/>
                  </a:lnTo>
                  <a:lnTo>
                    <a:pt x="333787" y="153916"/>
                  </a:lnTo>
                  <a:lnTo>
                    <a:pt x="333283" y="148635"/>
                  </a:lnTo>
                  <a:lnTo>
                    <a:pt x="332612" y="143374"/>
                  </a:lnTo>
                  <a:lnTo>
                    <a:pt x="331773" y="138136"/>
                  </a:lnTo>
                  <a:lnTo>
                    <a:pt x="330769" y="132927"/>
                  </a:lnTo>
                  <a:lnTo>
                    <a:pt x="329601" y="127753"/>
                  </a:lnTo>
                  <a:lnTo>
                    <a:pt x="328268" y="122619"/>
                  </a:lnTo>
                  <a:lnTo>
                    <a:pt x="326774" y="117529"/>
                  </a:lnTo>
                  <a:lnTo>
                    <a:pt x="325119" y="112489"/>
                  </a:lnTo>
                  <a:lnTo>
                    <a:pt x="323304" y="107505"/>
                  </a:lnTo>
                  <a:lnTo>
                    <a:pt x="321333" y="102580"/>
                  </a:lnTo>
                  <a:lnTo>
                    <a:pt x="319206" y="97721"/>
                  </a:lnTo>
                  <a:lnTo>
                    <a:pt x="316926" y="92931"/>
                  </a:lnTo>
                  <a:lnTo>
                    <a:pt x="314495" y="88217"/>
                  </a:lnTo>
                  <a:lnTo>
                    <a:pt x="311916" y="83581"/>
                  </a:lnTo>
                  <a:lnTo>
                    <a:pt x="309191" y="79030"/>
                  </a:lnTo>
                  <a:lnTo>
                    <a:pt x="306324" y="74568"/>
                  </a:lnTo>
                  <a:lnTo>
                    <a:pt x="303316" y="70199"/>
                  </a:lnTo>
                  <a:lnTo>
                    <a:pt x="300170" y="65927"/>
                  </a:lnTo>
                  <a:lnTo>
                    <a:pt x="296891" y="61758"/>
                  </a:lnTo>
                  <a:lnTo>
                    <a:pt x="293482" y="57694"/>
                  </a:lnTo>
                  <a:lnTo>
                    <a:pt x="289945" y="53741"/>
                  </a:lnTo>
                  <a:lnTo>
                    <a:pt x="286284" y="49902"/>
                  </a:lnTo>
                  <a:lnTo>
                    <a:pt x="282504" y="46181"/>
                  </a:lnTo>
                  <a:lnTo>
                    <a:pt x="278607" y="42582"/>
                  </a:lnTo>
                  <a:lnTo>
                    <a:pt x="274598" y="39108"/>
                  </a:lnTo>
                  <a:lnTo>
                    <a:pt x="270481" y="35764"/>
                  </a:lnTo>
                  <a:lnTo>
                    <a:pt x="266260" y="32551"/>
                  </a:lnTo>
                  <a:lnTo>
                    <a:pt x="261939" y="29474"/>
                  </a:lnTo>
                  <a:lnTo>
                    <a:pt x="257523" y="26536"/>
                  </a:lnTo>
                  <a:lnTo>
                    <a:pt x="253015" y="23739"/>
                  </a:lnTo>
                  <a:lnTo>
                    <a:pt x="248421" y="21087"/>
                  </a:lnTo>
                  <a:lnTo>
                    <a:pt x="243746" y="18582"/>
                  </a:lnTo>
                  <a:lnTo>
                    <a:pt x="238993" y="16227"/>
                  </a:lnTo>
                  <a:lnTo>
                    <a:pt x="234168" y="14023"/>
                  </a:lnTo>
                  <a:lnTo>
                    <a:pt x="229275" y="11974"/>
                  </a:lnTo>
                  <a:lnTo>
                    <a:pt x="224320" y="10081"/>
                  </a:lnTo>
                  <a:lnTo>
                    <a:pt x="219307" y="8346"/>
                  </a:lnTo>
                  <a:lnTo>
                    <a:pt x="214242" y="6771"/>
                  </a:lnTo>
                  <a:lnTo>
                    <a:pt x="209129" y="5357"/>
                  </a:lnTo>
                  <a:lnTo>
                    <a:pt x="203974" y="4107"/>
                  </a:lnTo>
                  <a:lnTo>
                    <a:pt x="198782" y="3020"/>
                  </a:lnTo>
                  <a:lnTo>
                    <a:pt x="193558" y="2099"/>
                  </a:lnTo>
                  <a:lnTo>
                    <a:pt x="188308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8257" y="2126963"/>
              <a:ext cx="33030" cy="167167"/>
            </a:xfrm>
            <a:custGeom>
              <a:avLst/>
              <a:pathLst>
                <a:path w="33030" h="167167">
                  <a:moveTo>
                    <a:pt x="33030" y="0"/>
                  </a:moveTo>
                  <a:lnTo>
                    <a:pt x="26382" y="132"/>
                  </a:lnTo>
                  <a:lnTo>
                    <a:pt x="19744" y="528"/>
                  </a:lnTo>
                  <a:lnTo>
                    <a:pt x="13128" y="1188"/>
                  </a:lnTo>
                  <a:lnTo>
                    <a:pt x="6543" y="2111"/>
                  </a:lnTo>
                  <a:lnTo>
                    <a:pt x="0" y="3295"/>
                  </a:lnTo>
                  <a:lnTo>
                    <a:pt x="3303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8257" y="2130259"/>
              <a:ext cx="33030" cy="163871"/>
            </a:xfrm>
            <a:custGeom>
              <a:avLst/>
              <a:pathLst>
                <a:path w="33030" h="163871">
                  <a:moveTo>
                    <a:pt x="0" y="0"/>
                  </a:moveTo>
                  <a:lnTo>
                    <a:pt x="33030" y="1638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28" y="2127741"/>
              <a:ext cx="334309" cy="333555"/>
            </a:xfrm>
            <a:custGeom>
              <a:avLst/>
              <a:pathLst>
                <a:path w="334309" h="333555">
                  <a:moveTo>
                    <a:pt x="134129" y="2517"/>
                  </a:moveTo>
                  <a:lnTo>
                    <a:pt x="128954" y="3646"/>
                  </a:lnTo>
                  <a:lnTo>
                    <a:pt x="123819" y="4938"/>
                  </a:lnTo>
                  <a:lnTo>
                    <a:pt x="118726" y="6392"/>
                  </a:lnTo>
                  <a:lnTo>
                    <a:pt x="113682" y="8006"/>
                  </a:lnTo>
                  <a:lnTo>
                    <a:pt x="108692" y="9780"/>
                  </a:lnTo>
                  <a:lnTo>
                    <a:pt x="103761" y="11710"/>
                  </a:lnTo>
                  <a:lnTo>
                    <a:pt x="98893" y="13796"/>
                  </a:lnTo>
                  <a:lnTo>
                    <a:pt x="94094" y="16035"/>
                  </a:lnTo>
                  <a:lnTo>
                    <a:pt x="89368" y="18425"/>
                  </a:lnTo>
                  <a:lnTo>
                    <a:pt x="84720" y="20963"/>
                  </a:lnTo>
                  <a:lnTo>
                    <a:pt x="80155" y="23648"/>
                  </a:lnTo>
                  <a:lnTo>
                    <a:pt x="75677" y="26475"/>
                  </a:lnTo>
                  <a:lnTo>
                    <a:pt x="71291" y="29443"/>
                  </a:lnTo>
                  <a:lnTo>
                    <a:pt x="67001" y="32549"/>
                  </a:lnTo>
                  <a:lnTo>
                    <a:pt x="62812" y="35788"/>
                  </a:lnTo>
                  <a:lnTo>
                    <a:pt x="58727" y="39159"/>
                  </a:lnTo>
                  <a:lnTo>
                    <a:pt x="54751" y="42658"/>
                  </a:lnTo>
                  <a:lnTo>
                    <a:pt x="50888" y="46281"/>
                  </a:lnTo>
                  <a:lnTo>
                    <a:pt x="47142" y="50024"/>
                  </a:lnTo>
                  <a:lnTo>
                    <a:pt x="43516" y="53884"/>
                  </a:lnTo>
                  <a:lnTo>
                    <a:pt x="40015" y="57857"/>
                  </a:lnTo>
                  <a:lnTo>
                    <a:pt x="36641" y="61939"/>
                  </a:lnTo>
                  <a:lnTo>
                    <a:pt x="33398" y="66126"/>
                  </a:lnTo>
                  <a:lnTo>
                    <a:pt x="30289" y="70413"/>
                  </a:lnTo>
                  <a:lnTo>
                    <a:pt x="27317" y="74797"/>
                  </a:lnTo>
                  <a:lnTo>
                    <a:pt x="24486" y="79272"/>
                  </a:lnTo>
                  <a:lnTo>
                    <a:pt x="21798" y="83835"/>
                  </a:lnTo>
                  <a:lnTo>
                    <a:pt x="19256" y="88481"/>
                  </a:lnTo>
                  <a:lnTo>
                    <a:pt x="16863" y="93205"/>
                  </a:lnTo>
                  <a:lnTo>
                    <a:pt x="14620" y="98003"/>
                  </a:lnTo>
                  <a:lnTo>
                    <a:pt x="12530" y="102869"/>
                  </a:lnTo>
                  <a:lnTo>
                    <a:pt x="10596" y="107799"/>
                  </a:lnTo>
                  <a:lnTo>
                    <a:pt x="8818" y="112788"/>
                  </a:lnTo>
                  <a:lnTo>
                    <a:pt x="7200" y="117830"/>
                  </a:lnTo>
                  <a:lnTo>
                    <a:pt x="5742" y="122921"/>
                  </a:lnTo>
                  <a:lnTo>
                    <a:pt x="4446" y="128056"/>
                  </a:lnTo>
                  <a:lnTo>
                    <a:pt x="3314" y="133230"/>
                  </a:lnTo>
                  <a:lnTo>
                    <a:pt x="2345" y="138436"/>
                  </a:lnTo>
                  <a:lnTo>
                    <a:pt x="1543" y="143671"/>
                  </a:lnTo>
                  <a:lnTo>
                    <a:pt x="906" y="148928"/>
                  </a:lnTo>
                  <a:lnTo>
                    <a:pt x="437" y="154203"/>
                  </a:lnTo>
                  <a:lnTo>
                    <a:pt x="134" y="159491"/>
                  </a:lnTo>
                  <a:lnTo>
                    <a:pt x="0" y="164785"/>
                  </a:lnTo>
                  <a:lnTo>
                    <a:pt x="33" y="170081"/>
                  </a:lnTo>
                  <a:lnTo>
                    <a:pt x="233" y="175373"/>
                  </a:lnTo>
                  <a:lnTo>
                    <a:pt x="602" y="180656"/>
                  </a:lnTo>
                  <a:lnTo>
                    <a:pt x="1137" y="185924"/>
                  </a:lnTo>
                  <a:lnTo>
                    <a:pt x="1839" y="191174"/>
                  </a:lnTo>
                  <a:lnTo>
                    <a:pt x="2707" y="196398"/>
                  </a:lnTo>
                  <a:lnTo>
                    <a:pt x="3740" y="201592"/>
                  </a:lnTo>
                  <a:lnTo>
                    <a:pt x="4937" y="206751"/>
                  </a:lnTo>
                  <a:lnTo>
                    <a:pt x="6297" y="211869"/>
                  </a:lnTo>
                  <a:lnTo>
                    <a:pt x="7819" y="216942"/>
                  </a:lnTo>
                  <a:lnTo>
                    <a:pt x="9500" y="221964"/>
                  </a:lnTo>
                  <a:lnTo>
                    <a:pt x="11340" y="226930"/>
                  </a:lnTo>
                  <a:lnTo>
                    <a:pt x="13335" y="231835"/>
                  </a:lnTo>
                  <a:lnTo>
                    <a:pt x="15486" y="236675"/>
                  </a:lnTo>
                  <a:lnTo>
                    <a:pt x="17788" y="241444"/>
                  </a:lnTo>
                  <a:lnTo>
                    <a:pt x="20241" y="246138"/>
                  </a:lnTo>
                  <a:lnTo>
                    <a:pt x="22840" y="250752"/>
                  </a:lnTo>
                  <a:lnTo>
                    <a:pt x="25585" y="255281"/>
                  </a:lnTo>
                  <a:lnTo>
                    <a:pt x="28472" y="259721"/>
                  </a:lnTo>
                  <a:lnTo>
                    <a:pt x="31498" y="264067"/>
                  </a:lnTo>
                  <a:lnTo>
                    <a:pt x="34660" y="268315"/>
                  </a:lnTo>
                  <a:lnTo>
                    <a:pt x="37955" y="272461"/>
                  </a:lnTo>
                  <a:lnTo>
                    <a:pt x="41380" y="276501"/>
                  </a:lnTo>
                  <a:lnTo>
                    <a:pt x="44931" y="280429"/>
                  </a:lnTo>
                  <a:lnTo>
                    <a:pt x="48605" y="284244"/>
                  </a:lnTo>
                  <a:lnTo>
                    <a:pt x="52397" y="287940"/>
                  </a:lnTo>
                  <a:lnTo>
                    <a:pt x="56305" y="291514"/>
                  </a:lnTo>
                  <a:lnTo>
                    <a:pt x="60324" y="294963"/>
                  </a:lnTo>
                  <a:lnTo>
                    <a:pt x="64451" y="298283"/>
                  </a:lnTo>
                  <a:lnTo>
                    <a:pt x="68680" y="301470"/>
                  </a:lnTo>
                  <a:lnTo>
                    <a:pt x="73008" y="304521"/>
                  </a:lnTo>
                  <a:lnTo>
                    <a:pt x="77431" y="307435"/>
                  </a:lnTo>
                  <a:lnTo>
                    <a:pt x="81944" y="310206"/>
                  </a:lnTo>
                  <a:lnTo>
                    <a:pt x="86542" y="312833"/>
                  </a:lnTo>
                  <a:lnTo>
                    <a:pt x="91221" y="315313"/>
                  </a:lnTo>
                  <a:lnTo>
                    <a:pt x="95977" y="317644"/>
                  </a:lnTo>
                  <a:lnTo>
                    <a:pt x="100804" y="319823"/>
                  </a:lnTo>
                  <a:lnTo>
                    <a:pt x="105697" y="321848"/>
                  </a:lnTo>
                  <a:lnTo>
                    <a:pt x="110652" y="323717"/>
                  </a:lnTo>
                  <a:lnTo>
                    <a:pt x="115664" y="325428"/>
                  </a:lnTo>
                  <a:lnTo>
                    <a:pt x="120728" y="326979"/>
                  </a:lnTo>
                  <a:lnTo>
                    <a:pt x="125838" y="328369"/>
                  </a:lnTo>
                  <a:lnTo>
                    <a:pt x="130989" y="329597"/>
                  </a:lnTo>
                  <a:lnTo>
                    <a:pt x="136177" y="330661"/>
                  </a:lnTo>
                  <a:lnTo>
                    <a:pt x="141396" y="331559"/>
                  </a:lnTo>
                  <a:lnTo>
                    <a:pt x="146641" y="332293"/>
                  </a:lnTo>
                  <a:lnTo>
                    <a:pt x="151907" y="332859"/>
                  </a:lnTo>
                  <a:lnTo>
                    <a:pt x="157188" y="333259"/>
                  </a:lnTo>
                  <a:lnTo>
                    <a:pt x="162478" y="333491"/>
                  </a:lnTo>
                  <a:lnTo>
                    <a:pt x="167774" y="333555"/>
                  </a:lnTo>
                  <a:lnTo>
                    <a:pt x="173069" y="333452"/>
                  </a:lnTo>
                  <a:lnTo>
                    <a:pt x="178358" y="333181"/>
                  </a:lnTo>
                  <a:lnTo>
                    <a:pt x="183635" y="332743"/>
                  </a:lnTo>
                  <a:lnTo>
                    <a:pt x="188897" y="332137"/>
                  </a:lnTo>
                  <a:lnTo>
                    <a:pt x="194136" y="331366"/>
                  </a:lnTo>
                  <a:lnTo>
                    <a:pt x="199348" y="330428"/>
                  </a:lnTo>
                  <a:lnTo>
                    <a:pt x="204528" y="329326"/>
                  </a:lnTo>
                  <a:lnTo>
                    <a:pt x="209671" y="328061"/>
                  </a:lnTo>
                  <a:lnTo>
                    <a:pt x="214770" y="326633"/>
                  </a:lnTo>
                  <a:lnTo>
                    <a:pt x="219822" y="325045"/>
                  </a:lnTo>
                  <a:lnTo>
                    <a:pt x="224822" y="323297"/>
                  </a:lnTo>
                  <a:lnTo>
                    <a:pt x="229763" y="321392"/>
                  </a:lnTo>
                  <a:lnTo>
                    <a:pt x="234641" y="319331"/>
                  </a:lnTo>
                  <a:lnTo>
                    <a:pt x="239452" y="317116"/>
                  </a:lnTo>
                  <a:lnTo>
                    <a:pt x="244190" y="314751"/>
                  </a:lnTo>
                  <a:lnTo>
                    <a:pt x="248851" y="312236"/>
                  </a:lnTo>
                  <a:lnTo>
                    <a:pt x="253430" y="309575"/>
                  </a:lnTo>
                  <a:lnTo>
                    <a:pt x="257922" y="306771"/>
                  </a:lnTo>
                  <a:lnTo>
                    <a:pt x="262323" y="303825"/>
                  </a:lnTo>
                  <a:lnTo>
                    <a:pt x="266629" y="300742"/>
                  </a:lnTo>
                  <a:lnTo>
                    <a:pt x="270835" y="297524"/>
                  </a:lnTo>
                  <a:lnTo>
                    <a:pt x="274937" y="294174"/>
                  </a:lnTo>
                  <a:lnTo>
                    <a:pt x="278930" y="290696"/>
                  </a:lnTo>
                  <a:lnTo>
                    <a:pt x="282812" y="287093"/>
                  </a:lnTo>
                  <a:lnTo>
                    <a:pt x="286577" y="283369"/>
                  </a:lnTo>
                  <a:lnTo>
                    <a:pt x="290223" y="279528"/>
                  </a:lnTo>
                  <a:lnTo>
                    <a:pt x="293745" y="275573"/>
                  </a:lnTo>
                  <a:lnTo>
                    <a:pt x="297140" y="271508"/>
                  </a:lnTo>
                  <a:lnTo>
                    <a:pt x="300404" y="267338"/>
                  </a:lnTo>
                  <a:lnTo>
                    <a:pt x="303535" y="263067"/>
                  </a:lnTo>
                  <a:lnTo>
                    <a:pt x="306529" y="258698"/>
                  </a:lnTo>
                  <a:lnTo>
                    <a:pt x="309383" y="254237"/>
                  </a:lnTo>
                  <a:lnTo>
                    <a:pt x="312094" y="249688"/>
                  </a:lnTo>
                  <a:lnTo>
                    <a:pt x="314660" y="245055"/>
                  </a:lnTo>
                  <a:lnTo>
                    <a:pt x="317078" y="240344"/>
                  </a:lnTo>
                  <a:lnTo>
                    <a:pt x="319346" y="235558"/>
                  </a:lnTo>
                  <a:lnTo>
                    <a:pt x="321460" y="230702"/>
                  </a:lnTo>
                  <a:lnTo>
                    <a:pt x="323420" y="225782"/>
                  </a:lnTo>
                  <a:lnTo>
                    <a:pt x="325223" y="220803"/>
                  </a:lnTo>
                  <a:lnTo>
                    <a:pt x="326867" y="215769"/>
                  </a:lnTo>
                  <a:lnTo>
                    <a:pt x="328351" y="210685"/>
                  </a:lnTo>
                  <a:lnTo>
                    <a:pt x="329673" y="205557"/>
                  </a:lnTo>
                  <a:lnTo>
                    <a:pt x="330833" y="200389"/>
                  </a:lnTo>
                  <a:lnTo>
                    <a:pt x="331827" y="195188"/>
                  </a:lnTo>
                  <a:lnTo>
                    <a:pt x="332657" y="189957"/>
                  </a:lnTo>
                  <a:lnTo>
                    <a:pt x="333320" y="184703"/>
                  </a:lnTo>
                  <a:lnTo>
                    <a:pt x="333817" y="179431"/>
                  </a:lnTo>
                  <a:lnTo>
                    <a:pt x="334147" y="174145"/>
                  </a:lnTo>
                  <a:lnTo>
                    <a:pt x="334309" y="168852"/>
                  </a:lnTo>
                  <a:lnTo>
                    <a:pt x="334303" y="163556"/>
                  </a:lnTo>
                  <a:lnTo>
                    <a:pt x="334129" y="158263"/>
                  </a:lnTo>
                  <a:lnTo>
                    <a:pt x="333788" y="152978"/>
                  </a:lnTo>
                  <a:lnTo>
                    <a:pt x="333279" y="147706"/>
                  </a:lnTo>
                  <a:lnTo>
                    <a:pt x="332604" y="142454"/>
                  </a:lnTo>
                  <a:lnTo>
                    <a:pt x="331763" y="137225"/>
                  </a:lnTo>
                  <a:lnTo>
                    <a:pt x="330757" y="132026"/>
                  </a:lnTo>
                  <a:lnTo>
                    <a:pt x="329586" y="126861"/>
                  </a:lnTo>
                  <a:lnTo>
                    <a:pt x="328252" y="121736"/>
                  </a:lnTo>
                  <a:lnTo>
                    <a:pt x="326757" y="116655"/>
                  </a:lnTo>
                  <a:lnTo>
                    <a:pt x="325102" y="111625"/>
                  </a:lnTo>
                  <a:lnTo>
                    <a:pt x="323288" y="106649"/>
                  </a:lnTo>
                  <a:lnTo>
                    <a:pt x="321317" y="101734"/>
                  </a:lnTo>
                  <a:lnTo>
                    <a:pt x="319192" y="96883"/>
                  </a:lnTo>
                  <a:lnTo>
                    <a:pt x="316914" y="92102"/>
                  </a:lnTo>
                  <a:lnTo>
                    <a:pt x="314485" y="87396"/>
                  </a:lnTo>
                  <a:lnTo>
                    <a:pt x="311909" y="82769"/>
                  </a:lnTo>
                  <a:lnTo>
                    <a:pt x="309188" y="78225"/>
                  </a:lnTo>
                  <a:lnTo>
                    <a:pt x="306324" y="73771"/>
                  </a:lnTo>
                  <a:lnTo>
                    <a:pt x="303320" y="69409"/>
                  </a:lnTo>
                  <a:lnTo>
                    <a:pt x="300180" y="65145"/>
                  </a:lnTo>
                  <a:lnTo>
                    <a:pt x="296906" y="60982"/>
                  </a:lnTo>
                  <a:lnTo>
                    <a:pt x="293502" y="56925"/>
                  </a:lnTo>
                  <a:lnTo>
                    <a:pt x="289971" y="52978"/>
                  </a:lnTo>
                  <a:lnTo>
                    <a:pt x="286317" y="49145"/>
                  </a:lnTo>
                  <a:lnTo>
                    <a:pt x="282544" y="45429"/>
                  </a:lnTo>
                  <a:lnTo>
                    <a:pt x="278654" y="41835"/>
                  </a:lnTo>
                  <a:lnTo>
                    <a:pt x="274653" y="38365"/>
                  </a:lnTo>
                  <a:lnTo>
                    <a:pt x="270544" y="35025"/>
                  </a:lnTo>
                  <a:lnTo>
                    <a:pt x="266331" y="31816"/>
                  </a:lnTo>
                  <a:lnTo>
                    <a:pt x="262018" y="28742"/>
                  </a:lnTo>
                  <a:lnTo>
                    <a:pt x="257610" y="25806"/>
                  </a:lnTo>
                  <a:lnTo>
                    <a:pt x="253112" y="23012"/>
                  </a:lnTo>
                  <a:lnTo>
                    <a:pt x="248527" y="20361"/>
                  </a:lnTo>
                  <a:lnTo>
                    <a:pt x="243861" y="17857"/>
                  </a:lnTo>
                  <a:lnTo>
                    <a:pt x="239117" y="15502"/>
                  </a:lnTo>
                  <a:lnTo>
                    <a:pt x="234302" y="13298"/>
                  </a:lnTo>
                  <a:lnTo>
                    <a:pt x="229419" y="11248"/>
                  </a:lnTo>
                  <a:lnTo>
                    <a:pt x="224473" y="9354"/>
                  </a:lnTo>
                  <a:lnTo>
                    <a:pt x="219470" y="7617"/>
                  </a:lnTo>
                  <a:lnTo>
                    <a:pt x="214415" y="6040"/>
                  </a:lnTo>
                  <a:lnTo>
                    <a:pt x="209312" y="4624"/>
                  </a:lnTo>
                  <a:lnTo>
                    <a:pt x="204166" y="3369"/>
                  </a:lnTo>
                  <a:lnTo>
                    <a:pt x="198984" y="2279"/>
                  </a:lnTo>
                  <a:lnTo>
                    <a:pt x="193770" y="1353"/>
                  </a:lnTo>
                  <a:lnTo>
                    <a:pt x="188529" y="593"/>
                  </a:lnTo>
                  <a:lnTo>
                    <a:pt x="183266" y="0"/>
                  </a:lnTo>
                  <a:lnTo>
                    <a:pt x="167159" y="1663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16106" cy="167167"/>
            </a:xfrm>
            <a:custGeom>
              <a:avLst/>
              <a:pathLst>
                <a:path w="16106" h="167167">
                  <a:moveTo>
                    <a:pt x="16106" y="777"/>
                  </a:moveTo>
                  <a:lnTo>
                    <a:pt x="8062" y="1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063" y="2633064"/>
              <a:ext cx="7685" cy="167167"/>
            </a:xfrm>
            <a:custGeom>
              <a:avLst/>
              <a:pathLst>
                <a:path w="7685" h="167167">
                  <a:moveTo>
                    <a:pt x="7685" y="0"/>
                  </a:moveTo>
                  <a:lnTo>
                    <a:pt x="0" y="176"/>
                  </a:lnTo>
                  <a:lnTo>
                    <a:pt x="76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3063" y="2633241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84" y="2633241"/>
              <a:ext cx="334311" cy="334156"/>
            </a:xfrm>
            <a:custGeom>
              <a:avLst/>
              <a:pathLst>
                <a:path w="334311" h="334156">
                  <a:moveTo>
                    <a:pt x="159478" y="0"/>
                  </a:moveTo>
                  <a:lnTo>
                    <a:pt x="154200" y="326"/>
                  </a:lnTo>
                  <a:lnTo>
                    <a:pt x="148935" y="820"/>
                  </a:lnTo>
                  <a:lnTo>
                    <a:pt x="143689" y="1479"/>
                  </a:lnTo>
                  <a:lnTo>
                    <a:pt x="138465" y="2305"/>
                  </a:lnTo>
                  <a:lnTo>
                    <a:pt x="133271" y="3295"/>
                  </a:lnTo>
                  <a:lnTo>
                    <a:pt x="128110" y="4449"/>
                  </a:lnTo>
                  <a:lnTo>
                    <a:pt x="122989" y="5765"/>
                  </a:lnTo>
                  <a:lnTo>
                    <a:pt x="117911" y="7243"/>
                  </a:lnTo>
                  <a:lnTo>
                    <a:pt x="112883" y="8881"/>
                  </a:lnTo>
                  <a:lnTo>
                    <a:pt x="107910" y="10677"/>
                  </a:lnTo>
                  <a:lnTo>
                    <a:pt x="102995" y="12629"/>
                  </a:lnTo>
                  <a:lnTo>
                    <a:pt x="98145" y="14736"/>
                  </a:lnTo>
                  <a:lnTo>
                    <a:pt x="93364" y="16995"/>
                  </a:lnTo>
                  <a:lnTo>
                    <a:pt x="88657" y="19404"/>
                  </a:lnTo>
                  <a:lnTo>
                    <a:pt x="84028" y="21961"/>
                  </a:lnTo>
                  <a:lnTo>
                    <a:pt x="79482" y="24663"/>
                  </a:lnTo>
                  <a:lnTo>
                    <a:pt x="75024" y="27508"/>
                  </a:lnTo>
                  <a:lnTo>
                    <a:pt x="70659" y="30492"/>
                  </a:lnTo>
                  <a:lnTo>
                    <a:pt x="66390" y="33613"/>
                  </a:lnTo>
                  <a:lnTo>
                    <a:pt x="62222" y="36867"/>
                  </a:lnTo>
                  <a:lnTo>
                    <a:pt x="58158" y="40251"/>
                  </a:lnTo>
                  <a:lnTo>
                    <a:pt x="54204" y="43762"/>
                  </a:lnTo>
                  <a:lnTo>
                    <a:pt x="50363" y="47397"/>
                  </a:lnTo>
                  <a:lnTo>
                    <a:pt x="46639" y="51151"/>
                  </a:lnTo>
                  <a:lnTo>
                    <a:pt x="43035" y="55021"/>
                  </a:lnTo>
                  <a:lnTo>
                    <a:pt x="39556" y="59003"/>
                  </a:lnTo>
                  <a:lnTo>
                    <a:pt x="36204" y="63093"/>
                  </a:lnTo>
                  <a:lnTo>
                    <a:pt x="32984" y="67287"/>
                  </a:lnTo>
                  <a:lnTo>
                    <a:pt x="29897" y="71581"/>
                  </a:lnTo>
                  <a:lnTo>
                    <a:pt x="26948" y="75970"/>
                  </a:lnTo>
                  <a:lnTo>
                    <a:pt x="24139" y="80451"/>
                  </a:lnTo>
                  <a:lnTo>
                    <a:pt x="21474" y="85018"/>
                  </a:lnTo>
                  <a:lnTo>
                    <a:pt x="18954" y="89667"/>
                  </a:lnTo>
                  <a:lnTo>
                    <a:pt x="16582" y="94393"/>
                  </a:lnTo>
                  <a:lnTo>
                    <a:pt x="14362" y="99193"/>
                  </a:lnTo>
                  <a:lnTo>
                    <a:pt x="12294" y="104059"/>
                  </a:lnTo>
                  <a:lnTo>
                    <a:pt x="10381" y="108989"/>
                  </a:lnTo>
                  <a:lnTo>
                    <a:pt x="8625" y="113977"/>
                  </a:lnTo>
                  <a:lnTo>
                    <a:pt x="7027" y="119018"/>
                  </a:lnTo>
                  <a:lnTo>
                    <a:pt x="5590" y="124107"/>
                  </a:lnTo>
                  <a:lnTo>
                    <a:pt x="4315" y="129239"/>
                  </a:lnTo>
                  <a:lnTo>
                    <a:pt x="3202" y="134409"/>
                  </a:lnTo>
                  <a:lnTo>
                    <a:pt x="2253" y="139611"/>
                  </a:lnTo>
                  <a:lnTo>
                    <a:pt x="1470" y="144841"/>
                  </a:lnTo>
                  <a:lnTo>
                    <a:pt x="852" y="150093"/>
                  </a:lnTo>
                  <a:lnTo>
                    <a:pt x="401" y="155361"/>
                  </a:lnTo>
                  <a:lnTo>
                    <a:pt x="117" y="160642"/>
                  </a:lnTo>
                  <a:lnTo>
                    <a:pt x="0" y="165928"/>
                  </a:lnTo>
                  <a:lnTo>
                    <a:pt x="50" y="171216"/>
                  </a:lnTo>
                  <a:lnTo>
                    <a:pt x="267" y="176500"/>
                  </a:lnTo>
                  <a:lnTo>
                    <a:pt x="651" y="181774"/>
                  </a:lnTo>
                  <a:lnTo>
                    <a:pt x="1202" y="187033"/>
                  </a:lnTo>
                  <a:lnTo>
                    <a:pt x="1919" y="192272"/>
                  </a:lnTo>
                  <a:lnTo>
                    <a:pt x="2801" y="197486"/>
                  </a:lnTo>
                  <a:lnTo>
                    <a:pt x="3848" y="202670"/>
                  </a:lnTo>
                  <a:lnTo>
                    <a:pt x="5058" y="207817"/>
                  </a:lnTo>
                  <a:lnTo>
                    <a:pt x="6431" y="212924"/>
                  </a:lnTo>
                  <a:lnTo>
                    <a:pt x="7964" y="217985"/>
                  </a:lnTo>
                  <a:lnTo>
                    <a:pt x="9657" y="222995"/>
                  </a:lnTo>
                  <a:lnTo>
                    <a:pt x="11507" y="227949"/>
                  </a:lnTo>
                  <a:lnTo>
                    <a:pt x="13513" y="232841"/>
                  </a:lnTo>
                  <a:lnTo>
                    <a:pt x="15672" y="237668"/>
                  </a:lnTo>
                  <a:lnTo>
                    <a:pt x="17984" y="242425"/>
                  </a:lnTo>
                  <a:lnTo>
                    <a:pt x="20444" y="247105"/>
                  </a:lnTo>
                  <a:lnTo>
                    <a:pt x="23052" y="251706"/>
                  </a:lnTo>
                  <a:lnTo>
                    <a:pt x="25803" y="256222"/>
                  </a:lnTo>
                  <a:lnTo>
                    <a:pt x="28696" y="260648"/>
                  </a:lnTo>
                  <a:lnTo>
                    <a:pt x="31728" y="264981"/>
                  </a:lnTo>
                  <a:lnTo>
                    <a:pt x="34895" y="269215"/>
                  </a:lnTo>
                  <a:lnTo>
                    <a:pt x="38195" y="273348"/>
                  </a:lnTo>
                  <a:lnTo>
                    <a:pt x="41623" y="277374"/>
                  </a:lnTo>
                  <a:lnTo>
                    <a:pt x="45177" y="281289"/>
                  </a:lnTo>
                  <a:lnTo>
                    <a:pt x="48853" y="285090"/>
                  </a:lnTo>
                  <a:lnTo>
                    <a:pt x="52648" y="288773"/>
                  </a:lnTo>
                  <a:lnTo>
                    <a:pt x="56557" y="292335"/>
                  </a:lnTo>
                  <a:lnTo>
                    <a:pt x="60577" y="295770"/>
                  </a:lnTo>
                  <a:lnTo>
                    <a:pt x="64704" y="299077"/>
                  </a:lnTo>
                  <a:lnTo>
                    <a:pt x="68933" y="302252"/>
                  </a:lnTo>
                  <a:lnTo>
                    <a:pt x="73260" y="305291"/>
                  </a:lnTo>
                  <a:lnTo>
                    <a:pt x="77681" y="308192"/>
                  </a:lnTo>
                  <a:lnTo>
                    <a:pt x="82192" y="310951"/>
                  </a:lnTo>
                  <a:lnTo>
                    <a:pt x="86788" y="313567"/>
                  </a:lnTo>
                  <a:lnTo>
                    <a:pt x="91465" y="316036"/>
                  </a:lnTo>
                  <a:lnTo>
                    <a:pt x="96217" y="318356"/>
                  </a:lnTo>
                  <a:lnTo>
                    <a:pt x="101040" y="320524"/>
                  </a:lnTo>
                  <a:lnTo>
                    <a:pt x="105929" y="322538"/>
                  </a:lnTo>
                  <a:lnTo>
                    <a:pt x="110879" y="324397"/>
                  </a:lnTo>
                  <a:lnTo>
                    <a:pt x="115886" y="326099"/>
                  </a:lnTo>
                  <a:lnTo>
                    <a:pt x="120944" y="327641"/>
                  </a:lnTo>
                  <a:lnTo>
                    <a:pt x="126049" y="329023"/>
                  </a:lnTo>
                  <a:lnTo>
                    <a:pt x="131194" y="330242"/>
                  </a:lnTo>
                  <a:lnTo>
                    <a:pt x="136376" y="331298"/>
                  </a:lnTo>
                  <a:lnTo>
                    <a:pt x="141588" y="332190"/>
                  </a:lnTo>
                  <a:lnTo>
                    <a:pt x="146826" y="332916"/>
                  </a:lnTo>
                  <a:lnTo>
                    <a:pt x="152084" y="333476"/>
                  </a:lnTo>
                  <a:lnTo>
                    <a:pt x="157358" y="333870"/>
                  </a:lnTo>
                  <a:lnTo>
                    <a:pt x="162641" y="334096"/>
                  </a:lnTo>
                  <a:lnTo>
                    <a:pt x="167929" y="334156"/>
                  </a:lnTo>
                  <a:lnTo>
                    <a:pt x="173216" y="334048"/>
                  </a:lnTo>
                  <a:lnTo>
                    <a:pt x="178496" y="333773"/>
                  </a:lnTo>
                  <a:lnTo>
                    <a:pt x="183766" y="333331"/>
                  </a:lnTo>
                  <a:lnTo>
                    <a:pt x="189019" y="332723"/>
                  </a:lnTo>
                  <a:lnTo>
                    <a:pt x="194250" y="331949"/>
                  </a:lnTo>
                  <a:lnTo>
                    <a:pt x="199454" y="331009"/>
                  </a:lnTo>
                  <a:lnTo>
                    <a:pt x="204626" y="329906"/>
                  </a:lnTo>
                  <a:lnTo>
                    <a:pt x="209760" y="328640"/>
                  </a:lnTo>
                  <a:lnTo>
                    <a:pt x="214851" y="327211"/>
                  </a:lnTo>
                  <a:lnTo>
                    <a:pt x="219895" y="325623"/>
                  </a:lnTo>
                  <a:lnTo>
                    <a:pt x="224886" y="323876"/>
                  </a:lnTo>
                  <a:lnTo>
                    <a:pt x="229819" y="321972"/>
                  </a:lnTo>
                  <a:lnTo>
                    <a:pt x="234690" y="319912"/>
                  </a:lnTo>
                  <a:lnTo>
                    <a:pt x="239493" y="317700"/>
                  </a:lnTo>
                  <a:lnTo>
                    <a:pt x="244224" y="315337"/>
                  </a:lnTo>
                  <a:lnTo>
                    <a:pt x="248877" y="312825"/>
                  </a:lnTo>
                  <a:lnTo>
                    <a:pt x="253449" y="310168"/>
                  </a:lnTo>
                  <a:lnTo>
                    <a:pt x="257934" y="307367"/>
                  </a:lnTo>
                  <a:lnTo>
                    <a:pt x="262329" y="304426"/>
                  </a:lnTo>
                  <a:lnTo>
                    <a:pt x="266628" y="301347"/>
                  </a:lnTo>
                  <a:lnTo>
                    <a:pt x="270828" y="298134"/>
                  </a:lnTo>
                  <a:lnTo>
                    <a:pt x="274924" y="294789"/>
                  </a:lnTo>
                  <a:lnTo>
                    <a:pt x="278912" y="291317"/>
                  </a:lnTo>
                  <a:lnTo>
                    <a:pt x="282789" y="287720"/>
                  </a:lnTo>
                  <a:lnTo>
                    <a:pt x="286550" y="284003"/>
                  </a:lnTo>
                  <a:lnTo>
                    <a:pt x="290191" y="280168"/>
                  </a:lnTo>
                  <a:lnTo>
                    <a:pt x="293709" y="276220"/>
                  </a:lnTo>
                  <a:lnTo>
                    <a:pt x="297101" y="272163"/>
                  </a:lnTo>
                  <a:lnTo>
                    <a:pt x="300362" y="268001"/>
                  </a:lnTo>
                  <a:lnTo>
                    <a:pt x="303490" y="263737"/>
                  </a:lnTo>
                  <a:lnTo>
                    <a:pt x="306482" y="259377"/>
                  </a:lnTo>
                  <a:lnTo>
                    <a:pt x="309335" y="254924"/>
                  </a:lnTo>
                  <a:lnTo>
                    <a:pt x="312045" y="250383"/>
                  </a:lnTo>
                  <a:lnTo>
                    <a:pt x="314610" y="245759"/>
                  </a:lnTo>
                  <a:lnTo>
                    <a:pt x="317028" y="241056"/>
                  </a:lnTo>
                  <a:lnTo>
                    <a:pt x="319295" y="236279"/>
                  </a:lnTo>
                  <a:lnTo>
                    <a:pt x="321411" y="231432"/>
                  </a:lnTo>
                  <a:lnTo>
                    <a:pt x="323372" y="226521"/>
                  </a:lnTo>
                  <a:lnTo>
                    <a:pt x="325176" y="221551"/>
                  </a:lnTo>
                  <a:lnTo>
                    <a:pt x="326823" y="216526"/>
                  </a:lnTo>
                  <a:lnTo>
                    <a:pt x="328310" y="211451"/>
                  </a:lnTo>
                  <a:lnTo>
                    <a:pt x="329636" y="206332"/>
                  </a:lnTo>
                  <a:lnTo>
                    <a:pt x="330799" y="201173"/>
                  </a:lnTo>
                  <a:lnTo>
                    <a:pt x="331798" y="195981"/>
                  </a:lnTo>
                  <a:lnTo>
                    <a:pt x="332633" y="190759"/>
                  </a:lnTo>
                  <a:lnTo>
                    <a:pt x="333302" y="185513"/>
                  </a:lnTo>
                  <a:lnTo>
                    <a:pt x="333804" y="180249"/>
                  </a:lnTo>
                  <a:lnTo>
                    <a:pt x="334140" y="174972"/>
                  </a:lnTo>
                  <a:lnTo>
                    <a:pt x="334309" y="169687"/>
                  </a:lnTo>
                  <a:lnTo>
                    <a:pt x="334311" y="164399"/>
                  </a:lnTo>
                  <a:lnTo>
                    <a:pt x="334145" y="159113"/>
                  </a:lnTo>
                  <a:lnTo>
                    <a:pt x="333813" y="153836"/>
                  </a:lnTo>
                  <a:lnTo>
                    <a:pt x="333313" y="148571"/>
                  </a:lnTo>
                  <a:lnTo>
                    <a:pt x="332647" y="143325"/>
                  </a:lnTo>
                  <a:lnTo>
                    <a:pt x="331816" y="138103"/>
                  </a:lnTo>
                  <a:lnTo>
                    <a:pt x="330820" y="132910"/>
                  </a:lnTo>
                  <a:lnTo>
                    <a:pt x="329660" y="127750"/>
                  </a:lnTo>
                  <a:lnTo>
                    <a:pt x="328338" y="122630"/>
                  </a:lnTo>
                  <a:lnTo>
                    <a:pt x="326854" y="117555"/>
                  </a:lnTo>
                  <a:lnTo>
                    <a:pt x="325211" y="112528"/>
                  </a:lnTo>
                  <a:lnTo>
                    <a:pt x="323409" y="107557"/>
                  </a:lnTo>
                  <a:lnTo>
                    <a:pt x="321451" y="102645"/>
                  </a:lnTo>
                  <a:lnTo>
                    <a:pt x="319339" y="97797"/>
                  </a:lnTo>
                  <a:lnTo>
                    <a:pt x="317074" y="93018"/>
                  </a:lnTo>
                  <a:lnTo>
                    <a:pt x="314659" y="88314"/>
                  </a:lnTo>
                  <a:lnTo>
                    <a:pt x="312097" y="83688"/>
                  </a:lnTo>
                  <a:lnTo>
                    <a:pt x="309390" y="79145"/>
                  </a:lnTo>
                  <a:lnTo>
                    <a:pt x="306540" y="74691"/>
                  </a:lnTo>
                  <a:lnTo>
                    <a:pt x="303551" y="70329"/>
                  </a:lnTo>
                  <a:lnTo>
                    <a:pt x="300425" y="66063"/>
                  </a:lnTo>
                  <a:lnTo>
                    <a:pt x="297166" y="61899"/>
                  </a:lnTo>
                  <a:lnTo>
                    <a:pt x="293777" y="57840"/>
                  </a:lnTo>
                  <a:lnTo>
                    <a:pt x="290262" y="53889"/>
                  </a:lnTo>
                  <a:lnTo>
                    <a:pt x="286623" y="50053"/>
                  </a:lnTo>
                  <a:lnTo>
                    <a:pt x="282865" y="46333"/>
                  </a:lnTo>
                  <a:lnTo>
                    <a:pt x="278990" y="42733"/>
                  </a:lnTo>
                  <a:lnTo>
                    <a:pt x="275004" y="39259"/>
                  </a:lnTo>
                  <a:lnTo>
                    <a:pt x="270910" y="35912"/>
                  </a:lnTo>
                  <a:lnTo>
                    <a:pt x="266712" y="32696"/>
                  </a:lnTo>
                  <a:lnTo>
                    <a:pt x="262415" y="29614"/>
                  </a:lnTo>
                  <a:lnTo>
                    <a:pt x="258022" y="26670"/>
                  </a:lnTo>
                  <a:lnTo>
                    <a:pt x="253539" y="23867"/>
                  </a:lnTo>
                  <a:lnTo>
                    <a:pt x="248968" y="21206"/>
                  </a:lnTo>
                  <a:lnTo>
                    <a:pt x="244317" y="18692"/>
                  </a:lnTo>
                  <a:lnTo>
                    <a:pt x="239587" y="16326"/>
                  </a:lnTo>
                  <a:lnTo>
                    <a:pt x="234786" y="14111"/>
                  </a:lnTo>
                  <a:lnTo>
                    <a:pt x="229916" y="12048"/>
                  </a:lnTo>
                  <a:lnTo>
                    <a:pt x="224984" y="10141"/>
                  </a:lnTo>
                  <a:lnTo>
                    <a:pt x="167164" y="1669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57820" cy="167167"/>
            </a:xfrm>
            <a:custGeom>
              <a:avLst/>
              <a:pathLst>
                <a:path w="57820" h="167167">
                  <a:moveTo>
                    <a:pt x="57820" y="10318"/>
                  </a:moveTo>
                  <a:lnTo>
                    <a:pt x="52246" y="8374"/>
                  </a:lnTo>
                  <a:lnTo>
                    <a:pt x="46606" y="6628"/>
                  </a:lnTo>
                  <a:lnTo>
                    <a:pt x="40908" y="5082"/>
                  </a:lnTo>
                  <a:lnTo>
                    <a:pt x="35159" y="3739"/>
                  </a:lnTo>
                  <a:lnTo>
                    <a:pt x="29367" y="2599"/>
                  </a:lnTo>
                  <a:lnTo>
                    <a:pt x="23537" y="1665"/>
                  </a:lnTo>
                  <a:lnTo>
                    <a:pt x="17679" y="937"/>
                  </a:lnTo>
                  <a:lnTo>
                    <a:pt x="11798" y="416"/>
                  </a:lnTo>
                  <a:lnTo>
                    <a:pt x="590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8734" y="3170392"/>
              <a:ext cx="27246" cy="167167"/>
            </a:xfrm>
            <a:custGeom>
              <a:avLst/>
              <a:pathLst>
                <a:path w="27246" h="167167">
                  <a:moveTo>
                    <a:pt x="27246" y="0"/>
                  </a:moveTo>
                  <a:lnTo>
                    <a:pt x="20406" y="140"/>
                  </a:lnTo>
                  <a:lnTo>
                    <a:pt x="13577" y="559"/>
                  </a:lnTo>
                  <a:lnTo>
                    <a:pt x="6771" y="1258"/>
                  </a:lnTo>
                  <a:lnTo>
                    <a:pt x="0" y="2235"/>
                  </a:lnTo>
                  <a:lnTo>
                    <a:pt x="272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498734" y="3172627"/>
              <a:ext cx="27246" cy="164932"/>
            </a:xfrm>
            <a:custGeom>
              <a:avLst/>
              <a:pathLst>
                <a:path w="27246" h="164932">
                  <a:moveTo>
                    <a:pt x="0" y="0"/>
                  </a:moveTo>
                  <a:lnTo>
                    <a:pt x="27246" y="1649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22" y="3172627"/>
              <a:ext cx="334316" cy="332097"/>
            </a:xfrm>
            <a:custGeom>
              <a:avLst/>
              <a:pathLst>
                <a:path w="334316" h="332097">
                  <a:moveTo>
                    <a:pt x="139911" y="0"/>
                  </a:moveTo>
                  <a:lnTo>
                    <a:pt x="134692" y="947"/>
                  </a:lnTo>
                  <a:lnTo>
                    <a:pt x="129505" y="2060"/>
                  </a:lnTo>
                  <a:lnTo>
                    <a:pt x="124356" y="3337"/>
                  </a:lnTo>
                  <a:lnTo>
                    <a:pt x="119250" y="4776"/>
                  </a:lnTo>
                  <a:lnTo>
                    <a:pt x="114192" y="6377"/>
                  </a:lnTo>
                  <a:lnTo>
                    <a:pt x="109188" y="8137"/>
                  </a:lnTo>
                  <a:lnTo>
                    <a:pt x="104242" y="10056"/>
                  </a:lnTo>
                  <a:lnTo>
                    <a:pt x="99359" y="12130"/>
                  </a:lnTo>
                  <a:lnTo>
                    <a:pt x="94545" y="14358"/>
                  </a:lnTo>
                  <a:lnTo>
                    <a:pt x="89803" y="16738"/>
                  </a:lnTo>
                  <a:lnTo>
                    <a:pt x="85140" y="19267"/>
                  </a:lnTo>
                  <a:lnTo>
                    <a:pt x="80559" y="21943"/>
                  </a:lnTo>
                  <a:lnTo>
                    <a:pt x="76066" y="24763"/>
                  </a:lnTo>
                  <a:lnTo>
                    <a:pt x="71664" y="27724"/>
                  </a:lnTo>
                  <a:lnTo>
                    <a:pt x="67359" y="30823"/>
                  </a:lnTo>
                  <a:lnTo>
                    <a:pt x="63154" y="34057"/>
                  </a:lnTo>
                  <a:lnTo>
                    <a:pt x="59053" y="37423"/>
                  </a:lnTo>
                  <a:lnTo>
                    <a:pt x="55062" y="40917"/>
                  </a:lnTo>
                  <a:lnTo>
                    <a:pt x="51183" y="44537"/>
                  </a:lnTo>
                  <a:lnTo>
                    <a:pt x="47421" y="48277"/>
                  </a:lnTo>
                  <a:lnTo>
                    <a:pt x="43780" y="52135"/>
                  </a:lnTo>
                  <a:lnTo>
                    <a:pt x="40263" y="56107"/>
                  </a:lnTo>
                  <a:lnTo>
                    <a:pt x="36874" y="60188"/>
                  </a:lnTo>
                  <a:lnTo>
                    <a:pt x="33616" y="64375"/>
                  </a:lnTo>
                  <a:lnTo>
                    <a:pt x="30493" y="68663"/>
                  </a:lnTo>
                  <a:lnTo>
                    <a:pt x="27507" y="73048"/>
                  </a:lnTo>
                  <a:lnTo>
                    <a:pt x="24662" y="77525"/>
                  </a:lnTo>
                  <a:lnTo>
                    <a:pt x="21960" y="82091"/>
                  </a:lnTo>
                  <a:lnTo>
                    <a:pt x="19404" y="86739"/>
                  </a:lnTo>
                  <a:lnTo>
                    <a:pt x="16998" y="91467"/>
                  </a:lnTo>
                  <a:lnTo>
                    <a:pt x="14742" y="96269"/>
                  </a:lnTo>
                  <a:lnTo>
                    <a:pt x="12640" y="101140"/>
                  </a:lnTo>
                  <a:lnTo>
                    <a:pt x="10694" y="106075"/>
                  </a:lnTo>
                  <a:lnTo>
                    <a:pt x="8905" y="111069"/>
                  </a:lnTo>
                  <a:lnTo>
                    <a:pt x="7276" y="116117"/>
                  </a:lnTo>
                  <a:lnTo>
                    <a:pt x="5807" y="121215"/>
                  </a:lnTo>
                  <a:lnTo>
                    <a:pt x="4501" y="126357"/>
                  </a:lnTo>
                  <a:lnTo>
                    <a:pt x="3359" y="131537"/>
                  </a:lnTo>
                  <a:lnTo>
                    <a:pt x="2382" y="136752"/>
                  </a:lnTo>
                  <a:lnTo>
                    <a:pt x="1571" y="141994"/>
                  </a:lnTo>
                  <a:lnTo>
                    <a:pt x="927" y="147260"/>
                  </a:lnTo>
                  <a:lnTo>
                    <a:pt x="450" y="152543"/>
                  </a:lnTo>
                  <a:lnTo>
                    <a:pt x="140" y="157839"/>
                  </a:lnTo>
                  <a:lnTo>
                    <a:pt x="0" y="163142"/>
                  </a:lnTo>
                  <a:lnTo>
                    <a:pt x="27" y="168447"/>
                  </a:lnTo>
                  <a:lnTo>
                    <a:pt x="223" y="173749"/>
                  </a:lnTo>
                  <a:lnTo>
                    <a:pt x="586" y="179041"/>
                  </a:lnTo>
                  <a:lnTo>
                    <a:pt x="1118" y="184319"/>
                  </a:lnTo>
                  <a:lnTo>
                    <a:pt x="1817" y="189578"/>
                  </a:lnTo>
                  <a:lnTo>
                    <a:pt x="2682" y="194812"/>
                  </a:lnTo>
                  <a:lnTo>
                    <a:pt x="3713" y="200016"/>
                  </a:lnTo>
                  <a:lnTo>
                    <a:pt x="4909" y="205184"/>
                  </a:lnTo>
                  <a:lnTo>
                    <a:pt x="6268" y="210312"/>
                  </a:lnTo>
                  <a:lnTo>
                    <a:pt x="7788" y="215395"/>
                  </a:lnTo>
                  <a:lnTo>
                    <a:pt x="9470" y="220426"/>
                  </a:lnTo>
                  <a:lnTo>
                    <a:pt x="11310" y="225402"/>
                  </a:lnTo>
                  <a:lnTo>
                    <a:pt x="13307" y="230316"/>
                  </a:lnTo>
                  <a:lnTo>
                    <a:pt x="15460" y="235165"/>
                  </a:lnTo>
                  <a:lnTo>
                    <a:pt x="17765" y="239943"/>
                  </a:lnTo>
                  <a:lnTo>
                    <a:pt x="20220" y="244646"/>
                  </a:lnTo>
                  <a:lnTo>
                    <a:pt x="22823" y="249268"/>
                  </a:lnTo>
                  <a:lnTo>
                    <a:pt x="25572" y="253805"/>
                  </a:lnTo>
                  <a:lnTo>
                    <a:pt x="28463" y="258253"/>
                  </a:lnTo>
                  <a:lnTo>
                    <a:pt x="31494" y="262607"/>
                  </a:lnTo>
                  <a:lnTo>
                    <a:pt x="34662" y="266862"/>
                  </a:lnTo>
                  <a:lnTo>
                    <a:pt x="37963" y="271015"/>
                  </a:lnTo>
                  <a:lnTo>
                    <a:pt x="41394" y="275061"/>
                  </a:lnTo>
                  <a:lnTo>
                    <a:pt x="44952" y="278996"/>
                  </a:lnTo>
                  <a:lnTo>
                    <a:pt x="48633" y="282816"/>
                  </a:lnTo>
                  <a:lnTo>
                    <a:pt x="52433" y="286518"/>
                  </a:lnTo>
                  <a:lnTo>
                    <a:pt x="56349" y="290097"/>
                  </a:lnTo>
                  <a:lnTo>
                    <a:pt x="60376" y="293550"/>
                  </a:lnTo>
                  <a:lnTo>
                    <a:pt x="64511" y="296873"/>
                  </a:lnTo>
                  <a:lnTo>
                    <a:pt x="68749" y="300064"/>
                  </a:lnTo>
                  <a:lnTo>
                    <a:pt x="73087" y="303119"/>
                  </a:lnTo>
                  <a:lnTo>
                    <a:pt x="77519" y="306034"/>
                  </a:lnTo>
                  <a:lnTo>
                    <a:pt x="82041" y="308807"/>
                  </a:lnTo>
                  <a:lnTo>
                    <a:pt x="86649" y="311435"/>
                  </a:lnTo>
                  <a:lnTo>
                    <a:pt x="91338" y="313916"/>
                  </a:lnTo>
                  <a:lnTo>
                    <a:pt x="96104" y="316247"/>
                  </a:lnTo>
                  <a:lnTo>
                    <a:pt x="100941" y="318425"/>
                  </a:lnTo>
                  <a:lnTo>
                    <a:pt x="105845" y="320449"/>
                  </a:lnTo>
                  <a:lnTo>
                    <a:pt x="110810" y="322316"/>
                  </a:lnTo>
                  <a:lnTo>
                    <a:pt x="115832" y="324025"/>
                  </a:lnTo>
                  <a:lnTo>
                    <a:pt x="120906" y="325573"/>
                  </a:lnTo>
                  <a:lnTo>
                    <a:pt x="126027" y="326960"/>
                  </a:lnTo>
                  <a:lnTo>
                    <a:pt x="131189" y="328184"/>
                  </a:lnTo>
                  <a:lnTo>
                    <a:pt x="136387" y="329243"/>
                  </a:lnTo>
                  <a:lnTo>
                    <a:pt x="141616" y="330136"/>
                  </a:lnTo>
                  <a:lnTo>
                    <a:pt x="146871" y="330864"/>
                  </a:lnTo>
                  <a:lnTo>
                    <a:pt x="152146" y="331424"/>
                  </a:lnTo>
                  <a:lnTo>
                    <a:pt x="157437" y="331816"/>
                  </a:lnTo>
                  <a:lnTo>
                    <a:pt x="162737" y="332041"/>
                  </a:lnTo>
                  <a:lnTo>
                    <a:pt x="168042" y="332097"/>
                  </a:lnTo>
                  <a:lnTo>
                    <a:pt x="173346" y="331984"/>
                  </a:lnTo>
                  <a:lnTo>
                    <a:pt x="178643" y="331704"/>
                  </a:lnTo>
                  <a:lnTo>
                    <a:pt x="183929" y="331256"/>
                  </a:lnTo>
                  <a:lnTo>
                    <a:pt x="189198" y="330640"/>
                  </a:lnTo>
                  <a:lnTo>
                    <a:pt x="194445" y="329857"/>
                  </a:lnTo>
                  <a:lnTo>
                    <a:pt x="199664" y="328908"/>
                  </a:lnTo>
                  <a:lnTo>
                    <a:pt x="204851" y="327794"/>
                  </a:lnTo>
                  <a:lnTo>
                    <a:pt x="210000" y="326516"/>
                  </a:lnTo>
                  <a:lnTo>
                    <a:pt x="215105" y="325075"/>
                  </a:lnTo>
                  <a:lnTo>
                    <a:pt x="220163" y="323473"/>
                  </a:lnTo>
                  <a:lnTo>
                    <a:pt x="225167" y="321711"/>
                  </a:lnTo>
                  <a:lnTo>
                    <a:pt x="230112" y="319792"/>
                  </a:lnTo>
                  <a:lnTo>
                    <a:pt x="234994" y="317716"/>
                  </a:lnTo>
                  <a:lnTo>
                    <a:pt x="239808" y="315487"/>
                  </a:lnTo>
                  <a:lnTo>
                    <a:pt x="244549" y="313106"/>
                  </a:lnTo>
                  <a:lnTo>
                    <a:pt x="249211" y="310575"/>
                  </a:lnTo>
                  <a:lnTo>
                    <a:pt x="253791" y="307898"/>
                  </a:lnTo>
                  <a:lnTo>
                    <a:pt x="258284" y="305078"/>
                  </a:lnTo>
                  <a:lnTo>
                    <a:pt x="262685" y="302115"/>
                  </a:lnTo>
                  <a:lnTo>
                    <a:pt x="266990" y="299015"/>
                  </a:lnTo>
                  <a:lnTo>
                    <a:pt x="271194" y="295780"/>
                  </a:lnTo>
                  <a:lnTo>
                    <a:pt x="275294" y="292413"/>
                  </a:lnTo>
                  <a:lnTo>
                    <a:pt x="279284" y="288918"/>
                  </a:lnTo>
                  <a:lnTo>
                    <a:pt x="283162" y="285297"/>
                  </a:lnTo>
                  <a:lnTo>
                    <a:pt x="286923" y="281556"/>
                  </a:lnTo>
                  <a:lnTo>
                    <a:pt x="290563" y="277697"/>
                  </a:lnTo>
                  <a:lnTo>
                    <a:pt x="294079" y="273724"/>
                  </a:lnTo>
                  <a:lnTo>
                    <a:pt x="297467" y="269642"/>
                  </a:lnTo>
                  <a:lnTo>
                    <a:pt x="300724" y="265455"/>
                  </a:lnTo>
                  <a:lnTo>
                    <a:pt x="303846" y="261166"/>
                  </a:lnTo>
                  <a:lnTo>
                    <a:pt x="306831" y="256780"/>
                  </a:lnTo>
                  <a:lnTo>
                    <a:pt x="309675" y="252302"/>
                  </a:lnTo>
                  <a:lnTo>
                    <a:pt x="312376" y="247736"/>
                  </a:lnTo>
                  <a:lnTo>
                    <a:pt x="314930" y="243087"/>
                  </a:lnTo>
                  <a:lnTo>
                    <a:pt x="317336" y="238358"/>
                  </a:lnTo>
                  <a:lnTo>
                    <a:pt x="319590" y="233556"/>
                  </a:lnTo>
                  <a:lnTo>
                    <a:pt x="321690" y="228685"/>
                  </a:lnTo>
                  <a:lnTo>
                    <a:pt x="323636" y="223749"/>
                  </a:lnTo>
                  <a:lnTo>
                    <a:pt x="325423" y="218755"/>
                  </a:lnTo>
                  <a:lnTo>
                    <a:pt x="327051" y="213706"/>
                  </a:lnTo>
                  <a:lnTo>
                    <a:pt x="328518" y="208608"/>
                  </a:lnTo>
                  <a:lnTo>
                    <a:pt x="329823" y="203465"/>
                  </a:lnTo>
                  <a:lnTo>
                    <a:pt x="330964" y="198285"/>
                  </a:lnTo>
                  <a:lnTo>
                    <a:pt x="331940" y="193070"/>
                  </a:lnTo>
                  <a:lnTo>
                    <a:pt x="332749" y="187827"/>
                  </a:lnTo>
                  <a:lnTo>
                    <a:pt x="333393" y="182562"/>
                  </a:lnTo>
                  <a:lnTo>
                    <a:pt x="333868" y="177278"/>
                  </a:lnTo>
                  <a:lnTo>
                    <a:pt x="334176" y="171982"/>
                  </a:lnTo>
                  <a:lnTo>
                    <a:pt x="334316" y="166679"/>
                  </a:lnTo>
                  <a:lnTo>
                    <a:pt x="334287" y="161374"/>
                  </a:lnTo>
                  <a:lnTo>
                    <a:pt x="334090" y="156073"/>
                  </a:lnTo>
                  <a:lnTo>
                    <a:pt x="333725" y="150780"/>
                  </a:lnTo>
                  <a:lnTo>
                    <a:pt x="333192" y="145502"/>
                  </a:lnTo>
                  <a:lnTo>
                    <a:pt x="332492" y="140243"/>
                  </a:lnTo>
                  <a:lnTo>
                    <a:pt x="331625" y="135010"/>
                  </a:lnTo>
                  <a:lnTo>
                    <a:pt x="330593" y="129806"/>
                  </a:lnTo>
                  <a:lnTo>
                    <a:pt x="329396" y="124638"/>
                  </a:lnTo>
                  <a:lnTo>
                    <a:pt x="328036" y="119510"/>
                  </a:lnTo>
                  <a:lnTo>
                    <a:pt x="326514" y="114428"/>
                  </a:lnTo>
                  <a:lnTo>
                    <a:pt x="324831" y="109397"/>
                  </a:lnTo>
                  <a:lnTo>
                    <a:pt x="322989" y="104422"/>
                  </a:lnTo>
                  <a:lnTo>
                    <a:pt x="320991" y="99508"/>
                  </a:lnTo>
                  <a:lnTo>
                    <a:pt x="318837" y="94660"/>
                  </a:lnTo>
                  <a:lnTo>
                    <a:pt x="316531" y="89882"/>
                  </a:lnTo>
                  <a:lnTo>
                    <a:pt x="314075" y="85181"/>
                  </a:lnTo>
                  <a:lnTo>
                    <a:pt x="311470" y="80559"/>
                  </a:lnTo>
                  <a:lnTo>
                    <a:pt x="308720" y="76022"/>
                  </a:lnTo>
                  <a:lnTo>
                    <a:pt x="305828" y="71575"/>
                  </a:lnTo>
                  <a:lnTo>
                    <a:pt x="302796" y="67222"/>
                  </a:lnTo>
                  <a:lnTo>
                    <a:pt x="299627" y="62967"/>
                  </a:lnTo>
                  <a:lnTo>
                    <a:pt x="296325" y="58815"/>
                  </a:lnTo>
                  <a:lnTo>
                    <a:pt x="292893" y="54770"/>
                  </a:lnTo>
                  <a:lnTo>
                    <a:pt x="289334" y="50836"/>
                  </a:lnTo>
                  <a:lnTo>
                    <a:pt x="285652" y="47017"/>
                  </a:lnTo>
                  <a:lnTo>
                    <a:pt x="281851" y="43316"/>
                  </a:lnTo>
                  <a:lnTo>
                    <a:pt x="277935" y="39738"/>
                  </a:lnTo>
                  <a:lnTo>
                    <a:pt x="273906" y="36286"/>
                  </a:lnTo>
                  <a:lnTo>
                    <a:pt x="269771" y="32964"/>
                  </a:lnTo>
                  <a:lnTo>
                    <a:pt x="265532" y="29774"/>
                  </a:lnTo>
                  <a:lnTo>
                    <a:pt x="261193" y="26721"/>
                  </a:lnTo>
                  <a:lnTo>
                    <a:pt x="256761" y="23807"/>
                  </a:lnTo>
                  <a:lnTo>
                    <a:pt x="252238" y="21035"/>
                  </a:lnTo>
                  <a:lnTo>
                    <a:pt x="247629" y="18408"/>
                  </a:lnTo>
                  <a:lnTo>
                    <a:pt x="242939" y="15928"/>
                  </a:lnTo>
                  <a:lnTo>
                    <a:pt x="238173" y="13598"/>
                  </a:lnTo>
                  <a:lnTo>
                    <a:pt x="233335" y="11421"/>
                  </a:lnTo>
                  <a:lnTo>
                    <a:pt x="228431" y="9399"/>
                  </a:lnTo>
                  <a:lnTo>
                    <a:pt x="223465" y="7533"/>
                  </a:lnTo>
                  <a:lnTo>
                    <a:pt x="167157" y="1649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56307" cy="167167"/>
            </a:xfrm>
            <a:custGeom>
              <a:avLst/>
              <a:pathLst>
                <a:path w="56307" h="167167">
                  <a:moveTo>
                    <a:pt x="56307" y="9768"/>
                  </a:moveTo>
                  <a:lnTo>
                    <a:pt x="50259" y="7734"/>
                  </a:lnTo>
                  <a:lnTo>
                    <a:pt x="44138" y="5932"/>
                  </a:lnTo>
                  <a:lnTo>
                    <a:pt x="37953" y="4365"/>
                  </a:lnTo>
                  <a:lnTo>
                    <a:pt x="31712" y="3035"/>
                  </a:lnTo>
                  <a:lnTo>
                    <a:pt x="25425" y="1944"/>
                  </a:lnTo>
                  <a:lnTo>
                    <a:pt x="19101" y="1094"/>
                  </a:lnTo>
                  <a:lnTo>
                    <a:pt x="12749" y="486"/>
                  </a:lnTo>
                  <a:lnTo>
                    <a:pt x="6379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2603" y="3707720"/>
              <a:ext cx="8144" cy="167167"/>
            </a:xfrm>
            <a:custGeom>
              <a:avLst/>
              <a:pathLst>
                <a:path w="8144" h="167167">
                  <a:moveTo>
                    <a:pt x="8144" y="0"/>
                  </a:moveTo>
                  <a:lnTo>
                    <a:pt x="0" y="198"/>
                  </a:lnTo>
                  <a:lnTo>
                    <a:pt x="814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2603" y="37079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81" y="3707720"/>
              <a:ext cx="334322" cy="334328"/>
            </a:xfrm>
            <a:custGeom>
              <a:avLst/>
              <a:pathLst>
                <a:path w="334322" h="334328">
                  <a:moveTo>
                    <a:pt x="159021" y="198"/>
                  </a:moveTo>
                  <a:lnTo>
                    <a:pt x="153742" y="539"/>
                  </a:lnTo>
                  <a:lnTo>
                    <a:pt x="148477" y="1048"/>
                  </a:lnTo>
                  <a:lnTo>
                    <a:pt x="143230" y="1722"/>
                  </a:lnTo>
                  <a:lnTo>
                    <a:pt x="138007" y="2562"/>
                  </a:lnTo>
                  <a:lnTo>
                    <a:pt x="132813" y="3567"/>
                  </a:lnTo>
                  <a:lnTo>
                    <a:pt x="127654" y="4736"/>
                  </a:lnTo>
                  <a:lnTo>
                    <a:pt x="122534" y="6068"/>
                  </a:lnTo>
                  <a:lnTo>
                    <a:pt x="117459" y="7561"/>
                  </a:lnTo>
                  <a:lnTo>
                    <a:pt x="112433" y="9214"/>
                  </a:lnTo>
                  <a:lnTo>
                    <a:pt x="107463" y="11024"/>
                  </a:lnTo>
                  <a:lnTo>
                    <a:pt x="102552" y="12992"/>
                  </a:lnTo>
                  <a:lnTo>
                    <a:pt x="97706" y="15113"/>
                  </a:lnTo>
                  <a:lnTo>
                    <a:pt x="92930" y="17387"/>
                  </a:lnTo>
                  <a:lnTo>
                    <a:pt x="88228" y="19811"/>
                  </a:lnTo>
                  <a:lnTo>
                    <a:pt x="83605" y="22383"/>
                  </a:lnTo>
                  <a:lnTo>
                    <a:pt x="79065" y="25099"/>
                  </a:lnTo>
                  <a:lnTo>
                    <a:pt x="74614" y="27958"/>
                  </a:lnTo>
                  <a:lnTo>
                    <a:pt x="70256" y="30956"/>
                  </a:lnTo>
                  <a:lnTo>
                    <a:pt x="65994" y="34091"/>
                  </a:lnTo>
                  <a:lnTo>
                    <a:pt x="61834" y="37359"/>
                  </a:lnTo>
                  <a:lnTo>
                    <a:pt x="57780" y="40757"/>
                  </a:lnTo>
                  <a:lnTo>
                    <a:pt x="53835" y="44281"/>
                  </a:lnTo>
                  <a:lnTo>
                    <a:pt x="50003" y="47929"/>
                  </a:lnTo>
                  <a:lnTo>
                    <a:pt x="46289" y="51696"/>
                  </a:lnTo>
                  <a:lnTo>
                    <a:pt x="42696" y="55578"/>
                  </a:lnTo>
                  <a:lnTo>
                    <a:pt x="39227" y="59573"/>
                  </a:lnTo>
                  <a:lnTo>
                    <a:pt x="35887" y="63675"/>
                  </a:lnTo>
                  <a:lnTo>
                    <a:pt x="32678" y="67880"/>
                  </a:lnTo>
                  <a:lnTo>
                    <a:pt x="29603" y="72186"/>
                  </a:lnTo>
                  <a:lnTo>
                    <a:pt x="26667" y="76586"/>
                  </a:lnTo>
                  <a:lnTo>
                    <a:pt x="23871" y="81077"/>
                  </a:lnTo>
                  <a:lnTo>
                    <a:pt x="21219" y="85654"/>
                  </a:lnTo>
                  <a:lnTo>
                    <a:pt x="18713" y="90313"/>
                  </a:lnTo>
                  <a:lnTo>
                    <a:pt x="16355" y="95049"/>
                  </a:lnTo>
                  <a:lnTo>
                    <a:pt x="14149" y="99857"/>
                  </a:lnTo>
                  <a:lnTo>
                    <a:pt x="12096" y="104732"/>
                  </a:lnTo>
                  <a:lnTo>
                    <a:pt x="10198" y="109670"/>
                  </a:lnTo>
                  <a:lnTo>
                    <a:pt x="8457" y="114666"/>
                  </a:lnTo>
                  <a:lnTo>
                    <a:pt x="6875" y="119714"/>
                  </a:lnTo>
                  <a:lnTo>
                    <a:pt x="5454" y="124809"/>
                  </a:lnTo>
                  <a:lnTo>
                    <a:pt x="4195" y="129947"/>
                  </a:lnTo>
                  <a:lnTo>
                    <a:pt x="3099" y="135123"/>
                  </a:lnTo>
                  <a:lnTo>
                    <a:pt x="2167" y="140330"/>
                  </a:lnTo>
                  <a:lnTo>
                    <a:pt x="1400" y="145564"/>
                  </a:lnTo>
                  <a:lnTo>
                    <a:pt x="800" y="150820"/>
                  </a:lnTo>
                  <a:lnTo>
                    <a:pt x="366" y="156093"/>
                  </a:lnTo>
                  <a:lnTo>
                    <a:pt x="99" y="161376"/>
                  </a:lnTo>
                  <a:lnTo>
                    <a:pt x="0" y="166665"/>
                  </a:lnTo>
                  <a:lnTo>
                    <a:pt x="67" y="171955"/>
                  </a:lnTo>
                  <a:lnTo>
                    <a:pt x="302" y="177240"/>
                  </a:lnTo>
                  <a:lnTo>
                    <a:pt x="705" y="182514"/>
                  </a:lnTo>
                  <a:lnTo>
                    <a:pt x="1274" y="187774"/>
                  </a:lnTo>
                  <a:lnTo>
                    <a:pt x="2009" y="193013"/>
                  </a:lnTo>
                  <a:lnTo>
                    <a:pt x="2909" y="198226"/>
                  </a:lnTo>
                  <a:lnTo>
                    <a:pt x="3974" y="203407"/>
                  </a:lnTo>
                  <a:lnTo>
                    <a:pt x="5203" y="208553"/>
                  </a:lnTo>
                  <a:lnTo>
                    <a:pt x="6593" y="213657"/>
                  </a:lnTo>
                  <a:lnTo>
                    <a:pt x="8145" y="218714"/>
                  </a:lnTo>
                  <a:lnTo>
                    <a:pt x="9855" y="223720"/>
                  </a:lnTo>
                  <a:lnTo>
                    <a:pt x="11724" y="228670"/>
                  </a:lnTo>
                  <a:lnTo>
                    <a:pt x="13748" y="233557"/>
                  </a:lnTo>
                  <a:lnTo>
                    <a:pt x="15925" y="238378"/>
                  </a:lnTo>
                  <a:lnTo>
                    <a:pt x="18254" y="243128"/>
                  </a:lnTo>
                  <a:lnTo>
                    <a:pt x="20732" y="247802"/>
                  </a:lnTo>
                  <a:lnTo>
                    <a:pt x="23357" y="252395"/>
                  </a:lnTo>
                  <a:lnTo>
                    <a:pt x="26126" y="256903"/>
                  </a:lnTo>
                  <a:lnTo>
                    <a:pt x="29036" y="261321"/>
                  </a:lnTo>
                  <a:lnTo>
                    <a:pt x="32084" y="265644"/>
                  </a:lnTo>
                  <a:lnTo>
                    <a:pt x="35268" y="269869"/>
                  </a:lnTo>
                  <a:lnTo>
                    <a:pt x="38583" y="273991"/>
                  </a:lnTo>
                  <a:lnTo>
                    <a:pt x="42028" y="278006"/>
                  </a:lnTo>
                  <a:lnTo>
                    <a:pt x="45598" y="281910"/>
                  </a:lnTo>
                  <a:lnTo>
                    <a:pt x="49289" y="285699"/>
                  </a:lnTo>
                  <a:lnTo>
                    <a:pt x="53099" y="289370"/>
                  </a:lnTo>
                  <a:lnTo>
                    <a:pt x="57023" y="292918"/>
                  </a:lnTo>
                  <a:lnTo>
                    <a:pt x="61057" y="296340"/>
                  </a:lnTo>
                  <a:lnTo>
                    <a:pt x="65197" y="299633"/>
                  </a:lnTo>
                  <a:lnTo>
                    <a:pt x="69440" y="302793"/>
                  </a:lnTo>
                  <a:lnTo>
                    <a:pt x="73780" y="305817"/>
                  </a:lnTo>
                  <a:lnTo>
                    <a:pt x="78214" y="308703"/>
                  </a:lnTo>
                  <a:lnTo>
                    <a:pt x="82737" y="311447"/>
                  </a:lnTo>
                  <a:lnTo>
                    <a:pt x="87344" y="314046"/>
                  </a:lnTo>
                  <a:lnTo>
                    <a:pt x="92032" y="316498"/>
                  </a:lnTo>
                  <a:lnTo>
                    <a:pt x="96794" y="318801"/>
                  </a:lnTo>
                  <a:lnTo>
                    <a:pt x="101628" y="320951"/>
                  </a:lnTo>
                  <a:lnTo>
                    <a:pt x="106526" y="322948"/>
                  </a:lnTo>
                  <a:lnTo>
                    <a:pt x="111486" y="324789"/>
                  </a:lnTo>
                  <a:lnTo>
                    <a:pt x="116501" y="326472"/>
                  </a:lnTo>
                  <a:lnTo>
                    <a:pt x="121567" y="327995"/>
                  </a:lnTo>
                  <a:lnTo>
                    <a:pt x="126679" y="329357"/>
                  </a:lnTo>
                  <a:lnTo>
                    <a:pt x="131831" y="330557"/>
                  </a:lnTo>
                  <a:lnTo>
                    <a:pt x="137019" y="331594"/>
                  </a:lnTo>
                  <a:lnTo>
                    <a:pt x="142237" y="332465"/>
                  </a:lnTo>
                  <a:lnTo>
                    <a:pt x="147480" y="333171"/>
                  </a:lnTo>
                  <a:lnTo>
                    <a:pt x="152742" y="333711"/>
                  </a:lnTo>
                  <a:lnTo>
                    <a:pt x="158019" y="334084"/>
                  </a:lnTo>
                  <a:lnTo>
                    <a:pt x="163305" y="334290"/>
                  </a:lnTo>
                  <a:lnTo>
                    <a:pt x="168595" y="334328"/>
                  </a:lnTo>
                  <a:lnTo>
                    <a:pt x="173884" y="334199"/>
                  </a:lnTo>
                  <a:lnTo>
                    <a:pt x="179165" y="333903"/>
                  </a:lnTo>
                  <a:lnTo>
                    <a:pt x="184435" y="333440"/>
                  </a:lnTo>
                  <a:lnTo>
                    <a:pt x="189688" y="332810"/>
                  </a:lnTo>
                  <a:lnTo>
                    <a:pt x="194918" y="332015"/>
                  </a:lnTo>
                  <a:lnTo>
                    <a:pt x="200120" y="331054"/>
                  </a:lnTo>
                  <a:lnTo>
                    <a:pt x="205289" y="329929"/>
                  </a:lnTo>
                  <a:lnTo>
                    <a:pt x="210420" y="328642"/>
                  </a:lnTo>
                  <a:lnTo>
                    <a:pt x="215508" y="327192"/>
                  </a:lnTo>
                  <a:lnTo>
                    <a:pt x="220547" y="325582"/>
                  </a:lnTo>
                  <a:lnTo>
                    <a:pt x="225533" y="323814"/>
                  </a:lnTo>
                  <a:lnTo>
                    <a:pt x="230460" y="321889"/>
                  </a:lnTo>
                  <a:lnTo>
                    <a:pt x="235324" y="319809"/>
                  </a:lnTo>
                  <a:lnTo>
                    <a:pt x="240120" y="317576"/>
                  </a:lnTo>
                  <a:lnTo>
                    <a:pt x="244842" y="315192"/>
                  </a:lnTo>
                  <a:lnTo>
                    <a:pt x="249487" y="312660"/>
                  </a:lnTo>
                  <a:lnTo>
                    <a:pt x="254050" y="309982"/>
                  </a:lnTo>
                  <a:lnTo>
                    <a:pt x="258525" y="307162"/>
                  </a:lnTo>
                  <a:lnTo>
                    <a:pt x="262909" y="304201"/>
                  </a:lnTo>
                  <a:lnTo>
                    <a:pt x="267197" y="301103"/>
                  </a:lnTo>
                  <a:lnTo>
                    <a:pt x="271385" y="297871"/>
                  </a:lnTo>
                  <a:lnTo>
                    <a:pt x="275468" y="294507"/>
                  </a:lnTo>
                  <a:lnTo>
                    <a:pt x="279443" y="291017"/>
                  </a:lnTo>
                  <a:lnTo>
                    <a:pt x="283306" y="287402"/>
                  </a:lnTo>
                  <a:lnTo>
                    <a:pt x="287052" y="283667"/>
                  </a:lnTo>
                  <a:lnTo>
                    <a:pt x="290678" y="279815"/>
                  </a:lnTo>
                  <a:lnTo>
                    <a:pt x="294181" y="275851"/>
                  </a:lnTo>
                  <a:lnTo>
                    <a:pt x="297556" y="271777"/>
                  </a:lnTo>
                  <a:lnTo>
                    <a:pt x="300801" y="267599"/>
                  </a:lnTo>
                  <a:lnTo>
                    <a:pt x="303912" y="263321"/>
                  </a:lnTo>
                  <a:lnTo>
                    <a:pt x="306886" y="258946"/>
                  </a:lnTo>
                  <a:lnTo>
                    <a:pt x="309720" y="254479"/>
                  </a:lnTo>
                  <a:lnTo>
                    <a:pt x="312411" y="249924"/>
                  </a:lnTo>
                  <a:lnTo>
                    <a:pt x="314957" y="245287"/>
                  </a:lnTo>
                  <a:lnTo>
                    <a:pt x="317355" y="240572"/>
                  </a:lnTo>
                  <a:lnTo>
                    <a:pt x="319603" y="235783"/>
                  </a:lnTo>
                  <a:lnTo>
                    <a:pt x="321697" y="230925"/>
                  </a:lnTo>
                  <a:lnTo>
                    <a:pt x="323637" y="226003"/>
                  </a:lnTo>
                  <a:lnTo>
                    <a:pt x="325421" y="221023"/>
                  </a:lnTo>
                  <a:lnTo>
                    <a:pt x="327046" y="215989"/>
                  </a:lnTo>
                  <a:lnTo>
                    <a:pt x="328510" y="210905"/>
                  </a:lnTo>
                  <a:lnTo>
                    <a:pt x="329813" y="205778"/>
                  </a:lnTo>
                  <a:lnTo>
                    <a:pt x="330954" y="200612"/>
                  </a:lnTo>
                  <a:lnTo>
                    <a:pt x="331930" y="195413"/>
                  </a:lnTo>
                  <a:lnTo>
                    <a:pt x="332741" y="190186"/>
                  </a:lnTo>
                  <a:lnTo>
                    <a:pt x="333387" y="184935"/>
                  </a:lnTo>
                  <a:lnTo>
                    <a:pt x="333866" y="179667"/>
                  </a:lnTo>
                  <a:lnTo>
                    <a:pt x="334178" y="174386"/>
                  </a:lnTo>
                  <a:lnTo>
                    <a:pt x="334322" y="169098"/>
                  </a:lnTo>
                  <a:lnTo>
                    <a:pt x="334300" y="163808"/>
                  </a:lnTo>
                  <a:lnTo>
                    <a:pt x="334110" y="158521"/>
                  </a:lnTo>
                  <a:lnTo>
                    <a:pt x="333753" y="153243"/>
                  </a:lnTo>
                  <a:lnTo>
                    <a:pt x="333229" y="147979"/>
                  </a:lnTo>
                  <a:lnTo>
                    <a:pt x="332538" y="142734"/>
                  </a:lnTo>
                  <a:lnTo>
                    <a:pt x="331683" y="137513"/>
                  </a:lnTo>
                  <a:lnTo>
                    <a:pt x="330662" y="132323"/>
                  </a:lnTo>
                  <a:lnTo>
                    <a:pt x="329477" y="127167"/>
                  </a:lnTo>
                  <a:lnTo>
                    <a:pt x="328131" y="122051"/>
                  </a:lnTo>
                  <a:lnTo>
                    <a:pt x="326622" y="116981"/>
                  </a:lnTo>
                  <a:lnTo>
                    <a:pt x="324955" y="111960"/>
                  </a:lnTo>
                  <a:lnTo>
                    <a:pt x="323129" y="106995"/>
                  </a:lnTo>
                  <a:lnTo>
                    <a:pt x="321147" y="102090"/>
                  </a:lnTo>
                  <a:lnTo>
                    <a:pt x="319010" y="97251"/>
                  </a:lnTo>
                  <a:lnTo>
                    <a:pt x="316722" y="92481"/>
                  </a:lnTo>
                  <a:lnTo>
                    <a:pt x="314284" y="87786"/>
                  </a:lnTo>
                  <a:lnTo>
                    <a:pt x="311699" y="83171"/>
                  </a:lnTo>
                  <a:lnTo>
                    <a:pt x="308969" y="78640"/>
                  </a:lnTo>
                  <a:lnTo>
                    <a:pt x="306096" y="74197"/>
                  </a:lnTo>
                  <a:lnTo>
                    <a:pt x="303085" y="69848"/>
                  </a:lnTo>
                  <a:lnTo>
                    <a:pt x="299938" y="65596"/>
                  </a:lnTo>
                  <a:lnTo>
                    <a:pt x="296657" y="61446"/>
                  </a:lnTo>
                  <a:lnTo>
                    <a:pt x="293247" y="57401"/>
                  </a:lnTo>
                  <a:lnTo>
                    <a:pt x="289711" y="53467"/>
                  </a:lnTo>
                  <a:lnTo>
                    <a:pt x="286052" y="49646"/>
                  </a:lnTo>
                  <a:lnTo>
                    <a:pt x="282274" y="45943"/>
                  </a:lnTo>
                  <a:lnTo>
                    <a:pt x="278381" y="42362"/>
                  </a:lnTo>
                  <a:lnTo>
                    <a:pt x="274376" y="38905"/>
                  </a:lnTo>
                  <a:lnTo>
                    <a:pt x="270264" y="35577"/>
                  </a:lnTo>
                  <a:lnTo>
                    <a:pt x="266048" y="32381"/>
                  </a:lnTo>
                  <a:lnTo>
                    <a:pt x="261734" y="29320"/>
                  </a:lnTo>
                  <a:lnTo>
                    <a:pt x="257325" y="26396"/>
                  </a:lnTo>
                  <a:lnTo>
                    <a:pt x="252826" y="23614"/>
                  </a:lnTo>
                  <a:lnTo>
                    <a:pt x="248241" y="20976"/>
                  </a:lnTo>
                  <a:lnTo>
                    <a:pt x="243574" y="18484"/>
                  </a:lnTo>
                  <a:lnTo>
                    <a:pt x="238831" y="16140"/>
                  </a:lnTo>
                  <a:lnTo>
                    <a:pt x="234017" y="13948"/>
                  </a:lnTo>
                  <a:lnTo>
                    <a:pt x="229135" y="11910"/>
                  </a:lnTo>
                  <a:lnTo>
                    <a:pt x="224192" y="10027"/>
                  </a:lnTo>
                  <a:lnTo>
                    <a:pt x="219191" y="8301"/>
                  </a:lnTo>
                  <a:lnTo>
                    <a:pt x="214138" y="6734"/>
                  </a:lnTo>
                  <a:lnTo>
                    <a:pt x="209038" y="5328"/>
                  </a:lnTo>
                  <a:lnTo>
                    <a:pt x="203896" y="4085"/>
                  </a:lnTo>
                  <a:lnTo>
                    <a:pt x="198718" y="3004"/>
                  </a:lnTo>
                  <a:lnTo>
                    <a:pt x="193508" y="2088"/>
                  </a:lnTo>
                  <a:lnTo>
                    <a:pt x="188271" y="1337"/>
                  </a:lnTo>
                  <a:lnTo>
                    <a:pt x="183013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3142" y="4213821"/>
              <a:ext cx="8144" cy="167167"/>
            </a:xfrm>
            <a:custGeom>
              <a:avLst/>
              <a:pathLst>
                <a:path w="8144" h="167167">
                  <a:moveTo>
                    <a:pt x="8144" y="0"/>
                  </a:moveTo>
                  <a:lnTo>
                    <a:pt x="0" y="198"/>
                  </a:lnTo>
                  <a:lnTo>
                    <a:pt x="814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3142" y="4214019"/>
              <a:ext cx="8144" cy="166968"/>
            </a:xfrm>
            <a:custGeom>
              <a:avLst/>
              <a:pathLst>
                <a:path w="8144" h="166968">
                  <a:moveTo>
                    <a:pt x="0" y="0"/>
                  </a:moveTo>
                  <a:lnTo>
                    <a:pt x="8144" y="1669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1" y="4213821"/>
              <a:ext cx="334318" cy="334329"/>
            </a:xfrm>
            <a:custGeom>
              <a:avLst/>
              <a:pathLst>
                <a:path w="334318" h="334329">
                  <a:moveTo>
                    <a:pt x="159021" y="197"/>
                  </a:moveTo>
                  <a:lnTo>
                    <a:pt x="153744" y="539"/>
                  </a:lnTo>
                  <a:lnTo>
                    <a:pt x="148481" y="1047"/>
                  </a:lnTo>
                  <a:lnTo>
                    <a:pt x="143236" y="1721"/>
                  </a:lnTo>
                  <a:lnTo>
                    <a:pt x="138015" y="2560"/>
                  </a:lnTo>
                  <a:lnTo>
                    <a:pt x="132823" y="3565"/>
                  </a:lnTo>
                  <a:lnTo>
                    <a:pt x="127666" y="4733"/>
                  </a:lnTo>
                  <a:lnTo>
                    <a:pt x="122548" y="6063"/>
                  </a:lnTo>
                  <a:lnTo>
                    <a:pt x="117475" y="7555"/>
                  </a:lnTo>
                  <a:lnTo>
                    <a:pt x="112452" y="9207"/>
                  </a:lnTo>
                  <a:lnTo>
                    <a:pt x="107483" y="11016"/>
                  </a:lnTo>
                  <a:lnTo>
                    <a:pt x="102574" y="12982"/>
                  </a:lnTo>
                  <a:lnTo>
                    <a:pt x="97730" y="15102"/>
                  </a:lnTo>
                  <a:lnTo>
                    <a:pt x="92955" y="17374"/>
                  </a:lnTo>
                  <a:lnTo>
                    <a:pt x="88254" y="19796"/>
                  </a:lnTo>
                  <a:lnTo>
                    <a:pt x="83632" y="22366"/>
                  </a:lnTo>
                  <a:lnTo>
                    <a:pt x="79094" y="25081"/>
                  </a:lnTo>
                  <a:lnTo>
                    <a:pt x="74644" y="27937"/>
                  </a:lnTo>
                  <a:lnTo>
                    <a:pt x="70287" y="30933"/>
                  </a:lnTo>
                  <a:lnTo>
                    <a:pt x="66027" y="34066"/>
                  </a:lnTo>
                  <a:lnTo>
                    <a:pt x="61868" y="37331"/>
                  </a:lnTo>
                  <a:lnTo>
                    <a:pt x="57814" y="40726"/>
                  </a:lnTo>
                  <a:lnTo>
                    <a:pt x="53869" y="44248"/>
                  </a:lnTo>
                  <a:lnTo>
                    <a:pt x="50038" y="47893"/>
                  </a:lnTo>
                  <a:lnTo>
                    <a:pt x="46324" y="51658"/>
                  </a:lnTo>
                  <a:lnTo>
                    <a:pt x="42731" y="55537"/>
                  </a:lnTo>
                  <a:lnTo>
                    <a:pt x="39263" y="59529"/>
                  </a:lnTo>
                  <a:lnTo>
                    <a:pt x="35923" y="63628"/>
                  </a:lnTo>
                  <a:lnTo>
                    <a:pt x="32713" y="67831"/>
                  </a:lnTo>
                  <a:lnTo>
                    <a:pt x="29639" y="72133"/>
                  </a:lnTo>
                  <a:lnTo>
                    <a:pt x="26702" y="76531"/>
                  </a:lnTo>
                  <a:lnTo>
                    <a:pt x="23906" y="81019"/>
                  </a:lnTo>
                  <a:lnTo>
                    <a:pt x="21252" y="85593"/>
                  </a:lnTo>
                  <a:lnTo>
                    <a:pt x="18745" y="90249"/>
                  </a:lnTo>
                  <a:lnTo>
                    <a:pt x="16387" y="94982"/>
                  </a:lnTo>
                  <a:lnTo>
                    <a:pt x="14179" y="99787"/>
                  </a:lnTo>
                  <a:lnTo>
                    <a:pt x="12125" y="104659"/>
                  </a:lnTo>
                  <a:lnTo>
                    <a:pt x="10225" y="109594"/>
                  </a:lnTo>
                  <a:lnTo>
                    <a:pt x="8483" y="114587"/>
                  </a:lnTo>
                  <a:lnTo>
                    <a:pt x="6899" y="119632"/>
                  </a:lnTo>
                  <a:lnTo>
                    <a:pt x="5476" y="124725"/>
                  </a:lnTo>
                  <a:lnTo>
                    <a:pt x="4214" y="129860"/>
                  </a:lnTo>
                  <a:lnTo>
                    <a:pt x="3116" y="135033"/>
                  </a:lnTo>
                  <a:lnTo>
                    <a:pt x="2182" y="140237"/>
                  </a:lnTo>
                  <a:lnTo>
                    <a:pt x="1412" y="145469"/>
                  </a:lnTo>
                  <a:lnTo>
                    <a:pt x="809" y="150723"/>
                  </a:lnTo>
                  <a:lnTo>
                    <a:pt x="372" y="155992"/>
                  </a:lnTo>
                  <a:lnTo>
                    <a:pt x="102" y="161274"/>
                  </a:lnTo>
                  <a:lnTo>
                    <a:pt x="0" y="166560"/>
                  </a:lnTo>
                  <a:lnTo>
                    <a:pt x="64" y="171848"/>
                  </a:lnTo>
                  <a:lnTo>
                    <a:pt x="296" y="177131"/>
                  </a:lnTo>
                  <a:lnTo>
                    <a:pt x="694" y="182404"/>
                  </a:lnTo>
                  <a:lnTo>
                    <a:pt x="1260" y="187661"/>
                  </a:lnTo>
                  <a:lnTo>
                    <a:pt x="1991" y="192899"/>
                  </a:lnTo>
                  <a:lnTo>
                    <a:pt x="2887" y="198110"/>
                  </a:lnTo>
                  <a:lnTo>
                    <a:pt x="3948" y="203290"/>
                  </a:lnTo>
                  <a:lnTo>
                    <a:pt x="5172" y="208435"/>
                  </a:lnTo>
                  <a:lnTo>
                    <a:pt x="6559" y="213538"/>
                  </a:lnTo>
                  <a:lnTo>
                    <a:pt x="8106" y="218594"/>
                  </a:lnTo>
                  <a:lnTo>
                    <a:pt x="9812" y="223599"/>
                  </a:lnTo>
                  <a:lnTo>
                    <a:pt x="11676" y="228548"/>
                  </a:lnTo>
                  <a:lnTo>
                    <a:pt x="13695" y="233435"/>
                  </a:lnTo>
                  <a:lnTo>
                    <a:pt x="15868" y="238256"/>
                  </a:lnTo>
                  <a:lnTo>
                    <a:pt x="18192" y="243006"/>
                  </a:lnTo>
                  <a:lnTo>
                    <a:pt x="20665" y="247680"/>
                  </a:lnTo>
                  <a:lnTo>
                    <a:pt x="23285" y="252273"/>
                  </a:lnTo>
                  <a:lnTo>
                    <a:pt x="26049" y="256781"/>
                  </a:lnTo>
                  <a:lnTo>
                    <a:pt x="28954" y="261200"/>
                  </a:lnTo>
                  <a:lnTo>
                    <a:pt x="31997" y="265524"/>
                  </a:lnTo>
                  <a:lnTo>
                    <a:pt x="35175" y="269750"/>
                  </a:lnTo>
                  <a:lnTo>
                    <a:pt x="38486" y="273874"/>
                  </a:lnTo>
                  <a:lnTo>
                    <a:pt x="41925" y="277890"/>
                  </a:lnTo>
                  <a:lnTo>
                    <a:pt x="45490" y="281796"/>
                  </a:lnTo>
                  <a:lnTo>
                    <a:pt x="49177" y="285587"/>
                  </a:lnTo>
                  <a:lnTo>
                    <a:pt x="52981" y="289260"/>
                  </a:lnTo>
                  <a:lnTo>
                    <a:pt x="56900" y="292810"/>
                  </a:lnTo>
                  <a:lnTo>
                    <a:pt x="60929" y="296235"/>
                  </a:lnTo>
                  <a:lnTo>
                    <a:pt x="65064" y="299531"/>
                  </a:lnTo>
                  <a:lnTo>
                    <a:pt x="69302" y="302694"/>
                  </a:lnTo>
                  <a:lnTo>
                    <a:pt x="73638" y="305721"/>
                  </a:lnTo>
                  <a:lnTo>
                    <a:pt x="78067" y="308610"/>
                  </a:lnTo>
                  <a:lnTo>
                    <a:pt x="82585" y="311357"/>
                  </a:lnTo>
                  <a:lnTo>
                    <a:pt x="87188" y="313960"/>
                  </a:lnTo>
                  <a:lnTo>
                    <a:pt x="91871" y="316417"/>
                  </a:lnTo>
                  <a:lnTo>
                    <a:pt x="96629" y="318723"/>
                  </a:lnTo>
                  <a:lnTo>
                    <a:pt x="101458" y="320878"/>
                  </a:lnTo>
                  <a:lnTo>
                    <a:pt x="106352" y="322880"/>
                  </a:lnTo>
                  <a:lnTo>
                    <a:pt x="111308" y="324725"/>
                  </a:lnTo>
                  <a:lnTo>
                    <a:pt x="116319" y="326413"/>
                  </a:lnTo>
                  <a:lnTo>
                    <a:pt x="121381" y="327942"/>
                  </a:lnTo>
                  <a:lnTo>
                    <a:pt x="126489" y="329309"/>
                  </a:lnTo>
                  <a:lnTo>
                    <a:pt x="131638" y="330515"/>
                  </a:lnTo>
                  <a:lnTo>
                    <a:pt x="136822" y="331557"/>
                  </a:lnTo>
                  <a:lnTo>
                    <a:pt x="142037" y="332434"/>
                  </a:lnTo>
                  <a:lnTo>
                    <a:pt x="147277" y="333146"/>
                  </a:lnTo>
                  <a:lnTo>
                    <a:pt x="152536" y="333692"/>
                  </a:lnTo>
                  <a:lnTo>
                    <a:pt x="157811" y="334072"/>
                  </a:lnTo>
                  <a:lnTo>
                    <a:pt x="163094" y="334284"/>
                  </a:lnTo>
                  <a:lnTo>
                    <a:pt x="168382" y="334329"/>
                  </a:lnTo>
                  <a:lnTo>
                    <a:pt x="173669" y="334207"/>
                  </a:lnTo>
                  <a:lnTo>
                    <a:pt x="178949" y="333918"/>
                  </a:lnTo>
                  <a:lnTo>
                    <a:pt x="184217" y="333462"/>
                  </a:lnTo>
                  <a:lnTo>
                    <a:pt x="189468" y="332839"/>
                  </a:lnTo>
                  <a:lnTo>
                    <a:pt x="194697" y="332051"/>
                  </a:lnTo>
                  <a:lnTo>
                    <a:pt x="199898" y="331098"/>
                  </a:lnTo>
                  <a:lnTo>
                    <a:pt x="205067" y="329981"/>
                  </a:lnTo>
                  <a:lnTo>
                    <a:pt x="210198" y="328700"/>
                  </a:lnTo>
                  <a:lnTo>
                    <a:pt x="215285" y="327259"/>
                  </a:lnTo>
                  <a:lnTo>
                    <a:pt x="220325" y="325656"/>
                  </a:lnTo>
                  <a:lnTo>
                    <a:pt x="225311" y="323896"/>
                  </a:lnTo>
                  <a:lnTo>
                    <a:pt x="230239" y="321978"/>
                  </a:lnTo>
                  <a:lnTo>
                    <a:pt x="235104" y="319906"/>
                  </a:lnTo>
                  <a:lnTo>
                    <a:pt x="239901" y="317681"/>
                  </a:lnTo>
                  <a:lnTo>
                    <a:pt x="244625" y="315305"/>
                  </a:lnTo>
                  <a:lnTo>
                    <a:pt x="249272" y="312781"/>
                  </a:lnTo>
                  <a:lnTo>
                    <a:pt x="253836" y="310111"/>
                  </a:lnTo>
                  <a:lnTo>
                    <a:pt x="258314" y="307298"/>
                  </a:lnTo>
                  <a:lnTo>
                    <a:pt x="262701" y="304345"/>
                  </a:lnTo>
                  <a:lnTo>
                    <a:pt x="266992" y="301255"/>
                  </a:lnTo>
                  <a:lnTo>
                    <a:pt x="271183" y="298031"/>
                  </a:lnTo>
                  <a:lnTo>
                    <a:pt x="275270" y="294675"/>
                  </a:lnTo>
                  <a:lnTo>
                    <a:pt x="279248" y="291192"/>
                  </a:lnTo>
                  <a:lnTo>
                    <a:pt x="283115" y="287585"/>
                  </a:lnTo>
                  <a:lnTo>
                    <a:pt x="286866" y="283858"/>
                  </a:lnTo>
                  <a:lnTo>
                    <a:pt x="290497" y="280013"/>
                  </a:lnTo>
                  <a:lnTo>
                    <a:pt x="294004" y="276056"/>
                  </a:lnTo>
                  <a:lnTo>
                    <a:pt x="297385" y="271990"/>
                  </a:lnTo>
                  <a:lnTo>
                    <a:pt x="300635" y="267819"/>
                  </a:lnTo>
                  <a:lnTo>
                    <a:pt x="303752" y="263547"/>
                  </a:lnTo>
                  <a:lnTo>
                    <a:pt x="306732" y="259179"/>
                  </a:lnTo>
                  <a:lnTo>
                    <a:pt x="309572" y="254718"/>
                  </a:lnTo>
                  <a:lnTo>
                    <a:pt x="312270" y="250170"/>
                  </a:lnTo>
                  <a:lnTo>
                    <a:pt x="314823" y="245539"/>
                  </a:lnTo>
                  <a:lnTo>
                    <a:pt x="317228" y="240830"/>
                  </a:lnTo>
                  <a:lnTo>
                    <a:pt x="319483" y="236047"/>
                  </a:lnTo>
                  <a:lnTo>
                    <a:pt x="321585" y="231195"/>
                  </a:lnTo>
                  <a:lnTo>
                    <a:pt x="323533" y="226279"/>
                  </a:lnTo>
                  <a:lnTo>
                    <a:pt x="325324" y="221304"/>
                  </a:lnTo>
                  <a:lnTo>
                    <a:pt x="326958" y="216274"/>
                  </a:lnTo>
                  <a:lnTo>
                    <a:pt x="328431" y="211196"/>
                  </a:lnTo>
                  <a:lnTo>
                    <a:pt x="329743" y="206073"/>
                  </a:lnTo>
                  <a:lnTo>
                    <a:pt x="330892" y="200911"/>
                  </a:lnTo>
                  <a:lnTo>
                    <a:pt x="331877" y="195716"/>
                  </a:lnTo>
                  <a:lnTo>
                    <a:pt x="332698" y="190492"/>
                  </a:lnTo>
                  <a:lnTo>
                    <a:pt x="333353" y="185245"/>
                  </a:lnTo>
                  <a:lnTo>
                    <a:pt x="333842" y="179980"/>
                  </a:lnTo>
                  <a:lnTo>
                    <a:pt x="334163" y="174701"/>
                  </a:lnTo>
                  <a:lnTo>
                    <a:pt x="334318" y="169416"/>
                  </a:lnTo>
                  <a:lnTo>
                    <a:pt x="334306" y="164128"/>
                  </a:lnTo>
                  <a:lnTo>
                    <a:pt x="334126" y="158843"/>
                  </a:lnTo>
                  <a:lnTo>
                    <a:pt x="333779" y="153566"/>
                  </a:lnTo>
                  <a:lnTo>
                    <a:pt x="333266" y="148303"/>
                  </a:lnTo>
                  <a:lnTo>
                    <a:pt x="332586" y="143059"/>
                  </a:lnTo>
                  <a:lnTo>
                    <a:pt x="331741" y="137839"/>
                  </a:lnTo>
                  <a:lnTo>
                    <a:pt x="330731" y="132649"/>
                  </a:lnTo>
                  <a:lnTo>
                    <a:pt x="329557" y="127493"/>
                  </a:lnTo>
                  <a:lnTo>
                    <a:pt x="328221" y="122376"/>
                  </a:lnTo>
                  <a:lnTo>
                    <a:pt x="326724" y="117305"/>
                  </a:lnTo>
                  <a:lnTo>
                    <a:pt x="325067" y="112283"/>
                  </a:lnTo>
                  <a:lnTo>
                    <a:pt x="323252" y="107316"/>
                  </a:lnTo>
                  <a:lnTo>
                    <a:pt x="321281" y="102410"/>
                  </a:lnTo>
                  <a:lnTo>
                    <a:pt x="319156" y="97567"/>
                  </a:lnTo>
                  <a:lnTo>
                    <a:pt x="316878" y="92795"/>
                  </a:lnTo>
                  <a:lnTo>
                    <a:pt x="314451" y="88097"/>
                  </a:lnTo>
                  <a:lnTo>
                    <a:pt x="311877" y="83478"/>
                  </a:lnTo>
                  <a:lnTo>
                    <a:pt x="309157" y="78943"/>
                  </a:lnTo>
                  <a:lnTo>
                    <a:pt x="306296" y="74496"/>
                  </a:lnTo>
                  <a:lnTo>
                    <a:pt x="303295" y="70142"/>
                  </a:lnTo>
                  <a:lnTo>
                    <a:pt x="300158" y="65885"/>
                  </a:lnTo>
                  <a:lnTo>
                    <a:pt x="296888" y="61729"/>
                  </a:lnTo>
                  <a:lnTo>
                    <a:pt x="293489" y="57679"/>
                  </a:lnTo>
                  <a:lnTo>
                    <a:pt x="289963" y="53738"/>
                  </a:lnTo>
                  <a:lnTo>
                    <a:pt x="286314" y="49911"/>
                  </a:lnTo>
                  <a:lnTo>
                    <a:pt x="282545" y="46201"/>
                  </a:lnTo>
                  <a:lnTo>
                    <a:pt x="278662" y="42613"/>
                  </a:lnTo>
                  <a:lnTo>
                    <a:pt x="274666" y="39148"/>
                  </a:lnTo>
                  <a:lnTo>
                    <a:pt x="270564" y="35812"/>
                  </a:lnTo>
                  <a:lnTo>
                    <a:pt x="266357" y="32608"/>
                  </a:lnTo>
                  <a:lnTo>
                    <a:pt x="262052" y="29538"/>
                  </a:lnTo>
                  <a:lnTo>
                    <a:pt x="257651" y="26606"/>
                  </a:lnTo>
                  <a:lnTo>
                    <a:pt x="253160" y="23814"/>
                  </a:lnTo>
                  <a:lnTo>
                    <a:pt x="248583" y="21166"/>
                  </a:lnTo>
                  <a:lnTo>
                    <a:pt x="243925" y="18664"/>
                  </a:lnTo>
                  <a:lnTo>
                    <a:pt x="239189" y="16310"/>
                  </a:lnTo>
                  <a:lnTo>
                    <a:pt x="234382" y="14108"/>
                  </a:lnTo>
                  <a:lnTo>
                    <a:pt x="229507" y="12058"/>
                  </a:lnTo>
                  <a:lnTo>
                    <a:pt x="224570" y="10164"/>
                  </a:lnTo>
                  <a:lnTo>
                    <a:pt x="219576" y="8427"/>
                  </a:lnTo>
                  <a:lnTo>
                    <a:pt x="214529" y="6849"/>
                  </a:lnTo>
                  <a:lnTo>
                    <a:pt x="209434" y="5431"/>
                  </a:lnTo>
                  <a:lnTo>
                    <a:pt x="204298" y="4175"/>
                  </a:lnTo>
                  <a:lnTo>
                    <a:pt x="199124" y="3082"/>
                  </a:lnTo>
                  <a:lnTo>
                    <a:pt x="193918" y="2153"/>
                  </a:lnTo>
                  <a:lnTo>
                    <a:pt x="188686" y="1390"/>
                  </a:lnTo>
                  <a:lnTo>
                    <a:pt x="183432" y="792"/>
                  </a:lnTo>
                  <a:lnTo>
                    <a:pt x="178161" y="361"/>
                  </a:lnTo>
                  <a:lnTo>
                    <a:pt x="172880" y="97"/>
                  </a:lnTo>
                  <a:lnTo>
                    <a:pt x="167593" y="0"/>
                  </a:lnTo>
                  <a:lnTo>
                    <a:pt x="16716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427" cy="167167"/>
            </a:xfrm>
            <a:custGeom>
              <a:avLst/>
              <a:pathLst>
                <a:path w="427" h="167167">
                  <a:moveTo>
                    <a:pt x="427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52" y="4659281"/>
              <a:ext cx="1872" cy="167167"/>
            </a:xfrm>
            <a:custGeom>
              <a:avLst/>
              <a:pathLst>
                <a:path w="1872" h="167167">
                  <a:moveTo>
                    <a:pt x="1872" y="0"/>
                  </a:moveTo>
                  <a:lnTo>
                    <a:pt x="0" y="10"/>
                  </a:lnTo>
                  <a:lnTo>
                    <a:pt x="187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41707" y="4659292"/>
              <a:ext cx="144817" cy="167156"/>
            </a:xfrm>
            <a:custGeom>
              <a:avLst/>
              <a:pathLst>
                <a:path w="144817" h="167156">
                  <a:moveTo>
                    <a:pt x="142945" y="0"/>
                  </a:moveTo>
                  <a:lnTo>
                    <a:pt x="137357" y="156"/>
                  </a:lnTo>
                  <a:lnTo>
                    <a:pt x="131779" y="498"/>
                  </a:lnTo>
                  <a:lnTo>
                    <a:pt x="126214" y="1027"/>
                  </a:lnTo>
                  <a:lnTo>
                    <a:pt x="120671" y="1742"/>
                  </a:lnTo>
                  <a:lnTo>
                    <a:pt x="115154" y="2642"/>
                  </a:lnTo>
                  <a:lnTo>
                    <a:pt x="109671" y="3725"/>
                  </a:lnTo>
                  <a:lnTo>
                    <a:pt x="104227" y="4992"/>
                  </a:lnTo>
                  <a:lnTo>
                    <a:pt x="98829" y="6439"/>
                  </a:lnTo>
                  <a:lnTo>
                    <a:pt x="93481" y="8067"/>
                  </a:lnTo>
                  <a:lnTo>
                    <a:pt x="88191" y="9872"/>
                  </a:lnTo>
                  <a:lnTo>
                    <a:pt x="82965" y="11853"/>
                  </a:lnTo>
                  <a:lnTo>
                    <a:pt x="77808" y="14007"/>
                  </a:lnTo>
                  <a:lnTo>
                    <a:pt x="72725" y="16333"/>
                  </a:lnTo>
                  <a:lnTo>
                    <a:pt x="67723" y="18828"/>
                  </a:lnTo>
                  <a:lnTo>
                    <a:pt x="62808" y="21488"/>
                  </a:lnTo>
                  <a:lnTo>
                    <a:pt x="57984" y="24311"/>
                  </a:lnTo>
                  <a:lnTo>
                    <a:pt x="53257" y="27294"/>
                  </a:lnTo>
                  <a:lnTo>
                    <a:pt x="48632" y="30433"/>
                  </a:lnTo>
                  <a:lnTo>
                    <a:pt x="44115" y="33725"/>
                  </a:lnTo>
                  <a:lnTo>
                    <a:pt x="39711" y="37166"/>
                  </a:lnTo>
                  <a:lnTo>
                    <a:pt x="35424" y="40752"/>
                  </a:lnTo>
                  <a:lnTo>
                    <a:pt x="31259" y="44480"/>
                  </a:lnTo>
                  <a:lnTo>
                    <a:pt x="27221" y="48345"/>
                  </a:lnTo>
                  <a:lnTo>
                    <a:pt x="23315" y="52343"/>
                  </a:lnTo>
                  <a:lnTo>
                    <a:pt x="19545" y="56469"/>
                  </a:lnTo>
                  <a:lnTo>
                    <a:pt x="15914" y="60719"/>
                  </a:lnTo>
                  <a:lnTo>
                    <a:pt x="12428" y="65088"/>
                  </a:lnTo>
                  <a:lnTo>
                    <a:pt x="9090" y="69571"/>
                  </a:lnTo>
                  <a:lnTo>
                    <a:pt x="5903" y="74163"/>
                  </a:lnTo>
                  <a:lnTo>
                    <a:pt x="2872" y="78859"/>
                  </a:lnTo>
                  <a:lnTo>
                    <a:pt x="0" y="83653"/>
                  </a:lnTo>
                  <a:lnTo>
                    <a:pt x="144817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77" y="4659281"/>
              <a:ext cx="334294" cy="334334"/>
            </a:xfrm>
            <a:custGeom>
              <a:avLst/>
              <a:pathLst>
                <a:path w="334294" h="334334">
                  <a:moveTo>
                    <a:pt x="22329" y="83664"/>
                  </a:moveTo>
                  <a:lnTo>
                    <a:pt x="19753" y="88300"/>
                  </a:lnTo>
                  <a:lnTo>
                    <a:pt x="17325" y="93016"/>
                  </a:lnTo>
                  <a:lnTo>
                    <a:pt x="15048" y="97806"/>
                  </a:lnTo>
                  <a:lnTo>
                    <a:pt x="12925" y="102666"/>
                  </a:lnTo>
                  <a:lnTo>
                    <a:pt x="10956" y="107592"/>
                  </a:lnTo>
                  <a:lnTo>
                    <a:pt x="9145" y="112577"/>
                  </a:lnTo>
                  <a:lnTo>
                    <a:pt x="7492" y="117617"/>
                  </a:lnTo>
                  <a:lnTo>
                    <a:pt x="6001" y="122707"/>
                  </a:lnTo>
                  <a:lnTo>
                    <a:pt x="4671" y="127841"/>
                  </a:lnTo>
                  <a:lnTo>
                    <a:pt x="3505" y="133016"/>
                  </a:lnTo>
                  <a:lnTo>
                    <a:pt x="2504" y="138224"/>
                  </a:lnTo>
                  <a:lnTo>
                    <a:pt x="1669" y="143462"/>
                  </a:lnTo>
                  <a:lnTo>
                    <a:pt x="1000" y="148724"/>
                  </a:lnTo>
                  <a:lnTo>
                    <a:pt x="499" y="154004"/>
                  </a:lnTo>
                  <a:lnTo>
                    <a:pt x="165" y="159297"/>
                  </a:lnTo>
                  <a:lnTo>
                    <a:pt x="0" y="164599"/>
                  </a:lnTo>
                  <a:lnTo>
                    <a:pt x="2" y="169903"/>
                  </a:lnTo>
                  <a:lnTo>
                    <a:pt x="173" y="175204"/>
                  </a:lnTo>
                  <a:lnTo>
                    <a:pt x="512" y="180497"/>
                  </a:lnTo>
                  <a:lnTo>
                    <a:pt x="1019" y="185777"/>
                  </a:lnTo>
                  <a:lnTo>
                    <a:pt x="1693" y="191038"/>
                  </a:lnTo>
                  <a:lnTo>
                    <a:pt x="2533" y="196275"/>
                  </a:lnTo>
                  <a:lnTo>
                    <a:pt x="3540" y="201482"/>
                  </a:lnTo>
                  <a:lnTo>
                    <a:pt x="4711" y="206655"/>
                  </a:lnTo>
                  <a:lnTo>
                    <a:pt x="6045" y="211789"/>
                  </a:lnTo>
                  <a:lnTo>
                    <a:pt x="7542" y="216877"/>
                  </a:lnTo>
                  <a:lnTo>
                    <a:pt x="9199" y="221916"/>
                  </a:lnTo>
                  <a:lnTo>
                    <a:pt x="11016" y="226899"/>
                  </a:lnTo>
                  <a:lnTo>
                    <a:pt x="12989" y="231822"/>
                  </a:lnTo>
                  <a:lnTo>
                    <a:pt x="15118" y="236680"/>
                  </a:lnTo>
                  <a:lnTo>
                    <a:pt x="17400" y="241468"/>
                  </a:lnTo>
                  <a:lnTo>
                    <a:pt x="19832" y="246181"/>
                  </a:lnTo>
                  <a:lnTo>
                    <a:pt x="22413" y="250815"/>
                  </a:lnTo>
                  <a:lnTo>
                    <a:pt x="25140" y="255365"/>
                  </a:lnTo>
                  <a:lnTo>
                    <a:pt x="28009" y="259825"/>
                  </a:lnTo>
                  <a:lnTo>
                    <a:pt x="31019" y="264193"/>
                  </a:lnTo>
                  <a:lnTo>
                    <a:pt x="34165" y="268463"/>
                  </a:lnTo>
                  <a:lnTo>
                    <a:pt x="37446" y="272630"/>
                  </a:lnTo>
                  <a:lnTo>
                    <a:pt x="40857" y="276692"/>
                  </a:lnTo>
                  <a:lnTo>
                    <a:pt x="44395" y="280643"/>
                  </a:lnTo>
                  <a:lnTo>
                    <a:pt x="48057" y="284481"/>
                  </a:lnTo>
                  <a:lnTo>
                    <a:pt x="51839" y="288200"/>
                  </a:lnTo>
                  <a:lnTo>
                    <a:pt x="55736" y="291797"/>
                  </a:lnTo>
                  <a:lnTo>
                    <a:pt x="59746" y="295269"/>
                  </a:lnTo>
                  <a:lnTo>
                    <a:pt x="63864" y="298611"/>
                  </a:lnTo>
                  <a:lnTo>
                    <a:pt x="68086" y="301822"/>
                  </a:lnTo>
                  <a:lnTo>
                    <a:pt x="72408" y="304897"/>
                  </a:lnTo>
                  <a:lnTo>
                    <a:pt x="76825" y="307833"/>
                  </a:lnTo>
                  <a:lnTo>
                    <a:pt x="81333" y="310627"/>
                  </a:lnTo>
                  <a:lnTo>
                    <a:pt x="85928" y="313278"/>
                  </a:lnTo>
                  <a:lnTo>
                    <a:pt x="90604" y="315781"/>
                  </a:lnTo>
                  <a:lnTo>
                    <a:pt x="95357" y="318134"/>
                  </a:lnTo>
                  <a:lnTo>
                    <a:pt x="100183" y="320336"/>
                  </a:lnTo>
                  <a:lnTo>
                    <a:pt x="105075" y="322383"/>
                  </a:lnTo>
                  <a:lnTo>
                    <a:pt x="110031" y="324274"/>
                  </a:lnTo>
                  <a:lnTo>
                    <a:pt x="115044" y="326007"/>
                  </a:lnTo>
                  <a:lnTo>
                    <a:pt x="120109" y="327580"/>
                  </a:lnTo>
                  <a:lnTo>
                    <a:pt x="125222" y="328992"/>
                  </a:lnTo>
                  <a:lnTo>
                    <a:pt x="130377" y="330240"/>
                  </a:lnTo>
                  <a:lnTo>
                    <a:pt x="135569" y="331325"/>
                  </a:lnTo>
                  <a:lnTo>
                    <a:pt x="140792" y="332244"/>
                  </a:lnTo>
                  <a:lnTo>
                    <a:pt x="146043" y="332997"/>
                  </a:lnTo>
                  <a:lnTo>
                    <a:pt x="151314" y="333583"/>
                  </a:lnTo>
                  <a:lnTo>
                    <a:pt x="156602" y="334001"/>
                  </a:lnTo>
                  <a:lnTo>
                    <a:pt x="161900" y="334252"/>
                  </a:lnTo>
                  <a:lnTo>
                    <a:pt x="167203" y="334334"/>
                  </a:lnTo>
                  <a:lnTo>
                    <a:pt x="172506" y="334248"/>
                  </a:lnTo>
                  <a:lnTo>
                    <a:pt x="177804" y="333994"/>
                  </a:lnTo>
                  <a:lnTo>
                    <a:pt x="183091" y="333572"/>
                  </a:lnTo>
                  <a:lnTo>
                    <a:pt x="188363" y="332983"/>
                  </a:lnTo>
                  <a:lnTo>
                    <a:pt x="193612" y="332226"/>
                  </a:lnTo>
                  <a:lnTo>
                    <a:pt x="198835" y="331304"/>
                  </a:lnTo>
                  <a:lnTo>
                    <a:pt x="204027" y="330216"/>
                  </a:lnTo>
                  <a:lnTo>
                    <a:pt x="209181" y="328964"/>
                  </a:lnTo>
                  <a:lnTo>
                    <a:pt x="214292" y="327549"/>
                  </a:lnTo>
                  <a:lnTo>
                    <a:pt x="219357" y="325972"/>
                  </a:lnTo>
                  <a:lnTo>
                    <a:pt x="224368" y="324236"/>
                  </a:lnTo>
                  <a:lnTo>
                    <a:pt x="229323" y="322342"/>
                  </a:lnTo>
                  <a:lnTo>
                    <a:pt x="234214" y="320291"/>
                  </a:lnTo>
                  <a:lnTo>
                    <a:pt x="239038" y="318086"/>
                  </a:lnTo>
                  <a:lnTo>
                    <a:pt x="243790" y="315730"/>
                  </a:lnTo>
                  <a:lnTo>
                    <a:pt x="248464" y="313223"/>
                  </a:lnTo>
                  <a:lnTo>
                    <a:pt x="253057" y="310570"/>
                  </a:lnTo>
                  <a:lnTo>
                    <a:pt x="257563" y="307772"/>
                  </a:lnTo>
                  <a:lnTo>
                    <a:pt x="261978" y="304833"/>
                  </a:lnTo>
                  <a:lnTo>
                    <a:pt x="266298" y="301755"/>
                  </a:lnTo>
                  <a:lnTo>
                    <a:pt x="270518" y="298542"/>
                  </a:lnTo>
                  <a:lnTo>
                    <a:pt x="274634" y="295197"/>
                  </a:lnTo>
                  <a:lnTo>
                    <a:pt x="278641" y="291722"/>
                  </a:lnTo>
                  <a:lnTo>
                    <a:pt x="282537" y="288123"/>
                  </a:lnTo>
                  <a:lnTo>
                    <a:pt x="286316" y="284401"/>
                  </a:lnTo>
                  <a:lnTo>
                    <a:pt x="289975" y="280561"/>
                  </a:lnTo>
                  <a:lnTo>
                    <a:pt x="293511" y="276608"/>
                  </a:lnTo>
                  <a:lnTo>
                    <a:pt x="296919" y="272544"/>
                  </a:lnTo>
                  <a:lnTo>
                    <a:pt x="300197" y="268374"/>
                  </a:lnTo>
                  <a:lnTo>
                    <a:pt x="303340" y="264102"/>
                  </a:lnTo>
                  <a:lnTo>
                    <a:pt x="306347" y="259732"/>
                  </a:lnTo>
                  <a:lnTo>
                    <a:pt x="309214" y="255270"/>
                  </a:lnTo>
                  <a:lnTo>
                    <a:pt x="311937" y="250718"/>
                  </a:lnTo>
                  <a:lnTo>
                    <a:pt x="314515" y="246083"/>
                  </a:lnTo>
                  <a:lnTo>
                    <a:pt x="316944" y="241368"/>
                  </a:lnTo>
                  <a:lnTo>
                    <a:pt x="319223" y="236578"/>
                  </a:lnTo>
                  <a:lnTo>
                    <a:pt x="321348" y="231719"/>
                  </a:lnTo>
                  <a:lnTo>
                    <a:pt x="323319" y="226795"/>
                  </a:lnTo>
                  <a:lnTo>
                    <a:pt x="325132" y="221810"/>
                  </a:lnTo>
                  <a:lnTo>
                    <a:pt x="326786" y="216771"/>
                  </a:lnTo>
                  <a:lnTo>
                    <a:pt x="328279" y="211681"/>
                  </a:lnTo>
                  <a:lnTo>
                    <a:pt x="329610" y="206547"/>
                  </a:lnTo>
                  <a:lnTo>
                    <a:pt x="330778" y="201373"/>
                  </a:lnTo>
                  <a:lnTo>
                    <a:pt x="331780" y="196165"/>
                  </a:lnTo>
                  <a:lnTo>
                    <a:pt x="332617" y="190927"/>
                  </a:lnTo>
                  <a:lnTo>
                    <a:pt x="333288" y="185666"/>
                  </a:lnTo>
                  <a:lnTo>
                    <a:pt x="333791" y="180386"/>
                  </a:lnTo>
                  <a:lnTo>
                    <a:pt x="334127" y="175092"/>
                  </a:lnTo>
                  <a:lnTo>
                    <a:pt x="334294" y="169791"/>
                  </a:lnTo>
                  <a:lnTo>
                    <a:pt x="334293" y="164487"/>
                  </a:lnTo>
                  <a:lnTo>
                    <a:pt x="334124" y="159186"/>
                  </a:lnTo>
                  <a:lnTo>
                    <a:pt x="333787" y="153892"/>
                  </a:lnTo>
                  <a:lnTo>
                    <a:pt x="333282" y="148613"/>
                  </a:lnTo>
                  <a:lnTo>
                    <a:pt x="332610" y="143351"/>
                  </a:lnTo>
                  <a:lnTo>
                    <a:pt x="331771" y="138114"/>
                  </a:lnTo>
                  <a:lnTo>
                    <a:pt x="330766" y="132906"/>
                  </a:lnTo>
                  <a:lnTo>
                    <a:pt x="329597" y="127733"/>
                  </a:lnTo>
                  <a:lnTo>
                    <a:pt x="328264" y="122599"/>
                  </a:lnTo>
                  <a:lnTo>
                    <a:pt x="326769" y="117510"/>
                  </a:lnTo>
                  <a:lnTo>
                    <a:pt x="325113" y="112471"/>
                  </a:lnTo>
                  <a:lnTo>
                    <a:pt x="323299" y="107487"/>
                  </a:lnTo>
                  <a:lnTo>
                    <a:pt x="321327" y="102563"/>
                  </a:lnTo>
                  <a:lnTo>
                    <a:pt x="319200" y="97705"/>
                  </a:lnTo>
                  <a:lnTo>
                    <a:pt x="316919" y="92916"/>
                  </a:lnTo>
                  <a:lnTo>
                    <a:pt x="314488" y="88202"/>
                  </a:lnTo>
                  <a:lnTo>
                    <a:pt x="311909" y="83567"/>
                  </a:lnTo>
                  <a:lnTo>
                    <a:pt x="309184" y="79017"/>
                  </a:lnTo>
                  <a:lnTo>
                    <a:pt x="306316" y="74555"/>
                  </a:lnTo>
                  <a:lnTo>
                    <a:pt x="303308" y="70187"/>
                  </a:lnTo>
                  <a:lnTo>
                    <a:pt x="300163" y="65916"/>
                  </a:lnTo>
                  <a:lnTo>
                    <a:pt x="296884" y="61747"/>
                  </a:lnTo>
                  <a:lnTo>
                    <a:pt x="293474" y="57684"/>
                  </a:lnTo>
                  <a:lnTo>
                    <a:pt x="289937" y="53731"/>
                  </a:lnTo>
                  <a:lnTo>
                    <a:pt x="286277" y="49893"/>
                  </a:lnTo>
                  <a:lnTo>
                    <a:pt x="282496" y="46173"/>
                  </a:lnTo>
                  <a:lnTo>
                    <a:pt x="278600" y="42574"/>
                  </a:lnTo>
                  <a:lnTo>
                    <a:pt x="274591" y="39101"/>
                  </a:lnTo>
                  <a:lnTo>
                    <a:pt x="270474" y="35757"/>
                  </a:lnTo>
                  <a:lnTo>
                    <a:pt x="266253" y="32545"/>
                  </a:lnTo>
                  <a:lnTo>
                    <a:pt x="261932" y="29469"/>
                  </a:lnTo>
                  <a:lnTo>
                    <a:pt x="257516" y="26531"/>
                  </a:lnTo>
                  <a:lnTo>
                    <a:pt x="253009" y="23735"/>
                  </a:lnTo>
                  <a:lnTo>
                    <a:pt x="248416" y="21083"/>
                  </a:lnTo>
                  <a:lnTo>
                    <a:pt x="243740" y="18579"/>
                  </a:lnTo>
                  <a:lnTo>
                    <a:pt x="238988" y="16224"/>
                  </a:lnTo>
                  <a:lnTo>
                    <a:pt x="234163" y="14020"/>
                  </a:lnTo>
                  <a:lnTo>
                    <a:pt x="229271" y="11972"/>
                  </a:lnTo>
                  <a:lnTo>
                    <a:pt x="224316" y="10079"/>
                  </a:lnTo>
                  <a:lnTo>
                    <a:pt x="219304" y="8344"/>
                  </a:lnTo>
                  <a:lnTo>
                    <a:pt x="214239" y="6770"/>
                  </a:lnTo>
                  <a:lnTo>
                    <a:pt x="209127" y="5356"/>
                  </a:lnTo>
                  <a:lnTo>
                    <a:pt x="203972" y="4106"/>
                  </a:lnTo>
                  <a:lnTo>
                    <a:pt x="198781" y="3020"/>
                  </a:lnTo>
                  <a:lnTo>
                    <a:pt x="193557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164" y="0"/>
                  </a:moveTo>
                  <a:lnTo>
                    <a:pt x="0" y="0"/>
                  </a:ln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66" y="5018213"/>
              <a:ext cx="334320" cy="334330"/>
            </a:xfrm>
            <a:custGeom>
              <a:avLst/>
              <a:pathLst>
                <a:path w="334320" h="334330">
                  <a:moveTo>
                    <a:pt x="166989" y="0"/>
                  </a:moveTo>
                  <a:lnTo>
                    <a:pt x="161700" y="88"/>
                  </a:lnTo>
                  <a:lnTo>
                    <a:pt x="156415" y="345"/>
                  </a:lnTo>
                  <a:lnTo>
                    <a:pt x="151142" y="768"/>
                  </a:lnTo>
                  <a:lnTo>
                    <a:pt x="145884" y="1358"/>
                  </a:lnTo>
                  <a:lnTo>
                    <a:pt x="140648" y="2114"/>
                  </a:lnTo>
                  <a:lnTo>
                    <a:pt x="135439" y="3035"/>
                  </a:lnTo>
                  <a:lnTo>
                    <a:pt x="130261" y="4121"/>
                  </a:lnTo>
                  <a:lnTo>
                    <a:pt x="125120" y="5370"/>
                  </a:lnTo>
                  <a:lnTo>
                    <a:pt x="120021" y="6781"/>
                  </a:lnTo>
                  <a:lnTo>
                    <a:pt x="114970" y="8353"/>
                  </a:lnTo>
                  <a:lnTo>
                    <a:pt x="109970" y="10084"/>
                  </a:lnTo>
                  <a:lnTo>
                    <a:pt x="105028" y="11972"/>
                  </a:lnTo>
                  <a:lnTo>
                    <a:pt x="100149" y="14016"/>
                  </a:lnTo>
                  <a:lnTo>
                    <a:pt x="95336" y="16213"/>
                  </a:lnTo>
                  <a:lnTo>
                    <a:pt x="90595" y="18561"/>
                  </a:lnTo>
                  <a:lnTo>
                    <a:pt x="85931" y="21058"/>
                  </a:lnTo>
                  <a:lnTo>
                    <a:pt x="81348" y="23701"/>
                  </a:lnTo>
                  <a:lnTo>
                    <a:pt x="76851" y="26488"/>
                  </a:lnTo>
                  <a:lnTo>
                    <a:pt x="72445" y="29416"/>
                  </a:lnTo>
                  <a:lnTo>
                    <a:pt x="68134" y="32482"/>
                  </a:lnTo>
                  <a:lnTo>
                    <a:pt x="63921" y="35683"/>
                  </a:lnTo>
                  <a:lnTo>
                    <a:pt x="59812" y="39015"/>
                  </a:lnTo>
                  <a:lnTo>
                    <a:pt x="55811" y="42476"/>
                  </a:lnTo>
                  <a:lnTo>
                    <a:pt x="51921" y="46062"/>
                  </a:lnTo>
                  <a:lnTo>
                    <a:pt x="48147" y="49769"/>
                  </a:lnTo>
                  <a:lnTo>
                    <a:pt x="44491" y="53594"/>
                  </a:lnTo>
                  <a:lnTo>
                    <a:pt x="40959" y="57532"/>
                  </a:lnTo>
                  <a:lnTo>
                    <a:pt x="37553" y="61580"/>
                  </a:lnTo>
                  <a:lnTo>
                    <a:pt x="34277" y="65734"/>
                  </a:lnTo>
                  <a:lnTo>
                    <a:pt x="31133" y="69989"/>
                  </a:lnTo>
                  <a:lnTo>
                    <a:pt x="28126" y="74342"/>
                  </a:lnTo>
                  <a:lnTo>
                    <a:pt x="25259" y="78788"/>
                  </a:lnTo>
                  <a:lnTo>
                    <a:pt x="22533" y="83322"/>
                  </a:lnTo>
                  <a:lnTo>
                    <a:pt x="19952" y="87941"/>
                  </a:lnTo>
                  <a:lnTo>
                    <a:pt x="17519" y="92638"/>
                  </a:lnTo>
                  <a:lnTo>
                    <a:pt x="15236" y="97411"/>
                  </a:lnTo>
                  <a:lnTo>
                    <a:pt x="13105" y="102253"/>
                  </a:lnTo>
                  <a:lnTo>
                    <a:pt x="11128" y="107160"/>
                  </a:lnTo>
                  <a:lnTo>
                    <a:pt x="9307" y="112127"/>
                  </a:lnTo>
                  <a:lnTo>
                    <a:pt x="7644" y="117150"/>
                  </a:lnTo>
                  <a:lnTo>
                    <a:pt x="6141" y="122222"/>
                  </a:lnTo>
                  <a:lnTo>
                    <a:pt x="4800" y="127340"/>
                  </a:lnTo>
                  <a:lnTo>
                    <a:pt x="3621" y="132497"/>
                  </a:lnTo>
                  <a:lnTo>
                    <a:pt x="2606" y="137689"/>
                  </a:lnTo>
                  <a:lnTo>
                    <a:pt x="1755" y="142911"/>
                  </a:lnTo>
                  <a:lnTo>
                    <a:pt x="1071" y="148157"/>
                  </a:lnTo>
                  <a:lnTo>
                    <a:pt x="552" y="153422"/>
                  </a:lnTo>
                  <a:lnTo>
                    <a:pt x="201" y="158701"/>
                  </a:lnTo>
                  <a:lnTo>
                    <a:pt x="16" y="163988"/>
                  </a:lnTo>
                  <a:lnTo>
                    <a:pt x="0" y="169278"/>
                  </a:lnTo>
                  <a:lnTo>
                    <a:pt x="150" y="174567"/>
                  </a:lnTo>
                  <a:lnTo>
                    <a:pt x="468" y="179847"/>
                  </a:lnTo>
                  <a:lnTo>
                    <a:pt x="953" y="185116"/>
                  </a:lnTo>
                  <a:lnTo>
                    <a:pt x="1604" y="190366"/>
                  </a:lnTo>
                  <a:lnTo>
                    <a:pt x="2421" y="195593"/>
                  </a:lnTo>
                  <a:lnTo>
                    <a:pt x="3403" y="200791"/>
                  </a:lnTo>
                  <a:lnTo>
                    <a:pt x="4549" y="205956"/>
                  </a:lnTo>
                  <a:lnTo>
                    <a:pt x="5858" y="211082"/>
                  </a:lnTo>
                  <a:lnTo>
                    <a:pt x="7328" y="216164"/>
                  </a:lnTo>
                  <a:lnTo>
                    <a:pt x="8958" y="221197"/>
                  </a:lnTo>
                  <a:lnTo>
                    <a:pt x="10747" y="226176"/>
                  </a:lnTo>
                  <a:lnTo>
                    <a:pt x="12693" y="231096"/>
                  </a:lnTo>
                  <a:lnTo>
                    <a:pt x="14793" y="235951"/>
                  </a:lnTo>
                  <a:lnTo>
                    <a:pt x="17046" y="240738"/>
                  </a:lnTo>
                  <a:lnTo>
                    <a:pt x="19449" y="245451"/>
                  </a:lnTo>
                  <a:lnTo>
                    <a:pt x="22001" y="250086"/>
                  </a:lnTo>
                  <a:lnTo>
                    <a:pt x="24697" y="254637"/>
                  </a:lnTo>
                  <a:lnTo>
                    <a:pt x="27536" y="259101"/>
                  </a:lnTo>
                  <a:lnTo>
                    <a:pt x="30515" y="263473"/>
                  </a:lnTo>
                  <a:lnTo>
                    <a:pt x="33631" y="267749"/>
                  </a:lnTo>
                  <a:lnTo>
                    <a:pt x="36881" y="271924"/>
                  </a:lnTo>
                  <a:lnTo>
                    <a:pt x="40261" y="275994"/>
                  </a:lnTo>
                  <a:lnTo>
                    <a:pt x="43768" y="279954"/>
                  </a:lnTo>
                  <a:lnTo>
                    <a:pt x="47399" y="283802"/>
                  </a:lnTo>
                  <a:lnTo>
                    <a:pt x="51150" y="287533"/>
                  </a:lnTo>
                  <a:lnTo>
                    <a:pt x="55017" y="291144"/>
                  </a:lnTo>
                  <a:lnTo>
                    <a:pt x="58996" y="294630"/>
                  </a:lnTo>
                  <a:lnTo>
                    <a:pt x="63084" y="297989"/>
                  </a:lnTo>
                  <a:lnTo>
                    <a:pt x="67275" y="301216"/>
                  </a:lnTo>
                  <a:lnTo>
                    <a:pt x="71567" y="304310"/>
                  </a:lnTo>
                  <a:lnTo>
                    <a:pt x="75955" y="307266"/>
                  </a:lnTo>
                  <a:lnTo>
                    <a:pt x="80434" y="310082"/>
                  </a:lnTo>
                  <a:lnTo>
                    <a:pt x="84999" y="312754"/>
                  </a:lnTo>
                  <a:lnTo>
                    <a:pt x="89647" y="315281"/>
                  </a:lnTo>
                  <a:lnTo>
                    <a:pt x="94373" y="317659"/>
                  </a:lnTo>
                  <a:lnTo>
                    <a:pt x="99172" y="319887"/>
                  </a:lnTo>
                  <a:lnTo>
                    <a:pt x="104038" y="321962"/>
                  </a:lnTo>
                  <a:lnTo>
                    <a:pt x="108968" y="323881"/>
                  </a:lnTo>
                  <a:lnTo>
                    <a:pt x="113956" y="325644"/>
                  </a:lnTo>
                  <a:lnTo>
                    <a:pt x="118998" y="327248"/>
                  </a:lnTo>
                  <a:lnTo>
                    <a:pt x="124087" y="328692"/>
                  </a:lnTo>
                  <a:lnTo>
                    <a:pt x="129220" y="329974"/>
                  </a:lnTo>
                  <a:lnTo>
                    <a:pt x="134391" y="331092"/>
                  </a:lnTo>
                  <a:lnTo>
                    <a:pt x="139595" y="332047"/>
                  </a:lnTo>
                  <a:lnTo>
                    <a:pt x="144826" y="332836"/>
                  </a:lnTo>
                  <a:lnTo>
                    <a:pt x="150079" y="333460"/>
                  </a:lnTo>
                  <a:lnTo>
                    <a:pt x="155350" y="333917"/>
                  </a:lnTo>
                  <a:lnTo>
                    <a:pt x="160633" y="334207"/>
                  </a:lnTo>
                  <a:lnTo>
                    <a:pt x="165922" y="334330"/>
                  </a:lnTo>
                  <a:lnTo>
                    <a:pt x="171212" y="334285"/>
                  </a:lnTo>
                  <a:lnTo>
                    <a:pt x="176498" y="334073"/>
                  </a:lnTo>
                  <a:lnTo>
                    <a:pt x="181775" y="333694"/>
                  </a:lnTo>
                  <a:lnTo>
                    <a:pt x="187037" y="333148"/>
                  </a:lnTo>
                  <a:lnTo>
                    <a:pt x="192279" y="332435"/>
                  </a:lnTo>
                  <a:lnTo>
                    <a:pt x="197496" y="331557"/>
                  </a:lnTo>
                  <a:lnTo>
                    <a:pt x="202683" y="330515"/>
                  </a:lnTo>
                  <a:lnTo>
                    <a:pt x="207834" y="329309"/>
                  </a:lnTo>
                  <a:lnTo>
                    <a:pt x="212945" y="327940"/>
                  </a:lnTo>
                  <a:lnTo>
                    <a:pt x="218009" y="326411"/>
                  </a:lnTo>
                  <a:lnTo>
                    <a:pt x="223023" y="324722"/>
                  </a:lnTo>
                  <a:lnTo>
                    <a:pt x="227980" y="322875"/>
                  </a:lnTo>
                  <a:lnTo>
                    <a:pt x="232877" y="320872"/>
                  </a:lnTo>
                  <a:lnTo>
                    <a:pt x="237708" y="318716"/>
                  </a:lnTo>
                  <a:lnTo>
                    <a:pt x="242468" y="316407"/>
                  </a:lnTo>
                  <a:lnTo>
                    <a:pt x="247153" y="313949"/>
                  </a:lnTo>
                  <a:lnTo>
                    <a:pt x="251758" y="311344"/>
                  </a:lnTo>
                  <a:lnTo>
                    <a:pt x="256278" y="308595"/>
                  </a:lnTo>
                  <a:lnTo>
                    <a:pt x="260708" y="305704"/>
                  </a:lnTo>
                  <a:lnTo>
                    <a:pt x="265045" y="302674"/>
                  </a:lnTo>
                  <a:lnTo>
                    <a:pt x="269284" y="299509"/>
                  </a:lnTo>
                  <a:lnTo>
                    <a:pt x="273421" y="296210"/>
                  </a:lnTo>
                  <a:lnTo>
                    <a:pt x="277451" y="292783"/>
                  </a:lnTo>
                  <a:lnTo>
                    <a:pt x="281371" y="289230"/>
                  </a:lnTo>
                  <a:lnTo>
                    <a:pt x="285176" y="285555"/>
                  </a:lnTo>
                  <a:lnTo>
                    <a:pt x="288863" y="281761"/>
                  </a:lnTo>
                  <a:lnTo>
                    <a:pt x="292428" y="277852"/>
                  </a:lnTo>
                  <a:lnTo>
                    <a:pt x="295868" y="273833"/>
                  </a:lnTo>
                  <a:lnTo>
                    <a:pt x="299179" y="269706"/>
                  </a:lnTo>
                  <a:lnTo>
                    <a:pt x="302357" y="265477"/>
                  </a:lnTo>
                  <a:lnTo>
                    <a:pt x="305401" y="261149"/>
                  </a:lnTo>
                  <a:lnTo>
                    <a:pt x="308305" y="256728"/>
                  </a:lnTo>
                  <a:lnTo>
                    <a:pt x="311069" y="252216"/>
                  </a:lnTo>
                  <a:lnTo>
                    <a:pt x="313688" y="247620"/>
                  </a:lnTo>
                  <a:lnTo>
                    <a:pt x="316160" y="242943"/>
                  </a:lnTo>
                  <a:lnTo>
                    <a:pt x="318483" y="238190"/>
                  </a:lnTo>
                  <a:lnTo>
                    <a:pt x="320655" y="233365"/>
                  </a:lnTo>
                  <a:lnTo>
                    <a:pt x="322673" y="228475"/>
                  </a:lnTo>
                  <a:lnTo>
                    <a:pt x="324535" y="223523"/>
                  </a:lnTo>
                  <a:lnTo>
                    <a:pt x="326240" y="218515"/>
                  </a:lnTo>
                  <a:lnTo>
                    <a:pt x="327785" y="213455"/>
                  </a:lnTo>
                  <a:lnTo>
                    <a:pt x="329169" y="208349"/>
                  </a:lnTo>
                  <a:lnTo>
                    <a:pt x="330391" y="203201"/>
                  </a:lnTo>
                  <a:lnTo>
                    <a:pt x="331450" y="198018"/>
                  </a:lnTo>
                  <a:lnTo>
                    <a:pt x="332344" y="192804"/>
                  </a:lnTo>
                  <a:lnTo>
                    <a:pt x="333072" y="187563"/>
                  </a:lnTo>
                  <a:lnTo>
                    <a:pt x="333634" y="182303"/>
                  </a:lnTo>
                  <a:lnTo>
                    <a:pt x="334030" y="177027"/>
                  </a:lnTo>
                  <a:lnTo>
                    <a:pt x="334258" y="171742"/>
                  </a:lnTo>
                  <a:lnTo>
                    <a:pt x="334320" y="166452"/>
                  </a:lnTo>
                  <a:lnTo>
                    <a:pt x="334213" y="161162"/>
                  </a:lnTo>
                  <a:lnTo>
                    <a:pt x="333940" y="155879"/>
                  </a:lnTo>
                  <a:lnTo>
                    <a:pt x="333499" y="150607"/>
                  </a:lnTo>
                  <a:lnTo>
                    <a:pt x="332891" y="145352"/>
                  </a:lnTo>
                  <a:lnTo>
                    <a:pt x="332118" y="140118"/>
                  </a:lnTo>
                  <a:lnTo>
                    <a:pt x="331180" y="134911"/>
                  </a:lnTo>
                  <a:lnTo>
                    <a:pt x="330077" y="129737"/>
                  </a:lnTo>
                  <a:lnTo>
                    <a:pt x="328811" y="124600"/>
                  </a:lnTo>
                  <a:lnTo>
                    <a:pt x="327383" y="119506"/>
                  </a:lnTo>
                  <a:lnTo>
                    <a:pt x="325795" y="114460"/>
                  </a:lnTo>
                  <a:lnTo>
                    <a:pt x="324047" y="109466"/>
                  </a:lnTo>
                  <a:lnTo>
                    <a:pt x="322143" y="104531"/>
                  </a:lnTo>
                  <a:lnTo>
                    <a:pt x="320083" y="99658"/>
                  </a:lnTo>
                  <a:lnTo>
                    <a:pt x="317870" y="94852"/>
                  </a:lnTo>
                  <a:lnTo>
                    <a:pt x="315507" y="90119"/>
                  </a:lnTo>
                  <a:lnTo>
                    <a:pt x="312994" y="85463"/>
                  </a:lnTo>
                  <a:lnTo>
                    <a:pt x="310336" y="80889"/>
                  </a:lnTo>
                  <a:lnTo>
                    <a:pt x="307534" y="76402"/>
                  </a:lnTo>
                  <a:lnTo>
                    <a:pt x="304591" y="72005"/>
                  </a:lnTo>
                  <a:lnTo>
                    <a:pt x="301511" y="67704"/>
                  </a:lnTo>
                  <a:lnTo>
                    <a:pt x="298297" y="63502"/>
                  </a:lnTo>
                  <a:lnTo>
                    <a:pt x="294951" y="59404"/>
                  </a:lnTo>
                  <a:lnTo>
                    <a:pt x="291477" y="55414"/>
                  </a:lnTo>
                  <a:lnTo>
                    <a:pt x="287878" y="51536"/>
                  </a:lnTo>
                  <a:lnTo>
                    <a:pt x="284159" y="47774"/>
                  </a:lnTo>
                  <a:lnTo>
                    <a:pt x="280322" y="44131"/>
                  </a:lnTo>
                  <a:lnTo>
                    <a:pt x="276372" y="40611"/>
                  </a:lnTo>
                  <a:lnTo>
                    <a:pt x="272313" y="37219"/>
                  </a:lnTo>
                  <a:lnTo>
                    <a:pt x="268148" y="33956"/>
                  </a:lnTo>
                  <a:lnTo>
                    <a:pt x="263882" y="30827"/>
                  </a:lnTo>
                  <a:lnTo>
                    <a:pt x="259520" y="27835"/>
                  </a:lnTo>
                  <a:lnTo>
                    <a:pt x="255064" y="24982"/>
                  </a:lnTo>
                  <a:lnTo>
                    <a:pt x="250521" y="22271"/>
                  </a:lnTo>
                  <a:lnTo>
                    <a:pt x="245894" y="19705"/>
                  </a:lnTo>
                  <a:lnTo>
                    <a:pt x="241189" y="17288"/>
                  </a:lnTo>
                  <a:lnTo>
                    <a:pt x="236409" y="15020"/>
                  </a:lnTo>
                  <a:lnTo>
                    <a:pt x="231560" y="12905"/>
                  </a:lnTo>
                  <a:lnTo>
                    <a:pt x="226646" y="10944"/>
                  </a:lnTo>
                  <a:lnTo>
                    <a:pt x="221673" y="9140"/>
                  </a:lnTo>
                  <a:lnTo>
                    <a:pt x="216645" y="7494"/>
                  </a:lnTo>
                  <a:lnTo>
                    <a:pt x="211567" y="6007"/>
                  </a:lnTo>
                  <a:lnTo>
                    <a:pt x="206446" y="4683"/>
                  </a:lnTo>
                  <a:lnTo>
                    <a:pt x="201284" y="3521"/>
                  </a:lnTo>
                  <a:lnTo>
                    <a:pt x="196089" y="2523"/>
                  </a:lnTo>
                  <a:lnTo>
                    <a:pt x="190864" y="1690"/>
                  </a:lnTo>
                  <a:lnTo>
                    <a:pt x="185616" y="1022"/>
                  </a:lnTo>
                  <a:lnTo>
                    <a:pt x="180350" y="521"/>
                  </a:lnTo>
                  <a:lnTo>
                    <a:pt x="175070" y="187"/>
                  </a:lnTo>
                  <a:lnTo>
                    <a:pt x="169782" y="2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2628" cy="167167"/>
            </a:xfrm>
            <a:custGeom>
              <a:avLst/>
              <a:pathLst>
                <a:path w="2628" h="167167">
                  <a:moveTo>
                    <a:pt x="2628" y="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814445" y="5269756"/>
              <a:ext cx="150055" cy="167167"/>
            </a:xfrm>
            <a:custGeom>
              <a:avLst/>
              <a:pathLst>
                <a:path w="150055" h="167167">
                  <a:moveTo>
                    <a:pt x="150055" y="0"/>
                  </a:moveTo>
                  <a:lnTo>
                    <a:pt x="144577" y="89"/>
                  </a:lnTo>
                  <a:lnTo>
                    <a:pt x="139105" y="359"/>
                  </a:lnTo>
                  <a:lnTo>
                    <a:pt x="133645" y="807"/>
                  </a:lnTo>
                  <a:lnTo>
                    <a:pt x="128202" y="1434"/>
                  </a:lnTo>
                  <a:lnTo>
                    <a:pt x="122783" y="2239"/>
                  </a:lnTo>
                  <a:lnTo>
                    <a:pt x="117392" y="3222"/>
                  </a:lnTo>
                  <a:lnTo>
                    <a:pt x="112038" y="4380"/>
                  </a:lnTo>
                  <a:lnTo>
                    <a:pt x="106723" y="5713"/>
                  </a:lnTo>
                  <a:lnTo>
                    <a:pt x="101456" y="7220"/>
                  </a:lnTo>
                  <a:lnTo>
                    <a:pt x="96240" y="8898"/>
                  </a:lnTo>
                  <a:lnTo>
                    <a:pt x="91083" y="10747"/>
                  </a:lnTo>
                  <a:lnTo>
                    <a:pt x="85989" y="12764"/>
                  </a:lnTo>
                  <a:lnTo>
                    <a:pt x="80963" y="14946"/>
                  </a:lnTo>
                  <a:lnTo>
                    <a:pt x="76012" y="17292"/>
                  </a:lnTo>
                  <a:lnTo>
                    <a:pt x="71140" y="19799"/>
                  </a:lnTo>
                  <a:lnTo>
                    <a:pt x="66354" y="22464"/>
                  </a:lnTo>
                  <a:lnTo>
                    <a:pt x="61657" y="25285"/>
                  </a:lnTo>
                  <a:lnTo>
                    <a:pt x="57055" y="28258"/>
                  </a:lnTo>
                  <a:lnTo>
                    <a:pt x="52552" y="31380"/>
                  </a:lnTo>
                  <a:lnTo>
                    <a:pt x="48155" y="34648"/>
                  </a:lnTo>
                  <a:lnTo>
                    <a:pt x="43867" y="38058"/>
                  </a:lnTo>
                  <a:lnTo>
                    <a:pt x="39693" y="41608"/>
                  </a:lnTo>
                  <a:lnTo>
                    <a:pt x="35638" y="45292"/>
                  </a:lnTo>
                  <a:lnTo>
                    <a:pt x="31706" y="49106"/>
                  </a:lnTo>
                  <a:lnTo>
                    <a:pt x="27900" y="53048"/>
                  </a:lnTo>
                  <a:lnTo>
                    <a:pt x="24226" y="57113"/>
                  </a:lnTo>
                  <a:lnTo>
                    <a:pt x="20687" y="61295"/>
                  </a:lnTo>
                  <a:lnTo>
                    <a:pt x="17287" y="65591"/>
                  </a:lnTo>
                  <a:lnTo>
                    <a:pt x="14030" y="69997"/>
                  </a:lnTo>
                  <a:lnTo>
                    <a:pt x="10919" y="74506"/>
                  </a:lnTo>
                  <a:lnTo>
                    <a:pt x="7957" y="79116"/>
                  </a:lnTo>
                  <a:lnTo>
                    <a:pt x="5148" y="83820"/>
                  </a:lnTo>
                  <a:lnTo>
                    <a:pt x="2494" y="88613"/>
                  </a:lnTo>
                  <a:lnTo>
                    <a:pt x="0" y="93491"/>
                  </a:lnTo>
                  <a:lnTo>
                    <a:pt x="1500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46" y="5269756"/>
              <a:ext cx="334303" cy="334334"/>
            </a:xfrm>
            <a:custGeom>
              <a:avLst/>
              <a:pathLst>
                <a:path w="334303" h="334334">
                  <a:moveTo>
                    <a:pt x="17098" y="93491"/>
                  </a:moveTo>
                  <a:lnTo>
                    <a:pt x="14838" y="98285"/>
                  </a:lnTo>
                  <a:lnTo>
                    <a:pt x="12730" y="103149"/>
                  </a:lnTo>
                  <a:lnTo>
                    <a:pt x="10778" y="108077"/>
                  </a:lnTo>
                  <a:lnTo>
                    <a:pt x="8983" y="113065"/>
                  </a:lnTo>
                  <a:lnTo>
                    <a:pt x="7348" y="118107"/>
                  </a:lnTo>
                  <a:lnTo>
                    <a:pt x="5872" y="123198"/>
                  </a:lnTo>
                  <a:lnTo>
                    <a:pt x="4560" y="128334"/>
                  </a:lnTo>
                  <a:lnTo>
                    <a:pt x="3410" y="133509"/>
                  </a:lnTo>
                  <a:lnTo>
                    <a:pt x="2425" y="138717"/>
                  </a:lnTo>
                  <a:lnTo>
                    <a:pt x="1606" y="143954"/>
                  </a:lnTo>
                  <a:lnTo>
                    <a:pt x="953" y="149214"/>
                  </a:lnTo>
                  <a:lnTo>
                    <a:pt x="468" y="154493"/>
                  </a:lnTo>
                  <a:lnTo>
                    <a:pt x="150" y="159784"/>
                  </a:lnTo>
                  <a:lnTo>
                    <a:pt x="0" y="165083"/>
                  </a:lnTo>
                  <a:lnTo>
                    <a:pt x="17" y="170383"/>
                  </a:lnTo>
                  <a:lnTo>
                    <a:pt x="203" y="175681"/>
                  </a:lnTo>
                  <a:lnTo>
                    <a:pt x="557" y="180970"/>
                  </a:lnTo>
                  <a:lnTo>
                    <a:pt x="1079" y="186245"/>
                  </a:lnTo>
                  <a:lnTo>
                    <a:pt x="1767" y="191501"/>
                  </a:lnTo>
                  <a:lnTo>
                    <a:pt x="2622" y="196732"/>
                  </a:lnTo>
                  <a:lnTo>
                    <a:pt x="3642" y="201934"/>
                  </a:lnTo>
                  <a:lnTo>
                    <a:pt x="4826" y="207100"/>
                  </a:lnTo>
                  <a:lnTo>
                    <a:pt x="6174" y="212227"/>
                  </a:lnTo>
                  <a:lnTo>
                    <a:pt x="7684" y="217308"/>
                  </a:lnTo>
                  <a:lnTo>
                    <a:pt x="9353" y="222339"/>
                  </a:lnTo>
                  <a:lnTo>
                    <a:pt x="11182" y="227314"/>
                  </a:lnTo>
                  <a:lnTo>
                    <a:pt x="13167" y="232229"/>
                  </a:lnTo>
                  <a:lnTo>
                    <a:pt x="15308" y="237079"/>
                  </a:lnTo>
                  <a:lnTo>
                    <a:pt x="17601" y="241858"/>
                  </a:lnTo>
                  <a:lnTo>
                    <a:pt x="20044" y="246562"/>
                  </a:lnTo>
                  <a:lnTo>
                    <a:pt x="22635" y="251186"/>
                  </a:lnTo>
                  <a:lnTo>
                    <a:pt x="25371" y="255726"/>
                  </a:lnTo>
                  <a:lnTo>
                    <a:pt x="28251" y="260177"/>
                  </a:lnTo>
                  <a:lnTo>
                    <a:pt x="31269" y="264534"/>
                  </a:lnTo>
                  <a:lnTo>
                    <a:pt x="34425" y="268793"/>
                  </a:lnTo>
                  <a:lnTo>
                    <a:pt x="37713" y="272950"/>
                  </a:lnTo>
                  <a:lnTo>
                    <a:pt x="41132" y="277001"/>
                  </a:lnTo>
                  <a:lnTo>
                    <a:pt x="44678" y="280941"/>
                  </a:lnTo>
                  <a:lnTo>
                    <a:pt x="48347" y="284767"/>
                  </a:lnTo>
                  <a:lnTo>
                    <a:pt x="52135" y="288475"/>
                  </a:lnTo>
                  <a:lnTo>
                    <a:pt x="56039" y="292061"/>
                  </a:lnTo>
                  <a:lnTo>
                    <a:pt x="60055" y="295521"/>
                  </a:lnTo>
                  <a:lnTo>
                    <a:pt x="64178" y="298852"/>
                  </a:lnTo>
                  <a:lnTo>
                    <a:pt x="68405" y="302050"/>
                  </a:lnTo>
                  <a:lnTo>
                    <a:pt x="72731" y="305113"/>
                  </a:lnTo>
                  <a:lnTo>
                    <a:pt x="77152" y="308038"/>
                  </a:lnTo>
                  <a:lnTo>
                    <a:pt x="81664" y="310821"/>
                  </a:lnTo>
                  <a:lnTo>
                    <a:pt x="86261" y="313459"/>
                  </a:lnTo>
                  <a:lnTo>
                    <a:pt x="90940" y="315950"/>
                  </a:lnTo>
                  <a:lnTo>
                    <a:pt x="95695" y="318292"/>
                  </a:lnTo>
                  <a:lnTo>
                    <a:pt x="100523" y="320481"/>
                  </a:lnTo>
                  <a:lnTo>
                    <a:pt x="105417" y="322517"/>
                  </a:lnTo>
                  <a:lnTo>
                    <a:pt x="110374" y="324396"/>
                  </a:lnTo>
                  <a:lnTo>
                    <a:pt x="115387" y="326117"/>
                  </a:lnTo>
                  <a:lnTo>
                    <a:pt x="120453" y="327678"/>
                  </a:lnTo>
                  <a:lnTo>
                    <a:pt x="125565" y="329078"/>
                  </a:lnTo>
                  <a:lnTo>
                    <a:pt x="130719" y="330316"/>
                  </a:lnTo>
                  <a:lnTo>
                    <a:pt x="135910" y="331389"/>
                  </a:lnTo>
                  <a:lnTo>
                    <a:pt x="141133" y="332297"/>
                  </a:lnTo>
                  <a:lnTo>
                    <a:pt x="146381" y="333039"/>
                  </a:lnTo>
                  <a:lnTo>
                    <a:pt x="151651" y="333614"/>
                  </a:lnTo>
                  <a:lnTo>
                    <a:pt x="156936" y="334022"/>
                  </a:lnTo>
                  <a:lnTo>
                    <a:pt x="162231" y="334262"/>
                  </a:lnTo>
                  <a:lnTo>
                    <a:pt x="167531" y="334334"/>
                  </a:lnTo>
                  <a:lnTo>
                    <a:pt x="172831" y="334238"/>
                  </a:lnTo>
                  <a:lnTo>
                    <a:pt x="178125" y="333974"/>
                  </a:lnTo>
                  <a:lnTo>
                    <a:pt x="183409" y="333542"/>
                  </a:lnTo>
                  <a:lnTo>
                    <a:pt x="188675" y="332943"/>
                  </a:lnTo>
                  <a:lnTo>
                    <a:pt x="193920" y="332178"/>
                  </a:lnTo>
                  <a:lnTo>
                    <a:pt x="199139" y="331246"/>
                  </a:lnTo>
                  <a:lnTo>
                    <a:pt x="204325" y="330149"/>
                  </a:lnTo>
                  <a:lnTo>
                    <a:pt x="209473" y="328889"/>
                  </a:lnTo>
                  <a:lnTo>
                    <a:pt x="214580" y="327466"/>
                  </a:lnTo>
                  <a:lnTo>
                    <a:pt x="219638" y="325882"/>
                  </a:lnTo>
                  <a:lnTo>
                    <a:pt x="224644" y="324138"/>
                  </a:lnTo>
                  <a:lnTo>
                    <a:pt x="229592" y="322236"/>
                  </a:lnTo>
                  <a:lnTo>
                    <a:pt x="234477" y="320179"/>
                  </a:lnTo>
                  <a:lnTo>
                    <a:pt x="239294" y="317967"/>
                  </a:lnTo>
                  <a:lnTo>
                    <a:pt x="244039" y="315604"/>
                  </a:lnTo>
                  <a:lnTo>
                    <a:pt x="248707" y="313092"/>
                  </a:lnTo>
                  <a:lnTo>
                    <a:pt x="253292" y="310433"/>
                  </a:lnTo>
                  <a:lnTo>
                    <a:pt x="257791" y="307630"/>
                  </a:lnTo>
                  <a:lnTo>
                    <a:pt x="262199" y="304686"/>
                  </a:lnTo>
                  <a:lnTo>
                    <a:pt x="266511" y="301603"/>
                  </a:lnTo>
                  <a:lnTo>
                    <a:pt x="270724" y="298385"/>
                  </a:lnTo>
                  <a:lnTo>
                    <a:pt x="274832" y="295036"/>
                  </a:lnTo>
                  <a:lnTo>
                    <a:pt x="278832" y="291558"/>
                  </a:lnTo>
                  <a:lnTo>
                    <a:pt x="282719" y="287954"/>
                  </a:lnTo>
                  <a:lnTo>
                    <a:pt x="286491" y="284229"/>
                  </a:lnTo>
                  <a:lnTo>
                    <a:pt x="290142" y="280387"/>
                  </a:lnTo>
                  <a:lnTo>
                    <a:pt x="293670" y="276431"/>
                  </a:lnTo>
                  <a:lnTo>
                    <a:pt x="297071" y="272365"/>
                  </a:lnTo>
                  <a:lnTo>
                    <a:pt x="300341" y="268193"/>
                  </a:lnTo>
                  <a:lnTo>
                    <a:pt x="303477" y="263919"/>
                  </a:lnTo>
                  <a:lnTo>
                    <a:pt x="306476" y="259548"/>
                  </a:lnTo>
                  <a:lnTo>
                    <a:pt x="309335" y="255085"/>
                  </a:lnTo>
                  <a:lnTo>
                    <a:pt x="312051" y="250533"/>
                  </a:lnTo>
                  <a:lnTo>
                    <a:pt x="314621" y="245897"/>
                  </a:lnTo>
                  <a:lnTo>
                    <a:pt x="317043" y="241182"/>
                  </a:lnTo>
                  <a:lnTo>
                    <a:pt x="319314" y="236392"/>
                  </a:lnTo>
                  <a:lnTo>
                    <a:pt x="321433" y="231533"/>
                  </a:lnTo>
                  <a:lnTo>
                    <a:pt x="323396" y="226609"/>
                  </a:lnTo>
                  <a:lnTo>
                    <a:pt x="325202" y="221626"/>
                  </a:lnTo>
                  <a:lnTo>
                    <a:pt x="326849" y="216588"/>
                  </a:lnTo>
                  <a:lnTo>
                    <a:pt x="328336" y="211500"/>
                  </a:lnTo>
                  <a:lnTo>
                    <a:pt x="329660" y="206367"/>
                  </a:lnTo>
                  <a:lnTo>
                    <a:pt x="330821" y="201195"/>
                  </a:lnTo>
                  <a:lnTo>
                    <a:pt x="331818" y="195989"/>
                  </a:lnTo>
                  <a:lnTo>
                    <a:pt x="332649" y="190754"/>
                  </a:lnTo>
                  <a:lnTo>
                    <a:pt x="333314" y="185495"/>
                  </a:lnTo>
                  <a:lnTo>
                    <a:pt x="333811" y="180217"/>
                  </a:lnTo>
                  <a:lnTo>
                    <a:pt x="334141" y="174927"/>
                  </a:lnTo>
                  <a:lnTo>
                    <a:pt x="334303" y="169629"/>
                  </a:lnTo>
                  <a:lnTo>
                    <a:pt x="334297" y="164328"/>
                  </a:lnTo>
                  <a:lnTo>
                    <a:pt x="334123" y="159030"/>
                  </a:lnTo>
                  <a:lnTo>
                    <a:pt x="333781" y="153740"/>
                  </a:lnTo>
                  <a:lnTo>
                    <a:pt x="333272" y="148464"/>
                  </a:lnTo>
                  <a:lnTo>
                    <a:pt x="332595" y="143207"/>
                  </a:lnTo>
                  <a:lnTo>
                    <a:pt x="331753" y="137973"/>
                  </a:lnTo>
                  <a:lnTo>
                    <a:pt x="330744" y="132769"/>
                  </a:lnTo>
                  <a:lnTo>
                    <a:pt x="329571" y="127600"/>
                  </a:lnTo>
                  <a:lnTo>
                    <a:pt x="328235" y="122471"/>
                  </a:lnTo>
                  <a:lnTo>
                    <a:pt x="326737" y="117386"/>
                  </a:lnTo>
                  <a:lnTo>
                    <a:pt x="325079" y="112351"/>
                  </a:lnTo>
                  <a:lnTo>
                    <a:pt x="323261" y="107372"/>
                  </a:lnTo>
                  <a:lnTo>
                    <a:pt x="321287" y="102453"/>
                  </a:lnTo>
                  <a:lnTo>
                    <a:pt x="319158" y="97598"/>
                  </a:lnTo>
                  <a:lnTo>
                    <a:pt x="316876" y="92814"/>
                  </a:lnTo>
                  <a:lnTo>
                    <a:pt x="314443" y="88104"/>
                  </a:lnTo>
                  <a:lnTo>
                    <a:pt x="311862" y="83474"/>
                  </a:lnTo>
                  <a:lnTo>
                    <a:pt x="309136" y="78928"/>
                  </a:lnTo>
                  <a:lnTo>
                    <a:pt x="306267" y="74471"/>
                  </a:lnTo>
                  <a:lnTo>
                    <a:pt x="303258" y="70107"/>
                  </a:lnTo>
                  <a:lnTo>
                    <a:pt x="300112" y="65841"/>
                  </a:lnTo>
                  <a:lnTo>
                    <a:pt x="296833" y="61676"/>
                  </a:lnTo>
                  <a:lnTo>
                    <a:pt x="293423" y="57618"/>
                  </a:lnTo>
                  <a:lnTo>
                    <a:pt x="289886" y="53669"/>
                  </a:lnTo>
                  <a:lnTo>
                    <a:pt x="286226" y="49835"/>
                  </a:lnTo>
                  <a:lnTo>
                    <a:pt x="282446" y="46119"/>
                  </a:lnTo>
                  <a:lnTo>
                    <a:pt x="278551" y="42525"/>
                  </a:lnTo>
                  <a:lnTo>
                    <a:pt x="274543" y="39055"/>
                  </a:lnTo>
                  <a:lnTo>
                    <a:pt x="270427" y="35715"/>
                  </a:lnTo>
                  <a:lnTo>
                    <a:pt x="266207" y="32507"/>
                  </a:lnTo>
                  <a:lnTo>
                    <a:pt x="261888" y="29434"/>
                  </a:lnTo>
                  <a:lnTo>
                    <a:pt x="257474" y="26500"/>
                  </a:lnTo>
                  <a:lnTo>
                    <a:pt x="252968" y="23707"/>
                  </a:lnTo>
                  <a:lnTo>
                    <a:pt x="248377" y="21058"/>
                  </a:lnTo>
                  <a:lnTo>
                    <a:pt x="243704" y="18556"/>
                  </a:lnTo>
                  <a:lnTo>
                    <a:pt x="238953" y="16204"/>
                  </a:lnTo>
                  <a:lnTo>
                    <a:pt x="234131" y="14004"/>
                  </a:lnTo>
                  <a:lnTo>
                    <a:pt x="229241" y="11957"/>
                  </a:lnTo>
                  <a:lnTo>
                    <a:pt x="224289" y="10067"/>
                  </a:lnTo>
                  <a:lnTo>
                    <a:pt x="219280" y="8334"/>
                  </a:lnTo>
                  <a:lnTo>
                    <a:pt x="214218" y="6761"/>
                  </a:lnTo>
                  <a:lnTo>
                    <a:pt x="209108" y="5350"/>
                  </a:lnTo>
                  <a:lnTo>
                    <a:pt x="203957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285" y="5399291"/>
              <a:ext cx="6930" cy="167167"/>
            </a:xfrm>
            <a:custGeom>
              <a:avLst/>
              <a:pathLst>
                <a:path w="6930" h="167167">
                  <a:moveTo>
                    <a:pt x="6930" y="0"/>
                  </a:moveTo>
                  <a:lnTo>
                    <a:pt x="0" y="143"/>
                  </a:lnTo>
                  <a:lnTo>
                    <a:pt x="693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285" y="5399435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285" y="5399435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285" y="5399435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285" y="5399435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285" y="5399435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285" y="5399435"/>
              <a:ext cx="6930" cy="167023"/>
            </a:xfrm>
            <a:custGeom>
              <a:avLst/>
              <a:pathLst>
                <a:path w="6930" h="167023">
                  <a:moveTo>
                    <a:pt x="0" y="0"/>
                  </a:moveTo>
                  <a:lnTo>
                    <a:pt x="6930" y="1670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8" y="5399435"/>
              <a:ext cx="334315" cy="334191"/>
            </a:xfrm>
            <a:custGeom>
              <a:avLst/>
              <a:pathLst>
                <a:path w="334315" h="334191">
                  <a:moveTo>
                    <a:pt x="160226" y="0"/>
                  </a:moveTo>
                  <a:lnTo>
                    <a:pt x="154948" y="302"/>
                  </a:lnTo>
                  <a:lnTo>
                    <a:pt x="149681" y="772"/>
                  </a:lnTo>
                  <a:lnTo>
                    <a:pt x="144432" y="1408"/>
                  </a:lnTo>
                  <a:lnTo>
                    <a:pt x="139205" y="2209"/>
                  </a:lnTo>
                  <a:lnTo>
                    <a:pt x="134007" y="3176"/>
                  </a:lnTo>
                  <a:lnTo>
                    <a:pt x="128842" y="4306"/>
                  </a:lnTo>
                  <a:lnTo>
                    <a:pt x="123715" y="5599"/>
                  </a:lnTo>
                  <a:lnTo>
                    <a:pt x="118631" y="7054"/>
                  </a:lnTo>
                  <a:lnTo>
                    <a:pt x="113596" y="8669"/>
                  </a:lnTo>
                  <a:lnTo>
                    <a:pt x="108615" y="10442"/>
                  </a:lnTo>
                  <a:lnTo>
                    <a:pt x="103692" y="12371"/>
                  </a:lnTo>
                  <a:lnTo>
                    <a:pt x="98833" y="14456"/>
                  </a:lnTo>
                  <a:lnTo>
                    <a:pt x="94042" y="16693"/>
                  </a:lnTo>
                  <a:lnTo>
                    <a:pt x="89324" y="19081"/>
                  </a:lnTo>
                  <a:lnTo>
                    <a:pt x="84684" y="21616"/>
                  </a:lnTo>
                  <a:lnTo>
                    <a:pt x="80127" y="24297"/>
                  </a:lnTo>
                  <a:lnTo>
                    <a:pt x="75656" y="27121"/>
                  </a:lnTo>
                  <a:lnTo>
                    <a:pt x="71278" y="30085"/>
                  </a:lnTo>
                  <a:lnTo>
                    <a:pt x="66995" y="33186"/>
                  </a:lnTo>
                  <a:lnTo>
                    <a:pt x="62812" y="36420"/>
                  </a:lnTo>
                  <a:lnTo>
                    <a:pt x="58734" y="39786"/>
                  </a:lnTo>
                  <a:lnTo>
                    <a:pt x="54764" y="43278"/>
                  </a:lnTo>
                  <a:lnTo>
                    <a:pt x="50907" y="46895"/>
                  </a:lnTo>
                  <a:lnTo>
                    <a:pt x="47166" y="50631"/>
                  </a:lnTo>
                  <a:lnTo>
                    <a:pt x="43545" y="54485"/>
                  </a:lnTo>
                  <a:lnTo>
                    <a:pt x="40047" y="58450"/>
                  </a:lnTo>
                  <a:lnTo>
                    <a:pt x="36677" y="62524"/>
                  </a:lnTo>
                  <a:lnTo>
                    <a:pt x="33437" y="66703"/>
                  </a:lnTo>
                  <a:lnTo>
                    <a:pt x="30332" y="70983"/>
                  </a:lnTo>
                  <a:lnTo>
                    <a:pt x="27363" y="75358"/>
                  </a:lnTo>
                  <a:lnTo>
                    <a:pt x="24534" y="79825"/>
                  </a:lnTo>
                  <a:lnTo>
                    <a:pt x="21847" y="84379"/>
                  </a:lnTo>
                  <a:lnTo>
                    <a:pt x="19306" y="89016"/>
                  </a:lnTo>
                  <a:lnTo>
                    <a:pt x="16913" y="93731"/>
                  </a:lnTo>
                  <a:lnTo>
                    <a:pt x="14670" y="98519"/>
                  </a:lnTo>
                  <a:lnTo>
                    <a:pt x="12580" y="103376"/>
                  </a:lnTo>
                  <a:lnTo>
                    <a:pt x="10644" y="108297"/>
                  </a:lnTo>
                  <a:lnTo>
                    <a:pt x="8865" y="113276"/>
                  </a:lnTo>
                  <a:lnTo>
                    <a:pt x="7245" y="118309"/>
                  </a:lnTo>
                  <a:lnTo>
                    <a:pt x="5784" y="123391"/>
                  </a:lnTo>
                  <a:lnTo>
                    <a:pt x="4485" y="128516"/>
                  </a:lnTo>
                  <a:lnTo>
                    <a:pt x="3348" y="133680"/>
                  </a:lnTo>
                  <a:lnTo>
                    <a:pt x="2376" y="138877"/>
                  </a:lnTo>
                  <a:lnTo>
                    <a:pt x="1568" y="144103"/>
                  </a:lnTo>
                  <a:lnTo>
                    <a:pt x="926" y="149351"/>
                  </a:lnTo>
                  <a:lnTo>
                    <a:pt x="450" y="154617"/>
                  </a:lnTo>
                  <a:lnTo>
                    <a:pt x="141" y="159896"/>
                  </a:lnTo>
                  <a:lnTo>
                    <a:pt x="0" y="165181"/>
                  </a:lnTo>
                  <a:lnTo>
                    <a:pt x="25" y="170469"/>
                  </a:lnTo>
                  <a:lnTo>
                    <a:pt x="217" y="175753"/>
                  </a:lnTo>
                  <a:lnTo>
                    <a:pt x="577" y="181028"/>
                  </a:lnTo>
                  <a:lnTo>
                    <a:pt x="1103" y="186289"/>
                  </a:lnTo>
                  <a:lnTo>
                    <a:pt x="1796" y="191531"/>
                  </a:lnTo>
                  <a:lnTo>
                    <a:pt x="2654" y="196749"/>
                  </a:lnTo>
                  <a:lnTo>
                    <a:pt x="3676" y="201937"/>
                  </a:lnTo>
                  <a:lnTo>
                    <a:pt x="4862" y="207090"/>
                  </a:lnTo>
                  <a:lnTo>
                    <a:pt x="6210" y="212202"/>
                  </a:lnTo>
                  <a:lnTo>
                    <a:pt x="7720" y="217270"/>
                  </a:lnTo>
                  <a:lnTo>
                    <a:pt x="9388" y="222287"/>
                  </a:lnTo>
                  <a:lnTo>
                    <a:pt x="11215" y="227249"/>
                  </a:lnTo>
                  <a:lnTo>
                    <a:pt x="13198" y="232151"/>
                  </a:lnTo>
                  <a:lnTo>
                    <a:pt x="15335" y="236987"/>
                  </a:lnTo>
                  <a:lnTo>
                    <a:pt x="17623" y="241754"/>
                  </a:lnTo>
                  <a:lnTo>
                    <a:pt x="20061" y="246446"/>
                  </a:lnTo>
                  <a:lnTo>
                    <a:pt x="22647" y="251058"/>
                  </a:lnTo>
                  <a:lnTo>
                    <a:pt x="25377" y="255586"/>
                  </a:lnTo>
                  <a:lnTo>
                    <a:pt x="28249" y="260026"/>
                  </a:lnTo>
                  <a:lnTo>
                    <a:pt x="31259" y="264372"/>
                  </a:lnTo>
                  <a:lnTo>
                    <a:pt x="34406" y="268622"/>
                  </a:lnTo>
                  <a:lnTo>
                    <a:pt x="37686" y="272769"/>
                  </a:lnTo>
                  <a:lnTo>
                    <a:pt x="41095" y="276811"/>
                  </a:lnTo>
                  <a:lnTo>
                    <a:pt x="44630" y="280743"/>
                  </a:lnTo>
                  <a:lnTo>
                    <a:pt x="48288" y="284561"/>
                  </a:lnTo>
                  <a:lnTo>
                    <a:pt x="52065" y="288262"/>
                  </a:lnTo>
                  <a:lnTo>
                    <a:pt x="55957" y="291841"/>
                  </a:lnTo>
                  <a:lnTo>
                    <a:pt x="59960" y="295295"/>
                  </a:lnTo>
                  <a:lnTo>
                    <a:pt x="64070" y="298621"/>
                  </a:lnTo>
                  <a:lnTo>
                    <a:pt x="68284" y="301816"/>
                  </a:lnTo>
                  <a:lnTo>
                    <a:pt x="72596" y="304875"/>
                  </a:lnTo>
                  <a:lnTo>
                    <a:pt x="77003" y="307797"/>
                  </a:lnTo>
                  <a:lnTo>
                    <a:pt x="81500" y="310578"/>
                  </a:lnTo>
                  <a:lnTo>
                    <a:pt x="86083" y="313215"/>
                  </a:lnTo>
                  <a:lnTo>
                    <a:pt x="90747" y="315706"/>
                  </a:lnTo>
                  <a:lnTo>
                    <a:pt x="95488" y="318048"/>
                  </a:lnTo>
                  <a:lnTo>
                    <a:pt x="100300" y="320239"/>
                  </a:lnTo>
                  <a:lnTo>
                    <a:pt x="105179" y="322277"/>
                  </a:lnTo>
                  <a:lnTo>
                    <a:pt x="110120" y="324159"/>
                  </a:lnTo>
                  <a:lnTo>
                    <a:pt x="115118" y="325885"/>
                  </a:lnTo>
                  <a:lnTo>
                    <a:pt x="120168" y="327451"/>
                  </a:lnTo>
                  <a:lnTo>
                    <a:pt x="125266" y="328857"/>
                  </a:lnTo>
                  <a:lnTo>
                    <a:pt x="130405" y="330101"/>
                  </a:lnTo>
                  <a:lnTo>
                    <a:pt x="135581" y="331181"/>
                  </a:lnTo>
                  <a:lnTo>
                    <a:pt x="140788" y="332098"/>
                  </a:lnTo>
                  <a:lnTo>
                    <a:pt x="146022" y="332849"/>
                  </a:lnTo>
                  <a:lnTo>
                    <a:pt x="151277" y="333435"/>
                  </a:lnTo>
                  <a:lnTo>
                    <a:pt x="156548" y="333854"/>
                  </a:lnTo>
                  <a:lnTo>
                    <a:pt x="161829" y="334106"/>
                  </a:lnTo>
                  <a:lnTo>
                    <a:pt x="167116" y="334191"/>
                  </a:lnTo>
                  <a:lnTo>
                    <a:pt x="172403" y="334108"/>
                  </a:lnTo>
                  <a:lnTo>
                    <a:pt x="177685" y="333859"/>
                  </a:lnTo>
                  <a:lnTo>
                    <a:pt x="182956" y="333442"/>
                  </a:lnTo>
                  <a:lnTo>
                    <a:pt x="188211" y="332859"/>
                  </a:lnTo>
                  <a:lnTo>
                    <a:pt x="193445" y="332111"/>
                  </a:lnTo>
                  <a:lnTo>
                    <a:pt x="198653" y="331197"/>
                  </a:lnTo>
                  <a:lnTo>
                    <a:pt x="203830" y="330118"/>
                  </a:lnTo>
                  <a:lnTo>
                    <a:pt x="208969" y="328877"/>
                  </a:lnTo>
                  <a:lnTo>
                    <a:pt x="214067" y="327474"/>
                  </a:lnTo>
                  <a:lnTo>
                    <a:pt x="219118" y="325910"/>
                  </a:lnTo>
                  <a:lnTo>
                    <a:pt x="224117" y="324187"/>
                  </a:lnTo>
                  <a:lnTo>
                    <a:pt x="229059" y="322307"/>
                  </a:lnTo>
                  <a:lnTo>
                    <a:pt x="233939" y="320272"/>
                  </a:lnTo>
                  <a:lnTo>
                    <a:pt x="238753" y="318083"/>
                  </a:lnTo>
                  <a:lnTo>
                    <a:pt x="243494" y="315743"/>
                  </a:lnTo>
                  <a:lnTo>
                    <a:pt x="248159" y="313254"/>
                  </a:lnTo>
                  <a:lnTo>
                    <a:pt x="252744" y="310619"/>
                  </a:lnTo>
                  <a:lnTo>
                    <a:pt x="257242" y="307841"/>
                  </a:lnTo>
                  <a:lnTo>
                    <a:pt x="261651" y="304921"/>
                  </a:lnTo>
                  <a:lnTo>
                    <a:pt x="265965" y="301864"/>
                  </a:lnTo>
                  <a:lnTo>
                    <a:pt x="270180" y="298671"/>
                  </a:lnTo>
                  <a:lnTo>
                    <a:pt x="274292" y="295347"/>
                  </a:lnTo>
                  <a:lnTo>
                    <a:pt x="278296" y="291895"/>
                  </a:lnTo>
                  <a:lnTo>
                    <a:pt x="282190" y="288317"/>
                  </a:lnTo>
                  <a:lnTo>
                    <a:pt x="285969" y="284619"/>
                  </a:lnTo>
                  <a:lnTo>
                    <a:pt x="289628" y="280802"/>
                  </a:lnTo>
                  <a:lnTo>
                    <a:pt x="293165" y="276872"/>
                  </a:lnTo>
                  <a:lnTo>
                    <a:pt x="296576" y="272832"/>
                  </a:lnTo>
                  <a:lnTo>
                    <a:pt x="299858" y="268686"/>
                  </a:lnTo>
                  <a:lnTo>
                    <a:pt x="303007" y="264438"/>
                  </a:lnTo>
                  <a:lnTo>
                    <a:pt x="306020" y="260093"/>
                  </a:lnTo>
                  <a:lnTo>
                    <a:pt x="308894" y="255655"/>
                  </a:lnTo>
                  <a:lnTo>
                    <a:pt x="311626" y="251128"/>
                  </a:lnTo>
                  <a:lnTo>
                    <a:pt x="314214" y="246517"/>
                  </a:lnTo>
                  <a:lnTo>
                    <a:pt x="316654" y="241826"/>
                  </a:lnTo>
                  <a:lnTo>
                    <a:pt x="318945" y="237061"/>
                  </a:lnTo>
                  <a:lnTo>
                    <a:pt x="321084" y="232225"/>
                  </a:lnTo>
                  <a:lnTo>
                    <a:pt x="323069" y="227325"/>
                  </a:lnTo>
                  <a:lnTo>
                    <a:pt x="324898" y="222364"/>
                  </a:lnTo>
                  <a:lnTo>
                    <a:pt x="326570" y="217347"/>
                  </a:lnTo>
                  <a:lnTo>
                    <a:pt x="328081" y="212280"/>
                  </a:lnTo>
                  <a:lnTo>
                    <a:pt x="329432" y="207168"/>
                  </a:lnTo>
                  <a:lnTo>
                    <a:pt x="330621" y="202016"/>
                  </a:lnTo>
                  <a:lnTo>
                    <a:pt x="331646" y="196829"/>
                  </a:lnTo>
                  <a:lnTo>
                    <a:pt x="332506" y="191612"/>
                  </a:lnTo>
                  <a:lnTo>
                    <a:pt x="333201" y="186370"/>
                  </a:lnTo>
                  <a:lnTo>
                    <a:pt x="333730" y="181109"/>
                  </a:lnTo>
                  <a:lnTo>
                    <a:pt x="334092" y="175834"/>
                  </a:lnTo>
                  <a:lnTo>
                    <a:pt x="334287" y="170550"/>
                  </a:lnTo>
                  <a:lnTo>
                    <a:pt x="334315" y="165263"/>
                  </a:lnTo>
                  <a:lnTo>
                    <a:pt x="334176" y="159977"/>
                  </a:lnTo>
                  <a:lnTo>
                    <a:pt x="333869" y="154698"/>
                  </a:lnTo>
                  <a:lnTo>
                    <a:pt x="333396" y="149432"/>
                  </a:lnTo>
                  <a:lnTo>
                    <a:pt x="332757" y="144183"/>
                  </a:lnTo>
                  <a:lnTo>
                    <a:pt x="331951" y="138957"/>
                  </a:lnTo>
                  <a:lnTo>
                    <a:pt x="330981" y="133760"/>
                  </a:lnTo>
                  <a:lnTo>
                    <a:pt x="329847" y="128595"/>
                  </a:lnTo>
                  <a:lnTo>
                    <a:pt x="328551" y="123469"/>
                  </a:lnTo>
                  <a:lnTo>
                    <a:pt x="327092" y="118387"/>
                  </a:lnTo>
                  <a:lnTo>
                    <a:pt x="325474" y="113353"/>
                  </a:lnTo>
                  <a:lnTo>
                    <a:pt x="323698" y="108373"/>
                  </a:lnTo>
                  <a:lnTo>
                    <a:pt x="321764" y="103451"/>
                  </a:lnTo>
                  <a:lnTo>
                    <a:pt x="319677" y="98593"/>
                  </a:lnTo>
                  <a:lnTo>
                    <a:pt x="317436" y="93804"/>
                  </a:lnTo>
                  <a:lnTo>
                    <a:pt x="315045" y="89088"/>
                  </a:lnTo>
                  <a:lnTo>
                    <a:pt x="312507" y="84450"/>
                  </a:lnTo>
                  <a:lnTo>
                    <a:pt x="309822" y="79894"/>
                  </a:lnTo>
                  <a:lnTo>
                    <a:pt x="306995" y="75426"/>
                  </a:lnTo>
                  <a:lnTo>
                    <a:pt x="304029" y="71049"/>
                  </a:lnTo>
                  <a:lnTo>
                    <a:pt x="300925" y="66768"/>
                  </a:lnTo>
                  <a:lnTo>
                    <a:pt x="297687" y="62588"/>
                  </a:lnTo>
                  <a:lnTo>
                    <a:pt x="294319" y="58512"/>
                  </a:lnTo>
                  <a:lnTo>
                    <a:pt x="290824" y="54544"/>
                  </a:lnTo>
                  <a:lnTo>
                    <a:pt x="287205" y="50690"/>
                  </a:lnTo>
                  <a:lnTo>
                    <a:pt x="283465" y="46951"/>
                  </a:lnTo>
                  <a:lnTo>
                    <a:pt x="279610" y="43333"/>
                  </a:lnTo>
                  <a:lnTo>
                    <a:pt x="275642" y="39838"/>
                  </a:lnTo>
                  <a:lnTo>
                    <a:pt x="271565" y="36471"/>
                  </a:lnTo>
                  <a:lnTo>
                    <a:pt x="267384" y="33234"/>
                  </a:lnTo>
                  <a:lnTo>
                    <a:pt x="263102" y="30131"/>
                  </a:lnTo>
                  <a:lnTo>
                    <a:pt x="258725" y="27165"/>
                  </a:lnTo>
                  <a:lnTo>
                    <a:pt x="254256" y="24339"/>
                  </a:lnTo>
                  <a:lnTo>
                    <a:pt x="249700" y="21656"/>
                  </a:lnTo>
                  <a:lnTo>
                    <a:pt x="245061" y="19118"/>
                  </a:lnTo>
                  <a:lnTo>
                    <a:pt x="240345" y="16729"/>
                  </a:lnTo>
                  <a:lnTo>
                    <a:pt x="235555" y="14489"/>
                  </a:lnTo>
                  <a:lnTo>
                    <a:pt x="230697" y="12402"/>
                  </a:lnTo>
                  <a:lnTo>
                    <a:pt x="225775" y="10470"/>
                  </a:lnTo>
                  <a:lnTo>
                    <a:pt x="220794" y="8695"/>
                  </a:lnTo>
                  <a:lnTo>
                    <a:pt x="215760" y="7077"/>
                  </a:lnTo>
                  <a:lnTo>
                    <a:pt x="167157" y="1670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48603" cy="167167"/>
            </a:xfrm>
            <a:custGeom>
              <a:avLst/>
              <a:pathLst>
                <a:path w="48603" h="167167">
                  <a:moveTo>
                    <a:pt x="48603" y="7221"/>
                  </a:moveTo>
                  <a:lnTo>
                    <a:pt x="42673" y="5538"/>
                  </a:lnTo>
                  <a:lnTo>
                    <a:pt x="36685" y="4075"/>
                  </a:lnTo>
                  <a:lnTo>
                    <a:pt x="30647" y="2833"/>
                  </a:lnTo>
                  <a:lnTo>
                    <a:pt x="24568" y="1815"/>
                  </a:lnTo>
                  <a:lnTo>
                    <a:pt x="18455" y="1021"/>
                  </a:lnTo>
                  <a:lnTo>
                    <a:pt x="12317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163" y="5399291"/>
              <a:ext cx="81380" cy="167167"/>
            </a:xfrm>
            <a:custGeom>
              <a:avLst/>
              <a:pathLst>
                <a:path w="81380" h="167167">
                  <a:moveTo>
                    <a:pt x="81380" y="0"/>
                  </a:moveTo>
                  <a:lnTo>
                    <a:pt x="75715" y="96"/>
                  </a:lnTo>
                  <a:lnTo>
                    <a:pt x="70056" y="383"/>
                  </a:lnTo>
                  <a:lnTo>
                    <a:pt x="64410" y="863"/>
                  </a:lnTo>
                  <a:lnTo>
                    <a:pt x="58784" y="1534"/>
                  </a:lnTo>
                  <a:lnTo>
                    <a:pt x="53184" y="2395"/>
                  </a:lnTo>
                  <a:lnTo>
                    <a:pt x="47616" y="3445"/>
                  </a:lnTo>
                  <a:lnTo>
                    <a:pt x="42087" y="4683"/>
                  </a:lnTo>
                  <a:lnTo>
                    <a:pt x="36603" y="6108"/>
                  </a:lnTo>
                  <a:lnTo>
                    <a:pt x="31170" y="7718"/>
                  </a:lnTo>
                  <a:lnTo>
                    <a:pt x="25795" y="9511"/>
                  </a:lnTo>
                  <a:lnTo>
                    <a:pt x="20484" y="11486"/>
                  </a:lnTo>
                  <a:lnTo>
                    <a:pt x="15243" y="13639"/>
                  </a:lnTo>
                  <a:lnTo>
                    <a:pt x="10078" y="15969"/>
                  </a:lnTo>
                  <a:lnTo>
                    <a:pt x="4995" y="18472"/>
                  </a:lnTo>
                  <a:lnTo>
                    <a:pt x="0" y="21146"/>
                  </a:lnTo>
                  <a:lnTo>
                    <a:pt x="813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163" y="5420438"/>
              <a:ext cx="81380" cy="146020"/>
            </a:xfrm>
            <a:custGeom>
              <a:avLst/>
              <a:pathLst>
                <a:path w="81380" h="146020">
                  <a:moveTo>
                    <a:pt x="0" y="0"/>
                  </a:moveTo>
                  <a:lnTo>
                    <a:pt x="81380" y="146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163" y="5420438"/>
              <a:ext cx="81380" cy="146020"/>
            </a:xfrm>
            <a:custGeom>
              <a:avLst/>
              <a:pathLst>
                <a:path w="81380" h="146020">
                  <a:moveTo>
                    <a:pt x="0" y="0"/>
                  </a:moveTo>
                  <a:lnTo>
                    <a:pt x="81380" y="146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163" y="5420438"/>
              <a:ext cx="81380" cy="146020"/>
            </a:xfrm>
            <a:custGeom>
              <a:avLst/>
              <a:pathLst>
                <a:path w="81380" h="146020">
                  <a:moveTo>
                    <a:pt x="0" y="0"/>
                  </a:moveTo>
                  <a:lnTo>
                    <a:pt x="81380" y="1460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163" y="5420438"/>
              <a:ext cx="81380" cy="146020"/>
            </a:xfrm>
            <a:custGeom>
              <a:avLst/>
              <a:pathLst>
                <a:path w="81380" h="146020">
                  <a:moveTo>
                    <a:pt x="0" y="0"/>
                  </a:moveTo>
                  <a:lnTo>
                    <a:pt x="81380" y="1460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2163" y="5420438"/>
              <a:ext cx="81380" cy="146020"/>
            </a:xfrm>
            <a:custGeom>
              <a:avLst/>
              <a:pathLst>
                <a:path w="81380" h="146020">
                  <a:moveTo>
                    <a:pt x="0" y="0"/>
                  </a:moveTo>
                  <a:lnTo>
                    <a:pt x="81380" y="1460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80" y="5420438"/>
              <a:ext cx="167163" cy="310764"/>
            </a:xfrm>
            <a:custGeom>
              <a:avLst/>
              <a:pathLst>
                <a:path w="167163" h="310764">
                  <a:moveTo>
                    <a:pt x="85782" y="0"/>
                  </a:moveTo>
                  <a:lnTo>
                    <a:pt x="81154" y="2676"/>
                  </a:lnTo>
                  <a:lnTo>
                    <a:pt x="76615" y="5500"/>
                  </a:lnTo>
                  <a:lnTo>
                    <a:pt x="72167" y="8467"/>
                  </a:lnTo>
                  <a:lnTo>
                    <a:pt x="67818" y="11575"/>
                  </a:lnTo>
                  <a:lnTo>
                    <a:pt x="63569" y="14821"/>
                  </a:lnTo>
                  <a:lnTo>
                    <a:pt x="59427" y="18201"/>
                  </a:lnTo>
                  <a:lnTo>
                    <a:pt x="55395" y="21711"/>
                  </a:lnTo>
                  <a:lnTo>
                    <a:pt x="51477" y="25349"/>
                  </a:lnTo>
                  <a:lnTo>
                    <a:pt x="47677" y="29110"/>
                  </a:lnTo>
                  <a:lnTo>
                    <a:pt x="44000" y="32990"/>
                  </a:lnTo>
                  <a:lnTo>
                    <a:pt x="40448" y="36986"/>
                  </a:lnTo>
                  <a:lnTo>
                    <a:pt x="37027" y="41094"/>
                  </a:lnTo>
                  <a:lnTo>
                    <a:pt x="33738" y="45309"/>
                  </a:lnTo>
                  <a:lnTo>
                    <a:pt x="30586" y="49627"/>
                  </a:lnTo>
                  <a:lnTo>
                    <a:pt x="27573" y="54044"/>
                  </a:lnTo>
                  <a:lnTo>
                    <a:pt x="24704" y="58554"/>
                  </a:lnTo>
                  <a:lnTo>
                    <a:pt x="21980" y="63155"/>
                  </a:lnTo>
                  <a:lnTo>
                    <a:pt x="19404" y="67840"/>
                  </a:lnTo>
                  <a:lnTo>
                    <a:pt x="16980" y="72604"/>
                  </a:lnTo>
                  <a:lnTo>
                    <a:pt x="14709" y="77444"/>
                  </a:lnTo>
                  <a:lnTo>
                    <a:pt x="12594" y="82354"/>
                  </a:lnTo>
                  <a:lnTo>
                    <a:pt x="10637" y="87330"/>
                  </a:lnTo>
                  <a:lnTo>
                    <a:pt x="8840" y="92365"/>
                  </a:lnTo>
                  <a:lnTo>
                    <a:pt x="7206" y="97455"/>
                  </a:lnTo>
                  <a:lnTo>
                    <a:pt x="5734" y="102595"/>
                  </a:lnTo>
                  <a:lnTo>
                    <a:pt x="4428" y="107779"/>
                  </a:lnTo>
                  <a:lnTo>
                    <a:pt x="3289" y="113002"/>
                  </a:lnTo>
                  <a:lnTo>
                    <a:pt x="2317" y="118259"/>
                  </a:lnTo>
                  <a:lnTo>
                    <a:pt x="1513" y="123545"/>
                  </a:lnTo>
                  <a:lnTo>
                    <a:pt x="879" y="128853"/>
                  </a:lnTo>
                  <a:lnTo>
                    <a:pt x="415" y="134179"/>
                  </a:lnTo>
                  <a:lnTo>
                    <a:pt x="122" y="139517"/>
                  </a:lnTo>
                  <a:lnTo>
                    <a:pt x="0" y="144862"/>
                  </a:lnTo>
                  <a:lnTo>
                    <a:pt x="48" y="150208"/>
                  </a:lnTo>
                  <a:lnTo>
                    <a:pt x="267" y="155550"/>
                  </a:lnTo>
                  <a:lnTo>
                    <a:pt x="657" y="160882"/>
                  </a:lnTo>
                  <a:lnTo>
                    <a:pt x="1218" y="166199"/>
                  </a:lnTo>
                  <a:lnTo>
                    <a:pt x="1948" y="171495"/>
                  </a:lnTo>
                  <a:lnTo>
                    <a:pt x="2847" y="176765"/>
                  </a:lnTo>
                  <a:lnTo>
                    <a:pt x="3914" y="182003"/>
                  </a:lnTo>
                  <a:lnTo>
                    <a:pt x="5148" y="187205"/>
                  </a:lnTo>
                  <a:lnTo>
                    <a:pt x="6548" y="192365"/>
                  </a:lnTo>
                  <a:lnTo>
                    <a:pt x="8112" y="197477"/>
                  </a:lnTo>
                  <a:lnTo>
                    <a:pt x="9839" y="202537"/>
                  </a:lnTo>
                  <a:lnTo>
                    <a:pt x="11727" y="207539"/>
                  </a:lnTo>
                  <a:lnTo>
                    <a:pt x="13773" y="212477"/>
                  </a:lnTo>
                  <a:lnTo>
                    <a:pt x="15977" y="217348"/>
                  </a:lnTo>
                  <a:lnTo>
                    <a:pt x="18335" y="222146"/>
                  </a:lnTo>
                  <a:lnTo>
                    <a:pt x="20845" y="226867"/>
                  </a:lnTo>
                  <a:lnTo>
                    <a:pt x="23505" y="231504"/>
                  </a:lnTo>
                  <a:lnTo>
                    <a:pt x="26312" y="236054"/>
                  </a:lnTo>
                  <a:lnTo>
                    <a:pt x="29263" y="240512"/>
                  </a:lnTo>
                  <a:lnTo>
                    <a:pt x="32355" y="244873"/>
                  </a:lnTo>
                  <a:lnTo>
                    <a:pt x="35585" y="249133"/>
                  </a:lnTo>
                  <a:lnTo>
                    <a:pt x="38950" y="253288"/>
                  </a:lnTo>
                  <a:lnTo>
                    <a:pt x="42446" y="257333"/>
                  </a:lnTo>
                  <a:lnTo>
                    <a:pt x="46069" y="261264"/>
                  </a:lnTo>
                  <a:lnTo>
                    <a:pt x="49816" y="265078"/>
                  </a:lnTo>
                  <a:lnTo>
                    <a:pt x="53683" y="268769"/>
                  </a:lnTo>
                  <a:lnTo>
                    <a:pt x="57666" y="272335"/>
                  </a:lnTo>
                  <a:lnTo>
                    <a:pt x="61761" y="275772"/>
                  </a:lnTo>
                  <a:lnTo>
                    <a:pt x="65964" y="279076"/>
                  </a:lnTo>
                  <a:lnTo>
                    <a:pt x="70271" y="282244"/>
                  </a:lnTo>
                  <a:lnTo>
                    <a:pt x="74676" y="285273"/>
                  </a:lnTo>
                  <a:lnTo>
                    <a:pt x="79176" y="288159"/>
                  </a:lnTo>
                  <a:lnTo>
                    <a:pt x="83767" y="290900"/>
                  </a:lnTo>
                  <a:lnTo>
                    <a:pt x="88442" y="293492"/>
                  </a:lnTo>
                  <a:lnTo>
                    <a:pt x="93198" y="295934"/>
                  </a:lnTo>
                  <a:lnTo>
                    <a:pt x="98030" y="298223"/>
                  </a:lnTo>
                  <a:lnTo>
                    <a:pt x="102932" y="300356"/>
                  </a:lnTo>
                  <a:lnTo>
                    <a:pt x="107900" y="302330"/>
                  </a:lnTo>
                  <a:lnTo>
                    <a:pt x="112929" y="304146"/>
                  </a:lnTo>
                  <a:lnTo>
                    <a:pt x="118013" y="305799"/>
                  </a:lnTo>
                  <a:lnTo>
                    <a:pt x="123147" y="307289"/>
                  </a:lnTo>
                  <a:lnTo>
                    <a:pt x="128326" y="308614"/>
                  </a:lnTo>
                  <a:lnTo>
                    <a:pt x="133546" y="309773"/>
                  </a:lnTo>
                  <a:lnTo>
                    <a:pt x="138799" y="310764"/>
                  </a:lnTo>
                  <a:lnTo>
                    <a:pt x="167163" y="1460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95180" y="5399291"/>
              <a:ext cx="195522" cy="334324"/>
            </a:xfrm>
            <a:custGeom>
              <a:avLst/>
              <a:pathLst>
                <a:path w="195522" h="334324">
                  <a:moveTo>
                    <a:pt x="0" y="331911"/>
                  </a:moveTo>
                  <a:lnTo>
                    <a:pt x="5260" y="332730"/>
                  </a:lnTo>
                  <a:lnTo>
                    <a:pt x="10543" y="333382"/>
                  </a:lnTo>
                  <a:lnTo>
                    <a:pt x="15845" y="333865"/>
                  </a:lnTo>
                  <a:lnTo>
                    <a:pt x="21159" y="334179"/>
                  </a:lnTo>
                  <a:lnTo>
                    <a:pt x="26481" y="334324"/>
                  </a:lnTo>
                  <a:lnTo>
                    <a:pt x="31804" y="334299"/>
                  </a:lnTo>
                  <a:lnTo>
                    <a:pt x="37124" y="334105"/>
                  </a:lnTo>
                  <a:lnTo>
                    <a:pt x="42435" y="333741"/>
                  </a:lnTo>
                  <a:lnTo>
                    <a:pt x="47732" y="333209"/>
                  </a:lnTo>
                  <a:lnTo>
                    <a:pt x="53009" y="332508"/>
                  </a:lnTo>
                  <a:lnTo>
                    <a:pt x="58262" y="331639"/>
                  </a:lnTo>
                  <a:lnTo>
                    <a:pt x="63483" y="330604"/>
                  </a:lnTo>
                  <a:lnTo>
                    <a:pt x="68670" y="329402"/>
                  </a:lnTo>
                  <a:lnTo>
                    <a:pt x="73815" y="328037"/>
                  </a:lnTo>
                  <a:lnTo>
                    <a:pt x="78914" y="326508"/>
                  </a:lnTo>
                  <a:lnTo>
                    <a:pt x="83962" y="324817"/>
                  </a:lnTo>
                  <a:lnTo>
                    <a:pt x="88954" y="322967"/>
                  </a:lnTo>
                  <a:lnTo>
                    <a:pt x="93884" y="320959"/>
                  </a:lnTo>
                  <a:lnTo>
                    <a:pt x="98748" y="318795"/>
                  </a:lnTo>
                  <a:lnTo>
                    <a:pt x="103540" y="316477"/>
                  </a:lnTo>
                  <a:lnTo>
                    <a:pt x="108257" y="314007"/>
                  </a:lnTo>
                  <a:lnTo>
                    <a:pt x="112892" y="311389"/>
                  </a:lnTo>
                  <a:lnTo>
                    <a:pt x="117441" y="308624"/>
                  </a:lnTo>
                  <a:lnTo>
                    <a:pt x="121900" y="305716"/>
                  </a:lnTo>
                  <a:lnTo>
                    <a:pt x="126264" y="302667"/>
                  </a:lnTo>
                  <a:lnTo>
                    <a:pt x="130529" y="299481"/>
                  </a:lnTo>
                  <a:lnTo>
                    <a:pt x="134691" y="296161"/>
                  </a:lnTo>
                  <a:lnTo>
                    <a:pt x="138744" y="292710"/>
                  </a:lnTo>
                  <a:lnTo>
                    <a:pt x="142686" y="289132"/>
                  </a:lnTo>
                  <a:lnTo>
                    <a:pt x="146511" y="285430"/>
                  </a:lnTo>
                  <a:lnTo>
                    <a:pt x="150217" y="281608"/>
                  </a:lnTo>
                  <a:lnTo>
                    <a:pt x="153799" y="277670"/>
                  </a:lnTo>
                  <a:lnTo>
                    <a:pt x="157254" y="273619"/>
                  </a:lnTo>
                  <a:lnTo>
                    <a:pt x="160578" y="269461"/>
                  </a:lnTo>
                  <a:lnTo>
                    <a:pt x="163769" y="265200"/>
                  </a:lnTo>
                  <a:lnTo>
                    <a:pt x="166821" y="260838"/>
                  </a:lnTo>
                  <a:lnTo>
                    <a:pt x="169734" y="256382"/>
                  </a:lnTo>
                  <a:lnTo>
                    <a:pt x="172503" y="251835"/>
                  </a:lnTo>
                  <a:lnTo>
                    <a:pt x="175126" y="247203"/>
                  </a:lnTo>
                  <a:lnTo>
                    <a:pt x="177600" y="242489"/>
                  </a:lnTo>
                  <a:lnTo>
                    <a:pt x="179923" y="237699"/>
                  </a:lnTo>
                  <a:lnTo>
                    <a:pt x="182092" y="232837"/>
                  </a:lnTo>
                  <a:lnTo>
                    <a:pt x="184105" y="227909"/>
                  </a:lnTo>
                  <a:lnTo>
                    <a:pt x="185960" y="222919"/>
                  </a:lnTo>
                  <a:lnTo>
                    <a:pt x="187655" y="217873"/>
                  </a:lnTo>
                  <a:lnTo>
                    <a:pt x="189189" y="212775"/>
                  </a:lnTo>
                  <a:lnTo>
                    <a:pt x="190560" y="207631"/>
                  </a:lnTo>
                  <a:lnTo>
                    <a:pt x="191766" y="202446"/>
                  </a:lnTo>
                  <a:lnTo>
                    <a:pt x="192806" y="197225"/>
                  </a:lnTo>
                  <a:lnTo>
                    <a:pt x="193680" y="191973"/>
                  </a:lnTo>
                  <a:lnTo>
                    <a:pt x="194386" y="186697"/>
                  </a:lnTo>
                  <a:lnTo>
                    <a:pt x="194924" y="181401"/>
                  </a:lnTo>
                  <a:lnTo>
                    <a:pt x="195293" y="176090"/>
                  </a:lnTo>
                  <a:lnTo>
                    <a:pt x="195492" y="170770"/>
                  </a:lnTo>
                  <a:lnTo>
                    <a:pt x="195522" y="165447"/>
                  </a:lnTo>
                  <a:lnTo>
                    <a:pt x="195382" y="160125"/>
                  </a:lnTo>
                  <a:lnTo>
                    <a:pt x="195074" y="154810"/>
                  </a:lnTo>
                  <a:lnTo>
                    <a:pt x="194596" y="149508"/>
                  </a:lnTo>
                  <a:lnTo>
                    <a:pt x="193949" y="144224"/>
                  </a:lnTo>
                  <a:lnTo>
                    <a:pt x="193134" y="138963"/>
                  </a:lnTo>
                  <a:lnTo>
                    <a:pt x="192153" y="133731"/>
                  </a:lnTo>
                  <a:lnTo>
                    <a:pt x="191005" y="128532"/>
                  </a:lnTo>
                  <a:lnTo>
                    <a:pt x="189692" y="123373"/>
                  </a:lnTo>
                  <a:lnTo>
                    <a:pt x="188216" y="118258"/>
                  </a:lnTo>
                  <a:lnTo>
                    <a:pt x="186578" y="113193"/>
                  </a:lnTo>
                  <a:lnTo>
                    <a:pt x="184779" y="108183"/>
                  </a:lnTo>
                  <a:lnTo>
                    <a:pt x="182822" y="103232"/>
                  </a:lnTo>
                  <a:lnTo>
                    <a:pt x="180707" y="98346"/>
                  </a:lnTo>
                  <a:lnTo>
                    <a:pt x="178439" y="93530"/>
                  </a:lnTo>
                  <a:lnTo>
                    <a:pt x="176018" y="88789"/>
                  </a:lnTo>
                  <a:lnTo>
                    <a:pt x="173447" y="84127"/>
                  </a:lnTo>
                  <a:lnTo>
                    <a:pt x="170730" y="79550"/>
                  </a:lnTo>
                  <a:lnTo>
                    <a:pt x="167868" y="75061"/>
                  </a:lnTo>
                  <a:lnTo>
                    <a:pt x="164864" y="70666"/>
                  </a:lnTo>
                  <a:lnTo>
                    <a:pt x="161722" y="66368"/>
                  </a:lnTo>
                  <a:lnTo>
                    <a:pt x="158445" y="62173"/>
                  </a:lnTo>
                  <a:lnTo>
                    <a:pt x="155036" y="58084"/>
                  </a:lnTo>
                  <a:lnTo>
                    <a:pt x="151498" y="54106"/>
                  </a:lnTo>
                  <a:lnTo>
                    <a:pt x="147836" y="50243"/>
                  </a:lnTo>
                  <a:lnTo>
                    <a:pt x="144052" y="46498"/>
                  </a:lnTo>
                  <a:lnTo>
                    <a:pt x="140151" y="42875"/>
                  </a:lnTo>
                  <a:lnTo>
                    <a:pt x="136137" y="39379"/>
                  </a:lnTo>
                  <a:lnTo>
                    <a:pt x="132013" y="36012"/>
                  </a:lnTo>
                  <a:lnTo>
                    <a:pt x="127784" y="32778"/>
                  </a:lnTo>
                  <a:lnTo>
                    <a:pt x="123455" y="29680"/>
                  </a:lnTo>
                  <a:lnTo>
                    <a:pt x="119029" y="26722"/>
                  </a:lnTo>
                  <a:lnTo>
                    <a:pt x="114511" y="23906"/>
                  </a:lnTo>
                  <a:lnTo>
                    <a:pt x="109905" y="21236"/>
                  </a:lnTo>
                  <a:lnTo>
                    <a:pt x="105217" y="18714"/>
                  </a:lnTo>
                  <a:lnTo>
                    <a:pt x="100451" y="16342"/>
                  </a:lnTo>
                  <a:lnTo>
                    <a:pt x="95612" y="14123"/>
                  </a:lnTo>
                  <a:lnTo>
                    <a:pt x="90705" y="12059"/>
                  </a:lnTo>
                  <a:lnTo>
                    <a:pt x="85735" y="10153"/>
                  </a:lnTo>
                  <a:lnTo>
                    <a:pt x="80706" y="8405"/>
                  </a:lnTo>
                  <a:lnTo>
                    <a:pt x="75624" y="6819"/>
                  </a:lnTo>
                  <a:lnTo>
                    <a:pt x="70494" y="5396"/>
                  </a:lnTo>
                  <a:lnTo>
                    <a:pt x="65322" y="4136"/>
                  </a:lnTo>
                  <a:lnTo>
                    <a:pt x="60112" y="3042"/>
                  </a:lnTo>
                  <a:lnTo>
                    <a:pt x="54870" y="2114"/>
                  </a:lnTo>
                  <a:lnTo>
                    <a:pt x="49601" y="1354"/>
                  </a:lnTo>
                  <a:lnTo>
                    <a:pt x="44310" y="762"/>
                  </a:lnTo>
                  <a:lnTo>
                    <a:pt x="39004" y="338"/>
                  </a:lnTo>
                  <a:lnTo>
                    <a:pt x="33686" y="84"/>
                  </a:lnTo>
                  <a:lnTo>
                    <a:pt x="28363" y="0"/>
                  </a:lnTo>
                  <a:lnTo>
                    <a:pt x="283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6813" y="5269756"/>
              <a:ext cx="28444" cy="167167"/>
            </a:xfrm>
            <a:custGeom>
              <a:avLst/>
              <a:pathLst>
                <a:path w="28444" h="167167">
                  <a:moveTo>
                    <a:pt x="28444" y="0"/>
                  </a:moveTo>
                  <a:lnTo>
                    <a:pt x="21301" y="152"/>
                  </a:lnTo>
                  <a:lnTo>
                    <a:pt x="14170" y="610"/>
                  </a:lnTo>
                  <a:lnTo>
                    <a:pt x="7065" y="1372"/>
                  </a:lnTo>
                  <a:lnTo>
                    <a:pt x="0" y="2437"/>
                  </a:lnTo>
                  <a:lnTo>
                    <a:pt x="284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89519" y="5272194"/>
              <a:ext cx="155739" cy="164729"/>
            </a:xfrm>
            <a:custGeom>
              <a:avLst/>
              <a:pathLst>
                <a:path w="155739" h="164729">
                  <a:moveTo>
                    <a:pt x="127294" y="0"/>
                  </a:moveTo>
                  <a:lnTo>
                    <a:pt x="121849" y="1033"/>
                  </a:lnTo>
                  <a:lnTo>
                    <a:pt x="116440" y="2247"/>
                  </a:lnTo>
                  <a:lnTo>
                    <a:pt x="111075" y="3639"/>
                  </a:lnTo>
                  <a:lnTo>
                    <a:pt x="105759" y="5208"/>
                  </a:lnTo>
                  <a:lnTo>
                    <a:pt x="100498" y="6953"/>
                  </a:lnTo>
                  <a:lnTo>
                    <a:pt x="95298" y="8871"/>
                  </a:lnTo>
                  <a:lnTo>
                    <a:pt x="90164" y="10960"/>
                  </a:lnTo>
                  <a:lnTo>
                    <a:pt x="85103" y="13219"/>
                  </a:lnTo>
                  <a:lnTo>
                    <a:pt x="80119" y="15644"/>
                  </a:lnTo>
                  <a:lnTo>
                    <a:pt x="75218" y="18232"/>
                  </a:lnTo>
                  <a:lnTo>
                    <a:pt x="70405" y="20982"/>
                  </a:lnTo>
                  <a:lnTo>
                    <a:pt x="65687" y="23890"/>
                  </a:lnTo>
                  <a:lnTo>
                    <a:pt x="61067" y="26953"/>
                  </a:lnTo>
                  <a:lnTo>
                    <a:pt x="56552" y="30168"/>
                  </a:lnTo>
                  <a:lnTo>
                    <a:pt x="52145" y="33530"/>
                  </a:lnTo>
                  <a:lnTo>
                    <a:pt x="47852" y="37036"/>
                  </a:lnTo>
                  <a:lnTo>
                    <a:pt x="43678" y="40683"/>
                  </a:lnTo>
                  <a:lnTo>
                    <a:pt x="39628" y="44466"/>
                  </a:lnTo>
                  <a:lnTo>
                    <a:pt x="35705" y="48382"/>
                  </a:lnTo>
                  <a:lnTo>
                    <a:pt x="31913" y="52425"/>
                  </a:lnTo>
                  <a:lnTo>
                    <a:pt x="28258" y="56592"/>
                  </a:lnTo>
                  <a:lnTo>
                    <a:pt x="24743" y="60878"/>
                  </a:lnTo>
                  <a:lnTo>
                    <a:pt x="21373" y="65278"/>
                  </a:lnTo>
                  <a:lnTo>
                    <a:pt x="18149" y="69787"/>
                  </a:lnTo>
                  <a:lnTo>
                    <a:pt x="15077" y="74400"/>
                  </a:lnTo>
                  <a:lnTo>
                    <a:pt x="12160" y="79113"/>
                  </a:lnTo>
                  <a:lnTo>
                    <a:pt x="9401" y="83920"/>
                  </a:lnTo>
                  <a:lnTo>
                    <a:pt x="6802" y="88816"/>
                  </a:lnTo>
                  <a:lnTo>
                    <a:pt x="4367" y="93795"/>
                  </a:lnTo>
                  <a:lnTo>
                    <a:pt x="2099" y="98853"/>
                  </a:lnTo>
                  <a:lnTo>
                    <a:pt x="0" y="103982"/>
                  </a:lnTo>
                  <a:lnTo>
                    <a:pt x="155739" y="1647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8" y="5269756"/>
              <a:ext cx="334311" cy="334333"/>
            </a:xfrm>
            <a:custGeom>
              <a:avLst/>
              <a:pathLst>
                <a:path w="334311" h="334333">
                  <a:moveTo>
                    <a:pt x="11420" y="106420"/>
                  </a:moveTo>
                  <a:lnTo>
                    <a:pt x="9569" y="111399"/>
                  </a:lnTo>
                  <a:lnTo>
                    <a:pt x="7876" y="116434"/>
                  </a:lnTo>
                  <a:lnTo>
                    <a:pt x="6345" y="121520"/>
                  </a:lnTo>
                  <a:lnTo>
                    <a:pt x="4976" y="126653"/>
                  </a:lnTo>
                  <a:lnTo>
                    <a:pt x="3771" y="131826"/>
                  </a:lnTo>
                  <a:lnTo>
                    <a:pt x="2730" y="137035"/>
                  </a:lnTo>
                  <a:lnTo>
                    <a:pt x="1856" y="142274"/>
                  </a:lnTo>
                  <a:lnTo>
                    <a:pt x="1148" y="147539"/>
                  </a:lnTo>
                  <a:lnTo>
                    <a:pt x="609" y="152823"/>
                  </a:lnTo>
                  <a:lnTo>
                    <a:pt x="237" y="158122"/>
                  </a:lnTo>
                  <a:lnTo>
                    <a:pt x="34" y="163430"/>
                  </a:lnTo>
                  <a:lnTo>
                    <a:pt x="0" y="168741"/>
                  </a:lnTo>
                  <a:lnTo>
                    <a:pt x="134" y="174052"/>
                  </a:lnTo>
                  <a:lnTo>
                    <a:pt x="437" y="179355"/>
                  </a:lnTo>
                  <a:lnTo>
                    <a:pt x="908" y="184646"/>
                  </a:lnTo>
                  <a:lnTo>
                    <a:pt x="1548" y="189919"/>
                  </a:lnTo>
                  <a:lnTo>
                    <a:pt x="2354" y="195169"/>
                  </a:lnTo>
                  <a:lnTo>
                    <a:pt x="3327" y="200391"/>
                  </a:lnTo>
                  <a:lnTo>
                    <a:pt x="4465" y="205580"/>
                  </a:lnTo>
                  <a:lnTo>
                    <a:pt x="5768" y="210729"/>
                  </a:lnTo>
                  <a:lnTo>
                    <a:pt x="7233" y="215835"/>
                  </a:lnTo>
                  <a:lnTo>
                    <a:pt x="8860" y="220891"/>
                  </a:lnTo>
                  <a:lnTo>
                    <a:pt x="10647" y="225894"/>
                  </a:lnTo>
                  <a:lnTo>
                    <a:pt x="12592" y="230837"/>
                  </a:lnTo>
                  <a:lnTo>
                    <a:pt x="14693" y="235715"/>
                  </a:lnTo>
                  <a:lnTo>
                    <a:pt x="16948" y="240525"/>
                  </a:lnTo>
                  <a:lnTo>
                    <a:pt x="19354" y="245260"/>
                  </a:lnTo>
                  <a:lnTo>
                    <a:pt x="21910" y="249917"/>
                  </a:lnTo>
                  <a:lnTo>
                    <a:pt x="24612" y="254490"/>
                  </a:lnTo>
                  <a:lnTo>
                    <a:pt x="27459" y="258975"/>
                  </a:lnTo>
                  <a:lnTo>
                    <a:pt x="30446" y="263367"/>
                  </a:lnTo>
                  <a:lnTo>
                    <a:pt x="33572" y="267662"/>
                  </a:lnTo>
                  <a:lnTo>
                    <a:pt x="36832" y="271855"/>
                  </a:lnTo>
                  <a:lnTo>
                    <a:pt x="40224" y="275943"/>
                  </a:lnTo>
                  <a:lnTo>
                    <a:pt x="43744" y="279921"/>
                  </a:lnTo>
                  <a:lnTo>
                    <a:pt x="47389" y="283785"/>
                  </a:lnTo>
                  <a:lnTo>
                    <a:pt x="51154" y="287532"/>
                  </a:lnTo>
                  <a:lnTo>
                    <a:pt x="55037" y="291157"/>
                  </a:lnTo>
                  <a:lnTo>
                    <a:pt x="59033" y="294656"/>
                  </a:lnTo>
                  <a:lnTo>
                    <a:pt x="63138" y="298027"/>
                  </a:lnTo>
                  <a:lnTo>
                    <a:pt x="67348" y="301266"/>
                  </a:lnTo>
                  <a:lnTo>
                    <a:pt x="71659" y="304370"/>
                  </a:lnTo>
                  <a:lnTo>
                    <a:pt x="76066" y="307335"/>
                  </a:lnTo>
                  <a:lnTo>
                    <a:pt x="80566" y="310158"/>
                  </a:lnTo>
                  <a:lnTo>
                    <a:pt x="85152" y="312837"/>
                  </a:lnTo>
                  <a:lnTo>
                    <a:pt x="89822" y="315369"/>
                  </a:lnTo>
                  <a:lnTo>
                    <a:pt x="94570" y="317751"/>
                  </a:lnTo>
                  <a:lnTo>
                    <a:pt x="99391" y="319982"/>
                  </a:lnTo>
                  <a:lnTo>
                    <a:pt x="104280" y="322058"/>
                  </a:lnTo>
                  <a:lnTo>
                    <a:pt x="109233" y="323977"/>
                  </a:lnTo>
                  <a:lnTo>
                    <a:pt x="114244" y="325738"/>
                  </a:lnTo>
                  <a:lnTo>
                    <a:pt x="119309" y="327340"/>
                  </a:lnTo>
                  <a:lnTo>
                    <a:pt x="124422" y="328779"/>
                  </a:lnTo>
                  <a:lnTo>
                    <a:pt x="129578" y="330055"/>
                  </a:lnTo>
                  <a:lnTo>
                    <a:pt x="134772" y="331167"/>
                  </a:lnTo>
                  <a:lnTo>
                    <a:pt x="139999" y="332113"/>
                  </a:lnTo>
                  <a:lnTo>
                    <a:pt x="145254" y="332893"/>
                  </a:lnTo>
                  <a:lnTo>
                    <a:pt x="150530" y="333505"/>
                  </a:lnTo>
                  <a:lnTo>
                    <a:pt x="155823" y="333950"/>
                  </a:lnTo>
                  <a:lnTo>
                    <a:pt x="161128" y="334226"/>
                  </a:lnTo>
                  <a:lnTo>
                    <a:pt x="166439" y="334333"/>
                  </a:lnTo>
                  <a:lnTo>
                    <a:pt x="171750" y="334271"/>
                  </a:lnTo>
                  <a:lnTo>
                    <a:pt x="177057" y="334041"/>
                  </a:lnTo>
                  <a:lnTo>
                    <a:pt x="182354" y="333642"/>
                  </a:lnTo>
                  <a:lnTo>
                    <a:pt x="187635" y="333076"/>
                  </a:lnTo>
                  <a:lnTo>
                    <a:pt x="192896" y="332341"/>
                  </a:lnTo>
                  <a:lnTo>
                    <a:pt x="198131" y="331440"/>
                  </a:lnTo>
                  <a:lnTo>
                    <a:pt x="203334" y="330373"/>
                  </a:lnTo>
                  <a:lnTo>
                    <a:pt x="208502" y="329142"/>
                  </a:lnTo>
                  <a:lnTo>
                    <a:pt x="213627" y="327746"/>
                  </a:lnTo>
                  <a:lnTo>
                    <a:pt x="218705" y="326189"/>
                  </a:lnTo>
                  <a:lnTo>
                    <a:pt x="223732" y="324471"/>
                  </a:lnTo>
                  <a:lnTo>
                    <a:pt x="228701" y="322594"/>
                  </a:lnTo>
                  <a:lnTo>
                    <a:pt x="233608" y="320560"/>
                  </a:lnTo>
                  <a:lnTo>
                    <a:pt x="238448" y="318372"/>
                  </a:lnTo>
                  <a:lnTo>
                    <a:pt x="243216" y="316031"/>
                  </a:lnTo>
                  <a:lnTo>
                    <a:pt x="247907" y="313539"/>
                  </a:lnTo>
                  <a:lnTo>
                    <a:pt x="252517" y="310900"/>
                  </a:lnTo>
                  <a:lnTo>
                    <a:pt x="257040" y="308115"/>
                  </a:lnTo>
                  <a:lnTo>
                    <a:pt x="261473" y="305188"/>
                  </a:lnTo>
                  <a:lnTo>
                    <a:pt x="265811" y="302122"/>
                  </a:lnTo>
                  <a:lnTo>
                    <a:pt x="270048" y="298920"/>
                  </a:lnTo>
                  <a:lnTo>
                    <a:pt x="274183" y="295584"/>
                  </a:lnTo>
                  <a:lnTo>
                    <a:pt x="278209" y="292119"/>
                  </a:lnTo>
                  <a:lnTo>
                    <a:pt x="282122" y="288528"/>
                  </a:lnTo>
                  <a:lnTo>
                    <a:pt x="285920" y="284814"/>
                  </a:lnTo>
                  <a:lnTo>
                    <a:pt x="289598" y="280982"/>
                  </a:lnTo>
                  <a:lnTo>
                    <a:pt x="293152" y="277034"/>
                  </a:lnTo>
                  <a:lnTo>
                    <a:pt x="296579" y="272976"/>
                  </a:lnTo>
                  <a:lnTo>
                    <a:pt x="299876" y="268810"/>
                  </a:lnTo>
                  <a:lnTo>
                    <a:pt x="303038" y="264542"/>
                  </a:lnTo>
                  <a:lnTo>
                    <a:pt x="306063" y="260176"/>
                  </a:lnTo>
                  <a:lnTo>
                    <a:pt x="308948" y="255716"/>
                  </a:lnTo>
                  <a:lnTo>
                    <a:pt x="311690" y="251167"/>
                  </a:lnTo>
                  <a:lnTo>
                    <a:pt x="314286" y="246532"/>
                  </a:lnTo>
                  <a:lnTo>
                    <a:pt x="316733" y="241818"/>
                  </a:lnTo>
                  <a:lnTo>
                    <a:pt x="319029" y="237028"/>
                  </a:lnTo>
                  <a:lnTo>
                    <a:pt x="321172" y="232167"/>
                  </a:lnTo>
                  <a:lnTo>
                    <a:pt x="323160" y="227241"/>
                  </a:lnTo>
                  <a:lnTo>
                    <a:pt x="324989" y="222255"/>
                  </a:lnTo>
                  <a:lnTo>
                    <a:pt x="326660" y="217212"/>
                  </a:lnTo>
                  <a:lnTo>
                    <a:pt x="328169" y="212120"/>
                  </a:lnTo>
                  <a:lnTo>
                    <a:pt x="329516" y="206981"/>
                  </a:lnTo>
                  <a:lnTo>
                    <a:pt x="330699" y="201803"/>
                  </a:lnTo>
                  <a:lnTo>
                    <a:pt x="331717" y="196590"/>
                  </a:lnTo>
                  <a:lnTo>
                    <a:pt x="332569" y="191347"/>
                  </a:lnTo>
                  <a:lnTo>
                    <a:pt x="333254" y="186079"/>
                  </a:lnTo>
                  <a:lnTo>
                    <a:pt x="333771" y="180792"/>
                  </a:lnTo>
                  <a:lnTo>
                    <a:pt x="334120" y="175492"/>
                  </a:lnTo>
                  <a:lnTo>
                    <a:pt x="334300" y="170183"/>
                  </a:lnTo>
                  <a:lnTo>
                    <a:pt x="334311" y="164871"/>
                  </a:lnTo>
                  <a:lnTo>
                    <a:pt x="334154" y="159562"/>
                  </a:lnTo>
                  <a:lnTo>
                    <a:pt x="333828" y="154260"/>
                  </a:lnTo>
                  <a:lnTo>
                    <a:pt x="333334" y="148971"/>
                  </a:lnTo>
                  <a:lnTo>
                    <a:pt x="332672" y="143701"/>
                  </a:lnTo>
                  <a:lnTo>
                    <a:pt x="331843" y="138454"/>
                  </a:lnTo>
                  <a:lnTo>
                    <a:pt x="330847" y="133237"/>
                  </a:lnTo>
                  <a:lnTo>
                    <a:pt x="329687" y="128053"/>
                  </a:lnTo>
                  <a:lnTo>
                    <a:pt x="328362" y="122909"/>
                  </a:lnTo>
                  <a:lnTo>
                    <a:pt x="326874" y="117810"/>
                  </a:lnTo>
                  <a:lnTo>
                    <a:pt x="325226" y="112760"/>
                  </a:lnTo>
                  <a:lnTo>
                    <a:pt x="323417" y="107766"/>
                  </a:lnTo>
                  <a:lnTo>
                    <a:pt x="321451" y="102831"/>
                  </a:lnTo>
                  <a:lnTo>
                    <a:pt x="319329" y="97962"/>
                  </a:lnTo>
                  <a:lnTo>
                    <a:pt x="317054" y="93162"/>
                  </a:lnTo>
                  <a:lnTo>
                    <a:pt x="314627" y="88437"/>
                  </a:lnTo>
                  <a:lnTo>
                    <a:pt x="312051" y="83791"/>
                  </a:lnTo>
                  <a:lnTo>
                    <a:pt x="309329" y="79230"/>
                  </a:lnTo>
                  <a:lnTo>
                    <a:pt x="306463" y="74758"/>
                  </a:lnTo>
                  <a:lnTo>
                    <a:pt x="303457" y="70378"/>
                  </a:lnTo>
                  <a:lnTo>
                    <a:pt x="300313" y="66097"/>
                  </a:lnTo>
                  <a:lnTo>
                    <a:pt x="297034" y="61917"/>
                  </a:lnTo>
                  <a:lnTo>
                    <a:pt x="293625" y="57844"/>
                  </a:lnTo>
                  <a:lnTo>
                    <a:pt x="290088" y="53881"/>
                  </a:lnTo>
                  <a:lnTo>
                    <a:pt x="286426" y="50033"/>
                  </a:lnTo>
                  <a:lnTo>
                    <a:pt x="282645" y="46303"/>
                  </a:lnTo>
                  <a:lnTo>
                    <a:pt x="278746" y="42695"/>
                  </a:lnTo>
                  <a:lnTo>
                    <a:pt x="274735" y="39212"/>
                  </a:lnTo>
                  <a:lnTo>
                    <a:pt x="270616" y="35859"/>
                  </a:lnTo>
                  <a:lnTo>
                    <a:pt x="266392" y="32638"/>
                  </a:lnTo>
                  <a:lnTo>
                    <a:pt x="262067" y="29554"/>
                  </a:lnTo>
                  <a:lnTo>
                    <a:pt x="257647" y="26608"/>
                  </a:lnTo>
                  <a:lnTo>
                    <a:pt x="253136" y="23804"/>
                  </a:lnTo>
                  <a:lnTo>
                    <a:pt x="248538" y="21144"/>
                  </a:lnTo>
                  <a:lnTo>
                    <a:pt x="243857" y="18633"/>
                  </a:lnTo>
                  <a:lnTo>
                    <a:pt x="239099" y="16271"/>
                  </a:lnTo>
                  <a:lnTo>
                    <a:pt x="234269" y="14061"/>
                  </a:lnTo>
                  <a:lnTo>
                    <a:pt x="229371" y="12007"/>
                  </a:lnTo>
                  <a:lnTo>
                    <a:pt x="224409" y="10108"/>
                  </a:lnTo>
                  <a:lnTo>
                    <a:pt x="219391" y="8369"/>
                  </a:lnTo>
                  <a:lnTo>
                    <a:pt x="214319" y="6789"/>
                  </a:lnTo>
                  <a:lnTo>
                    <a:pt x="209200" y="5372"/>
                  </a:lnTo>
                  <a:lnTo>
                    <a:pt x="204038" y="4118"/>
                  </a:lnTo>
                  <a:lnTo>
                    <a:pt x="198839" y="3029"/>
                  </a:lnTo>
                  <a:lnTo>
                    <a:pt x="193608" y="2105"/>
                  </a:lnTo>
                  <a:lnTo>
                    <a:pt x="188351" y="1348"/>
                  </a:lnTo>
                  <a:lnTo>
                    <a:pt x="183072" y="759"/>
                  </a:lnTo>
                  <a:lnTo>
                    <a:pt x="177776" y="337"/>
                  </a:lnTo>
                  <a:lnTo>
                    <a:pt x="172471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869" y="5018213"/>
              <a:ext cx="43169" cy="167167"/>
            </a:xfrm>
            <a:custGeom>
              <a:avLst/>
              <a:pathLst>
                <a:path w="43169" h="167167">
                  <a:moveTo>
                    <a:pt x="43169" y="0"/>
                  </a:moveTo>
                  <a:lnTo>
                    <a:pt x="36933" y="116"/>
                  </a:lnTo>
                  <a:lnTo>
                    <a:pt x="30705" y="465"/>
                  </a:lnTo>
                  <a:lnTo>
                    <a:pt x="24495" y="1046"/>
                  </a:lnTo>
                  <a:lnTo>
                    <a:pt x="18311" y="1858"/>
                  </a:lnTo>
                  <a:lnTo>
                    <a:pt x="12161" y="2901"/>
                  </a:lnTo>
                  <a:lnTo>
                    <a:pt x="6054" y="4172"/>
                  </a:lnTo>
                  <a:lnTo>
                    <a:pt x="0" y="5670"/>
                  </a:lnTo>
                  <a:lnTo>
                    <a:pt x="431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869" y="5023883"/>
              <a:ext cx="43169" cy="161497"/>
            </a:xfrm>
            <a:custGeom>
              <a:avLst/>
              <a:pathLst>
                <a:path w="43169" h="161497">
                  <a:moveTo>
                    <a:pt x="0" y="0"/>
                  </a:moveTo>
                  <a:lnTo>
                    <a:pt x="43169" y="1614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869" y="5023883"/>
              <a:ext cx="43169" cy="161497"/>
            </a:xfrm>
            <a:custGeom>
              <a:avLst/>
              <a:pathLst>
                <a:path w="43169" h="161497">
                  <a:moveTo>
                    <a:pt x="0" y="0"/>
                  </a:moveTo>
                  <a:lnTo>
                    <a:pt x="43169" y="1614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7869" y="5023883"/>
              <a:ext cx="43169" cy="161497"/>
            </a:xfrm>
            <a:custGeom>
              <a:avLst/>
              <a:pathLst>
                <a:path w="43169" h="161497">
                  <a:moveTo>
                    <a:pt x="0" y="0"/>
                  </a:moveTo>
                  <a:lnTo>
                    <a:pt x="43169" y="1614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73" y="5023883"/>
              <a:ext cx="167165" cy="182363"/>
            </a:xfrm>
            <a:custGeom>
              <a:avLst/>
              <a:pathLst>
                <a:path w="167165" h="182363">
                  <a:moveTo>
                    <a:pt x="123995" y="0"/>
                  </a:moveTo>
                  <a:lnTo>
                    <a:pt x="118753" y="1493"/>
                  </a:lnTo>
                  <a:lnTo>
                    <a:pt x="113562" y="3156"/>
                  </a:lnTo>
                  <a:lnTo>
                    <a:pt x="108428" y="4988"/>
                  </a:lnTo>
                  <a:lnTo>
                    <a:pt x="103357" y="6986"/>
                  </a:lnTo>
                  <a:lnTo>
                    <a:pt x="98354" y="9148"/>
                  </a:lnTo>
                  <a:lnTo>
                    <a:pt x="93423" y="11473"/>
                  </a:lnTo>
                  <a:lnTo>
                    <a:pt x="88572" y="13957"/>
                  </a:lnTo>
                  <a:lnTo>
                    <a:pt x="83803" y="16597"/>
                  </a:lnTo>
                  <a:lnTo>
                    <a:pt x="79124" y="19392"/>
                  </a:lnTo>
                  <a:lnTo>
                    <a:pt x="74537" y="22338"/>
                  </a:lnTo>
                  <a:lnTo>
                    <a:pt x="70050" y="25432"/>
                  </a:lnTo>
                  <a:lnTo>
                    <a:pt x="65665" y="28670"/>
                  </a:lnTo>
                  <a:lnTo>
                    <a:pt x="61389" y="32050"/>
                  </a:lnTo>
                  <a:lnTo>
                    <a:pt x="57225" y="35567"/>
                  </a:lnTo>
                  <a:lnTo>
                    <a:pt x="53178" y="39218"/>
                  </a:lnTo>
                  <a:lnTo>
                    <a:pt x="49252" y="43000"/>
                  </a:lnTo>
                  <a:lnTo>
                    <a:pt x="45451" y="46907"/>
                  </a:lnTo>
                  <a:lnTo>
                    <a:pt x="41780" y="50936"/>
                  </a:lnTo>
                  <a:lnTo>
                    <a:pt x="38242" y="55082"/>
                  </a:lnTo>
                  <a:lnTo>
                    <a:pt x="34842" y="59342"/>
                  </a:lnTo>
                  <a:lnTo>
                    <a:pt x="31582" y="63710"/>
                  </a:lnTo>
                  <a:lnTo>
                    <a:pt x="28466" y="68183"/>
                  </a:lnTo>
                  <a:lnTo>
                    <a:pt x="25497" y="72754"/>
                  </a:lnTo>
                  <a:lnTo>
                    <a:pt x="22679" y="77420"/>
                  </a:lnTo>
                  <a:lnTo>
                    <a:pt x="20015" y="82175"/>
                  </a:lnTo>
                  <a:lnTo>
                    <a:pt x="17507" y="87015"/>
                  </a:lnTo>
                  <a:lnTo>
                    <a:pt x="15158" y="91933"/>
                  </a:lnTo>
                  <a:lnTo>
                    <a:pt x="12971" y="96926"/>
                  </a:lnTo>
                  <a:lnTo>
                    <a:pt x="10948" y="101987"/>
                  </a:lnTo>
                  <a:lnTo>
                    <a:pt x="9091" y="107112"/>
                  </a:lnTo>
                  <a:lnTo>
                    <a:pt x="7402" y="112294"/>
                  </a:lnTo>
                  <a:lnTo>
                    <a:pt x="5883" y="117529"/>
                  </a:lnTo>
                  <a:lnTo>
                    <a:pt x="4535" y="122811"/>
                  </a:lnTo>
                  <a:lnTo>
                    <a:pt x="3360" y="128133"/>
                  </a:lnTo>
                  <a:lnTo>
                    <a:pt x="2360" y="133491"/>
                  </a:lnTo>
                  <a:lnTo>
                    <a:pt x="1534" y="138879"/>
                  </a:lnTo>
                  <a:lnTo>
                    <a:pt x="885" y="144291"/>
                  </a:lnTo>
                  <a:lnTo>
                    <a:pt x="412" y="149721"/>
                  </a:lnTo>
                  <a:lnTo>
                    <a:pt x="117" y="155164"/>
                  </a:lnTo>
                  <a:lnTo>
                    <a:pt x="0" y="160613"/>
                  </a:lnTo>
                  <a:lnTo>
                    <a:pt x="60" y="166064"/>
                  </a:lnTo>
                  <a:lnTo>
                    <a:pt x="297" y="171509"/>
                  </a:lnTo>
                  <a:lnTo>
                    <a:pt x="712" y="176944"/>
                  </a:lnTo>
                  <a:lnTo>
                    <a:pt x="1305" y="182363"/>
                  </a:lnTo>
                  <a:lnTo>
                    <a:pt x="167165" y="161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5178" y="5018213"/>
              <a:ext cx="333017" cy="334327"/>
            </a:xfrm>
            <a:custGeom>
              <a:avLst/>
              <a:pathLst>
                <a:path w="333017" h="334327">
                  <a:moveTo>
                    <a:pt x="0" y="188033"/>
                  </a:moveTo>
                  <a:lnTo>
                    <a:pt x="743" y="193269"/>
                  </a:lnTo>
                  <a:lnTo>
                    <a:pt x="1651" y="198478"/>
                  </a:lnTo>
                  <a:lnTo>
                    <a:pt x="2723" y="203657"/>
                  </a:lnTo>
                  <a:lnTo>
                    <a:pt x="3959" y="208799"/>
                  </a:lnTo>
                  <a:lnTo>
                    <a:pt x="5357" y="213899"/>
                  </a:lnTo>
                  <a:lnTo>
                    <a:pt x="6916" y="218952"/>
                  </a:lnTo>
                  <a:lnTo>
                    <a:pt x="8633" y="223954"/>
                  </a:lnTo>
                  <a:lnTo>
                    <a:pt x="10508" y="228899"/>
                  </a:lnTo>
                  <a:lnTo>
                    <a:pt x="12538" y="233782"/>
                  </a:lnTo>
                  <a:lnTo>
                    <a:pt x="14722" y="238598"/>
                  </a:lnTo>
                  <a:lnTo>
                    <a:pt x="17057" y="243343"/>
                  </a:lnTo>
                  <a:lnTo>
                    <a:pt x="19541" y="248012"/>
                  </a:lnTo>
                  <a:lnTo>
                    <a:pt x="22172" y="252599"/>
                  </a:lnTo>
                  <a:lnTo>
                    <a:pt x="24946" y="257102"/>
                  </a:lnTo>
                  <a:lnTo>
                    <a:pt x="27861" y="261514"/>
                  </a:lnTo>
                  <a:lnTo>
                    <a:pt x="30914" y="265832"/>
                  </a:lnTo>
                  <a:lnTo>
                    <a:pt x="34103" y="270051"/>
                  </a:lnTo>
                  <a:lnTo>
                    <a:pt x="37423" y="274167"/>
                  </a:lnTo>
                  <a:lnTo>
                    <a:pt x="40872" y="278176"/>
                  </a:lnTo>
                  <a:lnTo>
                    <a:pt x="44446" y="282074"/>
                  </a:lnTo>
                  <a:lnTo>
                    <a:pt x="48141" y="285857"/>
                  </a:lnTo>
                  <a:lnTo>
                    <a:pt x="51954" y="289521"/>
                  </a:lnTo>
                  <a:lnTo>
                    <a:pt x="55881" y="293063"/>
                  </a:lnTo>
                  <a:lnTo>
                    <a:pt x="59918" y="296478"/>
                  </a:lnTo>
                  <a:lnTo>
                    <a:pt x="64062" y="299765"/>
                  </a:lnTo>
                  <a:lnTo>
                    <a:pt x="68307" y="302918"/>
                  </a:lnTo>
                  <a:lnTo>
                    <a:pt x="72650" y="305936"/>
                  </a:lnTo>
                  <a:lnTo>
                    <a:pt x="77086" y="308815"/>
                  </a:lnTo>
                  <a:lnTo>
                    <a:pt x="81610" y="311552"/>
                  </a:lnTo>
                  <a:lnTo>
                    <a:pt x="86220" y="314145"/>
                  </a:lnTo>
                  <a:lnTo>
                    <a:pt x="90909" y="316590"/>
                  </a:lnTo>
                  <a:lnTo>
                    <a:pt x="95672" y="318886"/>
                  </a:lnTo>
                  <a:lnTo>
                    <a:pt x="100507" y="321030"/>
                  </a:lnTo>
                  <a:lnTo>
                    <a:pt x="105406" y="323020"/>
                  </a:lnTo>
                  <a:lnTo>
                    <a:pt x="110366" y="324855"/>
                  </a:lnTo>
                  <a:lnTo>
                    <a:pt x="115382" y="326531"/>
                  </a:lnTo>
                  <a:lnTo>
                    <a:pt x="120448" y="328048"/>
                  </a:lnTo>
                  <a:lnTo>
                    <a:pt x="125559" y="329404"/>
                  </a:lnTo>
                  <a:lnTo>
                    <a:pt x="130711" y="330597"/>
                  </a:lnTo>
                  <a:lnTo>
                    <a:pt x="135898" y="331627"/>
                  </a:lnTo>
                  <a:lnTo>
                    <a:pt x="141115" y="332493"/>
                  </a:lnTo>
                  <a:lnTo>
                    <a:pt x="146357" y="333193"/>
                  </a:lnTo>
                  <a:lnTo>
                    <a:pt x="151618" y="333727"/>
                  </a:lnTo>
                  <a:lnTo>
                    <a:pt x="156894" y="334094"/>
                  </a:lnTo>
                  <a:lnTo>
                    <a:pt x="162178" y="334294"/>
                  </a:lnTo>
                  <a:lnTo>
                    <a:pt x="167467" y="334327"/>
                  </a:lnTo>
                  <a:lnTo>
                    <a:pt x="172753" y="334192"/>
                  </a:lnTo>
                  <a:lnTo>
                    <a:pt x="178033" y="333891"/>
                  </a:lnTo>
                  <a:lnTo>
                    <a:pt x="183300" y="333422"/>
                  </a:lnTo>
                  <a:lnTo>
                    <a:pt x="188551" y="332787"/>
                  </a:lnTo>
                  <a:lnTo>
                    <a:pt x="193778" y="331987"/>
                  </a:lnTo>
                  <a:lnTo>
                    <a:pt x="198977" y="331021"/>
                  </a:lnTo>
                  <a:lnTo>
                    <a:pt x="204144" y="329892"/>
                  </a:lnTo>
                  <a:lnTo>
                    <a:pt x="209272" y="328599"/>
                  </a:lnTo>
                  <a:lnTo>
                    <a:pt x="214356" y="327145"/>
                  </a:lnTo>
                  <a:lnTo>
                    <a:pt x="219392" y="325531"/>
                  </a:lnTo>
                  <a:lnTo>
                    <a:pt x="224374" y="323759"/>
                  </a:lnTo>
                  <a:lnTo>
                    <a:pt x="229298" y="321829"/>
                  </a:lnTo>
                  <a:lnTo>
                    <a:pt x="234159" y="319745"/>
                  </a:lnTo>
                  <a:lnTo>
                    <a:pt x="238951" y="317509"/>
                  </a:lnTo>
                  <a:lnTo>
                    <a:pt x="243670" y="315122"/>
                  </a:lnTo>
                  <a:lnTo>
                    <a:pt x="248311" y="312586"/>
                  </a:lnTo>
                  <a:lnTo>
                    <a:pt x="252869" y="309906"/>
                  </a:lnTo>
                  <a:lnTo>
                    <a:pt x="257340" y="307082"/>
                  </a:lnTo>
                  <a:lnTo>
                    <a:pt x="261720" y="304118"/>
                  </a:lnTo>
                  <a:lnTo>
                    <a:pt x="266004" y="301018"/>
                  </a:lnTo>
                  <a:lnTo>
                    <a:pt x="270188" y="297783"/>
                  </a:lnTo>
                  <a:lnTo>
                    <a:pt x="274267" y="294418"/>
                  </a:lnTo>
                  <a:lnTo>
                    <a:pt x="278238" y="290925"/>
                  </a:lnTo>
                  <a:lnTo>
                    <a:pt x="282096" y="287308"/>
                  </a:lnTo>
                  <a:lnTo>
                    <a:pt x="285838" y="283572"/>
                  </a:lnTo>
                  <a:lnTo>
                    <a:pt x="289460" y="279718"/>
                  </a:lnTo>
                  <a:lnTo>
                    <a:pt x="292959" y="275752"/>
                  </a:lnTo>
                  <a:lnTo>
                    <a:pt x="296330" y="271678"/>
                  </a:lnTo>
                  <a:lnTo>
                    <a:pt x="299570" y="267499"/>
                  </a:lnTo>
                  <a:lnTo>
                    <a:pt x="302677" y="263219"/>
                  </a:lnTo>
                  <a:lnTo>
                    <a:pt x="305647" y="258843"/>
                  </a:lnTo>
                  <a:lnTo>
                    <a:pt x="308476" y="254376"/>
                  </a:lnTo>
                  <a:lnTo>
                    <a:pt x="311164" y="249821"/>
                  </a:lnTo>
                  <a:lnTo>
                    <a:pt x="313705" y="245184"/>
                  </a:lnTo>
                  <a:lnTo>
                    <a:pt x="316099" y="240468"/>
                  </a:lnTo>
                  <a:lnTo>
                    <a:pt x="318342" y="235679"/>
                  </a:lnTo>
                  <a:lnTo>
                    <a:pt x="320433" y="230822"/>
                  </a:lnTo>
                  <a:lnTo>
                    <a:pt x="322369" y="225901"/>
                  </a:lnTo>
                  <a:lnTo>
                    <a:pt x="324149" y="220921"/>
                  </a:lnTo>
                  <a:lnTo>
                    <a:pt x="325770" y="215887"/>
                  </a:lnTo>
                  <a:lnTo>
                    <a:pt x="327231" y="210805"/>
                  </a:lnTo>
                  <a:lnTo>
                    <a:pt x="328530" y="205678"/>
                  </a:lnTo>
                  <a:lnTo>
                    <a:pt x="329667" y="200514"/>
                  </a:lnTo>
                  <a:lnTo>
                    <a:pt x="330640" y="195316"/>
                  </a:lnTo>
                  <a:lnTo>
                    <a:pt x="331448" y="190089"/>
                  </a:lnTo>
                  <a:lnTo>
                    <a:pt x="332090" y="184840"/>
                  </a:lnTo>
                  <a:lnTo>
                    <a:pt x="332566" y="179573"/>
                  </a:lnTo>
                  <a:lnTo>
                    <a:pt x="332875" y="174294"/>
                  </a:lnTo>
                  <a:lnTo>
                    <a:pt x="333017" y="169008"/>
                  </a:lnTo>
                  <a:lnTo>
                    <a:pt x="332991" y="163719"/>
                  </a:lnTo>
                  <a:lnTo>
                    <a:pt x="332799" y="158435"/>
                  </a:lnTo>
                  <a:lnTo>
                    <a:pt x="332439" y="153159"/>
                  </a:lnTo>
                  <a:lnTo>
                    <a:pt x="331913" y="147896"/>
                  </a:lnTo>
                  <a:lnTo>
                    <a:pt x="331220" y="142654"/>
                  </a:lnTo>
                  <a:lnTo>
                    <a:pt x="330362" y="137435"/>
                  </a:lnTo>
                  <a:lnTo>
                    <a:pt x="329339" y="132247"/>
                  </a:lnTo>
                  <a:lnTo>
                    <a:pt x="328153" y="127093"/>
                  </a:lnTo>
                  <a:lnTo>
                    <a:pt x="326804" y="121980"/>
                  </a:lnTo>
                  <a:lnTo>
                    <a:pt x="325294" y="116912"/>
                  </a:lnTo>
                  <a:lnTo>
                    <a:pt x="323625" y="111894"/>
                  </a:lnTo>
                  <a:lnTo>
                    <a:pt x="321797" y="106931"/>
                  </a:lnTo>
                  <a:lnTo>
                    <a:pt x="319814" y="102029"/>
                  </a:lnTo>
                  <a:lnTo>
                    <a:pt x="317677" y="97192"/>
                  </a:lnTo>
                  <a:lnTo>
                    <a:pt x="315387" y="92425"/>
                  </a:lnTo>
                  <a:lnTo>
                    <a:pt x="312948" y="87733"/>
                  </a:lnTo>
                  <a:lnTo>
                    <a:pt x="310362" y="83120"/>
                  </a:lnTo>
                  <a:lnTo>
                    <a:pt x="307631" y="78591"/>
                  </a:lnTo>
                  <a:lnTo>
                    <a:pt x="304759" y="74151"/>
                  </a:lnTo>
                  <a:lnTo>
                    <a:pt x="301747" y="69804"/>
                  </a:lnTo>
                  <a:lnTo>
                    <a:pt x="298599" y="65555"/>
                  </a:lnTo>
                  <a:lnTo>
                    <a:pt x="295319" y="61407"/>
                  </a:lnTo>
                  <a:lnTo>
                    <a:pt x="291909" y="57365"/>
                  </a:lnTo>
                  <a:lnTo>
                    <a:pt x="288373" y="53433"/>
                  </a:lnTo>
                  <a:lnTo>
                    <a:pt x="284714" y="49614"/>
                  </a:lnTo>
                  <a:lnTo>
                    <a:pt x="280936" y="45914"/>
                  </a:lnTo>
                  <a:lnTo>
                    <a:pt x="277043" y="42334"/>
                  </a:lnTo>
                  <a:lnTo>
                    <a:pt x="273039" y="38880"/>
                  </a:lnTo>
                  <a:lnTo>
                    <a:pt x="268927" y="35554"/>
                  </a:lnTo>
                  <a:lnTo>
                    <a:pt x="264713" y="32360"/>
                  </a:lnTo>
                  <a:lnTo>
                    <a:pt x="260399" y="29300"/>
                  </a:lnTo>
                  <a:lnTo>
                    <a:pt x="255991" y="26379"/>
                  </a:lnTo>
                  <a:lnTo>
                    <a:pt x="251493" y="23598"/>
                  </a:lnTo>
                  <a:lnTo>
                    <a:pt x="246909" y="20962"/>
                  </a:lnTo>
                  <a:lnTo>
                    <a:pt x="242244" y="18471"/>
                  </a:lnTo>
                  <a:lnTo>
                    <a:pt x="237502" y="16129"/>
                  </a:lnTo>
                  <a:lnTo>
                    <a:pt x="232689" y="13939"/>
                  </a:lnTo>
                  <a:lnTo>
                    <a:pt x="227809" y="11902"/>
                  </a:lnTo>
                  <a:lnTo>
                    <a:pt x="222866" y="10020"/>
                  </a:lnTo>
                  <a:lnTo>
                    <a:pt x="217867" y="8295"/>
                  </a:lnTo>
                  <a:lnTo>
                    <a:pt x="212816" y="6730"/>
                  </a:lnTo>
                  <a:lnTo>
                    <a:pt x="207718" y="5325"/>
                  </a:lnTo>
                  <a:lnTo>
                    <a:pt x="202577" y="4082"/>
                  </a:lnTo>
                  <a:lnTo>
                    <a:pt x="197401" y="3002"/>
                  </a:lnTo>
                  <a:lnTo>
                    <a:pt x="192192" y="2087"/>
                  </a:lnTo>
                  <a:lnTo>
                    <a:pt x="186957" y="1336"/>
                  </a:lnTo>
                  <a:lnTo>
                    <a:pt x="181701" y="752"/>
                  </a:lnTo>
                  <a:lnTo>
                    <a:pt x="176430" y="334"/>
                  </a:lnTo>
                  <a:lnTo>
                    <a:pt x="171147" y="83"/>
                  </a:lnTo>
                  <a:lnTo>
                    <a:pt x="165860" y="0"/>
                  </a:lnTo>
                  <a:lnTo>
                    <a:pt x="1658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024" y="4659281"/>
              <a:ext cx="139210" cy="167167"/>
            </a:xfrm>
            <a:custGeom>
              <a:avLst/>
              <a:pathLst>
                <a:path w="139210" h="167167">
                  <a:moveTo>
                    <a:pt x="139210" y="0"/>
                  </a:moveTo>
                  <a:lnTo>
                    <a:pt x="133727" y="89"/>
                  </a:lnTo>
                  <a:lnTo>
                    <a:pt x="128251" y="359"/>
                  </a:lnTo>
                  <a:lnTo>
                    <a:pt x="122786" y="808"/>
                  </a:lnTo>
                  <a:lnTo>
                    <a:pt x="117339" y="1436"/>
                  </a:lnTo>
                  <a:lnTo>
                    <a:pt x="111915" y="2243"/>
                  </a:lnTo>
                  <a:lnTo>
                    <a:pt x="106521" y="3227"/>
                  </a:lnTo>
                  <a:lnTo>
                    <a:pt x="101162" y="4387"/>
                  </a:lnTo>
                  <a:lnTo>
                    <a:pt x="95844" y="5722"/>
                  </a:lnTo>
                  <a:lnTo>
                    <a:pt x="90572" y="7232"/>
                  </a:lnTo>
                  <a:lnTo>
                    <a:pt x="85353" y="8913"/>
                  </a:lnTo>
                  <a:lnTo>
                    <a:pt x="80192" y="10764"/>
                  </a:lnTo>
                  <a:lnTo>
                    <a:pt x="75094" y="12784"/>
                  </a:lnTo>
                  <a:lnTo>
                    <a:pt x="70065" y="14970"/>
                  </a:lnTo>
                  <a:lnTo>
                    <a:pt x="65111" y="17319"/>
                  </a:lnTo>
                  <a:lnTo>
                    <a:pt x="60236" y="19830"/>
                  </a:lnTo>
                  <a:lnTo>
                    <a:pt x="55447" y="22500"/>
                  </a:lnTo>
                  <a:lnTo>
                    <a:pt x="50747" y="25325"/>
                  </a:lnTo>
                  <a:lnTo>
                    <a:pt x="46143" y="28302"/>
                  </a:lnTo>
                  <a:lnTo>
                    <a:pt x="41638" y="31429"/>
                  </a:lnTo>
                  <a:lnTo>
                    <a:pt x="37239" y="34702"/>
                  </a:lnTo>
                  <a:lnTo>
                    <a:pt x="32950" y="38118"/>
                  </a:lnTo>
                  <a:lnTo>
                    <a:pt x="28774" y="41672"/>
                  </a:lnTo>
                  <a:lnTo>
                    <a:pt x="24718" y="45362"/>
                  </a:lnTo>
                  <a:lnTo>
                    <a:pt x="20785" y="49182"/>
                  </a:lnTo>
                  <a:lnTo>
                    <a:pt x="16979" y="53129"/>
                  </a:lnTo>
                  <a:lnTo>
                    <a:pt x="13305" y="57200"/>
                  </a:lnTo>
                  <a:lnTo>
                    <a:pt x="9766" y="61388"/>
                  </a:lnTo>
                  <a:lnTo>
                    <a:pt x="6366" y="65690"/>
                  </a:lnTo>
                  <a:lnTo>
                    <a:pt x="3110" y="70102"/>
                  </a:lnTo>
                  <a:lnTo>
                    <a:pt x="0" y="74617"/>
                  </a:lnTo>
                  <a:lnTo>
                    <a:pt x="1392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024" y="4733899"/>
              <a:ext cx="139210" cy="92549"/>
            </a:xfrm>
            <a:custGeom>
              <a:avLst/>
              <a:pathLst>
                <a:path w="139210" h="92549">
                  <a:moveTo>
                    <a:pt x="0" y="0"/>
                  </a:moveTo>
                  <a:lnTo>
                    <a:pt x="139210" y="925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024" y="4733899"/>
              <a:ext cx="139210" cy="92549"/>
            </a:xfrm>
            <a:custGeom>
              <a:avLst/>
              <a:pathLst>
                <a:path w="139210" h="92549">
                  <a:moveTo>
                    <a:pt x="0" y="0"/>
                  </a:moveTo>
                  <a:lnTo>
                    <a:pt x="139210" y="925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83" y="4733899"/>
              <a:ext cx="334318" cy="259712"/>
            </a:xfrm>
            <a:custGeom>
              <a:avLst/>
              <a:pathLst>
                <a:path w="334318" h="259712">
                  <a:moveTo>
                    <a:pt x="27941" y="0"/>
                  </a:moveTo>
                  <a:lnTo>
                    <a:pt x="25066" y="4477"/>
                  </a:lnTo>
                  <a:lnTo>
                    <a:pt x="22334" y="9045"/>
                  </a:lnTo>
                  <a:lnTo>
                    <a:pt x="19750" y="13696"/>
                  </a:lnTo>
                  <a:lnTo>
                    <a:pt x="17315" y="18428"/>
                  </a:lnTo>
                  <a:lnTo>
                    <a:pt x="15031" y="23235"/>
                  </a:lnTo>
                  <a:lnTo>
                    <a:pt x="12902" y="28112"/>
                  </a:lnTo>
                  <a:lnTo>
                    <a:pt x="10929" y="33054"/>
                  </a:lnTo>
                  <a:lnTo>
                    <a:pt x="9115" y="38057"/>
                  </a:lnTo>
                  <a:lnTo>
                    <a:pt x="7460" y="43115"/>
                  </a:lnTo>
                  <a:lnTo>
                    <a:pt x="5968" y="48223"/>
                  </a:lnTo>
                  <a:lnTo>
                    <a:pt x="4639" y="53375"/>
                  </a:lnTo>
                  <a:lnTo>
                    <a:pt x="3474" y="58568"/>
                  </a:lnTo>
                  <a:lnTo>
                    <a:pt x="2475" y="63795"/>
                  </a:lnTo>
                  <a:lnTo>
                    <a:pt x="1644" y="69051"/>
                  </a:lnTo>
                  <a:lnTo>
                    <a:pt x="979" y="74331"/>
                  </a:lnTo>
                  <a:lnTo>
                    <a:pt x="484" y="79630"/>
                  </a:lnTo>
                  <a:lnTo>
                    <a:pt x="157" y="84941"/>
                  </a:lnTo>
                  <a:lnTo>
                    <a:pt x="0" y="90260"/>
                  </a:lnTo>
                  <a:lnTo>
                    <a:pt x="11" y="95582"/>
                  </a:lnTo>
                  <a:lnTo>
                    <a:pt x="193" y="100900"/>
                  </a:lnTo>
                  <a:lnTo>
                    <a:pt x="543" y="106210"/>
                  </a:lnTo>
                  <a:lnTo>
                    <a:pt x="1062" y="111506"/>
                  </a:lnTo>
                  <a:lnTo>
                    <a:pt x="1750" y="116783"/>
                  </a:lnTo>
                  <a:lnTo>
                    <a:pt x="2605" y="122036"/>
                  </a:lnTo>
                  <a:lnTo>
                    <a:pt x="3627" y="127258"/>
                  </a:lnTo>
                  <a:lnTo>
                    <a:pt x="4815" y="132446"/>
                  </a:lnTo>
                  <a:lnTo>
                    <a:pt x="6167" y="137592"/>
                  </a:lnTo>
                  <a:lnTo>
                    <a:pt x="7682" y="142694"/>
                  </a:lnTo>
                  <a:lnTo>
                    <a:pt x="9359" y="147744"/>
                  </a:lnTo>
                  <a:lnTo>
                    <a:pt x="11196" y="152739"/>
                  </a:lnTo>
                  <a:lnTo>
                    <a:pt x="13190" y="157672"/>
                  </a:lnTo>
                  <a:lnTo>
                    <a:pt x="15341" y="162540"/>
                  </a:lnTo>
                  <a:lnTo>
                    <a:pt x="17646" y="167336"/>
                  </a:lnTo>
                  <a:lnTo>
                    <a:pt x="20102" y="172057"/>
                  </a:lnTo>
                  <a:lnTo>
                    <a:pt x="22707" y="176697"/>
                  </a:lnTo>
                  <a:lnTo>
                    <a:pt x="25459" y="181252"/>
                  </a:lnTo>
                  <a:lnTo>
                    <a:pt x="28354" y="185717"/>
                  </a:lnTo>
                  <a:lnTo>
                    <a:pt x="31390" y="190088"/>
                  </a:lnTo>
                  <a:lnTo>
                    <a:pt x="34563" y="194360"/>
                  </a:lnTo>
                  <a:lnTo>
                    <a:pt x="37871" y="198528"/>
                  </a:lnTo>
                  <a:lnTo>
                    <a:pt x="41310" y="202590"/>
                  </a:lnTo>
                  <a:lnTo>
                    <a:pt x="44876" y="206539"/>
                  </a:lnTo>
                  <a:lnTo>
                    <a:pt x="48567" y="210374"/>
                  </a:lnTo>
                  <a:lnTo>
                    <a:pt x="52377" y="214088"/>
                  </a:lnTo>
                  <a:lnTo>
                    <a:pt x="56304" y="217680"/>
                  </a:lnTo>
                  <a:lnTo>
                    <a:pt x="60343" y="221145"/>
                  </a:lnTo>
                  <a:lnTo>
                    <a:pt x="64490" y="224479"/>
                  </a:lnTo>
                  <a:lnTo>
                    <a:pt x="68741" y="227680"/>
                  </a:lnTo>
                  <a:lnTo>
                    <a:pt x="73092" y="230744"/>
                  </a:lnTo>
                  <a:lnTo>
                    <a:pt x="77539" y="233668"/>
                  </a:lnTo>
                  <a:lnTo>
                    <a:pt x="82076" y="236449"/>
                  </a:lnTo>
                  <a:lnTo>
                    <a:pt x="86699" y="239084"/>
                  </a:lnTo>
                  <a:lnTo>
                    <a:pt x="91404" y="241570"/>
                  </a:lnTo>
                  <a:lnTo>
                    <a:pt x="96186" y="243906"/>
                  </a:lnTo>
                  <a:lnTo>
                    <a:pt x="101039" y="246088"/>
                  </a:lnTo>
                  <a:lnTo>
                    <a:pt x="105960" y="248114"/>
                  </a:lnTo>
                  <a:lnTo>
                    <a:pt x="110943" y="249983"/>
                  </a:lnTo>
                  <a:lnTo>
                    <a:pt x="115982" y="251692"/>
                  </a:lnTo>
                  <a:lnTo>
                    <a:pt x="121073" y="253241"/>
                  </a:lnTo>
                  <a:lnTo>
                    <a:pt x="126212" y="254626"/>
                  </a:lnTo>
                  <a:lnTo>
                    <a:pt x="131391" y="255847"/>
                  </a:lnTo>
                  <a:lnTo>
                    <a:pt x="136607" y="256902"/>
                  </a:lnTo>
                  <a:lnTo>
                    <a:pt x="141854" y="257791"/>
                  </a:lnTo>
                  <a:lnTo>
                    <a:pt x="147126" y="258513"/>
                  </a:lnTo>
                  <a:lnTo>
                    <a:pt x="152419" y="259066"/>
                  </a:lnTo>
                  <a:lnTo>
                    <a:pt x="157726" y="259451"/>
                  </a:lnTo>
                  <a:lnTo>
                    <a:pt x="163044" y="259666"/>
                  </a:lnTo>
                  <a:lnTo>
                    <a:pt x="168365" y="259712"/>
                  </a:lnTo>
                  <a:lnTo>
                    <a:pt x="173685" y="259589"/>
                  </a:lnTo>
                  <a:lnTo>
                    <a:pt x="178999" y="259296"/>
                  </a:lnTo>
                  <a:lnTo>
                    <a:pt x="184300" y="258834"/>
                  </a:lnTo>
                  <a:lnTo>
                    <a:pt x="189584" y="258204"/>
                  </a:lnTo>
                  <a:lnTo>
                    <a:pt x="194846" y="257406"/>
                  </a:lnTo>
                  <a:lnTo>
                    <a:pt x="200079" y="256441"/>
                  </a:lnTo>
                  <a:lnTo>
                    <a:pt x="205279" y="255310"/>
                  </a:lnTo>
                  <a:lnTo>
                    <a:pt x="210440" y="254014"/>
                  </a:lnTo>
                  <a:lnTo>
                    <a:pt x="215558" y="252555"/>
                  </a:lnTo>
                  <a:lnTo>
                    <a:pt x="220626" y="250933"/>
                  </a:lnTo>
                  <a:lnTo>
                    <a:pt x="225640" y="249150"/>
                  </a:lnTo>
                  <a:lnTo>
                    <a:pt x="230595" y="247209"/>
                  </a:lnTo>
                  <a:lnTo>
                    <a:pt x="235486" y="245112"/>
                  </a:lnTo>
                  <a:lnTo>
                    <a:pt x="240307" y="242859"/>
                  </a:lnTo>
                  <a:lnTo>
                    <a:pt x="245054" y="240455"/>
                  </a:lnTo>
                  <a:lnTo>
                    <a:pt x="249723" y="237900"/>
                  </a:lnTo>
                  <a:lnTo>
                    <a:pt x="254307" y="235198"/>
                  </a:lnTo>
                  <a:lnTo>
                    <a:pt x="258804" y="232352"/>
                  </a:lnTo>
                  <a:lnTo>
                    <a:pt x="263207" y="229364"/>
                  </a:lnTo>
                  <a:lnTo>
                    <a:pt x="267513" y="226237"/>
                  </a:lnTo>
                  <a:lnTo>
                    <a:pt x="271717" y="222975"/>
                  </a:lnTo>
                  <a:lnTo>
                    <a:pt x="275816" y="219580"/>
                  </a:lnTo>
                  <a:lnTo>
                    <a:pt x="279804" y="216057"/>
                  </a:lnTo>
                  <a:lnTo>
                    <a:pt x="283678" y="212409"/>
                  </a:lnTo>
                  <a:lnTo>
                    <a:pt x="287434" y="208639"/>
                  </a:lnTo>
                  <a:lnTo>
                    <a:pt x="291069" y="204752"/>
                  </a:lnTo>
                  <a:lnTo>
                    <a:pt x="294577" y="200751"/>
                  </a:lnTo>
                  <a:lnTo>
                    <a:pt x="297957" y="196640"/>
                  </a:lnTo>
                  <a:lnTo>
                    <a:pt x="301203" y="192424"/>
                  </a:lnTo>
                  <a:lnTo>
                    <a:pt x="304315" y="188106"/>
                  </a:lnTo>
                  <a:lnTo>
                    <a:pt x="307287" y="183692"/>
                  </a:lnTo>
                  <a:lnTo>
                    <a:pt x="310117" y="179185"/>
                  </a:lnTo>
                  <a:lnTo>
                    <a:pt x="312802" y="174591"/>
                  </a:lnTo>
                  <a:lnTo>
                    <a:pt x="315339" y="169913"/>
                  </a:lnTo>
                  <a:lnTo>
                    <a:pt x="317727" y="165157"/>
                  </a:lnTo>
                  <a:lnTo>
                    <a:pt x="319962" y="160328"/>
                  </a:lnTo>
                  <a:lnTo>
                    <a:pt x="322041" y="155430"/>
                  </a:lnTo>
                  <a:lnTo>
                    <a:pt x="323964" y="150468"/>
                  </a:lnTo>
                  <a:lnTo>
                    <a:pt x="325729" y="145447"/>
                  </a:lnTo>
                  <a:lnTo>
                    <a:pt x="327332" y="140373"/>
                  </a:lnTo>
                  <a:lnTo>
                    <a:pt x="328773" y="135250"/>
                  </a:lnTo>
                  <a:lnTo>
                    <a:pt x="330050" y="130084"/>
                  </a:lnTo>
                  <a:lnTo>
                    <a:pt x="331162" y="124880"/>
                  </a:lnTo>
                  <a:lnTo>
                    <a:pt x="332108" y="119643"/>
                  </a:lnTo>
                  <a:lnTo>
                    <a:pt x="332887" y="114379"/>
                  </a:lnTo>
                  <a:lnTo>
                    <a:pt x="333498" y="109093"/>
                  </a:lnTo>
                  <a:lnTo>
                    <a:pt x="333940" y="103790"/>
                  </a:lnTo>
                  <a:lnTo>
                    <a:pt x="334214" y="98475"/>
                  </a:lnTo>
                  <a:lnTo>
                    <a:pt x="334318" y="93154"/>
                  </a:lnTo>
                  <a:lnTo>
                    <a:pt x="334252" y="87833"/>
                  </a:lnTo>
                  <a:lnTo>
                    <a:pt x="334017" y="82517"/>
                  </a:lnTo>
                  <a:lnTo>
                    <a:pt x="333614" y="77211"/>
                  </a:lnTo>
                  <a:lnTo>
                    <a:pt x="333041" y="71920"/>
                  </a:lnTo>
                  <a:lnTo>
                    <a:pt x="332300" y="66650"/>
                  </a:lnTo>
                  <a:lnTo>
                    <a:pt x="331392" y="61407"/>
                  </a:lnTo>
                  <a:lnTo>
                    <a:pt x="330318" y="56195"/>
                  </a:lnTo>
                  <a:lnTo>
                    <a:pt x="329078" y="51020"/>
                  </a:lnTo>
                  <a:lnTo>
                    <a:pt x="327674" y="45887"/>
                  </a:lnTo>
                  <a:lnTo>
                    <a:pt x="326108" y="40801"/>
                  </a:lnTo>
                  <a:lnTo>
                    <a:pt x="324380" y="35768"/>
                  </a:lnTo>
                  <a:lnTo>
                    <a:pt x="322493" y="30792"/>
                  </a:lnTo>
                  <a:lnTo>
                    <a:pt x="320449" y="25879"/>
                  </a:lnTo>
                  <a:lnTo>
                    <a:pt x="318249" y="21033"/>
                  </a:lnTo>
                  <a:lnTo>
                    <a:pt x="167151" y="92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51097" cy="167167"/>
            </a:xfrm>
            <a:custGeom>
              <a:avLst/>
              <a:pathLst>
                <a:path w="151097" h="167167">
                  <a:moveTo>
                    <a:pt x="151097" y="95651"/>
                  </a:moveTo>
                  <a:lnTo>
                    <a:pt x="148640" y="90675"/>
                  </a:lnTo>
                  <a:lnTo>
                    <a:pt x="146019" y="85784"/>
                  </a:lnTo>
                  <a:lnTo>
                    <a:pt x="143237" y="80982"/>
                  </a:lnTo>
                  <a:lnTo>
                    <a:pt x="140298" y="76275"/>
                  </a:lnTo>
                  <a:lnTo>
                    <a:pt x="137204" y="71669"/>
                  </a:lnTo>
                  <a:lnTo>
                    <a:pt x="133958" y="67167"/>
                  </a:lnTo>
                  <a:lnTo>
                    <a:pt x="130565" y="62776"/>
                  </a:lnTo>
                  <a:lnTo>
                    <a:pt x="127029" y="58500"/>
                  </a:lnTo>
                  <a:lnTo>
                    <a:pt x="123352" y="54343"/>
                  </a:lnTo>
                  <a:lnTo>
                    <a:pt x="119539" y="50311"/>
                  </a:lnTo>
                  <a:lnTo>
                    <a:pt x="115594" y="46408"/>
                  </a:lnTo>
                  <a:lnTo>
                    <a:pt x="111522" y="42638"/>
                  </a:lnTo>
                  <a:lnTo>
                    <a:pt x="107328" y="39004"/>
                  </a:lnTo>
                  <a:lnTo>
                    <a:pt x="103015" y="35513"/>
                  </a:lnTo>
                  <a:lnTo>
                    <a:pt x="98588" y="32166"/>
                  </a:lnTo>
                  <a:lnTo>
                    <a:pt x="94053" y="28968"/>
                  </a:lnTo>
                  <a:lnTo>
                    <a:pt x="89414" y="25922"/>
                  </a:lnTo>
                  <a:lnTo>
                    <a:pt x="84676" y="23032"/>
                  </a:lnTo>
                  <a:lnTo>
                    <a:pt x="79846" y="20301"/>
                  </a:lnTo>
                  <a:lnTo>
                    <a:pt x="74927" y="17732"/>
                  </a:lnTo>
                  <a:lnTo>
                    <a:pt x="69926" y="15327"/>
                  </a:lnTo>
                  <a:lnTo>
                    <a:pt x="64847" y="13090"/>
                  </a:lnTo>
                  <a:lnTo>
                    <a:pt x="59697" y="11022"/>
                  </a:lnTo>
                  <a:lnTo>
                    <a:pt x="54482" y="9127"/>
                  </a:lnTo>
                  <a:lnTo>
                    <a:pt x="49206" y="7406"/>
                  </a:lnTo>
                  <a:lnTo>
                    <a:pt x="43876" y="5860"/>
                  </a:lnTo>
                  <a:lnTo>
                    <a:pt x="38498" y="4493"/>
                  </a:lnTo>
                  <a:lnTo>
                    <a:pt x="33077" y="3305"/>
                  </a:lnTo>
                  <a:lnTo>
                    <a:pt x="27620" y="2297"/>
                  </a:lnTo>
                  <a:lnTo>
                    <a:pt x="22133" y="1471"/>
                  </a:lnTo>
                  <a:lnTo>
                    <a:pt x="16621" y="828"/>
                  </a:lnTo>
                  <a:lnTo>
                    <a:pt x="11091" y="368"/>
                  </a:lnTo>
                  <a:lnTo>
                    <a:pt x="554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6750" y="4213821"/>
              <a:ext cx="141721" cy="167167"/>
            </a:xfrm>
            <a:custGeom>
              <a:avLst/>
              <a:pathLst>
                <a:path w="141721" h="167167">
                  <a:moveTo>
                    <a:pt x="141721" y="0"/>
                  </a:moveTo>
                  <a:lnTo>
                    <a:pt x="136266" y="89"/>
                  </a:lnTo>
                  <a:lnTo>
                    <a:pt x="130817" y="356"/>
                  </a:lnTo>
                  <a:lnTo>
                    <a:pt x="125379" y="800"/>
                  </a:lnTo>
                  <a:lnTo>
                    <a:pt x="119959" y="1422"/>
                  </a:lnTo>
                  <a:lnTo>
                    <a:pt x="114562" y="2221"/>
                  </a:lnTo>
                  <a:lnTo>
                    <a:pt x="109193" y="3195"/>
                  </a:lnTo>
                  <a:lnTo>
                    <a:pt x="103860" y="4343"/>
                  </a:lnTo>
                  <a:lnTo>
                    <a:pt x="98567" y="5666"/>
                  </a:lnTo>
                  <a:lnTo>
                    <a:pt x="93319" y="7160"/>
                  </a:lnTo>
                  <a:lnTo>
                    <a:pt x="88124" y="8825"/>
                  </a:lnTo>
                  <a:lnTo>
                    <a:pt x="82985" y="10658"/>
                  </a:lnTo>
                  <a:lnTo>
                    <a:pt x="77909" y="12658"/>
                  </a:lnTo>
                  <a:lnTo>
                    <a:pt x="72901" y="14823"/>
                  </a:lnTo>
                  <a:lnTo>
                    <a:pt x="67967" y="17149"/>
                  </a:lnTo>
                  <a:lnTo>
                    <a:pt x="63110" y="19636"/>
                  </a:lnTo>
                  <a:lnTo>
                    <a:pt x="58338" y="22280"/>
                  </a:lnTo>
                  <a:lnTo>
                    <a:pt x="53654" y="25078"/>
                  </a:lnTo>
                  <a:lnTo>
                    <a:pt x="49064" y="28028"/>
                  </a:lnTo>
                  <a:lnTo>
                    <a:pt x="44573" y="31125"/>
                  </a:lnTo>
                  <a:lnTo>
                    <a:pt x="40186" y="34368"/>
                  </a:lnTo>
                  <a:lnTo>
                    <a:pt x="35906" y="37752"/>
                  </a:lnTo>
                  <a:lnTo>
                    <a:pt x="31739" y="41274"/>
                  </a:lnTo>
                  <a:lnTo>
                    <a:pt x="27690" y="44930"/>
                  </a:lnTo>
                  <a:lnTo>
                    <a:pt x="23762" y="48716"/>
                  </a:lnTo>
                  <a:lnTo>
                    <a:pt x="19959" y="52629"/>
                  </a:lnTo>
                  <a:lnTo>
                    <a:pt x="16286" y="56663"/>
                  </a:lnTo>
                  <a:lnTo>
                    <a:pt x="12747" y="60815"/>
                  </a:lnTo>
                  <a:lnTo>
                    <a:pt x="9345" y="65081"/>
                  </a:lnTo>
                  <a:lnTo>
                    <a:pt x="6084" y="69455"/>
                  </a:lnTo>
                  <a:lnTo>
                    <a:pt x="2968" y="73933"/>
                  </a:lnTo>
                  <a:lnTo>
                    <a:pt x="0" y="78510"/>
                  </a:lnTo>
                  <a:lnTo>
                    <a:pt x="14172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86750" y="4292332"/>
              <a:ext cx="141721" cy="88656"/>
            </a:xfrm>
            <a:custGeom>
              <a:avLst/>
              <a:pathLst>
                <a:path w="141721" h="88656">
                  <a:moveTo>
                    <a:pt x="0" y="0"/>
                  </a:moveTo>
                  <a:lnTo>
                    <a:pt x="141721" y="886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22" y="4273658"/>
              <a:ext cx="334315" cy="274495"/>
            </a:xfrm>
            <a:custGeom>
              <a:avLst/>
              <a:pathLst>
                <a:path w="334315" h="274495">
                  <a:moveTo>
                    <a:pt x="25428" y="18674"/>
                  </a:moveTo>
                  <a:lnTo>
                    <a:pt x="22675" y="23234"/>
                  </a:lnTo>
                  <a:lnTo>
                    <a:pt x="20069" y="27880"/>
                  </a:lnTo>
                  <a:lnTo>
                    <a:pt x="17612" y="32607"/>
                  </a:lnTo>
                  <a:lnTo>
                    <a:pt x="15307" y="37410"/>
                  </a:lnTo>
                  <a:lnTo>
                    <a:pt x="13156" y="42283"/>
                  </a:lnTo>
                  <a:lnTo>
                    <a:pt x="11162" y="47223"/>
                  </a:lnTo>
                  <a:lnTo>
                    <a:pt x="9326" y="52223"/>
                  </a:lnTo>
                  <a:lnTo>
                    <a:pt x="7650" y="57280"/>
                  </a:lnTo>
                  <a:lnTo>
                    <a:pt x="6136" y="62388"/>
                  </a:lnTo>
                  <a:lnTo>
                    <a:pt x="4786" y="67541"/>
                  </a:lnTo>
                  <a:lnTo>
                    <a:pt x="3601" y="72734"/>
                  </a:lnTo>
                  <a:lnTo>
                    <a:pt x="2581" y="77963"/>
                  </a:lnTo>
                  <a:lnTo>
                    <a:pt x="1729" y="83221"/>
                  </a:lnTo>
                  <a:lnTo>
                    <a:pt x="1045" y="88504"/>
                  </a:lnTo>
                  <a:lnTo>
                    <a:pt x="530" y="93806"/>
                  </a:lnTo>
                  <a:lnTo>
                    <a:pt x="183" y="99122"/>
                  </a:lnTo>
                  <a:lnTo>
                    <a:pt x="7" y="104446"/>
                  </a:lnTo>
                  <a:lnTo>
                    <a:pt x="0" y="109773"/>
                  </a:lnTo>
                  <a:lnTo>
                    <a:pt x="162" y="115098"/>
                  </a:lnTo>
                  <a:lnTo>
                    <a:pt x="494" y="120414"/>
                  </a:lnTo>
                  <a:lnTo>
                    <a:pt x="996" y="125718"/>
                  </a:lnTo>
                  <a:lnTo>
                    <a:pt x="1666" y="131003"/>
                  </a:lnTo>
                  <a:lnTo>
                    <a:pt x="2505" y="136263"/>
                  </a:lnTo>
                  <a:lnTo>
                    <a:pt x="3510" y="141495"/>
                  </a:lnTo>
                  <a:lnTo>
                    <a:pt x="4682" y="146691"/>
                  </a:lnTo>
                  <a:lnTo>
                    <a:pt x="6018" y="151848"/>
                  </a:lnTo>
                  <a:lnTo>
                    <a:pt x="7519" y="156959"/>
                  </a:lnTo>
                  <a:lnTo>
                    <a:pt x="9181" y="162020"/>
                  </a:lnTo>
                  <a:lnTo>
                    <a:pt x="11004" y="167026"/>
                  </a:lnTo>
                  <a:lnTo>
                    <a:pt x="12985" y="171971"/>
                  </a:lnTo>
                  <a:lnTo>
                    <a:pt x="15123" y="176850"/>
                  </a:lnTo>
                  <a:lnTo>
                    <a:pt x="17415" y="181659"/>
                  </a:lnTo>
                  <a:lnTo>
                    <a:pt x="19859" y="186392"/>
                  </a:lnTo>
                  <a:lnTo>
                    <a:pt x="22453" y="191045"/>
                  </a:lnTo>
                  <a:lnTo>
                    <a:pt x="25194" y="195613"/>
                  </a:lnTo>
                  <a:lnTo>
                    <a:pt x="28079" y="200091"/>
                  </a:lnTo>
                  <a:lnTo>
                    <a:pt x="31105" y="204475"/>
                  </a:lnTo>
                  <a:lnTo>
                    <a:pt x="34270" y="208760"/>
                  </a:lnTo>
                  <a:lnTo>
                    <a:pt x="37569" y="212943"/>
                  </a:lnTo>
                  <a:lnTo>
                    <a:pt x="41000" y="217018"/>
                  </a:lnTo>
                  <a:lnTo>
                    <a:pt x="44559" y="220981"/>
                  </a:lnTo>
                  <a:lnTo>
                    <a:pt x="48242" y="224830"/>
                  </a:lnTo>
                  <a:lnTo>
                    <a:pt x="52047" y="228559"/>
                  </a:lnTo>
                  <a:lnTo>
                    <a:pt x="55968" y="232165"/>
                  </a:lnTo>
                  <a:lnTo>
                    <a:pt x="60002" y="235644"/>
                  </a:lnTo>
                  <a:lnTo>
                    <a:pt x="64144" y="238993"/>
                  </a:lnTo>
                  <a:lnTo>
                    <a:pt x="68392" y="242208"/>
                  </a:lnTo>
                  <a:lnTo>
                    <a:pt x="72739" y="245286"/>
                  </a:lnTo>
                  <a:lnTo>
                    <a:pt x="77183" y="248224"/>
                  </a:lnTo>
                  <a:lnTo>
                    <a:pt x="81718" y="251019"/>
                  </a:lnTo>
                  <a:lnTo>
                    <a:pt x="86340" y="253668"/>
                  </a:lnTo>
                  <a:lnTo>
                    <a:pt x="91043" y="256169"/>
                  </a:lnTo>
                  <a:lnTo>
                    <a:pt x="95824" y="258518"/>
                  </a:lnTo>
                  <a:lnTo>
                    <a:pt x="100678" y="260714"/>
                  </a:lnTo>
                  <a:lnTo>
                    <a:pt x="105599" y="262754"/>
                  </a:lnTo>
                  <a:lnTo>
                    <a:pt x="110582" y="264636"/>
                  </a:lnTo>
                  <a:lnTo>
                    <a:pt x="115623" y="266359"/>
                  </a:lnTo>
                  <a:lnTo>
                    <a:pt x="120716" y="267920"/>
                  </a:lnTo>
                  <a:lnTo>
                    <a:pt x="125857" y="269318"/>
                  </a:lnTo>
                  <a:lnTo>
                    <a:pt x="131039" y="270551"/>
                  </a:lnTo>
                  <a:lnTo>
                    <a:pt x="136258" y="271619"/>
                  </a:lnTo>
                  <a:lnTo>
                    <a:pt x="141508" y="272520"/>
                  </a:lnTo>
                  <a:lnTo>
                    <a:pt x="146785" y="273253"/>
                  </a:lnTo>
                  <a:lnTo>
                    <a:pt x="152082" y="273817"/>
                  </a:lnTo>
                  <a:lnTo>
                    <a:pt x="157394" y="274213"/>
                  </a:lnTo>
                  <a:lnTo>
                    <a:pt x="162716" y="274439"/>
                  </a:lnTo>
                  <a:lnTo>
                    <a:pt x="168043" y="274495"/>
                  </a:lnTo>
                  <a:lnTo>
                    <a:pt x="173369" y="274382"/>
                  </a:lnTo>
                  <a:lnTo>
                    <a:pt x="178688" y="274099"/>
                  </a:lnTo>
                  <a:lnTo>
                    <a:pt x="183996" y="273647"/>
                  </a:lnTo>
                  <a:lnTo>
                    <a:pt x="189287" y="273025"/>
                  </a:lnTo>
                  <a:lnTo>
                    <a:pt x="194555" y="272236"/>
                  </a:lnTo>
                  <a:lnTo>
                    <a:pt x="199796" y="271279"/>
                  </a:lnTo>
                  <a:lnTo>
                    <a:pt x="205003" y="270155"/>
                  </a:lnTo>
                  <a:lnTo>
                    <a:pt x="210172" y="268867"/>
                  </a:lnTo>
                  <a:lnTo>
                    <a:pt x="215297" y="267414"/>
                  </a:lnTo>
                  <a:lnTo>
                    <a:pt x="220373" y="265798"/>
                  </a:lnTo>
                  <a:lnTo>
                    <a:pt x="225395" y="264022"/>
                  </a:lnTo>
                  <a:lnTo>
                    <a:pt x="230358" y="262087"/>
                  </a:lnTo>
                  <a:lnTo>
                    <a:pt x="235257" y="259994"/>
                  </a:lnTo>
                  <a:lnTo>
                    <a:pt x="240087" y="257747"/>
                  </a:lnTo>
                  <a:lnTo>
                    <a:pt x="244842" y="255346"/>
                  </a:lnTo>
                  <a:lnTo>
                    <a:pt x="249519" y="252796"/>
                  </a:lnTo>
                  <a:lnTo>
                    <a:pt x="254112" y="250097"/>
                  </a:lnTo>
                  <a:lnTo>
                    <a:pt x="258617" y="247254"/>
                  </a:lnTo>
                  <a:lnTo>
                    <a:pt x="263029" y="244268"/>
                  </a:lnTo>
                  <a:lnTo>
                    <a:pt x="267343" y="241144"/>
                  </a:lnTo>
                  <a:lnTo>
                    <a:pt x="271556" y="237883"/>
                  </a:lnTo>
                  <a:lnTo>
                    <a:pt x="275663" y="234490"/>
                  </a:lnTo>
                  <a:lnTo>
                    <a:pt x="279659" y="230968"/>
                  </a:lnTo>
                  <a:lnTo>
                    <a:pt x="283542" y="227321"/>
                  </a:lnTo>
                  <a:lnTo>
                    <a:pt x="287306" y="223551"/>
                  </a:lnTo>
                  <a:lnTo>
                    <a:pt x="290948" y="219664"/>
                  </a:lnTo>
                  <a:lnTo>
                    <a:pt x="294464" y="215662"/>
                  </a:lnTo>
                  <a:lnTo>
                    <a:pt x="297851" y="211551"/>
                  </a:lnTo>
                  <a:lnTo>
                    <a:pt x="301106" y="207333"/>
                  </a:lnTo>
                  <a:lnTo>
                    <a:pt x="304224" y="203014"/>
                  </a:lnTo>
                  <a:lnTo>
                    <a:pt x="307203" y="198598"/>
                  </a:lnTo>
                  <a:lnTo>
                    <a:pt x="310040" y="194089"/>
                  </a:lnTo>
                  <a:lnTo>
                    <a:pt x="312732" y="189492"/>
                  </a:lnTo>
                  <a:lnTo>
                    <a:pt x="315276" y="184812"/>
                  </a:lnTo>
                  <a:lnTo>
                    <a:pt x="317669" y="180053"/>
                  </a:lnTo>
                  <a:lnTo>
                    <a:pt x="319910" y="175220"/>
                  </a:lnTo>
                  <a:lnTo>
                    <a:pt x="321996" y="170318"/>
                  </a:lnTo>
                  <a:lnTo>
                    <a:pt x="323924" y="165352"/>
                  </a:lnTo>
                  <a:lnTo>
                    <a:pt x="325693" y="160328"/>
                  </a:lnTo>
                  <a:lnTo>
                    <a:pt x="327301" y="155249"/>
                  </a:lnTo>
                  <a:lnTo>
                    <a:pt x="328747" y="150122"/>
                  </a:lnTo>
                  <a:lnTo>
                    <a:pt x="330028" y="144951"/>
                  </a:lnTo>
                  <a:lnTo>
                    <a:pt x="331144" y="139742"/>
                  </a:lnTo>
                  <a:lnTo>
                    <a:pt x="332094" y="134501"/>
                  </a:lnTo>
                  <a:lnTo>
                    <a:pt x="332876" y="129231"/>
                  </a:lnTo>
                  <a:lnTo>
                    <a:pt x="333489" y="123940"/>
                  </a:lnTo>
                  <a:lnTo>
                    <a:pt x="333934" y="118631"/>
                  </a:lnTo>
                  <a:lnTo>
                    <a:pt x="334209" y="113311"/>
                  </a:lnTo>
                  <a:lnTo>
                    <a:pt x="334315" y="107985"/>
                  </a:lnTo>
                  <a:lnTo>
                    <a:pt x="334251" y="102659"/>
                  </a:lnTo>
                  <a:lnTo>
                    <a:pt x="334018" y="97337"/>
                  </a:lnTo>
                  <a:lnTo>
                    <a:pt x="333614" y="92025"/>
                  </a:lnTo>
                  <a:lnTo>
                    <a:pt x="333042" y="86729"/>
                  </a:lnTo>
                  <a:lnTo>
                    <a:pt x="332302" y="81453"/>
                  </a:lnTo>
                  <a:lnTo>
                    <a:pt x="331393" y="76204"/>
                  </a:lnTo>
                  <a:lnTo>
                    <a:pt x="330318" y="70987"/>
                  </a:lnTo>
                  <a:lnTo>
                    <a:pt x="329077" y="65806"/>
                  </a:lnTo>
                  <a:lnTo>
                    <a:pt x="327672" y="60668"/>
                  </a:lnTo>
                  <a:lnTo>
                    <a:pt x="326104" y="55577"/>
                  </a:lnTo>
                  <a:lnTo>
                    <a:pt x="324374" y="50539"/>
                  </a:lnTo>
                  <a:lnTo>
                    <a:pt x="322485" y="45558"/>
                  </a:lnTo>
                  <a:lnTo>
                    <a:pt x="320438" y="40640"/>
                  </a:lnTo>
                  <a:lnTo>
                    <a:pt x="318235" y="35790"/>
                  </a:lnTo>
                  <a:lnTo>
                    <a:pt x="315879" y="31012"/>
                  </a:lnTo>
                  <a:lnTo>
                    <a:pt x="313371" y="26312"/>
                  </a:lnTo>
                  <a:lnTo>
                    <a:pt x="310716" y="21694"/>
                  </a:lnTo>
                  <a:lnTo>
                    <a:pt x="307914" y="17163"/>
                  </a:lnTo>
                  <a:lnTo>
                    <a:pt x="304970" y="12724"/>
                  </a:lnTo>
                  <a:lnTo>
                    <a:pt x="301885" y="8380"/>
                  </a:lnTo>
                  <a:lnTo>
                    <a:pt x="298664" y="4138"/>
                  </a:lnTo>
                  <a:lnTo>
                    <a:pt x="295309" y="0"/>
                  </a:lnTo>
                  <a:lnTo>
                    <a:pt x="167149" y="1073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128160" cy="167167"/>
            </a:xfrm>
            <a:custGeom>
              <a:avLst/>
              <a:pathLst>
                <a:path w="128160" h="167167">
                  <a:moveTo>
                    <a:pt x="128160" y="59836"/>
                  </a:moveTo>
                  <a:lnTo>
                    <a:pt x="124482" y="55591"/>
                  </a:lnTo>
                  <a:lnTo>
                    <a:pt x="120663" y="51472"/>
                  </a:lnTo>
                  <a:lnTo>
                    <a:pt x="116708" y="47484"/>
                  </a:lnTo>
                  <a:lnTo>
                    <a:pt x="112622" y="43631"/>
                  </a:lnTo>
                  <a:lnTo>
                    <a:pt x="108408" y="39917"/>
                  </a:lnTo>
                  <a:lnTo>
                    <a:pt x="104072" y="36347"/>
                  </a:lnTo>
                  <a:lnTo>
                    <a:pt x="99618" y="32925"/>
                  </a:lnTo>
                  <a:lnTo>
                    <a:pt x="95052" y="29654"/>
                  </a:lnTo>
                  <a:lnTo>
                    <a:pt x="90379" y="26538"/>
                  </a:lnTo>
                  <a:lnTo>
                    <a:pt x="85604" y="23581"/>
                  </a:lnTo>
                  <a:lnTo>
                    <a:pt x="80732" y="20786"/>
                  </a:lnTo>
                  <a:lnTo>
                    <a:pt x="75769" y="18157"/>
                  </a:lnTo>
                  <a:lnTo>
                    <a:pt x="70720" y="15696"/>
                  </a:lnTo>
                  <a:lnTo>
                    <a:pt x="65591" y="13405"/>
                  </a:lnTo>
                  <a:lnTo>
                    <a:pt x="60389" y="11289"/>
                  </a:lnTo>
                  <a:lnTo>
                    <a:pt x="55118" y="9348"/>
                  </a:lnTo>
                  <a:lnTo>
                    <a:pt x="49785" y="7585"/>
                  </a:lnTo>
                  <a:lnTo>
                    <a:pt x="44396" y="6003"/>
                  </a:lnTo>
                  <a:lnTo>
                    <a:pt x="38957" y="4602"/>
                  </a:lnTo>
                  <a:lnTo>
                    <a:pt x="33473" y="3385"/>
                  </a:lnTo>
                  <a:lnTo>
                    <a:pt x="27952" y="2353"/>
                  </a:lnTo>
                  <a:lnTo>
                    <a:pt x="22400" y="1507"/>
                  </a:lnTo>
                  <a:lnTo>
                    <a:pt x="16822" y="848"/>
                  </a:lnTo>
                  <a:lnTo>
                    <a:pt x="11225" y="377"/>
                  </a:lnTo>
                  <a:lnTo>
                    <a:pt x="561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2055" y="3707720"/>
              <a:ext cx="166955" cy="167167"/>
            </a:xfrm>
            <a:custGeom>
              <a:avLst/>
              <a:pathLst>
                <a:path w="166955" h="167167">
                  <a:moveTo>
                    <a:pt x="166955" y="0"/>
                  </a:moveTo>
                  <a:lnTo>
                    <a:pt x="161548" y="87"/>
                  </a:lnTo>
                  <a:lnTo>
                    <a:pt x="156147" y="349"/>
                  </a:lnTo>
                  <a:lnTo>
                    <a:pt x="150757" y="786"/>
                  </a:lnTo>
                  <a:lnTo>
                    <a:pt x="145384" y="1397"/>
                  </a:lnTo>
                  <a:lnTo>
                    <a:pt x="140034" y="2181"/>
                  </a:lnTo>
                  <a:lnTo>
                    <a:pt x="134711" y="3139"/>
                  </a:lnTo>
                  <a:lnTo>
                    <a:pt x="129423" y="4267"/>
                  </a:lnTo>
                  <a:lnTo>
                    <a:pt x="124174" y="5566"/>
                  </a:lnTo>
                  <a:lnTo>
                    <a:pt x="118969" y="7035"/>
                  </a:lnTo>
                  <a:lnTo>
                    <a:pt x="113815" y="8671"/>
                  </a:lnTo>
                  <a:lnTo>
                    <a:pt x="108717" y="10472"/>
                  </a:lnTo>
                  <a:lnTo>
                    <a:pt x="103679" y="12438"/>
                  </a:lnTo>
                  <a:lnTo>
                    <a:pt x="98707" y="14565"/>
                  </a:lnTo>
                  <a:lnTo>
                    <a:pt x="93807" y="16853"/>
                  </a:lnTo>
                  <a:lnTo>
                    <a:pt x="88984" y="19297"/>
                  </a:lnTo>
                  <a:lnTo>
                    <a:pt x="84242" y="21896"/>
                  </a:lnTo>
                  <a:lnTo>
                    <a:pt x="79587" y="24648"/>
                  </a:lnTo>
                  <a:lnTo>
                    <a:pt x="75023" y="27548"/>
                  </a:lnTo>
                  <a:lnTo>
                    <a:pt x="70555" y="30595"/>
                  </a:lnTo>
                  <a:lnTo>
                    <a:pt x="66188" y="33784"/>
                  </a:lnTo>
                  <a:lnTo>
                    <a:pt x="61927" y="37113"/>
                  </a:lnTo>
                  <a:lnTo>
                    <a:pt x="57775" y="40578"/>
                  </a:lnTo>
                  <a:lnTo>
                    <a:pt x="53738" y="44176"/>
                  </a:lnTo>
                  <a:lnTo>
                    <a:pt x="49819" y="47902"/>
                  </a:lnTo>
                  <a:lnTo>
                    <a:pt x="46023" y="51753"/>
                  </a:lnTo>
                  <a:lnTo>
                    <a:pt x="42353" y="55725"/>
                  </a:lnTo>
                  <a:lnTo>
                    <a:pt x="38814" y="59813"/>
                  </a:lnTo>
                  <a:lnTo>
                    <a:pt x="35409" y="64014"/>
                  </a:lnTo>
                  <a:lnTo>
                    <a:pt x="32141" y="68323"/>
                  </a:lnTo>
                  <a:lnTo>
                    <a:pt x="29015" y="72735"/>
                  </a:lnTo>
                  <a:lnTo>
                    <a:pt x="26033" y="77246"/>
                  </a:lnTo>
                  <a:lnTo>
                    <a:pt x="23198" y="81851"/>
                  </a:lnTo>
                  <a:lnTo>
                    <a:pt x="20514" y="86545"/>
                  </a:lnTo>
                  <a:lnTo>
                    <a:pt x="17983" y="91324"/>
                  </a:lnTo>
                  <a:lnTo>
                    <a:pt x="15608" y="96182"/>
                  </a:lnTo>
                  <a:lnTo>
                    <a:pt x="13391" y="101114"/>
                  </a:lnTo>
                  <a:lnTo>
                    <a:pt x="11335" y="106116"/>
                  </a:lnTo>
                  <a:lnTo>
                    <a:pt x="9441" y="111181"/>
                  </a:lnTo>
                  <a:lnTo>
                    <a:pt x="7713" y="116305"/>
                  </a:lnTo>
                  <a:lnTo>
                    <a:pt x="6151" y="121482"/>
                  </a:lnTo>
                  <a:lnTo>
                    <a:pt x="4758" y="126707"/>
                  </a:lnTo>
                  <a:lnTo>
                    <a:pt x="3534" y="131974"/>
                  </a:lnTo>
                  <a:lnTo>
                    <a:pt x="2481" y="137278"/>
                  </a:lnTo>
                  <a:lnTo>
                    <a:pt x="1601" y="142614"/>
                  </a:lnTo>
                  <a:lnTo>
                    <a:pt x="893" y="147975"/>
                  </a:lnTo>
                  <a:lnTo>
                    <a:pt x="359" y="153356"/>
                  </a:lnTo>
                  <a:lnTo>
                    <a:pt x="0" y="158751"/>
                  </a:lnTo>
                  <a:lnTo>
                    <a:pt x="1669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58" y="3708005"/>
              <a:ext cx="334305" cy="334050"/>
            </a:xfrm>
            <a:custGeom>
              <a:avLst/>
              <a:pathLst>
                <a:path w="334305" h="334050">
                  <a:moveTo>
                    <a:pt x="197" y="158467"/>
                  </a:moveTo>
                  <a:lnTo>
                    <a:pt x="14" y="163777"/>
                  </a:lnTo>
                  <a:lnTo>
                    <a:pt x="0" y="169090"/>
                  </a:lnTo>
                  <a:lnTo>
                    <a:pt x="154" y="174402"/>
                  </a:lnTo>
                  <a:lnTo>
                    <a:pt x="477" y="179705"/>
                  </a:lnTo>
                  <a:lnTo>
                    <a:pt x="969" y="184996"/>
                  </a:lnTo>
                  <a:lnTo>
                    <a:pt x="1629" y="190268"/>
                  </a:lnTo>
                  <a:lnTo>
                    <a:pt x="2456" y="195517"/>
                  </a:lnTo>
                  <a:lnTo>
                    <a:pt x="3449" y="200736"/>
                  </a:lnTo>
                  <a:lnTo>
                    <a:pt x="4607" y="205922"/>
                  </a:lnTo>
                  <a:lnTo>
                    <a:pt x="5930" y="211068"/>
                  </a:lnTo>
                  <a:lnTo>
                    <a:pt x="7416" y="216170"/>
                  </a:lnTo>
                  <a:lnTo>
                    <a:pt x="9063" y="221221"/>
                  </a:lnTo>
                  <a:lnTo>
                    <a:pt x="10870" y="226218"/>
                  </a:lnTo>
                  <a:lnTo>
                    <a:pt x="12835" y="231155"/>
                  </a:lnTo>
                  <a:lnTo>
                    <a:pt x="14955" y="236027"/>
                  </a:lnTo>
                  <a:lnTo>
                    <a:pt x="17230" y="240829"/>
                  </a:lnTo>
                  <a:lnTo>
                    <a:pt x="19655" y="245556"/>
                  </a:lnTo>
                  <a:lnTo>
                    <a:pt x="22230" y="250204"/>
                  </a:lnTo>
                  <a:lnTo>
                    <a:pt x="24951" y="254768"/>
                  </a:lnTo>
                  <a:lnTo>
                    <a:pt x="27816" y="259243"/>
                  </a:lnTo>
                  <a:lnTo>
                    <a:pt x="30822" y="263624"/>
                  </a:lnTo>
                  <a:lnTo>
                    <a:pt x="33966" y="267908"/>
                  </a:lnTo>
                  <a:lnTo>
                    <a:pt x="37244" y="272090"/>
                  </a:lnTo>
                  <a:lnTo>
                    <a:pt x="40653" y="276165"/>
                  </a:lnTo>
                  <a:lnTo>
                    <a:pt x="44190" y="280130"/>
                  </a:lnTo>
                  <a:lnTo>
                    <a:pt x="47851" y="283981"/>
                  </a:lnTo>
                  <a:lnTo>
                    <a:pt x="51633" y="287713"/>
                  </a:lnTo>
                  <a:lnTo>
                    <a:pt x="55531" y="291324"/>
                  </a:lnTo>
                  <a:lnTo>
                    <a:pt x="59543" y="294808"/>
                  </a:lnTo>
                  <a:lnTo>
                    <a:pt x="63663" y="298164"/>
                  </a:lnTo>
                  <a:lnTo>
                    <a:pt x="67887" y="301386"/>
                  </a:lnTo>
                  <a:lnTo>
                    <a:pt x="72212" y="304473"/>
                  </a:lnTo>
                  <a:lnTo>
                    <a:pt x="76633" y="307421"/>
                  </a:lnTo>
                  <a:lnTo>
                    <a:pt x="81145" y="310227"/>
                  </a:lnTo>
                  <a:lnTo>
                    <a:pt x="85744" y="312888"/>
                  </a:lnTo>
                  <a:lnTo>
                    <a:pt x="90425" y="315401"/>
                  </a:lnTo>
                  <a:lnTo>
                    <a:pt x="95184" y="317765"/>
                  </a:lnTo>
                  <a:lnTo>
                    <a:pt x="100016" y="319976"/>
                  </a:lnTo>
                  <a:lnTo>
                    <a:pt x="104915" y="322032"/>
                  </a:lnTo>
                  <a:lnTo>
                    <a:pt x="109877" y="323932"/>
                  </a:lnTo>
                  <a:lnTo>
                    <a:pt x="114897" y="325673"/>
                  </a:lnTo>
                  <a:lnTo>
                    <a:pt x="119970" y="327253"/>
                  </a:lnTo>
                  <a:lnTo>
                    <a:pt x="125091" y="328672"/>
                  </a:lnTo>
                  <a:lnTo>
                    <a:pt x="130254" y="329927"/>
                  </a:lnTo>
                  <a:lnTo>
                    <a:pt x="135454" y="331017"/>
                  </a:lnTo>
                  <a:lnTo>
                    <a:pt x="140687" y="331941"/>
                  </a:lnTo>
                  <a:lnTo>
                    <a:pt x="145946" y="332699"/>
                  </a:lnTo>
                  <a:lnTo>
                    <a:pt x="151226" y="333289"/>
                  </a:lnTo>
                  <a:lnTo>
                    <a:pt x="156523" y="333711"/>
                  </a:lnTo>
                  <a:lnTo>
                    <a:pt x="161830" y="333965"/>
                  </a:lnTo>
                  <a:lnTo>
                    <a:pt x="167143" y="334050"/>
                  </a:lnTo>
                  <a:lnTo>
                    <a:pt x="172456" y="333966"/>
                  </a:lnTo>
                  <a:lnTo>
                    <a:pt x="177763" y="333713"/>
                  </a:lnTo>
                  <a:lnTo>
                    <a:pt x="183060" y="333291"/>
                  </a:lnTo>
                  <a:lnTo>
                    <a:pt x="188340" y="332701"/>
                  </a:lnTo>
                  <a:lnTo>
                    <a:pt x="193600" y="331944"/>
                  </a:lnTo>
                  <a:lnTo>
                    <a:pt x="198832" y="331020"/>
                  </a:lnTo>
                  <a:lnTo>
                    <a:pt x="204033" y="329931"/>
                  </a:lnTo>
                  <a:lnTo>
                    <a:pt x="209196" y="328676"/>
                  </a:lnTo>
                  <a:lnTo>
                    <a:pt x="214317" y="327258"/>
                  </a:lnTo>
                  <a:lnTo>
                    <a:pt x="219390" y="325678"/>
                  </a:lnTo>
                  <a:lnTo>
                    <a:pt x="224410" y="323938"/>
                  </a:lnTo>
                  <a:lnTo>
                    <a:pt x="229372" y="322039"/>
                  </a:lnTo>
                  <a:lnTo>
                    <a:pt x="234272" y="319983"/>
                  </a:lnTo>
                  <a:lnTo>
                    <a:pt x="239104" y="317773"/>
                  </a:lnTo>
                  <a:lnTo>
                    <a:pt x="243863" y="315410"/>
                  </a:lnTo>
                  <a:lnTo>
                    <a:pt x="248545" y="312897"/>
                  </a:lnTo>
                  <a:lnTo>
                    <a:pt x="253144" y="310236"/>
                  </a:lnTo>
                  <a:lnTo>
                    <a:pt x="257656" y="307431"/>
                  </a:lnTo>
                  <a:lnTo>
                    <a:pt x="262077" y="304484"/>
                  </a:lnTo>
                  <a:lnTo>
                    <a:pt x="266403" y="301397"/>
                  </a:lnTo>
                  <a:lnTo>
                    <a:pt x="270628" y="298175"/>
                  </a:lnTo>
                  <a:lnTo>
                    <a:pt x="274748" y="294820"/>
                  </a:lnTo>
                  <a:lnTo>
                    <a:pt x="278760" y="291336"/>
                  </a:lnTo>
                  <a:lnTo>
                    <a:pt x="282658" y="287726"/>
                  </a:lnTo>
                  <a:lnTo>
                    <a:pt x="286441" y="283994"/>
                  </a:lnTo>
                  <a:lnTo>
                    <a:pt x="290102" y="280144"/>
                  </a:lnTo>
                  <a:lnTo>
                    <a:pt x="293640" y="276179"/>
                  </a:lnTo>
                  <a:lnTo>
                    <a:pt x="297049" y="272104"/>
                  </a:lnTo>
                  <a:lnTo>
                    <a:pt x="300328" y="267923"/>
                  </a:lnTo>
                  <a:lnTo>
                    <a:pt x="303472" y="263639"/>
                  </a:lnTo>
                  <a:lnTo>
                    <a:pt x="306478" y="259258"/>
                  </a:lnTo>
                  <a:lnTo>
                    <a:pt x="309343" y="254784"/>
                  </a:lnTo>
                  <a:lnTo>
                    <a:pt x="312065" y="250220"/>
                  </a:lnTo>
                  <a:lnTo>
                    <a:pt x="314641" y="245573"/>
                  </a:lnTo>
                  <a:lnTo>
                    <a:pt x="317067" y="240846"/>
                  </a:lnTo>
                  <a:lnTo>
                    <a:pt x="319342" y="236044"/>
                  </a:lnTo>
                  <a:lnTo>
                    <a:pt x="321463" y="231172"/>
                  </a:lnTo>
                  <a:lnTo>
                    <a:pt x="323428" y="226236"/>
                  </a:lnTo>
                  <a:lnTo>
                    <a:pt x="325236" y="221239"/>
                  </a:lnTo>
                  <a:lnTo>
                    <a:pt x="326883" y="216187"/>
                  </a:lnTo>
                  <a:lnTo>
                    <a:pt x="328370" y="211086"/>
                  </a:lnTo>
                  <a:lnTo>
                    <a:pt x="329693" y="205940"/>
                  </a:lnTo>
                  <a:lnTo>
                    <a:pt x="330852" y="200755"/>
                  </a:lnTo>
                  <a:lnTo>
                    <a:pt x="331846" y="195535"/>
                  </a:lnTo>
                  <a:lnTo>
                    <a:pt x="332673" y="190286"/>
                  </a:lnTo>
                  <a:lnTo>
                    <a:pt x="333334" y="185014"/>
                  </a:lnTo>
                  <a:lnTo>
                    <a:pt x="333826" y="179724"/>
                  </a:lnTo>
                  <a:lnTo>
                    <a:pt x="334150" y="174420"/>
                  </a:lnTo>
                  <a:lnTo>
                    <a:pt x="334305" y="169109"/>
                  </a:lnTo>
                  <a:lnTo>
                    <a:pt x="334291" y="163796"/>
                  </a:lnTo>
                  <a:lnTo>
                    <a:pt x="334109" y="158485"/>
                  </a:lnTo>
                  <a:lnTo>
                    <a:pt x="333758" y="153183"/>
                  </a:lnTo>
                  <a:lnTo>
                    <a:pt x="333238" y="147896"/>
                  </a:lnTo>
                  <a:lnTo>
                    <a:pt x="332551" y="142627"/>
                  </a:lnTo>
                  <a:lnTo>
                    <a:pt x="331696" y="137382"/>
                  </a:lnTo>
                  <a:lnTo>
                    <a:pt x="330676" y="132168"/>
                  </a:lnTo>
                  <a:lnTo>
                    <a:pt x="329490" y="126989"/>
                  </a:lnTo>
                  <a:lnTo>
                    <a:pt x="328140" y="121850"/>
                  </a:lnTo>
                  <a:lnTo>
                    <a:pt x="326627" y="116756"/>
                  </a:lnTo>
                  <a:lnTo>
                    <a:pt x="324954" y="111713"/>
                  </a:lnTo>
                  <a:lnTo>
                    <a:pt x="323121" y="106726"/>
                  </a:lnTo>
                  <a:lnTo>
                    <a:pt x="321130" y="101799"/>
                  </a:lnTo>
                  <a:lnTo>
                    <a:pt x="318984" y="96939"/>
                  </a:lnTo>
                  <a:lnTo>
                    <a:pt x="316684" y="92149"/>
                  </a:lnTo>
                  <a:lnTo>
                    <a:pt x="314234" y="87434"/>
                  </a:lnTo>
                  <a:lnTo>
                    <a:pt x="311635" y="82800"/>
                  </a:lnTo>
                  <a:lnTo>
                    <a:pt x="308889" y="78250"/>
                  </a:lnTo>
                  <a:lnTo>
                    <a:pt x="306001" y="73791"/>
                  </a:lnTo>
                  <a:lnTo>
                    <a:pt x="302972" y="69425"/>
                  </a:lnTo>
                  <a:lnTo>
                    <a:pt x="299806" y="65158"/>
                  </a:lnTo>
                  <a:lnTo>
                    <a:pt x="296506" y="60993"/>
                  </a:lnTo>
                  <a:lnTo>
                    <a:pt x="293076" y="56936"/>
                  </a:lnTo>
                  <a:lnTo>
                    <a:pt x="289518" y="52989"/>
                  </a:lnTo>
                  <a:lnTo>
                    <a:pt x="285837" y="49158"/>
                  </a:lnTo>
                  <a:lnTo>
                    <a:pt x="282035" y="45445"/>
                  </a:lnTo>
                  <a:lnTo>
                    <a:pt x="278118" y="41856"/>
                  </a:lnTo>
                  <a:lnTo>
                    <a:pt x="274088" y="38392"/>
                  </a:lnTo>
                  <a:lnTo>
                    <a:pt x="269951" y="35059"/>
                  </a:lnTo>
                  <a:lnTo>
                    <a:pt x="265709" y="31858"/>
                  </a:lnTo>
                  <a:lnTo>
                    <a:pt x="261368" y="28794"/>
                  </a:lnTo>
                  <a:lnTo>
                    <a:pt x="256932" y="25870"/>
                  </a:lnTo>
                  <a:lnTo>
                    <a:pt x="252405" y="23088"/>
                  </a:lnTo>
                  <a:lnTo>
                    <a:pt x="247792" y="20451"/>
                  </a:lnTo>
                  <a:lnTo>
                    <a:pt x="243098" y="17962"/>
                  </a:lnTo>
                  <a:lnTo>
                    <a:pt x="238327" y="15624"/>
                  </a:lnTo>
                  <a:lnTo>
                    <a:pt x="233484" y="13438"/>
                  </a:lnTo>
                  <a:lnTo>
                    <a:pt x="228573" y="11407"/>
                  </a:lnTo>
                  <a:lnTo>
                    <a:pt x="223601" y="9534"/>
                  </a:lnTo>
                  <a:lnTo>
                    <a:pt x="218572" y="7819"/>
                  </a:lnTo>
                  <a:lnTo>
                    <a:pt x="213491" y="6266"/>
                  </a:lnTo>
                  <a:lnTo>
                    <a:pt x="208363" y="4874"/>
                  </a:lnTo>
                  <a:lnTo>
                    <a:pt x="203193" y="3646"/>
                  </a:lnTo>
                  <a:lnTo>
                    <a:pt x="197987" y="2583"/>
                  </a:lnTo>
                  <a:lnTo>
                    <a:pt x="192750" y="1686"/>
                  </a:lnTo>
                  <a:lnTo>
                    <a:pt x="187487" y="956"/>
                  </a:lnTo>
                  <a:lnTo>
                    <a:pt x="182204" y="394"/>
                  </a:lnTo>
                  <a:lnTo>
                    <a:pt x="176905" y="0"/>
                  </a:lnTo>
                  <a:lnTo>
                    <a:pt x="167152" y="166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9752" cy="167167"/>
            </a:xfrm>
            <a:custGeom>
              <a:avLst/>
              <a:pathLst>
                <a:path w="9752" h="167167">
                  <a:moveTo>
                    <a:pt x="9752" y="28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2025-06-05T15:16:01Z</dcterms:modified>
  <cp:category/>
</cp:coreProperties>
</file>