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391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6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98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4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36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9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2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39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600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9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67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970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5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3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15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66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56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24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58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779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58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08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188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72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59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45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41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77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51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526" y="3170392"/>
              <a:ext cx="3252" cy="167167"/>
            </a:xfrm>
            <a:custGeom>
              <a:avLst/>
              <a:pathLst>
                <a:path w="3252" h="167167">
                  <a:moveTo>
                    <a:pt x="3252" y="0"/>
                  </a:moveTo>
                  <a:lnTo>
                    <a:pt x="0" y="31"/>
                  </a:lnTo>
                  <a:lnTo>
                    <a:pt x="325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526" y="3170424"/>
              <a:ext cx="3252" cy="167135"/>
            </a:xfrm>
            <a:custGeom>
              <a:avLst/>
              <a:pathLst>
                <a:path w="3252" h="167135">
                  <a:moveTo>
                    <a:pt x="0" y="0"/>
                  </a:moveTo>
                  <a:lnTo>
                    <a:pt x="3252" y="1671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2" y="3170420"/>
              <a:ext cx="334334" cy="334287"/>
            </a:xfrm>
            <a:custGeom>
              <a:avLst/>
              <a:pathLst>
                <a:path w="334334" h="334287">
                  <a:moveTo>
                    <a:pt x="163914" y="3"/>
                  </a:moveTo>
                  <a:lnTo>
                    <a:pt x="158618" y="190"/>
                  </a:lnTo>
                  <a:lnTo>
                    <a:pt x="153330" y="545"/>
                  </a:lnTo>
                  <a:lnTo>
                    <a:pt x="148057" y="1067"/>
                  </a:lnTo>
                  <a:lnTo>
                    <a:pt x="142802" y="1757"/>
                  </a:lnTo>
                  <a:lnTo>
                    <a:pt x="137572" y="2612"/>
                  </a:lnTo>
                  <a:lnTo>
                    <a:pt x="132372" y="3633"/>
                  </a:lnTo>
                  <a:lnTo>
                    <a:pt x="127207" y="4818"/>
                  </a:lnTo>
                  <a:lnTo>
                    <a:pt x="122082" y="6166"/>
                  </a:lnTo>
                  <a:lnTo>
                    <a:pt x="117002" y="7676"/>
                  </a:lnTo>
                  <a:lnTo>
                    <a:pt x="111973" y="9346"/>
                  </a:lnTo>
                  <a:lnTo>
                    <a:pt x="106999" y="11175"/>
                  </a:lnTo>
                  <a:lnTo>
                    <a:pt x="102085" y="13161"/>
                  </a:lnTo>
                  <a:lnTo>
                    <a:pt x="97237" y="15301"/>
                  </a:lnTo>
                  <a:lnTo>
                    <a:pt x="92460" y="17594"/>
                  </a:lnTo>
                  <a:lnTo>
                    <a:pt x="87757" y="20037"/>
                  </a:lnTo>
                  <a:lnTo>
                    <a:pt x="83134" y="22628"/>
                  </a:lnTo>
                  <a:lnTo>
                    <a:pt x="78596" y="25364"/>
                  </a:lnTo>
                  <a:lnTo>
                    <a:pt x="74146" y="28243"/>
                  </a:lnTo>
                  <a:lnTo>
                    <a:pt x="69790" y="31261"/>
                  </a:lnTo>
                  <a:lnTo>
                    <a:pt x="65532" y="34416"/>
                  </a:lnTo>
                  <a:lnTo>
                    <a:pt x="61376" y="37704"/>
                  </a:lnTo>
                  <a:lnTo>
                    <a:pt x="57327" y="41123"/>
                  </a:lnTo>
                  <a:lnTo>
                    <a:pt x="53387" y="44668"/>
                  </a:lnTo>
                  <a:lnTo>
                    <a:pt x="49563" y="48336"/>
                  </a:lnTo>
                  <a:lnTo>
                    <a:pt x="45856" y="52123"/>
                  </a:lnTo>
                  <a:lnTo>
                    <a:pt x="42271" y="56026"/>
                  </a:lnTo>
                  <a:lnTo>
                    <a:pt x="38812" y="60041"/>
                  </a:lnTo>
                  <a:lnTo>
                    <a:pt x="35482" y="64163"/>
                  </a:lnTo>
                  <a:lnTo>
                    <a:pt x="32284" y="68389"/>
                  </a:lnTo>
                  <a:lnTo>
                    <a:pt x="29221" y="72714"/>
                  </a:lnTo>
                  <a:lnTo>
                    <a:pt x="26298" y="77134"/>
                  </a:lnTo>
                  <a:lnTo>
                    <a:pt x="23516" y="81644"/>
                  </a:lnTo>
                  <a:lnTo>
                    <a:pt x="20878" y="86241"/>
                  </a:lnTo>
                  <a:lnTo>
                    <a:pt x="18387" y="90918"/>
                  </a:lnTo>
                  <a:lnTo>
                    <a:pt x="16046" y="95673"/>
                  </a:lnTo>
                  <a:lnTo>
                    <a:pt x="13856" y="100499"/>
                  </a:lnTo>
                  <a:lnTo>
                    <a:pt x="11821" y="105392"/>
                  </a:lnTo>
                  <a:lnTo>
                    <a:pt x="9942" y="110347"/>
                  </a:lnTo>
                  <a:lnTo>
                    <a:pt x="8221" y="115359"/>
                  </a:lnTo>
                  <a:lnTo>
                    <a:pt x="6659" y="120423"/>
                  </a:lnTo>
                  <a:lnTo>
                    <a:pt x="5259" y="125534"/>
                  </a:lnTo>
                  <a:lnTo>
                    <a:pt x="4022" y="130687"/>
                  </a:lnTo>
                  <a:lnTo>
                    <a:pt x="2948" y="135877"/>
                  </a:lnTo>
                  <a:lnTo>
                    <a:pt x="2040" y="141098"/>
                  </a:lnTo>
                  <a:lnTo>
                    <a:pt x="1297" y="146345"/>
                  </a:lnTo>
                  <a:lnTo>
                    <a:pt x="722" y="151613"/>
                  </a:lnTo>
                  <a:lnTo>
                    <a:pt x="313" y="156897"/>
                  </a:lnTo>
                  <a:lnTo>
                    <a:pt x="72" y="162191"/>
                  </a:lnTo>
                  <a:lnTo>
                    <a:pt x="0" y="167490"/>
                  </a:lnTo>
                  <a:lnTo>
                    <a:pt x="95" y="172788"/>
                  </a:lnTo>
                  <a:lnTo>
                    <a:pt x="358" y="178081"/>
                  </a:lnTo>
                  <a:lnTo>
                    <a:pt x="788" y="183363"/>
                  </a:lnTo>
                  <a:lnTo>
                    <a:pt x="1386" y="188629"/>
                  </a:lnTo>
                  <a:lnTo>
                    <a:pt x="2151" y="193873"/>
                  </a:lnTo>
                  <a:lnTo>
                    <a:pt x="3081" y="199090"/>
                  </a:lnTo>
                  <a:lnTo>
                    <a:pt x="4176" y="204275"/>
                  </a:lnTo>
                  <a:lnTo>
                    <a:pt x="5435" y="209423"/>
                  </a:lnTo>
                  <a:lnTo>
                    <a:pt x="6857" y="214528"/>
                  </a:lnTo>
                  <a:lnTo>
                    <a:pt x="8439" y="219586"/>
                  </a:lnTo>
                  <a:lnTo>
                    <a:pt x="10182" y="224590"/>
                  </a:lnTo>
                  <a:lnTo>
                    <a:pt x="12082" y="229538"/>
                  </a:lnTo>
                  <a:lnTo>
                    <a:pt x="14137" y="234422"/>
                  </a:lnTo>
                  <a:lnTo>
                    <a:pt x="16347" y="239239"/>
                  </a:lnTo>
                  <a:lnTo>
                    <a:pt x="18708" y="243983"/>
                  </a:lnTo>
                  <a:lnTo>
                    <a:pt x="21218" y="248650"/>
                  </a:lnTo>
                  <a:lnTo>
                    <a:pt x="23876" y="253236"/>
                  </a:lnTo>
                  <a:lnTo>
                    <a:pt x="26677" y="257734"/>
                  </a:lnTo>
                  <a:lnTo>
                    <a:pt x="29619" y="262142"/>
                  </a:lnTo>
                  <a:lnTo>
                    <a:pt x="32699" y="266454"/>
                  </a:lnTo>
                  <a:lnTo>
                    <a:pt x="35915" y="270667"/>
                  </a:lnTo>
                  <a:lnTo>
                    <a:pt x="39262" y="274775"/>
                  </a:lnTo>
                  <a:lnTo>
                    <a:pt x="42738" y="278775"/>
                  </a:lnTo>
                  <a:lnTo>
                    <a:pt x="46340" y="282663"/>
                  </a:lnTo>
                  <a:lnTo>
                    <a:pt x="50062" y="286435"/>
                  </a:lnTo>
                  <a:lnTo>
                    <a:pt x="53902" y="290087"/>
                  </a:lnTo>
                  <a:lnTo>
                    <a:pt x="57856" y="293615"/>
                  </a:lnTo>
                  <a:lnTo>
                    <a:pt x="61920" y="297017"/>
                  </a:lnTo>
                  <a:lnTo>
                    <a:pt x="66090" y="300287"/>
                  </a:lnTo>
                  <a:lnTo>
                    <a:pt x="70361" y="303424"/>
                  </a:lnTo>
                  <a:lnTo>
                    <a:pt x="74730" y="306424"/>
                  </a:lnTo>
                  <a:lnTo>
                    <a:pt x="79191" y="309284"/>
                  </a:lnTo>
                  <a:lnTo>
                    <a:pt x="83741" y="312001"/>
                  </a:lnTo>
                  <a:lnTo>
                    <a:pt x="88375" y="314573"/>
                  </a:lnTo>
                  <a:lnTo>
                    <a:pt x="93088" y="316996"/>
                  </a:lnTo>
                  <a:lnTo>
                    <a:pt x="97875" y="319269"/>
                  </a:lnTo>
                  <a:lnTo>
                    <a:pt x="102732" y="321389"/>
                  </a:lnTo>
                  <a:lnTo>
                    <a:pt x="107654" y="323354"/>
                  </a:lnTo>
                  <a:lnTo>
                    <a:pt x="112635" y="325162"/>
                  </a:lnTo>
                  <a:lnTo>
                    <a:pt x="117671" y="326811"/>
                  </a:lnTo>
                  <a:lnTo>
                    <a:pt x="122758" y="328300"/>
                  </a:lnTo>
                  <a:lnTo>
                    <a:pt x="127888" y="329626"/>
                  </a:lnTo>
                  <a:lnTo>
                    <a:pt x="133058" y="330790"/>
                  </a:lnTo>
                  <a:lnTo>
                    <a:pt x="138263" y="331789"/>
                  </a:lnTo>
                  <a:lnTo>
                    <a:pt x="143496" y="332622"/>
                  </a:lnTo>
                  <a:lnTo>
                    <a:pt x="148754" y="333289"/>
                  </a:lnTo>
                  <a:lnTo>
                    <a:pt x="154030" y="333789"/>
                  </a:lnTo>
                  <a:lnTo>
                    <a:pt x="159319" y="334122"/>
                  </a:lnTo>
                  <a:lnTo>
                    <a:pt x="164615" y="334287"/>
                  </a:lnTo>
                  <a:lnTo>
                    <a:pt x="169915" y="334284"/>
                  </a:lnTo>
                  <a:lnTo>
                    <a:pt x="175212" y="334113"/>
                  </a:lnTo>
                  <a:lnTo>
                    <a:pt x="180500" y="333774"/>
                  </a:lnTo>
                  <a:lnTo>
                    <a:pt x="185775" y="333267"/>
                  </a:lnTo>
                  <a:lnTo>
                    <a:pt x="191032" y="332594"/>
                  </a:lnTo>
                  <a:lnTo>
                    <a:pt x="196264" y="331755"/>
                  </a:lnTo>
                  <a:lnTo>
                    <a:pt x="201468" y="330750"/>
                  </a:lnTo>
                  <a:lnTo>
                    <a:pt x="206636" y="329580"/>
                  </a:lnTo>
                  <a:lnTo>
                    <a:pt x="211766" y="328247"/>
                  </a:lnTo>
                  <a:lnTo>
                    <a:pt x="216850" y="326753"/>
                  </a:lnTo>
                  <a:lnTo>
                    <a:pt x="221884" y="325098"/>
                  </a:lnTo>
                  <a:lnTo>
                    <a:pt x="226864" y="323284"/>
                  </a:lnTo>
                  <a:lnTo>
                    <a:pt x="231783" y="321313"/>
                  </a:lnTo>
                  <a:lnTo>
                    <a:pt x="236638" y="319187"/>
                  </a:lnTo>
                  <a:lnTo>
                    <a:pt x="241422" y="316909"/>
                  </a:lnTo>
                  <a:lnTo>
                    <a:pt x="246132" y="314480"/>
                  </a:lnTo>
                  <a:lnTo>
                    <a:pt x="250763" y="311903"/>
                  </a:lnTo>
                  <a:lnTo>
                    <a:pt x="255310" y="309180"/>
                  </a:lnTo>
                  <a:lnTo>
                    <a:pt x="259768" y="306315"/>
                  </a:lnTo>
                  <a:lnTo>
                    <a:pt x="264133" y="303310"/>
                  </a:lnTo>
                  <a:lnTo>
                    <a:pt x="268400" y="300168"/>
                  </a:lnTo>
                  <a:lnTo>
                    <a:pt x="272566" y="296892"/>
                  </a:lnTo>
                  <a:lnTo>
                    <a:pt x="276626" y="293486"/>
                  </a:lnTo>
                  <a:lnTo>
                    <a:pt x="280576" y="289953"/>
                  </a:lnTo>
                  <a:lnTo>
                    <a:pt x="284412" y="286297"/>
                  </a:lnTo>
                  <a:lnTo>
                    <a:pt x="288130" y="282520"/>
                  </a:lnTo>
                  <a:lnTo>
                    <a:pt x="291726" y="278628"/>
                  </a:lnTo>
                  <a:lnTo>
                    <a:pt x="295198" y="274624"/>
                  </a:lnTo>
                  <a:lnTo>
                    <a:pt x="298540" y="270512"/>
                  </a:lnTo>
                  <a:lnTo>
                    <a:pt x="301751" y="266296"/>
                  </a:lnTo>
                  <a:lnTo>
                    <a:pt x="304826" y="261980"/>
                  </a:lnTo>
                  <a:lnTo>
                    <a:pt x="307763" y="257569"/>
                  </a:lnTo>
                  <a:lnTo>
                    <a:pt x="310559" y="253067"/>
                  </a:lnTo>
                  <a:lnTo>
                    <a:pt x="313211" y="248478"/>
                  </a:lnTo>
                  <a:lnTo>
                    <a:pt x="315716" y="243808"/>
                  </a:lnTo>
                  <a:lnTo>
                    <a:pt x="318071" y="239061"/>
                  </a:lnTo>
                  <a:lnTo>
                    <a:pt x="320275" y="234242"/>
                  </a:lnTo>
                  <a:lnTo>
                    <a:pt x="322325" y="229355"/>
                  </a:lnTo>
                  <a:lnTo>
                    <a:pt x="324219" y="224405"/>
                  </a:lnTo>
                  <a:lnTo>
                    <a:pt x="325955" y="219398"/>
                  </a:lnTo>
                  <a:lnTo>
                    <a:pt x="327532" y="214339"/>
                  </a:lnTo>
                  <a:lnTo>
                    <a:pt x="328948" y="209232"/>
                  </a:lnTo>
                  <a:lnTo>
                    <a:pt x="330201" y="204083"/>
                  </a:lnTo>
                  <a:lnTo>
                    <a:pt x="331290" y="198896"/>
                  </a:lnTo>
                  <a:lnTo>
                    <a:pt x="332214" y="193678"/>
                  </a:lnTo>
                  <a:lnTo>
                    <a:pt x="332972" y="188433"/>
                  </a:lnTo>
                  <a:lnTo>
                    <a:pt x="333564" y="183167"/>
                  </a:lnTo>
                  <a:lnTo>
                    <a:pt x="333988" y="177885"/>
                  </a:lnTo>
                  <a:lnTo>
                    <a:pt x="334245" y="172591"/>
                  </a:lnTo>
                  <a:lnTo>
                    <a:pt x="334334" y="167293"/>
                  </a:lnTo>
                  <a:lnTo>
                    <a:pt x="334255" y="161994"/>
                  </a:lnTo>
                  <a:lnTo>
                    <a:pt x="334008" y="156700"/>
                  </a:lnTo>
                  <a:lnTo>
                    <a:pt x="333593" y="151417"/>
                  </a:lnTo>
                  <a:lnTo>
                    <a:pt x="333011" y="146149"/>
                  </a:lnTo>
                  <a:lnTo>
                    <a:pt x="332262" y="140903"/>
                  </a:lnTo>
                  <a:lnTo>
                    <a:pt x="331348" y="135683"/>
                  </a:lnTo>
                  <a:lnTo>
                    <a:pt x="330268" y="130495"/>
                  </a:lnTo>
                  <a:lnTo>
                    <a:pt x="329025" y="125343"/>
                  </a:lnTo>
                  <a:lnTo>
                    <a:pt x="327619" y="120234"/>
                  </a:lnTo>
                  <a:lnTo>
                    <a:pt x="326051" y="115172"/>
                  </a:lnTo>
                  <a:lnTo>
                    <a:pt x="324324" y="110161"/>
                  </a:lnTo>
                  <a:lnTo>
                    <a:pt x="322439" y="105209"/>
                  </a:lnTo>
                  <a:lnTo>
                    <a:pt x="320398" y="100318"/>
                  </a:lnTo>
                  <a:lnTo>
                    <a:pt x="318203" y="95494"/>
                  </a:lnTo>
                  <a:lnTo>
                    <a:pt x="315856" y="90743"/>
                  </a:lnTo>
                  <a:lnTo>
                    <a:pt x="313360" y="86068"/>
                  </a:lnTo>
                  <a:lnTo>
                    <a:pt x="310717" y="81475"/>
                  </a:lnTo>
                  <a:lnTo>
                    <a:pt x="307929" y="76968"/>
                  </a:lnTo>
                  <a:lnTo>
                    <a:pt x="305000" y="72551"/>
                  </a:lnTo>
                  <a:lnTo>
                    <a:pt x="301933" y="68230"/>
                  </a:lnTo>
                  <a:lnTo>
                    <a:pt x="298730" y="64008"/>
                  </a:lnTo>
                  <a:lnTo>
                    <a:pt x="295395" y="59889"/>
                  </a:lnTo>
                  <a:lnTo>
                    <a:pt x="291931" y="55879"/>
                  </a:lnTo>
                  <a:lnTo>
                    <a:pt x="288342" y="51980"/>
                  </a:lnTo>
                  <a:lnTo>
                    <a:pt x="284630" y="48197"/>
                  </a:lnTo>
                  <a:lnTo>
                    <a:pt x="280801" y="44533"/>
                  </a:lnTo>
                  <a:lnTo>
                    <a:pt x="276858" y="40993"/>
                  </a:lnTo>
                  <a:lnTo>
                    <a:pt x="272804" y="37580"/>
                  </a:lnTo>
                  <a:lnTo>
                    <a:pt x="268644" y="34296"/>
                  </a:lnTo>
                  <a:lnTo>
                    <a:pt x="264383" y="31146"/>
                  </a:lnTo>
                  <a:lnTo>
                    <a:pt x="260023" y="28133"/>
                  </a:lnTo>
                  <a:lnTo>
                    <a:pt x="255570" y="25260"/>
                  </a:lnTo>
                  <a:lnTo>
                    <a:pt x="251029" y="22529"/>
                  </a:lnTo>
                  <a:lnTo>
                    <a:pt x="246403" y="19943"/>
                  </a:lnTo>
                  <a:lnTo>
                    <a:pt x="241697" y="17506"/>
                  </a:lnTo>
                  <a:lnTo>
                    <a:pt x="236917" y="15218"/>
                  </a:lnTo>
                  <a:lnTo>
                    <a:pt x="232066" y="13084"/>
                  </a:lnTo>
                  <a:lnTo>
                    <a:pt x="227150" y="11104"/>
                  </a:lnTo>
                  <a:lnTo>
                    <a:pt x="222174" y="9281"/>
                  </a:lnTo>
                  <a:lnTo>
                    <a:pt x="217143" y="7617"/>
                  </a:lnTo>
                  <a:lnTo>
                    <a:pt x="212062" y="6113"/>
                  </a:lnTo>
                  <a:lnTo>
                    <a:pt x="206935" y="4771"/>
                  </a:lnTo>
                  <a:lnTo>
                    <a:pt x="201768" y="3592"/>
                  </a:lnTo>
                  <a:lnTo>
                    <a:pt x="196567" y="2577"/>
                  </a:lnTo>
                  <a:lnTo>
                    <a:pt x="191336" y="1728"/>
                  </a:lnTo>
                  <a:lnTo>
                    <a:pt x="186081" y="1045"/>
                  </a:lnTo>
                  <a:lnTo>
                    <a:pt x="180806" y="529"/>
                  </a:lnTo>
                  <a:lnTo>
                    <a:pt x="175518" y="180"/>
                  </a:lnTo>
                  <a:lnTo>
                    <a:pt x="170222" y="0"/>
                  </a:lnTo>
                  <a:lnTo>
                    <a:pt x="167167" y="1671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3055" cy="167167"/>
            </a:xfrm>
            <a:custGeom>
              <a:avLst/>
              <a:pathLst>
                <a:path w="3055" h="167167">
                  <a:moveTo>
                    <a:pt x="3055" y="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4115" y="2633064"/>
              <a:ext cx="34896" cy="167167"/>
            </a:xfrm>
            <a:custGeom>
              <a:avLst/>
              <a:pathLst>
                <a:path w="34896" h="167167">
                  <a:moveTo>
                    <a:pt x="34896" y="0"/>
                  </a:moveTo>
                  <a:lnTo>
                    <a:pt x="27867" y="147"/>
                  </a:lnTo>
                  <a:lnTo>
                    <a:pt x="20850" y="591"/>
                  </a:lnTo>
                  <a:lnTo>
                    <a:pt x="13859" y="1328"/>
                  </a:lnTo>
                  <a:lnTo>
                    <a:pt x="6904" y="2360"/>
                  </a:lnTo>
                  <a:lnTo>
                    <a:pt x="0" y="3682"/>
                  </a:lnTo>
                  <a:lnTo>
                    <a:pt x="3489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4115" y="2636747"/>
              <a:ext cx="34896" cy="163484"/>
            </a:xfrm>
            <a:custGeom>
              <a:avLst/>
              <a:pathLst>
                <a:path w="34896" h="163484">
                  <a:moveTo>
                    <a:pt x="0" y="0"/>
                  </a:moveTo>
                  <a:lnTo>
                    <a:pt x="34896" y="1634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44" y="2636747"/>
              <a:ext cx="334332" cy="330635"/>
            </a:xfrm>
            <a:custGeom>
              <a:avLst/>
              <a:pathLst>
                <a:path w="334332" h="330635">
                  <a:moveTo>
                    <a:pt x="132270" y="0"/>
                  </a:moveTo>
                  <a:lnTo>
                    <a:pt x="127111" y="1187"/>
                  </a:lnTo>
                  <a:lnTo>
                    <a:pt x="121992" y="2536"/>
                  </a:lnTo>
                  <a:lnTo>
                    <a:pt x="116918" y="4048"/>
                  </a:lnTo>
                  <a:lnTo>
                    <a:pt x="111894" y="5719"/>
                  </a:lnTo>
                  <a:lnTo>
                    <a:pt x="106926" y="7548"/>
                  </a:lnTo>
                  <a:lnTo>
                    <a:pt x="102018" y="9534"/>
                  </a:lnTo>
                  <a:lnTo>
                    <a:pt x="97176" y="11674"/>
                  </a:lnTo>
                  <a:lnTo>
                    <a:pt x="92404" y="13967"/>
                  </a:lnTo>
                  <a:lnTo>
                    <a:pt x="87707" y="16409"/>
                  </a:lnTo>
                  <a:lnTo>
                    <a:pt x="83089" y="18999"/>
                  </a:lnTo>
                  <a:lnTo>
                    <a:pt x="78556" y="21734"/>
                  </a:lnTo>
                  <a:lnTo>
                    <a:pt x="74112" y="24611"/>
                  </a:lnTo>
                  <a:lnTo>
                    <a:pt x="69761" y="27627"/>
                  </a:lnTo>
                  <a:lnTo>
                    <a:pt x="65508" y="30780"/>
                  </a:lnTo>
                  <a:lnTo>
                    <a:pt x="61356" y="34066"/>
                  </a:lnTo>
                  <a:lnTo>
                    <a:pt x="57311" y="37481"/>
                  </a:lnTo>
                  <a:lnTo>
                    <a:pt x="53376" y="41023"/>
                  </a:lnTo>
                  <a:lnTo>
                    <a:pt x="49555" y="44688"/>
                  </a:lnTo>
                  <a:lnTo>
                    <a:pt x="45852" y="48472"/>
                  </a:lnTo>
                  <a:lnTo>
                    <a:pt x="42271" y="52371"/>
                  </a:lnTo>
                  <a:lnTo>
                    <a:pt x="38815" y="56382"/>
                  </a:lnTo>
                  <a:lnTo>
                    <a:pt x="35488" y="60500"/>
                  </a:lnTo>
                  <a:lnTo>
                    <a:pt x="32293" y="64721"/>
                  </a:lnTo>
                  <a:lnTo>
                    <a:pt x="29233" y="69042"/>
                  </a:lnTo>
                  <a:lnTo>
                    <a:pt x="26312" y="73457"/>
                  </a:lnTo>
                  <a:lnTo>
                    <a:pt x="23532" y="77963"/>
                  </a:lnTo>
                  <a:lnTo>
                    <a:pt x="20896" y="82554"/>
                  </a:lnTo>
                  <a:lnTo>
                    <a:pt x="18406" y="87226"/>
                  </a:lnTo>
                  <a:lnTo>
                    <a:pt x="16066" y="91975"/>
                  </a:lnTo>
                  <a:lnTo>
                    <a:pt x="13877" y="96796"/>
                  </a:lnTo>
                  <a:lnTo>
                    <a:pt x="11842" y="101684"/>
                  </a:lnTo>
                  <a:lnTo>
                    <a:pt x="9963" y="106633"/>
                  </a:lnTo>
                  <a:lnTo>
                    <a:pt x="8242" y="111640"/>
                  </a:lnTo>
                  <a:lnTo>
                    <a:pt x="6680" y="116698"/>
                  </a:lnTo>
                  <a:lnTo>
                    <a:pt x="5279" y="121804"/>
                  </a:lnTo>
                  <a:lnTo>
                    <a:pt x="4040" y="126951"/>
                  </a:lnTo>
                  <a:lnTo>
                    <a:pt x="2965" y="132135"/>
                  </a:lnTo>
                  <a:lnTo>
                    <a:pt x="2055" y="137350"/>
                  </a:lnTo>
                  <a:lnTo>
                    <a:pt x="1310" y="142592"/>
                  </a:lnTo>
                  <a:lnTo>
                    <a:pt x="732" y="147855"/>
                  </a:lnTo>
                  <a:lnTo>
                    <a:pt x="320" y="153133"/>
                  </a:lnTo>
                  <a:lnTo>
                    <a:pt x="76" y="158421"/>
                  </a:lnTo>
                  <a:lnTo>
                    <a:pt x="0" y="163715"/>
                  </a:lnTo>
                  <a:lnTo>
                    <a:pt x="91" y="169009"/>
                  </a:lnTo>
                  <a:lnTo>
                    <a:pt x="349" y="174296"/>
                  </a:lnTo>
                  <a:lnTo>
                    <a:pt x="775" y="179573"/>
                  </a:lnTo>
                  <a:lnTo>
                    <a:pt x="1368" y="184834"/>
                  </a:lnTo>
                  <a:lnTo>
                    <a:pt x="2128" y="190074"/>
                  </a:lnTo>
                  <a:lnTo>
                    <a:pt x="3052" y="195287"/>
                  </a:lnTo>
                  <a:lnTo>
                    <a:pt x="4142" y="200468"/>
                  </a:lnTo>
                  <a:lnTo>
                    <a:pt x="5395" y="205612"/>
                  </a:lnTo>
                  <a:lnTo>
                    <a:pt x="6810" y="210713"/>
                  </a:lnTo>
                  <a:lnTo>
                    <a:pt x="8386" y="215767"/>
                  </a:lnTo>
                  <a:lnTo>
                    <a:pt x="10121" y="220769"/>
                  </a:lnTo>
                  <a:lnTo>
                    <a:pt x="12014" y="225714"/>
                  </a:lnTo>
                  <a:lnTo>
                    <a:pt x="14062" y="230596"/>
                  </a:lnTo>
                  <a:lnTo>
                    <a:pt x="16264" y="235410"/>
                  </a:lnTo>
                  <a:lnTo>
                    <a:pt x="18617" y="240153"/>
                  </a:lnTo>
                  <a:lnTo>
                    <a:pt x="21120" y="244818"/>
                  </a:lnTo>
                  <a:lnTo>
                    <a:pt x="23769" y="249402"/>
                  </a:lnTo>
                  <a:lnTo>
                    <a:pt x="26561" y="253900"/>
                  </a:lnTo>
                  <a:lnTo>
                    <a:pt x="29495" y="258307"/>
                  </a:lnTo>
                  <a:lnTo>
                    <a:pt x="32567" y="262619"/>
                  </a:lnTo>
                  <a:lnTo>
                    <a:pt x="35773" y="266832"/>
                  </a:lnTo>
                  <a:lnTo>
                    <a:pt x="39112" y="270941"/>
                  </a:lnTo>
                  <a:lnTo>
                    <a:pt x="42579" y="274942"/>
                  </a:lnTo>
                  <a:lnTo>
                    <a:pt x="46171" y="278831"/>
                  </a:lnTo>
                  <a:lnTo>
                    <a:pt x="49884" y="282605"/>
                  </a:lnTo>
                  <a:lnTo>
                    <a:pt x="53715" y="286259"/>
                  </a:lnTo>
                  <a:lnTo>
                    <a:pt x="57660" y="289790"/>
                  </a:lnTo>
                  <a:lnTo>
                    <a:pt x="61714" y="293194"/>
                  </a:lnTo>
                  <a:lnTo>
                    <a:pt x="65875" y="296468"/>
                  </a:lnTo>
                  <a:lnTo>
                    <a:pt x="70137" y="299609"/>
                  </a:lnTo>
                  <a:lnTo>
                    <a:pt x="74496" y="302614"/>
                  </a:lnTo>
                  <a:lnTo>
                    <a:pt x="78948" y="305478"/>
                  </a:lnTo>
                  <a:lnTo>
                    <a:pt x="83489" y="308201"/>
                  </a:lnTo>
                  <a:lnTo>
                    <a:pt x="88113" y="310778"/>
                  </a:lnTo>
                  <a:lnTo>
                    <a:pt x="92817" y="313207"/>
                  </a:lnTo>
                  <a:lnTo>
                    <a:pt x="97596" y="315487"/>
                  </a:lnTo>
                  <a:lnTo>
                    <a:pt x="102444" y="317614"/>
                  </a:lnTo>
                  <a:lnTo>
                    <a:pt x="107357" y="319586"/>
                  </a:lnTo>
                  <a:lnTo>
                    <a:pt x="112330" y="321401"/>
                  </a:lnTo>
                  <a:lnTo>
                    <a:pt x="117359" y="323059"/>
                  </a:lnTo>
                  <a:lnTo>
                    <a:pt x="122437" y="324556"/>
                  </a:lnTo>
                  <a:lnTo>
                    <a:pt x="127560" y="325892"/>
                  </a:lnTo>
                  <a:lnTo>
                    <a:pt x="132722" y="327064"/>
                  </a:lnTo>
                  <a:lnTo>
                    <a:pt x="137920" y="328073"/>
                  </a:lnTo>
                  <a:lnTo>
                    <a:pt x="143146" y="328917"/>
                  </a:lnTo>
                  <a:lnTo>
                    <a:pt x="148397" y="329594"/>
                  </a:lnTo>
                  <a:lnTo>
                    <a:pt x="153666" y="330105"/>
                  </a:lnTo>
                  <a:lnTo>
                    <a:pt x="158949" y="330449"/>
                  </a:lnTo>
                  <a:lnTo>
                    <a:pt x="164241" y="330626"/>
                  </a:lnTo>
                  <a:lnTo>
                    <a:pt x="169535" y="330635"/>
                  </a:lnTo>
                  <a:lnTo>
                    <a:pt x="174827" y="330476"/>
                  </a:lnTo>
                  <a:lnTo>
                    <a:pt x="180111" y="330150"/>
                  </a:lnTo>
                  <a:lnTo>
                    <a:pt x="185382" y="329656"/>
                  </a:lnTo>
                  <a:lnTo>
                    <a:pt x="190635" y="328996"/>
                  </a:lnTo>
                  <a:lnTo>
                    <a:pt x="195865" y="328170"/>
                  </a:lnTo>
                  <a:lnTo>
                    <a:pt x="201065" y="327178"/>
                  </a:lnTo>
                  <a:lnTo>
                    <a:pt x="206232" y="326023"/>
                  </a:lnTo>
                  <a:lnTo>
                    <a:pt x="211359" y="324704"/>
                  </a:lnTo>
                  <a:lnTo>
                    <a:pt x="216442" y="323224"/>
                  </a:lnTo>
                  <a:lnTo>
                    <a:pt x="221476" y="321584"/>
                  </a:lnTo>
                  <a:lnTo>
                    <a:pt x="226455" y="319785"/>
                  </a:lnTo>
                  <a:lnTo>
                    <a:pt x="231375" y="317829"/>
                  </a:lnTo>
                  <a:lnTo>
                    <a:pt x="236230" y="315718"/>
                  </a:lnTo>
                  <a:lnTo>
                    <a:pt x="241016" y="313455"/>
                  </a:lnTo>
                  <a:lnTo>
                    <a:pt x="245728" y="311041"/>
                  </a:lnTo>
                  <a:lnTo>
                    <a:pt x="250361" y="308479"/>
                  </a:lnTo>
                  <a:lnTo>
                    <a:pt x="254911" y="305772"/>
                  </a:lnTo>
                  <a:lnTo>
                    <a:pt x="259373" y="302922"/>
                  </a:lnTo>
                  <a:lnTo>
                    <a:pt x="263742" y="299932"/>
                  </a:lnTo>
                  <a:lnTo>
                    <a:pt x="268015" y="296806"/>
                  </a:lnTo>
                  <a:lnTo>
                    <a:pt x="272186" y="293545"/>
                  </a:lnTo>
                  <a:lnTo>
                    <a:pt x="276252" y="290155"/>
                  </a:lnTo>
                  <a:lnTo>
                    <a:pt x="280208" y="286637"/>
                  </a:lnTo>
                  <a:lnTo>
                    <a:pt x="284051" y="282995"/>
                  </a:lnTo>
                  <a:lnTo>
                    <a:pt x="287777" y="279234"/>
                  </a:lnTo>
                  <a:lnTo>
                    <a:pt x="291382" y="275357"/>
                  </a:lnTo>
                  <a:lnTo>
                    <a:pt x="294862" y="271367"/>
                  </a:lnTo>
                  <a:lnTo>
                    <a:pt x="298215" y="267269"/>
                  </a:lnTo>
                  <a:lnTo>
                    <a:pt x="301435" y="263068"/>
                  </a:lnTo>
                  <a:lnTo>
                    <a:pt x="304522" y="258766"/>
                  </a:lnTo>
                  <a:lnTo>
                    <a:pt x="307470" y="254369"/>
                  </a:lnTo>
                  <a:lnTo>
                    <a:pt x="310277" y="249880"/>
                  </a:lnTo>
                  <a:lnTo>
                    <a:pt x="312942" y="245305"/>
                  </a:lnTo>
                  <a:lnTo>
                    <a:pt x="315459" y="240648"/>
                  </a:lnTo>
                  <a:lnTo>
                    <a:pt x="317829" y="235913"/>
                  </a:lnTo>
                  <a:lnTo>
                    <a:pt x="320047" y="231106"/>
                  </a:lnTo>
                  <a:lnTo>
                    <a:pt x="322111" y="226231"/>
                  </a:lnTo>
                  <a:lnTo>
                    <a:pt x="324020" y="221293"/>
                  </a:lnTo>
                  <a:lnTo>
                    <a:pt x="325772" y="216297"/>
                  </a:lnTo>
                  <a:lnTo>
                    <a:pt x="327365" y="211248"/>
                  </a:lnTo>
                  <a:lnTo>
                    <a:pt x="328797" y="206151"/>
                  </a:lnTo>
                  <a:lnTo>
                    <a:pt x="330067" y="201012"/>
                  </a:lnTo>
                  <a:lnTo>
                    <a:pt x="331174" y="195834"/>
                  </a:lnTo>
                  <a:lnTo>
                    <a:pt x="332116" y="190625"/>
                  </a:lnTo>
                  <a:lnTo>
                    <a:pt x="332893" y="185388"/>
                  </a:lnTo>
                  <a:lnTo>
                    <a:pt x="333504" y="180129"/>
                  </a:lnTo>
                  <a:lnTo>
                    <a:pt x="333947" y="174853"/>
                  </a:lnTo>
                  <a:lnTo>
                    <a:pt x="334224" y="169566"/>
                  </a:lnTo>
                  <a:lnTo>
                    <a:pt x="334332" y="164273"/>
                  </a:lnTo>
                  <a:lnTo>
                    <a:pt x="334274" y="158979"/>
                  </a:lnTo>
                  <a:lnTo>
                    <a:pt x="334047" y="153690"/>
                  </a:lnTo>
                  <a:lnTo>
                    <a:pt x="333653" y="148410"/>
                  </a:lnTo>
                  <a:lnTo>
                    <a:pt x="333092" y="143145"/>
                  </a:lnTo>
                  <a:lnTo>
                    <a:pt x="332365" y="137901"/>
                  </a:lnTo>
                  <a:lnTo>
                    <a:pt x="331472" y="132683"/>
                  </a:lnTo>
                  <a:lnTo>
                    <a:pt x="330414" y="127496"/>
                  </a:lnTo>
                  <a:lnTo>
                    <a:pt x="329193" y="122344"/>
                  </a:lnTo>
                  <a:lnTo>
                    <a:pt x="327809" y="117234"/>
                  </a:lnTo>
                  <a:lnTo>
                    <a:pt x="326264" y="112170"/>
                  </a:lnTo>
                  <a:lnTo>
                    <a:pt x="324559" y="107158"/>
                  </a:lnTo>
                  <a:lnTo>
                    <a:pt x="322696" y="102202"/>
                  </a:lnTo>
                  <a:lnTo>
                    <a:pt x="320678" y="97308"/>
                  </a:lnTo>
                  <a:lnTo>
                    <a:pt x="318505" y="92480"/>
                  </a:lnTo>
                  <a:lnTo>
                    <a:pt x="316181" y="87723"/>
                  </a:lnTo>
                  <a:lnTo>
                    <a:pt x="313707" y="83042"/>
                  </a:lnTo>
                  <a:lnTo>
                    <a:pt x="311086" y="78442"/>
                  </a:lnTo>
                  <a:lnTo>
                    <a:pt x="308321" y="73928"/>
                  </a:lnTo>
                  <a:lnTo>
                    <a:pt x="305415" y="69503"/>
                  </a:lnTo>
                  <a:lnTo>
                    <a:pt x="302369" y="65172"/>
                  </a:lnTo>
                  <a:lnTo>
                    <a:pt x="299188" y="60940"/>
                  </a:lnTo>
                  <a:lnTo>
                    <a:pt x="295875" y="56811"/>
                  </a:lnTo>
                  <a:lnTo>
                    <a:pt x="292432" y="52789"/>
                  </a:lnTo>
                  <a:lnTo>
                    <a:pt x="288864" y="48877"/>
                  </a:lnTo>
                  <a:lnTo>
                    <a:pt x="285174" y="45081"/>
                  </a:lnTo>
                  <a:lnTo>
                    <a:pt x="281365" y="41404"/>
                  </a:lnTo>
                  <a:lnTo>
                    <a:pt x="277442" y="37849"/>
                  </a:lnTo>
                  <a:lnTo>
                    <a:pt x="273409" y="34420"/>
                  </a:lnTo>
                  <a:lnTo>
                    <a:pt x="269268" y="31120"/>
                  </a:lnTo>
                  <a:lnTo>
                    <a:pt x="265026" y="27953"/>
                  </a:lnTo>
                  <a:lnTo>
                    <a:pt x="260685" y="24922"/>
                  </a:lnTo>
                  <a:lnTo>
                    <a:pt x="256250" y="22030"/>
                  </a:lnTo>
                  <a:lnTo>
                    <a:pt x="251726" y="19280"/>
                  </a:lnTo>
                  <a:lnTo>
                    <a:pt x="247117" y="16675"/>
                  </a:lnTo>
                  <a:lnTo>
                    <a:pt x="242428" y="14217"/>
                  </a:lnTo>
                  <a:lnTo>
                    <a:pt x="237664" y="11909"/>
                  </a:lnTo>
                  <a:lnTo>
                    <a:pt x="167167" y="1634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70497" cy="167167"/>
            </a:xfrm>
            <a:custGeom>
              <a:avLst/>
              <a:pathLst>
                <a:path w="70497" h="167167">
                  <a:moveTo>
                    <a:pt x="70497" y="15591"/>
                  </a:moveTo>
                  <a:lnTo>
                    <a:pt x="64952" y="13134"/>
                  </a:lnTo>
                  <a:lnTo>
                    <a:pt x="59323" y="10880"/>
                  </a:lnTo>
                  <a:lnTo>
                    <a:pt x="53615" y="8831"/>
                  </a:lnTo>
                  <a:lnTo>
                    <a:pt x="47837" y="6990"/>
                  </a:lnTo>
                  <a:lnTo>
                    <a:pt x="41996" y="5361"/>
                  </a:lnTo>
                  <a:lnTo>
                    <a:pt x="36100" y="3944"/>
                  </a:lnTo>
                  <a:lnTo>
                    <a:pt x="30156" y="2742"/>
                  </a:lnTo>
                  <a:lnTo>
                    <a:pt x="24172" y="1756"/>
                  </a:lnTo>
                  <a:lnTo>
                    <a:pt x="18157" y="989"/>
                  </a:lnTo>
                  <a:lnTo>
                    <a:pt x="12118" y="439"/>
                  </a:lnTo>
                  <a:lnTo>
                    <a:pt x="6063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607" y="2126963"/>
              <a:ext cx="6864" cy="167167"/>
            </a:xfrm>
            <a:custGeom>
              <a:avLst/>
              <a:pathLst>
                <a:path w="6864" h="167167">
                  <a:moveTo>
                    <a:pt x="6864" y="0"/>
                  </a:moveTo>
                  <a:lnTo>
                    <a:pt x="0" y="141"/>
                  </a:lnTo>
                  <a:lnTo>
                    <a:pt x="686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12" y="2127104"/>
              <a:ext cx="330788" cy="334193"/>
            </a:xfrm>
            <a:custGeom>
              <a:avLst/>
              <a:pathLst>
                <a:path w="330788" h="334193">
                  <a:moveTo>
                    <a:pt x="160294" y="0"/>
                  </a:moveTo>
                  <a:lnTo>
                    <a:pt x="155009" y="301"/>
                  </a:lnTo>
                  <a:lnTo>
                    <a:pt x="149736" y="769"/>
                  </a:lnTo>
                  <a:lnTo>
                    <a:pt x="144481" y="1404"/>
                  </a:lnTo>
                  <a:lnTo>
                    <a:pt x="139248" y="2205"/>
                  </a:lnTo>
                  <a:lnTo>
                    <a:pt x="134044" y="3171"/>
                  </a:lnTo>
                  <a:lnTo>
                    <a:pt x="128872" y="4302"/>
                  </a:lnTo>
                  <a:lnTo>
                    <a:pt x="123739" y="5596"/>
                  </a:lnTo>
                  <a:lnTo>
                    <a:pt x="118650" y="7052"/>
                  </a:lnTo>
                  <a:lnTo>
                    <a:pt x="113609" y="8668"/>
                  </a:lnTo>
                  <a:lnTo>
                    <a:pt x="108621" y="10443"/>
                  </a:lnTo>
                  <a:lnTo>
                    <a:pt x="103693" y="12375"/>
                  </a:lnTo>
                  <a:lnTo>
                    <a:pt x="98828" y="14462"/>
                  </a:lnTo>
                  <a:lnTo>
                    <a:pt x="94032" y="16702"/>
                  </a:lnTo>
                  <a:lnTo>
                    <a:pt x="89309" y="19093"/>
                  </a:lnTo>
                  <a:lnTo>
                    <a:pt x="84664" y="21632"/>
                  </a:lnTo>
                  <a:lnTo>
                    <a:pt x="80102" y="24317"/>
                  </a:lnTo>
                  <a:lnTo>
                    <a:pt x="75627" y="27145"/>
                  </a:lnTo>
                  <a:lnTo>
                    <a:pt x="71244" y="30113"/>
                  </a:lnTo>
                  <a:lnTo>
                    <a:pt x="66957" y="33219"/>
                  </a:lnTo>
                  <a:lnTo>
                    <a:pt x="62770" y="36458"/>
                  </a:lnTo>
                  <a:lnTo>
                    <a:pt x="58688" y="39829"/>
                  </a:lnTo>
                  <a:lnTo>
                    <a:pt x="54715" y="43327"/>
                  </a:lnTo>
                  <a:lnTo>
                    <a:pt x="50855" y="46950"/>
                  </a:lnTo>
                  <a:lnTo>
                    <a:pt x="47111" y="50692"/>
                  </a:lnTo>
                  <a:lnTo>
                    <a:pt x="43488" y="54552"/>
                  </a:lnTo>
                  <a:lnTo>
                    <a:pt x="39989" y="58524"/>
                  </a:lnTo>
                  <a:lnTo>
                    <a:pt x="36617" y="62605"/>
                  </a:lnTo>
                  <a:lnTo>
                    <a:pt x="33376" y="66790"/>
                  </a:lnTo>
                  <a:lnTo>
                    <a:pt x="30270" y="71077"/>
                  </a:lnTo>
                  <a:lnTo>
                    <a:pt x="27300" y="75459"/>
                  </a:lnTo>
                  <a:lnTo>
                    <a:pt x="24471" y="79933"/>
                  </a:lnTo>
                  <a:lnTo>
                    <a:pt x="21785" y="84495"/>
                  </a:lnTo>
                  <a:lnTo>
                    <a:pt x="19245" y="89139"/>
                  </a:lnTo>
                  <a:lnTo>
                    <a:pt x="16853" y="93862"/>
                  </a:lnTo>
                  <a:lnTo>
                    <a:pt x="14612" y="98657"/>
                  </a:lnTo>
                  <a:lnTo>
                    <a:pt x="12524" y="103522"/>
                  </a:lnTo>
                  <a:lnTo>
                    <a:pt x="10590" y="108450"/>
                  </a:lnTo>
                  <a:lnTo>
                    <a:pt x="8814" y="113437"/>
                  </a:lnTo>
                  <a:lnTo>
                    <a:pt x="7197" y="118477"/>
                  </a:lnTo>
                  <a:lnTo>
                    <a:pt x="5740" y="123566"/>
                  </a:lnTo>
                  <a:lnTo>
                    <a:pt x="4445" y="128699"/>
                  </a:lnTo>
                  <a:lnTo>
                    <a:pt x="3313" y="133870"/>
                  </a:lnTo>
                  <a:lnTo>
                    <a:pt x="2345" y="139075"/>
                  </a:lnTo>
                  <a:lnTo>
                    <a:pt x="1543" y="144307"/>
                  </a:lnTo>
                  <a:lnTo>
                    <a:pt x="906" y="149562"/>
                  </a:lnTo>
                  <a:lnTo>
                    <a:pt x="437" y="154835"/>
                  </a:lnTo>
                  <a:lnTo>
                    <a:pt x="134" y="160120"/>
                  </a:lnTo>
                  <a:lnTo>
                    <a:pt x="0" y="165412"/>
                  </a:lnTo>
                  <a:lnTo>
                    <a:pt x="32" y="170706"/>
                  </a:lnTo>
                  <a:lnTo>
                    <a:pt x="233" y="175995"/>
                  </a:lnTo>
                  <a:lnTo>
                    <a:pt x="600" y="181276"/>
                  </a:lnTo>
                  <a:lnTo>
                    <a:pt x="1135" y="186543"/>
                  </a:lnTo>
                  <a:lnTo>
                    <a:pt x="1836" y="191790"/>
                  </a:lnTo>
                  <a:lnTo>
                    <a:pt x="2703" y="197012"/>
                  </a:lnTo>
                  <a:lnTo>
                    <a:pt x="3735" y="202204"/>
                  </a:lnTo>
                  <a:lnTo>
                    <a:pt x="4931" y="207361"/>
                  </a:lnTo>
                  <a:lnTo>
                    <a:pt x="6289" y="212477"/>
                  </a:lnTo>
                  <a:lnTo>
                    <a:pt x="7809" y="217548"/>
                  </a:lnTo>
                  <a:lnTo>
                    <a:pt x="9489" y="222568"/>
                  </a:lnTo>
                  <a:lnTo>
                    <a:pt x="11326" y="227533"/>
                  </a:lnTo>
                  <a:lnTo>
                    <a:pt x="13320" y="232436"/>
                  </a:lnTo>
                  <a:lnTo>
                    <a:pt x="15468" y="237275"/>
                  </a:lnTo>
                  <a:lnTo>
                    <a:pt x="17769" y="242042"/>
                  </a:lnTo>
                  <a:lnTo>
                    <a:pt x="20219" y="246735"/>
                  </a:lnTo>
                  <a:lnTo>
                    <a:pt x="22816" y="251347"/>
                  </a:lnTo>
                  <a:lnTo>
                    <a:pt x="25559" y="255875"/>
                  </a:lnTo>
                  <a:lnTo>
                    <a:pt x="28443" y="260314"/>
                  </a:lnTo>
                  <a:lnTo>
                    <a:pt x="31466" y="264660"/>
                  </a:lnTo>
                  <a:lnTo>
                    <a:pt x="34625" y="268907"/>
                  </a:lnTo>
                  <a:lnTo>
                    <a:pt x="37918" y="273052"/>
                  </a:lnTo>
                  <a:lnTo>
                    <a:pt x="41340" y="277091"/>
                  </a:lnTo>
                  <a:lnTo>
                    <a:pt x="44888" y="281020"/>
                  </a:lnTo>
                  <a:lnTo>
                    <a:pt x="48558" y="284834"/>
                  </a:lnTo>
                  <a:lnTo>
                    <a:pt x="52348" y="288530"/>
                  </a:lnTo>
                  <a:lnTo>
                    <a:pt x="56253" y="292105"/>
                  </a:lnTo>
                  <a:lnTo>
                    <a:pt x="60269" y="295554"/>
                  </a:lnTo>
                  <a:lnTo>
                    <a:pt x="64392" y="298874"/>
                  </a:lnTo>
                  <a:lnTo>
                    <a:pt x="68618" y="302061"/>
                  </a:lnTo>
                  <a:lnTo>
                    <a:pt x="72943" y="305114"/>
                  </a:lnTo>
                  <a:lnTo>
                    <a:pt x="77362" y="308028"/>
                  </a:lnTo>
                  <a:lnTo>
                    <a:pt x="81872" y="310800"/>
                  </a:lnTo>
                  <a:lnTo>
                    <a:pt x="86467" y="313429"/>
                  </a:lnTo>
                  <a:lnTo>
                    <a:pt x="91143" y="315910"/>
                  </a:lnTo>
                  <a:lnTo>
                    <a:pt x="95895" y="318242"/>
                  </a:lnTo>
                  <a:lnTo>
                    <a:pt x="100719" y="320423"/>
                  </a:lnTo>
                  <a:lnTo>
                    <a:pt x="105609" y="322450"/>
                  </a:lnTo>
                  <a:lnTo>
                    <a:pt x="110561" y="324321"/>
                  </a:lnTo>
                  <a:lnTo>
                    <a:pt x="115570" y="326034"/>
                  </a:lnTo>
                  <a:lnTo>
                    <a:pt x="120630" y="327588"/>
                  </a:lnTo>
                  <a:lnTo>
                    <a:pt x="125737" y="328980"/>
                  </a:lnTo>
                  <a:lnTo>
                    <a:pt x="130886" y="330211"/>
                  </a:lnTo>
                  <a:lnTo>
                    <a:pt x="136071" y="331277"/>
                  </a:lnTo>
                  <a:lnTo>
                    <a:pt x="141287" y="332179"/>
                  </a:lnTo>
                  <a:lnTo>
                    <a:pt x="146530" y="332916"/>
                  </a:lnTo>
                  <a:lnTo>
                    <a:pt x="151792" y="333486"/>
                  </a:lnTo>
                  <a:lnTo>
                    <a:pt x="157071" y="333889"/>
                  </a:lnTo>
                  <a:lnTo>
                    <a:pt x="162359" y="334124"/>
                  </a:lnTo>
                  <a:lnTo>
                    <a:pt x="167652" y="334193"/>
                  </a:lnTo>
                  <a:lnTo>
                    <a:pt x="172945" y="334093"/>
                  </a:lnTo>
                  <a:lnTo>
                    <a:pt x="178232" y="333826"/>
                  </a:lnTo>
                  <a:lnTo>
                    <a:pt x="183508" y="333392"/>
                  </a:lnTo>
                  <a:lnTo>
                    <a:pt x="188767" y="332791"/>
                  </a:lnTo>
                  <a:lnTo>
                    <a:pt x="194005" y="332024"/>
                  </a:lnTo>
                  <a:lnTo>
                    <a:pt x="199216" y="331091"/>
                  </a:lnTo>
                  <a:lnTo>
                    <a:pt x="204394" y="329994"/>
                  </a:lnTo>
                  <a:lnTo>
                    <a:pt x="209536" y="328733"/>
                  </a:lnTo>
                  <a:lnTo>
                    <a:pt x="214635" y="327310"/>
                  </a:lnTo>
                  <a:lnTo>
                    <a:pt x="219686" y="325727"/>
                  </a:lnTo>
                  <a:lnTo>
                    <a:pt x="224684" y="323984"/>
                  </a:lnTo>
                  <a:lnTo>
                    <a:pt x="229625" y="322084"/>
                  </a:lnTo>
                  <a:lnTo>
                    <a:pt x="234503" y="320028"/>
                  </a:lnTo>
                  <a:lnTo>
                    <a:pt x="239314" y="317819"/>
                  </a:lnTo>
                  <a:lnTo>
                    <a:pt x="244053" y="315459"/>
                  </a:lnTo>
                  <a:lnTo>
                    <a:pt x="248714" y="312950"/>
                  </a:lnTo>
                  <a:lnTo>
                    <a:pt x="253293" y="310294"/>
                  </a:lnTo>
                  <a:lnTo>
                    <a:pt x="257786" y="307495"/>
                  </a:lnTo>
                  <a:lnTo>
                    <a:pt x="262189" y="304555"/>
                  </a:lnTo>
                  <a:lnTo>
                    <a:pt x="266495" y="301478"/>
                  </a:lnTo>
                  <a:lnTo>
                    <a:pt x="270703" y="298265"/>
                  </a:lnTo>
                  <a:lnTo>
                    <a:pt x="274806" y="294921"/>
                  </a:lnTo>
                  <a:lnTo>
                    <a:pt x="278802" y="291448"/>
                  </a:lnTo>
                  <a:lnTo>
                    <a:pt x="282685" y="287851"/>
                  </a:lnTo>
                  <a:lnTo>
                    <a:pt x="286453" y="284132"/>
                  </a:lnTo>
                  <a:lnTo>
                    <a:pt x="290101" y="280297"/>
                  </a:lnTo>
                  <a:lnTo>
                    <a:pt x="293626" y="276347"/>
                  </a:lnTo>
                  <a:lnTo>
                    <a:pt x="297024" y="272288"/>
                  </a:lnTo>
                  <a:lnTo>
                    <a:pt x="300292" y="268123"/>
                  </a:lnTo>
                  <a:lnTo>
                    <a:pt x="303426" y="263857"/>
                  </a:lnTo>
                  <a:lnTo>
                    <a:pt x="306424" y="259494"/>
                  </a:lnTo>
                  <a:lnTo>
                    <a:pt x="309282" y="255038"/>
                  </a:lnTo>
                  <a:lnTo>
                    <a:pt x="311997" y="250494"/>
                  </a:lnTo>
                  <a:lnTo>
                    <a:pt x="314567" y="245866"/>
                  </a:lnTo>
                  <a:lnTo>
                    <a:pt x="316990" y="241160"/>
                  </a:lnTo>
                  <a:lnTo>
                    <a:pt x="319262" y="236378"/>
                  </a:lnTo>
                  <a:lnTo>
                    <a:pt x="321381" y="231528"/>
                  </a:lnTo>
                  <a:lnTo>
                    <a:pt x="323346" y="226612"/>
                  </a:lnTo>
                  <a:lnTo>
                    <a:pt x="325155" y="221637"/>
                  </a:lnTo>
                  <a:lnTo>
                    <a:pt x="326805" y="216607"/>
                  </a:lnTo>
                  <a:lnTo>
                    <a:pt x="328294" y="211527"/>
                  </a:lnTo>
                  <a:lnTo>
                    <a:pt x="329623" y="206403"/>
                  </a:lnTo>
                  <a:lnTo>
                    <a:pt x="330788" y="201239"/>
                  </a:lnTo>
                  <a:lnTo>
                    <a:pt x="167159" y="167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54" cy="201380"/>
            </a:xfrm>
            <a:custGeom>
              <a:avLst/>
              <a:pathLst>
                <a:path w="167154" h="201380">
                  <a:moveTo>
                    <a:pt x="163628" y="201380"/>
                  </a:moveTo>
                  <a:lnTo>
                    <a:pt x="164648" y="196077"/>
                  </a:lnTo>
                  <a:lnTo>
                    <a:pt x="165496" y="190743"/>
                  </a:lnTo>
                  <a:lnTo>
                    <a:pt x="166171" y="185385"/>
                  </a:lnTo>
                  <a:lnTo>
                    <a:pt x="166673" y="180008"/>
                  </a:lnTo>
                  <a:lnTo>
                    <a:pt x="167001" y="174617"/>
                  </a:lnTo>
                  <a:lnTo>
                    <a:pt x="167154" y="169219"/>
                  </a:lnTo>
                  <a:lnTo>
                    <a:pt x="167133" y="163818"/>
                  </a:lnTo>
                  <a:lnTo>
                    <a:pt x="166938" y="158421"/>
                  </a:lnTo>
                  <a:lnTo>
                    <a:pt x="166568" y="153034"/>
                  </a:lnTo>
                  <a:lnTo>
                    <a:pt x="166025" y="147660"/>
                  </a:lnTo>
                  <a:lnTo>
                    <a:pt x="165308" y="142308"/>
                  </a:lnTo>
                  <a:lnTo>
                    <a:pt x="164419" y="136981"/>
                  </a:lnTo>
                  <a:lnTo>
                    <a:pt x="163358" y="131686"/>
                  </a:lnTo>
                  <a:lnTo>
                    <a:pt x="162127" y="126427"/>
                  </a:lnTo>
                  <a:lnTo>
                    <a:pt x="160726" y="121211"/>
                  </a:lnTo>
                  <a:lnTo>
                    <a:pt x="159158" y="116044"/>
                  </a:lnTo>
                  <a:lnTo>
                    <a:pt x="157423" y="110929"/>
                  </a:lnTo>
                  <a:lnTo>
                    <a:pt x="155525" y="105873"/>
                  </a:lnTo>
                  <a:lnTo>
                    <a:pt x="153464" y="100882"/>
                  </a:lnTo>
                  <a:lnTo>
                    <a:pt x="151242" y="95959"/>
                  </a:lnTo>
                  <a:lnTo>
                    <a:pt x="148863" y="91111"/>
                  </a:lnTo>
                  <a:lnTo>
                    <a:pt x="146329" y="86342"/>
                  </a:lnTo>
                  <a:lnTo>
                    <a:pt x="143642" y="81657"/>
                  </a:lnTo>
                  <a:lnTo>
                    <a:pt x="140805" y="77062"/>
                  </a:lnTo>
                  <a:lnTo>
                    <a:pt x="137821" y="72561"/>
                  </a:lnTo>
                  <a:lnTo>
                    <a:pt x="134693" y="68158"/>
                  </a:lnTo>
                  <a:lnTo>
                    <a:pt x="131424" y="63859"/>
                  </a:lnTo>
                  <a:lnTo>
                    <a:pt x="128019" y="59668"/>
                  </a:lnTo>
                  <a:lnTo>
                    <a:pt x="124479" y="55589"/>
                  </a:lnTo>
                  <a:lnTo>
                    <a:pt x="120810" y="51626"/>
                  </a:lnTo>
                  <a:lnTo>
                    <a:pt x="117015" y="47784"/>
                  </a:lnTo>
                  <a:lnTo>
                    <a:pt x="113098" y="44066"/>
                  </a:lnTo>
                  <a:lnTo>
                    <a:pt x="109062" y="40477"/>
                  </a:lnTo>
                  <a:lnTo>
                    <a:pt x="104913" y="37020"/>
                  </a:lnTo>
                  <a:lnTo>
                    <a:pt x="100654" y="33699"/>
                  </a:lnTo>
                  <a:lnTo>
                    <a:pt x="96290" y="30518"/>
                  </a:lnTo>
                  <a:lnTo>
                    <a:pt x="91826" y="27479"/>
                  </a:lnTo>
                  <a:lnTo>
                    <a:pt x="87266" y="24585"/>
                  </a:lnTo>
                  <a:lnTo>
                    <a:pt x="82615" y="21841"/>
                  </a:lnTo>
                  <a:lnTo>
                    <a:pt x="77877" y="19248"/>
                  </a:lnTo>
                  <a:lnTo>
                    <a:pt x="73059" y="16810"/>
                  </a:lnTo>
                  <a:lnTo>
                    <a:pt x="68164" y="14528"/>
                  </a:lnTo>
                  <a:lnTo>
                    <a:pt x="63197" y="12406"/>
                  </a:lnTo>
                  <a:lnTo>
                    <a:pt x="58165" y="10445"/>
                  </a:lnTo>
                  <a:lnTo>
                    <a:pt x="53073" y="8648"/>
                  </a:lnTo>
                  <a:lnTo>
                    <a:pt x="47924" y="7017"/>
                  </a:lnTo>
                  <a:lnTo>
                    <a:pt x="42726" y="5552"/>
                  </a:lnTo>
                  <a:lnTo>
                    <a:pt x="37484" y="4256"/>
                  </a:lnTo>
                  <a:lnTo>
                    <a:pt x="32202" y="3130"/>
                  </a:lnTo>
                  <a:lnTo>
                    <a:pt x="26886" y="2176"/>
                  </a:lnTo>
                  <a:lnTo>
                    <a:pt x="21543" y="1393"/>
                  </a:lnTo>
                  <a:lnTo>
                    <a:pt x="16176" y="784"/>
                  </a:lnTo>
                  <a:lnTo>
                    <a:pt x="10794" y="348"/>
                  </a:lnTo>
                  <a:lnTo>
                    <a:pt x="539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073" y="1681503"/>
              <a:ext cx="13161" cy="167167"/>
            </a:xfrm>
            <a:custGeom>
              <a:avLst/>
              <a:pathLst>
                <a:path w="13161" h="167167">
                  <a:moveTo>
                    <a:pt x="13161" y="0"/>
                  </a:moveTo>
                  <a:lnTo>
                    <a:pt x="0" y="518"/>
                  </a:lnTo>
                  <a:lnTo>
                    <a:pt x="1316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0073" y="1682022"/>
              <a:ext cx="13161" cy="166648"/>
            </a:xfrm>
            <a:custGeom>
              <a:avLst/>
              <a:pathLst>
                <a:path w="13161" h="166648">
                  <a:moveTo>
                    <a:pt x="0" y="0"/>
                  </a:moveTo>
                  <a:lnTo>
                    <a:pt x="13161" y="1666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7" y="1682022"/>
              <a:ext cx="334334" cy="333796"/>
            </a:xfrm>
            <a:custGeom>
              <a:avLst/>
              <a:pathLst>
                <a:path w="334334" h="333796">
                  <a:moveTo>
                    <a:pt x="154006" y="0"/>
                  </a:moveTo>
                  <a:lnTo>
                    <a:pt x="148723" y="501"/>
                  </a:lnTo>
                  <a:lnTo>
                    <a:pt x="143459" y="1170"/>
                  </a:lnTo>
                  <a:lnTo>
                    <a:pt x="138218" y="2006"/>
                  </a:lnTo>
                  <a:lnTo>
                    <a:pt x="133007" y="3008"/>
                  </a:lnTo>
                  <a:lnTo>
                    <a:pt x="127830" y="4175"/>
                  </a:lnTo>
                  <a:lnTo>
                    <a:pt x="122693" y="5505"/>
                  </a:lnTo>
                  <a:lnTo>
                    <a:pt x="117601" y="6998"/>
                  </a:lnTo>
                  <a:lnTo>
                    <a:pt x="112559" y="8651"/>
                  </a:lnTo>
                  <a:lnTo>
                    <a:pt x="107572" y="10464"/>
                  </a:lnTo>
                  <a:lnTo>
                    <a:pt x="102644" y="12435"/>
                  </a:lnTo>
                  <a:lnTo>
                    <a:pt x="97782" y="14560"/>
                  </a:lnTo>
                  <a:lnTo>
                    <a:pt x="92990" y="16839"/>
                  </a:lnTo>
                  <a:lnTo>
                    <a:pt x="88272" y="19269"/>
                  </a:lnTo>
                  <a:lnTo>
                    <a:pt x="83634" y="21847"/>
                  </a:lnTo>
                  <a:lnTo>
                    <a:pt x="79080" y="24572"/>
                  </a:lnTo>
                  <a:lnTo>
                    <a:pt x="74615" y="27439"/>
                  </a:lnTo>
                  <a:lnTo>
                    <a:pt x="70243" y="30447"/>
                  </a:lnTo>
                  <a:lnTo>
                    <a:pt x="65969" y="33592"/>
                  </a:lnTo>
                  <a:lnTo>
                    <a:pt x="61797" y="36871"/>
                  </a:lnTo>
                  <a:lnTo>
                    <a:pt x="57731" y="40281"/>
                  </a:lnTo>
                  <a:lnTo>
                    <a:pt x="53775" y="43818"/>
                  </a:lnTo>
                  <a:lnTo>
                    <a:pt x="49934" y="47479"/>
                  </a:lnTo>
                  <a:lnTo>
                    <a:pt x="46210" y="51260"/>
                  </a:lnTo>
                  <a:lnTo>
                    <a:pt x="42609" y="55157"/>
                  </a:lnTo>
                  <a:lnTo>
                    <a:pt x="39133" y="59167"/>
                  </a:lnTo>
                  <a:lnTo>
                    <a:pt x="35786" y="63285"/>
                  </a:lnTo>
                  <a:lnTo>
                    <a:pt x="32571" y="67507"/>
                  </a:lnTo>
                  <a:lnTo>
                    <a:pt x="29492" y="71829"/>
                  </a:lnTo>
                  <a:lnTo>
                    <a:pt x="26552" y="76247"/>
                  </a:lnTo>
                  <a:lnTo>
                    <a:pt x="23754" y="80755"/>
                  </a:lnTo>
                  <a:lnTo>
                    <a:pt x="21100" y="85350"/>
                  </a:lnTo>
                  <a:lnTo>
                    <a:pt x="18593" y="90028"/>
                  </a:lnTo>
                  <a:lnTo>
                    <a:pt x="16236" y="94782"/>
                  </a:lnTo>
                  <a:lnTo>
                    <a:pt x="14031" y="99609"/>
                  </a:lnTo>
                  <a:lnTo>
                    <a:pt x="11980" y="104503"/>
                  </a:lnTo>
                  <a:lnTo>
                    <a:pt x="10086" y="109460"/>
                  </a:lnTo>
                  <a:lnTo>
                    <a:pt x="8350" y="114474"/>
                  </a:lnTo>
                  <a:lnTo>
                    <a:pt x="6774" y="119542"/>
                  </a:lnTo>
                  <a:lnTo>
                    <a:pt x="5360" y="124656"/>
                  </a:lnTo>
                  <a:lnTo>
                    <a:pt x="4108" y="129813"/>
                  </a:lnTo>
                  <a:lnTo>
                    <a:pt x="3021" y="135007"/>
                  </a:lnTo>
                  <a:lnTo>
                    <a:pt x="2100" y="140233"/>
                  </a:lnTo>
                  <a:lnTo>
                    <a:pt x="1344" y="145486"/>
                  </a:lnTo>
                  <a:lnTo>
                    <a:pt x="756" y="150760"/>
                  </a:lnTo>
                  <a:lnTo>
                    <a:pt x="336" y="156049"/>
                  </a:lnTo>
                  <a:lnTo>
                    <a:pt x="83" y="161350"/>
                  </a:lnTo>
                  <a:lnTo>
                    <a:pt x="0" y="166656"/>
                  </a:lnTo>
                  <a:lnTo>
                    <a:pt x="84" y="171962"/>
                  </a:lnTo>
                  <a:lnTo>
                    <a:pt x="337" y="177262"/>
                  </a:lnTo>
                  <a:lnTo>
                    <a:pt x="758" y="182552"/>
                  </a:lnTo>
                  <a:lnTo>
                    <a:pt x="1346" y="187826"/>
                  </a:lnTo>
                  <a:lnTo>
                    <a:pt x="2102" y="193078"/>
                  </a:lnTo>
                  <a:lnTo>
                    <a:pt x="3024" y="198304"/>
                  </a:lnTo>
                  <a:lnTo>
                    <a:pt x="4112" y="203498"/>
                  </a:lnTo>
                  <a:lnTo>
                    <a:pt x="5363" y="208655"/>
                  </a:lnTo>
                  <a:lnTo>
                    <a:pt x="6778" y="213770"/>
                  </a:lnTo>
                  <a:lnTo>
                    <a:pt x="8355" y="218837"/>
                  </a:lnTo>
                  <a:lnTo>
                    <a:pt x="10091" y="223851"/>
                  </a:lnTo>
                  <a:lnTo>
                    <a:pt x="11986" y="228808"/>
                  </a:lnTo>
                  <a:lnTo>
                    <a:pt x="14037" y="233702"/>
                  </a:lnTo>
                  <a:lnTo>
                    <a:pt x="16243" y="238528"/>
                  </a:lnTo>
                  <a:lnTo>
                    <a:pt x="18600" y="243283"/>
                  </a:lnTo>
                  <a:lnTo>
                    <a:pt x="21107" y="247959"/>
                  </a:lnTo>
                  <a:lnTo>
                    <a:pt x="23762" y="252554"/>
                  </a:lnTo>
                  <a:lnTo>
                    <a:pt x="26561" y="257063"/>
                  </a:lnTo>
                  <a:lnTo>
                    <a:pt x="29501" y="261480"/>
                  </a:lnTo>
                  <a:lnTo>
                    <a:pt x="32581" y="265802"/>
                  </a:lnTo>
                  <a:lnTo>
                    <a:pt x="35796" y="270024"/>
                  </a:lnTo>
                  <a:lnTo>
                    <a:pt x="39143" y="274141"/>
                  </a:lnTo>
                  <a:lnTo>
                    <a:pt x="42619" y="278151"/>
                  </a:lnTo>
                  <a:lnTo>
                    <a:pt x="46221" y="282048"/>
                  </a:lnTo>
                  <a:lnTo>
                    <a:pt x="49945" y="285828"/>
                  </a:lnTo>
                  <a:lnTo>
                    <a:pt x="53787" y="289489"/>
                  </a:lnTo>
                  <a:lnTo>
                    <a:pt x="57743" y="293026"/>
                  </a:lnTo>
                  <a:lnTo>
                    <a:pt x="61809" y="296435"/>
                  </a:lnTo>
                  <a:lnTo>
                    <a:pt x="65982" y="299714"/>
                  </a:lnTo>
                  <a:lnTo>
                    <a:pt x="70256" y="302858"/>
                  </a:lnTo>
                  <a:lnTo>
                    <a:pt x="74628" y="305866"/>
                  </a:lnTo>
                  <a:lnTo>
                    <a:pt x="79094" y="308733"/>
                  </a:lnTo>
                  <a:lnTo>
                    <a:pt x="83648" y="311457"/>
                  </a:lnTo>
                  <a:lnTo>
                    <a:pt x="88286" y="314034"/>
                  </a:lnTo>
                  <a:lnTo>
                    <a:pt x="93004" y="316464"/>
                  </a:lnTo>
                  <a:lnTo>
                    <a:pt x="97796" y="318742"/>
                  </a:lnTo>
                  <a:lnTo>
                    <a:pt x="102659" y="320868"/>
                  </a:lnTo>
                  <a:lnTo>
                    <a:pt x="107586" y="322837"/>
                  </a:lnTo>
                  <a:lnTo>
                    <a:pt x="112574" y="324650"/>
                  </a:lnTo>
                  <a:lnTo>
                    <a:pt x="117616" y="326303"/>
                  </a:lnTo>
                  <a:lnTo>
                    <a:pt x="122709" y="327795"/>
                  </a:lnTo>
                  <a:lnTo>
                    <a:pt x="127846" y="329125"/>
                  </a:lnTo>
                  <a:lnTo>
                    <a:pt x="133023" y="330291"/>
                  </a:lnTo>
                  <a:lnTo>
                    <a:pt x="138234" y="331293"/>
                  </a:lnTo>
                  <a:lnTo>
                    <a:pt x="143474" y="332128"/>
                  </a:lnTo>
                  <a:lnTo>
                    <a:pt x="148739" y="332797"/>
                  </a:lnTo>
                  <a:lnTo>
                    <a:pt x="154021" y="333298"/>
                  </a:lnTo>
                  <a:lnTo>
                    <a:pt x="159317" y="333631"/>
                  </a:lnTo>
                  <a:lnTo>
                    <a:pt x="164621" y="333796"/>
                  </a:lnTo>
                  <a:lnTo>
                    <a:pt x="169928" y="333793"/>
                  </a:lnTo>
                  <a:lnTo>
                    <a:pt x="175232" y="333621"/>
                  </a:lnTo>
                  <a:lnTo>
                    <a:pt x="180527" y="333281"/>
                  </a:lnTo>
                  <a:lnTo>
                    <a:pt x="185810" y="332773"/>
                  </a:lnTo>
                  <a:lnTo>
                    <a:pt x="191073" y="332097"/>
                  </a:lnTo>
                  <a:lnTo>
                    <a:pt x="196312" y="331255"/>
                  </a:lnTo>
                  <a:lnTo>
                    <a:pt x="201522" y="330247"/>
                  </a:lnTo>
                  <a:lnTo>
                    <a:pt x="206698" y="329074"/>
                  </a:lnTo>
                  <a:lnTo>
                    <a:pt x="211833" y="327738"/>
                  </a:lnTo>
                  <a:lnTo>
                    <a:pt x="216924" y="326239"/>
                  </a:lnTo>
                  <a:lnTo>
                    <a:pt x="221964" y="324579"/>
                  </a:lnTo>
                  <a:lnTo>
                    <a:pt x="226949" y="322760"/>
                  </a:lnTo>
                  <a:lnTo>
                    <a:pt x="231874" y="320784"/>
                  </a:lnTo>
                  <a:lnTo>
                    <a:pt x="236734" y="318653"/>
                  </a:lnTo>
                  <a:lnTo>
                    <a:pt x="241523" y="316368"/>
                  </a:lnTo>
                  <a:lnTo>
                    <a:pt x="246238" y="313933"/>
                  </a:lnTo>
                  <a:lnTo>
                    <a:pt x="250873" y="311349"/>
                  </a:lnTo>
                  <a:lnTo>
                    <a:pt x="255423" y="308619"/>
                  </a:lnTo>
                  <a:lnTo>
                    <a:pt x="259885" y="305746"/>
                  </a:lnTo>
                  <a:lnTo>
                    <a:pt x="264253" y="302733"/>
                  </a:lnTo>
                  <a:lnTo>
                    <a:pt x="268524" y="299583"/>
                  </a:lnTo>
                  <a:lnTo>
                    <a:pt x="272692" y="296299"/>
                  </a:lnTo>
                  <a:lnTo>
                    <a:pt x="276754" y="292884"/>
                  </a:lnTo>
                  <a:lnTo>
                    <a:pt x="280706" y="289342"/>
                  </a:lnTo>
                  <a:lnTo>
                    <a:pt x="284543" y="285677"/>
                  </a:lnTo>
                  <a:lnTo>
                    <a:pt x="288262" y="281891"/>
                  </a:lnTo>
                  <a:lnTo>
                    <a:pt x="291858" y="277990"/>
                  </a:lnTo>
                  <a:lnTo>
                    <a:pt x="295330" y="273976"/>
                  </a:lnTo>
                  <a:lnTo>
                    <a:pt x="298672" y="269854"/>
                  </a:lnTo>
                  <a:lnTo>
                    <a:pt x="301881" y="265628"/>
                  </a:lnTo>
                  <a:lnTo>
                    <a:pt x="304955" y="261302"/>
                  </a:lnTo>
                  <a:lnTo>
                    <a:pt x="307890" y="256881"/>
                  </a:lnTo>
                  <a:lnTo>
                    <a:pt x="310683" y="252369"/>
                  </a:lnTo>
                  <a:lnTo>
                    <a:pt x="313331" y="247771"/>
                  </a:lnTo>
                  <a:lnTo>
                    <a:pt x="315833" y="243091"/>
                  </a:lnTo>
                  <a:lnTo>
                    <a:pt x="318184" y="238334"/>
                  </a:lnTo>
                  <a:lnTo>
                    <a:pt x="320383" y="233504"/>
                  </a:lnTo>
                  <a:lnTo>
                    <a:pt x="322428" y="228607"/>
                  </a:lnTo>
                  <a:lnTo>
                    <a:pt x="324316" y="223648"/>
                  </a:lnTo>
                  <a:lnTo>
                    <a:pt x="326046" y="218632"/>
                  </a:lnTo>
                  <a:lnTo>
                    <a:pt x="327616" y="213563"/>
                  </a:lnTo>
                  <a:lnTo>
                    <a:pt x="329024" y="208446"/>
                  </a:lnTo>
                  <a:lnTo>
                    <a:pt x="330270" y="203288"/>
                  </a:lnTo>
                  <a:lnTo>
                    <a:pt x="331350" y="198093"/>
                  </a:lnTo>
                  <a:lnTo>
                    <a:pt x="332266" y="192866"/>
                  </a:lnTo>
                  <a:lnTo>
                    <a:pt x="333015" y="187612"/>
                  </a:lnTo>
                  <a:lnTo>
                    <a:pt x="333596" y="182338"/>
                  </a:lnTo>
                  <a:lnTo>
                    <a:pt x="334011" y="177047"/>
                  </a:lnTo>
                  <a:lnTo>
                    <a:pt x="334257" y="171746"/>
                  </a:lnTo>
                  <a:lnTo>
                    <a:pt x="334334" y="166440"/>
                  </a:lnTo>
                  <a:lnTo>
                    <a:pt x="334243" y="161134"/>
                  </a:lnTo>
                  <a:lnTo>
                    <a:pt x="333984" y="155834"/>
                  </a:lnTo>
                  <a:lnTo>
                    <a:pt x="333557" y="150545"/>
                  </a:lnTo>
                  <a:lnTo>
                    <a:pt x="332962" y="145272"/>
                  </a:lnTo>
                  <a:lnTo>
                    <a:pt x="332200" y="140020"/>
                  </a:lnTo>
                  <a:lnTo>
                    <a:pt x="331272" y="134796"/>
                  </a:lnTo>
                  <a:lnTo>
                    <a:pt x="330178" y="129603"/>
                  </a:lnTo>
                  <a:lnTo>
                    <a:pt x="328920" y="124448"/>
                  </a:lnTo>
                  <a:lnTo>
                    <a:pt x="327499" y="119335"/>
                  </a:lnTo>
                  <a:lnTo>
                    <a:pt x="325917" y="114270"/>
                  </a:lnTo>
                  <a:lnTo>
                    <a:pt x="324174" y="109257"/>
                  </a:lnTo>
                  <a:lnTo>
                    <a:pt x="322273" y="104303"/>
                  </a:lnTo>
                  <a:lnTo>
                    <a:pt x="320216" y="99411"/>
                  </a:lnTo>
                  <a:lnTo>
                    <a:pt x="318005" y="94587"/>
                  </a:lnTo>
                  <a:lnTo>
                    <a:pt x="315642" y="89836"/>
                  </a:lnTo>
                  <a:lnTo>
                    <a:pt x="313129" y="85162"/>
                  </a:lnTo>
                  <a:lnTo>
                    <a:pt x="310469" y="80570"/>
                  </a:lnTo>
                  <a:lnTo>
                    <a:pt x="307665" y="76065"/>
                  </a:lnTo>
                  <a:lnTo>
                    <a:pt x="304719" y="71651"/>
                  </a:lnTo>
                  <a:lnTo>
                    <a:pt x="301635" y="67333"/>
                  </a:lnTo>
                  <a:lnTo>
                    <a:pt x="298415" y="63115"/>
                  </a:lnTo>
                  <a:lnTo>
                    <a:pt x="295062" y="59002"/>
                  </a:lnTo>
                  <a:lnTo>
                    <a:pt x="291581" y="54997"/>
                  </a:lnTo>
                  <a:lnTo>
                    <a:pt x="287975" y="51104"/>
                  </a:lnTo>
                  <a:lnTo>
                    <a:pt x="284247" y="47328"/>
                  </a:lnTo>
                  <a:lnTo>
                    <a:pt x="280400" y="43672"/>
                  </a:lnTo>
                  <a:lnTo>
                    <a:pt x="276440" y="40140"/>
                  </a:lnTo>
                  <a:lnTo>
                    <a:pt x="272370" y="36735"/>
                  </a:lnTo>
                  <a:lnTo>
                    <a:pt x="268193" y="33461"/>
                  </a:lnTo>
                  <a:lnTo>
                    <a:pt x="263915" y="30322"/>
                  </a:lnTo>
                  <a:lnTo>
                    <a:pt x="259539" y="27320"/>
                  </a:lnTo>
                  <a:lnTo>
                    <a:pt x="255070" y="24458"/>
                  </a:lnTo>
                  <a:lnTo>
                    <a:pt x="250513" y="21740"/>
                  </a:lnTo>
                  <a:lnTo>
                    <a:pt x="245872" y="19167"/>
                  </a:lnTo>
                  <a:lnTo>
                    <a:pt x="241151" y="16744"/>
                  </a:lnTo>
                  <a:lnTo>
                    <a:pt x="236356" y="14471"/>
                  </a:lnTo>
                  <a:lnTo>
                    <a:pt x="231491" y="12352"/>
                  </a:lnTo>
                  <a:lnTo>
                    <a:pt x="226561" y="10388"/>
                  </a:lnTo>
                  <a:lnTo>
                    <a:pt x="221571" y="8581"/>
                  </a:lnTo>
                  <a:lnTo>
                    <a:pt x="216527" y="6934"/>
                  </a:lnTo>
                  <a:lnTo>
                    <a:pt x="211433" y="5448"/>
                  </a:lnTo>
                  <a:lnTo>
                    <a:pt x="206294" y="4124"/>
                  </a:lnTo>
                  <a:lnTo>
                    <a:pt x="201116" y="2964"/>
                  </a:lnTo>
                  <a:lnTo>
                    <a:pt x="195903" y="1969"/>
                  </a:lnTo>
                  <a:lnTo>
                    <a:pt x="167167" y="1666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8736" cy="167167"/>
            </a:xfrm>
            <a:custGeom>
              <a:avLst/>
              <a:pathLst>
                <a:path w="28736" h="167167">
                  <a:moveTo>
                    <a:pt x="28736" y="2488"/>
                  </a:moveTo>
                  <a:lnTo>
                    <a:pt x="21599" y="1401"/>
                  </a:lnTo>
                  <a:lnTo>
                    <a:pt x="14421" y="623"/>
                  </a:lnTo>
                  <a:lnTo>
                    <a:pt x="7217" y="15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2" y="1322571"/>
              <a:ext cx="167166" cy="318120"/>
            </a:xfrm>
            <a:custGeom>
              <a:avLst/>
              <a:pathLst>
                <a:path w="167166" h="318120">
                  <a:moveTo>
                    <a:pt x="167166" y="0"/>
                  </a:moveTo>
                  <a:lnTo>
                    <a:pt x="161799" y="86"/>
                  </a:lnTo>
                  <a:lnTo>
                    <a:pt x="156437" y="344"/>
                  </a:lnTo>
                  <a:lnTo>
                    <a:pt x="151086" y="775"/>
                  </a:lnTo>
                  <a:lnTo>
                    <a:pt x="145752" y="1377"/>
                  </a:lnTo>
                  <a:lnTo>
                    <a:pt x="140440" y="2150"/>
                  </a:lnTo>
                  <a:lnTo>
                    <a:pt x="135156" y="3093"/>
                  </a:lnTo>
                  <a:lnTo>
                    <a:pt x="129904" y="4205"/>
                  </a:lnTo>
                  <a:lnTo>
                    <a:pt x="124691" y="5486"/>
                  </a:lnTo>
                  <a:lnTo>
                    <a:pt x="119522" y="6933"/>
                  </a:lnTo>
                  <a:lnTo>
                    <a:pt x="114401" y="8545"/>
                  </a:lnTo>
                  <a:lnTo>
                    <a:pt x="109336" y="10321"/>
                  </a:lnTo>
                  <a:lnTo>
                    <a:pt x="104329" y="12259"/>
                  </a:lnTo>
                  <a:lnTo>
                    <a:pt x="99388" y="14356"/>
                  </a:lnTo>
                  <a:lnTo>
                    <a:pt x="94517" y="16611"/>
                  </a:lnTo>
                  <a:lnTo>
                    <a:pt x="89720" y="19022"/>
                  </a:lnTo>
                  <a:lnTo>
                    <a:pt x="85003" y="21585"/>
                  </a:lnTo>
                  <a:lnTo>
                    <a:pt x="80372" y="24298"/>
                  </a:lnTo>
                  <a:lnTo>
                    <a:pt x="75829" y="27158"/>
                  </a:lnTo>
                  <a:lnTo>
                    <a:pt x="71381" y="30163"/>
                  </a:lnTo>
                  <a:lnTo>
                    <a:pt x="67031" y="33309"/>
                  </a:lnTo>
                  <a:lnTo>
                    <a:pt x="62785" y="36593"/>
                  </a:lnTo>
                  <a:lnTo>
                    <a:pt x="58646" y="40012"/>
                  </a:lnTo>
                  <a:lnTo>
                    <a:pt x="54620" y="43562"/>
                  </a:lnTo>
                  <a:lnTo>
                    <a:pt x="50709" y="47239"/>
                  </a:lnTo>
                  <a:lnTo>
                    <a:pt x="46919" y="51040"/>
                  </a:lnTo>
                  <a:lnTo>
                    <a:pt x="43252" y="54961"/>
                  </a:lnTo>
                  <a:lnTo>
                    <a:pt x="39713" y="58997"/>
                  </a:lnTo>
                  <a:lnTo>
                    <a:pt x="36306" y="63145"/>
                  </a:lnTo>
                  <a:lnTo>
                    <a:pt x="33033" y="67401"/>
                  </a:lnTo>
                  <a:lnTo>
                    <a:pt x="29899" y="71759"/>
                  </a:lnTo>
                  <a:lnTo>
                    <a:pt x="26907" y="76215"/>
                  </a:lnTo>
                  <a:lnTo>
                    <a:pt x="24059" y="80766"/>
                  </a:lnTo>
                  <a:lnTo>
                    <a:pt x="21358" y="85405"/>
                  </a:lnTo>
                  <a:lnTo>
                    <a:pt x="18808" y="90129"/>
                  </a:lnTo>
                  <a:lnTo>
                    <a:pt x="16411" y="94932"/>
                  </a:lnTo>
                  <a:lnTo>
                    <a:pt x="14170" y="99809"/>
                  </a:lnTo>
                  <a:lnTo>
                    <a:pt x="12086" y="104757"/>
                  </a:lnTo>
                  <a:lnTo>
                    <a:pt x="10162" y="109768"/>
                  </a:lnTo>
                  <a:lnTo>
                    <a:pt x="8400" y="114839"/>
                  </a:lnTo>
                  <a:lnTo>
                    <a:pt x="6802" y="119963"/>
                  </a:lnTo>
                  <a:lnTo>
                    <a:pt x="5369" y="125137"/>
                  </a:lnTo>
                  <a:lnTo>
                    <a:pt x="4103" y="130353"/>
                  </a:lnTo>
                  <a:lnTo>
                    <a:pt x="3005" y="135608"/>
                  </a:lnTo>
                  <a:lnTo>
                    <a:pt x="2076" y="140895"/>
                  </a:lnTo>
                  <a:lnTo>
                    <a:pt x="1318" y="146209"/>
                  </a:lnTo>
                  <a:lnTo>
                    <a:pt x="730" y="151545"/>
                  </a:lnTo>
                  <a:lnTo>
                    <a:pt x="315" y="156897"/>
                  </a:lnTo>
                  <a:lnTo>
                    <a:pt x="71" y="162259"/>
                  </a:lnTo>
                  <a:lnTo>
                    <a:pt x="0" y="167627"/>
                  </a:lnTo>
                  <a:lnTo>
                    <a:pt x="100" y="172994"/>
                  </a:lnTo>
                  <a:lnTo>
                    <a:pt x="374" y="178355"/>
                  </a:lnTo>
                  <a:lnTo>
                    <a:pt x="819" y="183705"/>
                  </a:lnTo>
                  <a:lnTo>
                    <a:pt x="1436" y="189037"/>
                  </a:lnTo>
                  <a:lnTo>
                    <a:pt x="2223" y="194347"/>
                  </a:lnTo>
                  <a:lnTo>
                    <a:pt x="3181" y="199629"/>
                  </a:lnTo>
                  <a:lnTo>
                    <a:pt x="4308" y="204878"/>
                  </a:lnTo>
                  <a:lnTo>
                    <a:pt x="5603" y="210087"/>
                  </a:lnTo>
                  <a:lnTo>
                    <a:pt x="7064" y="215252"/>
                  </a:lnTo>
                  <a:lnTo>
                    <a:pt x="8690" y="220368"/>
                  </a:lnTo>
                  <a:lnTo>
                    <a:pt x="10480" y="225429"/>
                  </a:lnTo>
                  <a:lnTo>
                    <a:pt x="12432" y="230430"/>
                  </a:lnTo>
                  <a:lnTo>
                    <a:pt x="14543" y="235365"/>
                  </a:lnTo>
                  <a:lnTo>
                    <a:pt x="16811" y="240231"/>
                  </a:lnTo>
                  <a:lnTo>
                    <a:pt x="19235" y="245020"/>
                  </a:lnTo>
                  <a:lnTo>
                    <a:pt x="21811" y="249730"/>
                  </a:lnTo>
                  <a:lnTo>
                    <a:pt x="24536" y="254355"/>
                  </a:lnTo>
                  <a:lnTo>
                    <a:pt x="27409" y="258889"/>
                  </a:lnTo>
                  <a:lnTo>
                    <a:pt x="30426" y="263329"/>
                  </a:lnTo>
                  <a:lnTo>
                    <a:pt x="33584" y="267670"/>
                  </a:lnTo>
                  <a:lnTo>
                    <a:pt x="36880" y="271907"/>
                  </a:lnTo>
                  <a:lnTo>
                    <a:pt x="40310" y="276036"/>
                  </a:lnTo>
                  <a:lnTo>
                    <a:pt x="43871" y="280053"/>
                  </a:lnTo>
                  <a:lnTo>
                    <a:pt x="47559" y="283954"/>
                  </a:lnTo>
                  <a:lnTo>
                    <a:pt x="51371" y="287734"/>
                  </a:lnTo>
                  <a:lnTo>
                    <a:pt x="55302" y="291390"/>
                  </a:lnTo>
                  <a:lnTo>
                    <a:pt x="59348" y="294917"/>
                  </a:lnTo>
                  <a:lnTo>
                    <a:pt x="63505" y="298313"/>
                  </a:lnTo>
                  <a:lnTo>
                    <a:pt x="67769" y="301574"/>
                  </a:lnTo>
                  <a:lnTo>
                    <a:pt x="72136" y="304696"/>
                  </a:lnTo>
                  <a:lnTo>
                    <a:pt x="76601" y="307676"/>
                  </a:lnTo>
                  <a:lnTo>
                    <a:pt x="81159" y="310512"/>
                  </a:lnTo>
                  <a:lnTo>
                    <a:pt x="85806" y="313199"/>
                  </a:lnTo>
                  <a:lnTo>
                    <a:pt x="90537" y="315736"/>
                  </a:lnTo>
                  <a:lnTo>
                    <a:pt x="95346" y="31812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49219" y="1489739"/>
              <a:ext cx="71819" cy="150953"/>
            </a:xfrm>
            <a:custGeom>
              <a:avLst/>
              <a:pathLst>
                <a:path w="71819" h="150953">
                  <a:moveTo>
                    <a:pt x="0" y="150953"/>
                  </a:moveTo>
                  <a:lnTo>
                    <a:pt x="7181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49219" y="1345296"/>
              <a:ext cx="238982" cy="311610"/>
            </a:xfrm>
            <a:custGeom>
              <a:avLst/>
              <a:pathLst>
                <a:path w="238982" h="311610">
                  <a:moveTo>
                    <a:pt x="0" y="295396"/>
                  </a:moveTo>
                  <a:lnTo>
                    <a:pt x="4844" y="297606"/>
                  </a:lnTo>
                  <a:lnTo>
                    <a:pt x="9756" y="299662"/>
                  </a:lnTo>
                  <a:lnTo>
                    <a:pt x="14731" y="301560"/>
                  </a:lnTo>
                  <a:lnTo>
                    <a:pt x="19765" y="303299"/>
                  </a:lnTo>
                  <a:lnTo>
                    <a:pt x="24851" y="304876"/>
                  </a:lnTo>
                  <a:lnTo>
                    <a:pt x="29984" y="306290"/>
                  </a:lnTo>
                  <a:lnTo>
                    <a:pt x="35161" y="307541"/>
                  </a:lnTo>
                  <a:lnTo>
                    <a:pt x="40374" y="308626"/>
                  </a:lnTo>
                  <a:lnTo>
                    <a:pt x="45619" y="309544"/>
                  </a:lnTo>
                  <a:lnTo>
                    <a:pt x="50891" y="310295"/>
                  </a:lnTo>
                  <a:lnTo>
                    <a:pt x="56184" y="310877"/>
                  </a:lnTo>
                  <a:lnTo>
                    <a:pt x="61493" y="311291"/>
                  </a:lnTo>
                  <a:lnTo>
                    <a:pt x="66813" y="311535"/>
                  </a:lnTo>
                  <a:lnTo>
                    <a:pt x="72137" y="311610"/>
                  </a:lnTo>
                  <a:lnTo>
                    <a:pt x="77461" y="311515"/>
                  </a:lnTo>
                  <a:lnTo>
                    <a:pt x="82780" y="311250"/>
                  </a:lnTo>
                  <a:lnTo>
                    <a:pt x="88087" y="310816"/>
                  </a:lnTo>
                  <a:lnTo>
                    <a:pt x="93378" y="310214"/>
                  </a:lnTo>
                  <a:lnTo>
                    <a:pt x="98647" y="309443"/>
                  </a:lnTo>
                  <a:lnTo>
                    <a:pt x="103889" y="308505"/>
                  </a:lnTo>
                  <a:lnTo>
                    <a:pt x="109098" y="307400"/>
                  </a:lnTo>
                  <a:lnTo>
                    <a:pt x="114269" y="306130"/>
                  </a:lnTo>
                  <a:lnTo>
                    <a:pt x="119397" y="304696"/>
                  </a:lnTo>
                  <a:lnTo>
                    <a:pt x="124478" y="303100"/>
                  </a:lnTo>
                  <a:lnTo>
                    <a:pt x="129504" y="301342"/>
                  </a:lnTo>
                  <a:lnTo>
                    <a:pt x="134472" y="299425"/>
                  </a:lnTo>
                  <a:lnTo>
                    <a:pt x="139377" y="297351"/>
                  </a:lnTo>
                  <a:lnTo>
                    <a:pt x="144213" y="295122"/>
                  </a:lnTo>
                  <a:lnTo>
                    <a:pt x="148975" y="292739"/>
                  </a:lnTo>
                  <a:lnTo>
                    <a:pt x="153659" y="290207"/>
                  </a:lnTo>
                  <a:lnTo>
                    <a:pt x="158260" y="287526"/>
                  </a:lnTo>
                  <a:lnTo>
                    <a:pt x="162774" y="284700"/>
                  </a:lnTo>
                  <a:lnTo>
                    <a:pt x="167195" y="281732"/>
                  </a:lnTo>
                  <a:lnTo>
                    <a:pt x="171519" y="278625"/>
                  </a:lnTo>
                  <a:lnTo>
                    <a:pt x="175742" y="275381"/>
                  </a:lnTo>
                  <a:lnTo>
                    <a:pt x="179860" y="272005"/>
                  </a:lnTo>
                  <a:lnTo>
                    <a:pt x="183868" y="268499"/>
                  </a:lnTo>
                  <a:lnTo>
                    <a:pt x="187763" y="264867"/>
                  </a:lnTo>
                  <a:lnTo>
                    <a:pt x="191539" y="261113"/>
                  </a:lnTo>
                  <a:lnTo>
                    <a:pt x="195195" y="257241"/>
                  </a:lnTo>
                  <a:lnTo>
                    <a:pt x="198725" y="253254"/>
                  </a:lnTo>
                  <a:lnTo>
                    <a:pt x="202126" y="249157"/>
                  </a:lnTo>
                  <a:lnTo>
                    <a:pt x="205395" y="244954"/>
                  </a:lnTo>
                  <a:lnTo>
                    <a:pt x="208529" y="240648"/>
                  </a:lnTo>
                  <a:lnTo>
                    <a:pt x="211524" y="236245"/>
                  </a:lnTo>
                  <a:lnTo>
                    <a:pt x="214377" y="231749"/>
                  </a:lnTo>
                  <a:lnTo>
                    <a:pt x="217085" y="227164"/>
                  </a:lnTo>
                  <a:lnTo>
                    <a:pt x="219646" y="222495"/>
                  </a:lnTo>
                  <a:lnTo>
                    <a:pt x="222057" y="217747"/>
                  </a:lnTo>
                  <a:lnTo>
                    <a:pt x="224316" y="212925"/>
                  </a:lnTo>
                  <a:lnTo>
                    <a:pt x="226420" y="208033"/>
                  </a:lnTo>
                  <a:lnTo>
                    <a:pt x="228367" y="203077"/>
                  </a:lnTo>
                  <a:lnTo>
                    <a:pt x="230155" y="198061"/>
                  </a:lnTo>
                  <a:lnTo>
                    <a:pt x="231782" y="192991"/>
                  </a:lnTo>
                  <a:lnTo>
                    <a:pt x="233247" y="187871"/>
                  </a:lnTo>
                  <a:lnTo>
                    <a:pt x="234549" y="182708"/>
                  </a:lnTo>
                  <a:lnTo>
                    <a:pt x="235685" y="177505"/>
                  </a:lnTo>
                  <a:lnTo>
                    <a:pt x="236655" y="172269"/>
                  </a:lnTo>
                  <a:lnTo>
                    <a:pt x="237457" y="167005"/>
                  </a:lnTo>
                  <a:lnTo>
                    <a:pt x="238092" y="161718"/>
                  </a:lnTo>
                  <a:lnTo>
                    <a:pt x="238558" y="156413"/>
                  </a:lnTo>
                  <a:lnTo>
                    <a:pt x="238854" y="151097"/>
                  </a:lnTo>
                  <a:lnTo>
                    <a:pt x="238982" y="145773"/>
                  </a:lnTo>
                  <a:lnTo>
                    <a:pt x="238939" y="140448"/>
                  </a:lnTo>
                  <a:lnTo>
                    <a:pt x="238727" y="135127"/>
                  </a:lnTo>
                  <a:lnTo>
                    <a:pt x="238346" y="129816"/>
                  </a:lnTo>
                  <a:lnTo>
                    <a:pt x="237795" y="124520"/>
                  </a:lnTo>
                  <a:lnTo>
                    <a:pt x="237077" y="119243"/>
                  </a:lnTo>
                  <a:lnTo>
                    <a:pt x="236190" y="113992"/>
                  </a:lnTo>
                  <a:lnTo>
                    <a:pt x="235137" y="108773"/>
                  </a:lnTo>
                  <a:lnTo>
                    <a:pt x="233918" y="103589"/>
                  </a:lnTo>
                  <a:lnTo>
                    <a:pt x="232535" y="98447"/>
                  </a:lnTo>
                  <a:lnTo>
                    <a:pt x="230988" y="93351"/>
                  </a:lnTo>
                  <a:lnTo>
                    <a:pt x="229280" y="88308"/>
                  </a:lnTo>
                  <a:lnTo>
                    <a:pt x="227412" y="83321"/>
                  </a:lnTo>
                  <a:lnTo>
                    <a:pt x="225387" y="78396"/>
                  </a:lnTo>
                  <a:lnTo>
                    <a:pt x="223205" y="73539"/>
                  </a:lnTo>
                  <a:lnTo>
                    <a:pt x="220870" y="68753"/>
                  </a:lnTo>
                  <a:lnTo>
                    <a:pt x="218384" y="64044"/>
                  </a:lnTo>
                  <a:lnTo>
                    <a:pt x="215748" y="59417"/>
                  </a:lnTo>
                  <a:lnTo>
                    <a:pt x="212967" y="54875"/>
                  </a:lnTo>
                  <a:lnTo>
                    <a:pt x="210043" y="50425"/>
                  </a:lnTo>
                  <a:lnTo>
                    <a:pt x="206978" y="46071"/>
                  </a:lnTo>
                  <a:lnTo>
                    <a:pt x="203777" y="41816"/>
                  </a:lnTo>
                  <a:lnTo>
                    <a:pt x="200441" y="37665"/>
                  </a:lnTo>
                  <a:lnTo>
                    <a:pt x="196975" y="33622"/>
                  </a:lnTo>
                  <a:lnTo>
                    <a:pt x="193382" y="29692"/>
                  </a:lnTo>
                  <a:lnTo>
                    <a:pt x="189665" y="25879"/>
                  </a:lnTo>
                  <a:lnTo>
                    <a:pt x="185829" y="22185"/>
                  </a:lnTo>
                  <a:lnTo>
                    <a:pt x="181877" y="18616"/>
                  </a:lnTo>
                  <a:lnTo>
                    <a:pt x="177814" y="15175"/>
                  </a:lnTo>
                  <a:lnTo>
                    <a:pt x="173643" y="11864"/>
                  </a:lnTo>
                  <a:lnTo>
                    <a:pt x="169368" y="8688"/>
                  </a:lnTo>
                  <a:lnTo>
                    <a:pt x="164995" y="5650"/>
                  </a:lnTo>
                  <a:lnTo>
                    <a:pt x="160527" y="2753"/>
                  </a:lnTo>
                  <a:lnTo>
                    <a:pt x="155969" y="0"/>
                  </a:lnTo>
                  <a:lnTo>
                    <a:pt x="71819" y="1444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84149" cy="167167"/>
            </a:xfrm>
            <a:custGeom>
              <a:avLst/>
              <a:pathLst>
                <a:path w="84149" h="167167">
                  <a:moveTo>
                    <a:pt x="84149" y="22724"/>
                  </a:moveTo>
                  <a:lnTo>
                    <a:pt x="79019" y="19855"/>
                  </a:lnTo>
                  <a:lnTo>
                    <a:pt x="73790" y="17167"/>
                  </a:lnTo>
                  <a:lnTo>
                    <a:pt x="68471" y="14666"/>
                  </a:lnTo>
                  <a:lnTo>
                    <a:pt x="63066" y="12352"/>
                  </a:lnTo>
                  <a:lnTo>
                    <a:pt x="57584" y="10231"/>
                  </a:lnTo>
                  <a:lnTo>
                    <a:pt x="52030" y="8303"/>
                  </a:lnTo>
                  <a:lnTo>
                    <a:pt x="46412" y="6572"/>
                  </a:lnTo>
                  <a:lnTo>
                    <a:pt x="40737" y="5039"/>
                  </a:lnTo>
                  <a:lnTo>
                    <a:pt x="35012" y="3707"/>
                  </a:lnTo>
                  <a:lnTo>
                    <a:pt x="29243" y="2577"/>
                  </a:lnTo>
                  <a:lnTo>
                    <a:pt x="23437" y="1651"/>
                  </a:lnTo>
                  <a:lnTo>
                    <a:pt x="17603" y="929"/>
                  </a:lnTo>
                  <a:lnTo>
                    <a:pt x="11748" y="413"/>
                  </a:lnTo>
                  <a:lnTo>
                    <a:pt x="5877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1" y="1071028"/>
              <a:ext cx="167167" cy="267273"/>
            </a:xfrm>
            <a:custGeom>
              <a:avLst/>
              <a:pathLst>
                <a:path w="167167" h="267273">
                  <a:moveTo>
                    <a:pt x="167167" y="0"/>
                  </a:moveTo>
                  <a:lnTo>
                    <a:pt x="161807" y="85"/>
                  </a:lnTo>
                  <a:lnTo>
                    <a:pt x="156452" y="343"/>
                  </a:lnTo>
                  <a:lnTo>
                    <a:pt x="151108" y="773"/>
                  </a:lnTo>
                  <a:lnTo>
                    <a:pt x="145781" y="1373"/>
                  </a:lnTo>
                  <a:lnTo>
                    <a:pt x="140476" y="2144"/>
                  </a:lnTo>
                  <a:lnTo>
                    <a:pt x="135198" y="3085"/>
                  </a:lnTo>
                  <a:lnTo>
                    <a:pt x="129954" y="4194"/>
                  </a:lnTo>
                  <a:lnTo>
                    <a:pt x="124747" y="5471"/>
                  </a:lnTo>
                  <a:lnTo>
                    <a:pt x="119584" y="6915"/>
                  </a:lnTo>
                  <a:lnTo>
                    <a:pt x="114470" y="8523"/>
                  </a:lnTo>
                  <a:lnTo>
                    <a:pt x="109410" y="10294"/>
                  </a:lnTo>
                  <a:lnTo>
                    <a:pt x="104410" y="12227"/>
                  </a:lnTo>
                  <a:lnTo>
                    <a:pt x="99474" y="14318"/>
                  </a:lnTo>
                  <a:lnTo>
                    <a:pt x="94608" y="16568"/>
                  </a:lnTo>
                  <a:lnTo>
                    <a:pt x="89816" y="18972"/>
                  </a:lnTo>
                  <a:lnTo>
                    <a:pt x="85104" y="21528"/>
                  </a:lnTo>
                  <a:lnTo>
                    <a:pt x="80477" y="24234"/>
                  </a:lnTo>
                  <a:lnTo>
                    <a:pt x="75938" y="27087"/>
                  </a:lnTo>
                  <a:lnTo>
                    <a:pt x="71493" y="30085"/>
                  </a:lnTo>
                  <a:lnTo>
                    <a:pt x="67147" y="33223"/>
                  </a:lnTo>
                  <a:lnTo>
                    <a:pt x="62904" y="36499"/>
                  </a:lnTo>
                  <a:lnTo>
                    <a:pt x="58767" y="39909"/>
                  </a:lnTo>
                  <a:lnTo>
                    <a:pt x="54743" y="43450"/>
                  </a:lnTo>
                  <a:lnTo>
                    <a:pt x="50834" y="47119"/>
                  </a:lnTo>
                  <a:lnTo>
                    <a:pt x="47044" y="50911"/>
                  </a:lnTo>
                  <a:lnTo>
                    <a:pt x="43378" y="54822"/>
                  </a:lnTo>
                  <a:lnTo>
                    <a:pt x="39840" y="58849"/>
                  </a:lnTo>
                  <a:lnTo>
                    <a:pt x="36432" y="62988"/>
                  </a:lnTo>
                  <a:lnTo>
                    <a:pt x="33159" y="67233"/>
                  </a:lnTo>
                  <a:lnTo>
                    <a:pt x="30023" y="71582"/>
                  </a:lnTo>
                  <a:lnTo>
                    <a:pt x="27029" y="76028"/>
                  </a:lnTo>
                  <a:lnTo>
                    <a:pt x="24179" y="80569"/>
                  </a:lnTo>
                  <a:lnTo>
                    <a:pt x="21475" y="85198"/>
                  </a:lnTo>
                  <a:lnTo>
                    <a:pt x="18922" y="89912"/>
                  </a:lnTo>
                  <a:lnTo>
                    <a:pt x="16521" y="94705"/>
                  </a:lnTo>
                  <a:lnTo>
                    <a:pt x="14275" y="99573"/>
                  </a:lnTo>
                  <a:lnTo>
                    <a:pt x="12186" y="104510"/>
                  </a:lnTo>
                  <a:lnTo>
                    <a:pt x="10257" y="109511"/>
                  </a:lnTo>
                  <a:lnTo>
                    <a:pt x="8489" y="114572"/>
                  </a:lnTo>
                  <a:lnTo>
                    <a:pt x="6884" y="119687"/>
                  </a:lnTo>
                  <a:lnTo>
                    <a:pt x="5444" y="124851"/>
                  </a:lnTo>
                  <a:lnTo>
                    <a:pt x="4170" y="130059"/>
                  </a:lnTo>
                  <a:lnTo>
                    <a:pt x="3064" y="135304"/>
                  </a:lnTo>
                  <a:lnTo>
                    <a:pt x="2127" y="140582"/>
                  </a:lnTo>
                  <a:lnTo>
                    <a:pt x="1359" y="145888"/>
                  </a:lnTo>
                  <a:lnTo>
                    <a:pt x="762" y="151215"/>
                  </a:lnTo>
                  <a:lnTo>
                    <a:pt x="336" y="156559"/>
                  </a:lnTo>
                  <a:lnTo>
                    <a:pt x="82" y="161914"/>
                  </a:lnTo>
                  <a:lnTo>
                    <a:pt x="0" y="167274"/>
                  </a:lnTo>
                  <a:lnTo>
                    <a:pt x="89" y="172635"/>
                  </a:lnTo>
                  <a:lnTo>
                    <a:pt x="350" y="177989"/>
                  </a:lnTo>
                  <a:lnTo>
                    <a:pt x="783" y="183332"/>
                  </a:lnTo>
                  <a:lnTo>
                    <a:pt x="1387" y="188659"/>
                  </a:lnTo>
                  <a:lnTo>
                    <a:pt x="2161" y="193964"/>
                  </a:lnTo>
                  <a:lnTo>
                    <a:pt x="3105" y="199241"/>
                  </a:lnTo>
                  <a:lnTo>
                    <a:pt x="4218" y="204485"/>
                  </a:lnTo>
                  <a:lnTo>
                    <a:pt x="5498" y="209691"/>
                  </a:lnTo>
                  <a:lnTo>
                    <a:pt x="6945" y="214853"/>
                  </a:lnTo>
                  <a:lnTo>
                    <a:pt x="8557" y="219966"/>
                  </a:lnTo>
                  <a:lnTo>
                    <a:pt x="10331" y="225024"/>
                  </a:lnTo>
                  <a:lnTo>
                    <a:pt x="12267" y="230023"/>
                  </a:lnTo>
                  <a:lnTo>
                    <a:pt x="14362" y="234958"/>
                  </a:lnTo>
                  <a:lnTo>
                    <a:pt x="16614" y="239823"/>
                  </a:lnTo>
                  <a:lnTo>
                    <a:pt x="19021" y="244613"/>
                  </a:lnTo>
                  <a:lnTo>
                    <a:pt x="21581" y="249323"/>
                  </a:lnTo>
                  <a:lnTo>
                    <a:pt x="24290" y="253949"/>
                  </a:lnTo>
                  <a:lnTo>
                    <a:pt x="27146" y="258486"/>
                  </a:lnTo>
                  <a:lnTo>
                    <a:pt x="30146" y="262929"/>
                  </a:lnTo>
                  <a:lnTo>
                    <a:pt x="33287" y="26727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11378" y="1238196"/>
              <a:ext cx="133879" cy="100105"/>
            </a:xfrm>
            <a:custGeom>
              <a:avLst/>
              <a:pathLst>
                <a:path w="133879" h="100105">
                  <a:moveTo>
                    <a:pt x="0" y="100105"/>
                  </a:moveTo>
                  <a:lnTo>
                    <a:pt x="13387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11378" y="1180799"/>
              <a:ext cx="301046" cy="224564"/>
            </a:xfrm>
            <a:custGeom>
              <a:avLst/>
              <a:pathLst>
                <a:path w="301046" h="224564">
                  <a:moveTo>
                    <a:pt x="0" y="157502"/>
                  </a:moveTo>
                  <a:lnTo>
                    <a:pt x="3273" y="161737"/>
                  </a:lnTo>
                  <a:lnTo>
                    <a:pt x="6681" y="165865"/>
                  </a:lnTo>
                  <a:lnTo>
                    <a:pt x="10219" y="169882"/>
                  </a:lnTo>
                  <a:lnTo>
                    <a:pt x="13884" y="173784"/>
                  </a:lnTo>
                  <a:lnTo>
                    <a:pt x="17672" y="177566"/>
                  </a:lnTo>
                  <a:lnTo>
                    <a:pt x="21579" y="181225"/>
                  </a:lnTo>
                  <a:lnTo>
                    <a:pt x="25601" y="184757"/>
                  </a:lnTo>
                  <a:lnTo>
                    <a:pt x="29734" y="188159"/>
                  </a:lnTo>
                  <a:lnTo>
                    <a:pt x="33975" y="191426"/>
                  </a:lnTo>
                  <a:lnTo>
                    <a:pt x="38317" y="194556"/>
                  </a:lnTo>
                  <a:lnTo>
                    <a:pt x="42758" y="197545"/>
                  </a:lnTo>
                  <a:lnTo>
                    <a:pt x="47291" y="200391"/>
                  </a:lnTo>
                  <a:lnTo>
                    <a:pt x="51914" y="203090"/>
                  </a:lnTo>
                  <a:lnTo>
                    <a:pt x="56621" y="205640"/>
                  </a:lnTo>
                  <a:lnTo>
                    <a:pt x="61407" y="208037"/>
                  </a:lnTo>
                  <a:lnTo>
                    <a:pt x="66267" y="210280"/>
                  </a:lnTo>
                  <a:lnTo>
                    <a:pt x="71197" y="212367"/>
                  </a:lnTo>
                  <a:lnTo>
                    <a:pt x="76191" y="214294"/>
                  </a:lnTo>
                  <a:lnTo>
                    <a:pt x="81244" y="216061"/>
                  </a:lnTo>
                  <a:lnTo>
                    <a:pt x="86351" y="217665"/>
                  </a:lnTo>
                  <a:lnTo>
                    <a:pt x="91506" y="219104"/>
                  </a:lnTo>
                  <a:lnTo>
                    <a:pt x="96705" y="220378"/>
                  </a:lnTo>
                  <a:lnTo>
                    <a:pt x="101943" y="221485"/>
                  </a:lnTo>
                  <a:lnTo>
                    <a:pt x="107213" y="222423"/>
                  </a:lnTo>
                  <a:lnTo>
                    <a:pt x="112510" y="223192"/>
                  </a:lnTo>
                  <a:lnTo>
                    <a:pt x="117829" y="223791"/>
                  </a:lnTo>
                  <a:lnTo>
                    <a:pt x="123165" y="224220"/>
                  </a:lnTo>
                  <a:lnTo>
                    <a:pt x="128512" y="224477"/>
                  </a:lnTo>
                  <a:lnTo>
                    <a:pt x="133864" y="224564"/>
                  </a:lnTo>
                  <a:lnTo>
                    <a:pt x="139216" y="224478"/>
                  </a:lnTo>
                  <a:lnTo>
                    <a:pt x="144563" y="224222"/>
                  </a:lnTo>
                  <a:lnTo>
                    <a:pt x="149899" y="223794"/>
                  </a:lnTo>
                  <a:lnTo>
                    <a:pt x="155218" y="223196"/>
                  </a:lnTo>
                  <a:lnTo>
                    <a:pt x="160516" y="222428"/>
                  </a:lnTo>
                  <a:lnTo>
                    <a:pt x="165786" y="221490"/>
                  </a:lnTo>
                  <a:lnTo>
                    <a:pt x="171024" y="220385"/>
                  </a:lnTo>
                  <a:lnTo>
                    <a:pt x="176223" y="219112"/>
                  </a:lnTo>
                  <a:lnTo>
                    <a:pt x="181379" y="217673"/>
                  </a:lnTo>
                  <a:lnTo>
                    <a:pt x="186486" y="216070"/>
                  </a:lnTo>
                  <a:lnTo>
                    <a:pt x="191540" y="214304"/>
                  </a:lnTo>
                  <a:lnTo>
                    <a:pt x="196534" y="212378"/>
                  </a:lnTo>
                  <a:lnTo>
                    <a:pt x="201464" y="210292"/>
                  </a:lnTo>
                  <a:lnTo>
                    <a:pt x="206325" y="208050"/>
                  </a:lnTo>
                  <a:lnTo>
                    <a:pt x="211111" y="205653"/>
                  </a:lnTo>
                  <a:lnTo>
                    <a:pt x="215818" y="203105"/>
                  </a:lnTo>
                  <a:lnTo>
                    <a:pt x="220441" y="200406"/>
                  </a:lnTo>
                  <a:lnTo>
                    <a:pt x="224976" y="197562"/>
                  </a:lnTo>
                  <a:lnTo>
                    <a:pt x="229417" y="194573"/>
                  </a:lnTo>
                  <a:lnTo>
                    <a:pt x="233760" y="191444"/>
                  </a:lnTo>
                  <a:lnTo>
                    <a:pt x="238000" y="188177"/>
                  </a:lnTo>
                  <a:lnTo>
                    <a:pt x="242134" y="184777"/>
                  </a:lnTo>
                  <a:lnTo>
                    <a:pt x="246157" y="181245"/>
                  </a:lnTo>
                  <a:lnTo>
                    <a:pt x="250065" y="177587"/>
                  </a:lnTo>
                  <a:lnTo>
                    <a:pt x="253854" y="173805"/>
                  </a:lnTo>
                  <a:lnTo>
                    <a:pt x="257519" y="169904"/>
                  </a:lnTo>
                  <a:lnTo>
                    <a:pt x="261058" y="165888"/>
                  </a:lnTo>
                  <a:lnTo>
                    <a:pt x="264466" y="161761"/>
                  </a:lnTo>
                  <a:lnTo>
                    <a:pt x="267741" y="157526"/>
                  </a:lnTo>
                  <a:lnTo>
                    <a:pt x="270878" y="153189"/>
                  </a:lnTo>
                  <a:lnTo>
                    <a:pt x="273875" y="148753"/>
                  </a:lnTo>
                  <a:lnTo>
                    <a:pt x="276728" y="144224"/>
                  </a:lnTo>
                  <a:lnTo>
                    <a:pt x="279435" y="139606"/>
                  </a:lnTo>
                  <a:lnTo>
                    <a:pt x="281992" y="134904"/>
                  </a:lnTo>
                  <a:lnTo>
                    <a:pt x="284398" y="130122"/>
                  </a:lnTo>
                  <a:lnTo>
                    <a:pt x="286649" y="125265"/>
                  </a:lnTo>
                  <a:lnTo>
                    <a:pt x="288744" y="120339"/>
                  </a:lnTo>
                  <a:lnTo>
                    <a:pt x="290680" y="115348"/>
                  </a:lnTo>
                  <a:lnTo>
                    <a:pt x="292455" y="110298"/>
                  </a:lnTo>
                  <a:lnTo>
                    <a:pt x="294068" y="105194"/>
                  </a:lnTo>
                  <a:lnTo>
                    <a:pt x="295516" y="100041"/>
                  </a:lnTo>
                  <a:lnTo>
                    <a:pt x="296798" y="94844"/>
                  </a:lnTo>
                  <a:lnTo>
                    <a:pt x="297914" y="89608"/>
                  </a:lnTo>
                  <a:lnTo>
                    <a:pt x="298861" y="84340"/>
                  </a:lnTo>
                  <a:lnTo>
                    <a:pt x="299639" y="79044"/>
                  </a:lnTo>
                  <a:lnTo>
                    <a:pt x="300247" y="73726"/>
                  </a:lnTo>
                  <a:lnTo>
                    <a:pt x="300685" y="68391"/>
                  </a:lnTo>
                  <a:lnTo>
                    <a:pt x="300951" y="63044"/>
                  </a:lnTo>
                  <a:lnTo>
                    <a:pt x="301046" y="57692"/>
                  </a:lnTo>
                  <a:lnTo>
                    <a:pt x="300970" y="52340"/>
                  </a:lnTo>
                  <a:lnTo>
                    <a:pt x="300723" y="46993"/>
                  </a:lnTo>
                  <a:lnTo>
                    <a:pt x="300304" y="41656"/>
                  </a:lnTo>
                  <a:lnTo>
                    <a:pt x="299715" y="36336"/>
                  </a:lnTo>
                  <a:lnTo>
                    <a:pt x="298955" y="31037"/>
                  </a:lnTo>
                  <a:lnTo>
                    <a:pt x="298027" y="25765"/>
                  </a:lnTo>
                  <a:lnTo>
                    <a:pt x="296930" y="20526"/>
                  </a:lnTo>
                  <a:lnTo>
                    <a:pt x="295666" y="15324"/>
                  </a:lnTo>
                  <a:lnTo>
                    <a:pt x="294236" y="10166"/>
                  </a:lnTo>
                  <a:lnTo>
                    <a:pt x="292641" y="5056"/>
                  </a:lnTo>
                  <a:lnTo>
                    <a:pt x="290884" y="0"/>
                  </a:lnTo>
                  <a:lnTo>
                    <a:pt x="133879" y="573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57005" cy="167167"/>
            </a:xfrm>
            <a:custGeom>
              <a:avLst/>
              <a:pathLst>
                <a:path w="157005" h="167167">
                  <a:moveTo>
                    <a:pt x="157005" y="109770"/>
                  </a:moveTo>
                  <a:lnTo>
                    <a:pt x="155026" y="104624"/>
                  </a:lnTo>
                  <a:lnTo>
                    <a:pt x="152880" y="99546"/>
                  </a:lnTo>
                  <a:lnTo>
                    <a:pt x="150567" y="94542"/>
                  </a:lnTo>
                  <a:lnTo>
                    <a:pt x="148090" y="89616"/>
                  </a:lnTo>
                  <a:lnTo>
                    <a:pt x="145452" y="84775"/>
                  </a:lnTo>
                  <a:lnTo>
                    <a:pt x="142656" y="80023"/>
                  </a:lnTo>
                  <a:lnTo>
                    <a:pt x="139705" y="75366"/>
                  </a:lnTo>
                  <a:lnTo>
                    <a:pt x="136602" y="70809"/>
                  </a:lnTo>
                  <a:lnTo>
                    <a:pt x="133350" y="66357"/>
                  </a:lnTo>
                  <a:lnTo>
                    <a:pt x="129953" y="62015"/>
                  </a:lnTo>
                  <a:lnTo>
                    <a:pt x="126415" y="57787"/>
                  </a:lnTo>
                  <a:lnTo>
                    <a:pt x="122740" y="53678"/>
                  </a:lnTo>
                  <a:lnTo>
                    <a:pt x="118930" y="49692"/>
                  </a:lnTo>
                  <a:lnTo>
                    <a:pt x="114992" y="45834"/>
                  </a:lnTo>
                  <a:lnTo>
                    <a:pt x="110928" y="42108"/>
                  </a:lnTo>
                  <a:lnTo>
                    <a:pt x="106744" y="38518"/>
                  </a:lnTo>
                  <a:lnTo>
                    <a:pt x="102444" y="35068"/>
                  </a:lnTo>
                  <a:lnTo>
                    <a:pt x="98032" y="31762"/>
                  </a:lnTo>
                  <a:lnTo>
                    <a:pt x="93514" y="28603"/>
                  </a:lnTo>
                  <a:lnTo>
                    <a:pt x="88894" y="25594"/>
                  </a:lnTo>
                  <a:lnTo>
                    <a:pt x="84177" y="22740"/>
                  </a:lnTo>
                  <a:lnTo>
                    <a:pt x="79369" y="20043"/>
                  </a:lnTo>
                  <a:lnTo>
                    <a:pt x="74474" y="17506"/>
                  </a:lnTo>
                  <a:lnTo>
                    <a:pt x="69498" y="15131"/>
                  </a:lnTo>
                  <a:lnTo>
                    <a:pt x="64447" y="12922"/>
                  </a:lnTo>
                  <a:lnTo>
                    <a:pt x="59326" y="10881"/>
                  </a:lnTo>
                  <a:lnTo>
                    <a:pt x="54140" y="9009"/>
                  </a:lnTo>
                  <a:lnTo>
                    <a:pt x="48895" y="7310"/>
                  </a:lnTo>
                  <a:lnTo>
                    <a:pt x="43597" y="5785"/>
                  </a:lnTo>
                  <a:lnTo>
                    <a:pt x="38252" y="4435"/>
                  </a:lnTo>
                  <a:lnTo>
                    <a:pt x="32865" y="3262"/>
                  </a:lnTo>
                  <a:lnTo>
                    <a:pt x="27442" y="2267"/>
                  </a:lnTo>
                  <a:lnTo>
                    <a:pt x="21989" y="1452"/>
                  </a:lnTo>
                  <a:lnTo>
                    <a:pt x="16513" y="817"/>
                  </a:lnTo>
                  <a:lnTo>
                    <a:pt x="11018" y="363"/>
                  </a:lnTo>
                  <a:lnTo>
                    <a:pt x="5512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4978" y="941493"/>
              <a:ext cx="88566" cy="167167"/>
            </a:xfrm>
            <a:custGeom>
              <a:avLst/>
              <a:pathLst>
                <a:path w="88566" h="167167">
                  <a:moveTo>
                    <a:pt x="88566" y="0"/>
                  </a:moveTo>
                  <a:lnTo>
                    <a:pt x="82733" y="101"/>
                  </a:lnTo>
                  <a:lnTo>
                    <a:pt x="76907" y="407"/>
                  </a:lnTo>
                  <a:lnTo>
                    <a:pt x="71096" y="915"/>
                  </a:lnTo>
                  <a:lnTo>
                    <a:pt x="65306" y="1626"/>
                  </a:lnTo>
                  <a:lnTo>
                    <a:pt x="59544" y="2538"/>
                  </a:lnTo>
                  <a:lnTo>
                    <a:pt x="53818" y="3651"/>
                  </a:lnTo>
                  <a:lnTo>
                    <a:pt x="48134" y="4963"/>
                  </a:lnTo>
                  <a:lnTo>
                    <a:pt x="42499" y="6472"/>
                  </a:lnTo>
                  <a:lnTo>
                    <a:pt x="36920" y="8177"/>
                  </a:lnTo>
                  <a:lnTo>
                    <a:pt x="31404" y="10076"/>
                  </a:lnTo>
                  <a:lnTo>
                    <a:pt x="25958" y="12166"/>
                  </a:lnTo>
                  <a:lnTo>
                    <a:pt x="20588" y="14445"/>
                  </a:lnTo>
                  <a:lnTo>
                    <a:pt x="15301" y="16910"/>
                  </a:lnTo>
                  <a:lnTo>
                    <a:pt x="10103" y="19558"/>
                  </a:lnTo>
                  <a:lnTo>
                    <a:pt x="5000" y="22385"/>
                  </a:lnTo>
                  <a:lnTo>
                    <a:pt x="0" y="25389"/>
                  </a:lnTo>
                  <a:lnTo>
                    <a:pt x="885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4978" y="966882"/>
              <a:ext cx="88566" cy="141778"/>
            </a:xfrm>
            <a:custGeom>
              <a:avLst/>
              <a:pathLst>
                <a:path w="88566" h="141778">
                  <a:moveTo>
                    <a:pt x="0" y="0"/>
                  </a:moveTo>
                  <a:lnTo>
                    <a:pt x="88566" y="1417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76" y="946601"/>
              <a:ext cx="334331" cy="329213"/>
            </a:xfrm>
            <a:custGeom>
              <a:avLst/>
              <a:pathLst>
                <a:path w="334331" h="329213">
                  <a:moveTo>
                    <a:pt x="78601" y="20281"/>
                  </a:moveTo>
                  <a:lnTo>
                    <a:pt x="74157" y="23156"/>
                  </a:lnTo>
                  <a:lnTo>
                    <a:pt x="69807" y="26169"/>
                  </a:lnTo>
                  <a:lnTo>
                    <a:pt x="65555" y="29319"/>
                  </a:lnTo>
                  <a:lnTo>
                    <a:pt x="61404" y="32602"/>
                  </a:lnTo>
                  <a:lnTo>
                    <a:pt x="57359" y="36015"/>
                  </a:lnTo>
                  <a:lnTo>
                    <a:pt x="53424" y="39554"/>
                  </a:lnTo>
                  <a:lnTo>
                    <a:pt x="49604" y="43215"/>
                  </a:lnTo>
                  <a:lnTo>
                    <a:pt x="45901" y="46996"/>
                  </a:lnTo>
                  <a:lnTo>
                    <a:pt x="42319" y="50892"/>
                  </a:lnTo>
                  <a:lnTo>
                    <a:pt x="38863" y="54900"/>
                  </a:lnTo>
                  <a:lnTo>
                    <a:pt x="35535" y="59015"/>
                  </a:lnTo>
                  <a:lnTo>
                    <a:pt x="32340" y="63233"/>
                  </a:lnTo>
                  <a:lnTo>
                    <a:pt x="29279" y="67551"/>
                  </a:lnTo>
                  <a:lnTo>
                    <a:pt x="26357" y="71963"/>
                  </a:lnTo>
                  <a:lnTo>
                    <a:pt x="23575" y="76465"/>
                  </a:lnTo>
                  <a:lnTo>
                    <a:pt x="20938" y="81053"/>
                  </a:lnTo>
                  <a:lnTo>
                    <a:pt x="18447" y="85722"/>
                  </a:lnTo>
                  <a:lnTo>
                    <a:pt x="16105" y="90468"/>
                  </a:lnTo>
                  <a:lnTo>
                    <a:pt x="13915" y="95285"/>
                  </a:lnTo>
                  <a:lnTo>
                    <a:pt x="11878" y="100170"/>
                  </a:lnTo>
                  <a:lnTo>
                    <a:pt x="9997" y="105116"/>
                  </a:lnTo>
                  <a:lnTo>
                    <a:pt x="8273" y="110120"/>
                  </a:lnTo>
                  <a:lnTo>
                    <a:pt x="6709" y="115175"/>
                  </a:lnTo>
                  <a:lnTo>
                    <a:pt x="5305" y="120278"/>
                  </a:lnTo>
                  <a:lnTo>
                    <a:pt x="4064" y="125422"/>
                  </a:lnTo>
                  <a:lnTo>
                    <a:pt x="2986" y="130604"/>
                  </a:lnTo>
                  <a:lnTo>
                    <a:pt x="2072" y="135816"/>
                  </a:lnTo>
                  <a:lnTo>
                    <a:pt x="1324" y="141055"/>
                  </a:lnTo>
                  <a:lnTo>
                    <a:pt x="742" y="146315"/>
                  </a:lnTo>
                  <a:lnTo>
                    <a:pt x="328" y="151591"/>
                  </a:lnTo>
                  <a:lnTo>
                    <a:pt x="80" y="156877"/>
                  </a:lnTo>
                  <a:lnTo>
                    <a:pt x="0" y="162169"/>
                  </a:lnTo>
                  <a:lnTo>
                    <a:pt x="87" y="167460"/>
                  </a:lnTo>
                  <a:lnTo>
                    <a:pt x="341" y="172746"/>
                  </a:lnTo>
                  <a:lnTo>
                    <a:pt x="763" y="178022"/>
                  </a:lnTo>
                  <a:lnTo>
                    <a:pt x="1352" y="183281"/>
                  </a:lnTo>
                  <a:lnTo>
                    <a:pt x="2107" y="188519"/>
                  </a:lnTo>
                  <a:lnTo>
                    <a:pt x="3027" y="193730"/>
                  </a:lnTo>
                  <a:lnTo>
                    <a:pt x="4112" y="198910"/>
                  </a:lnTo>
                  <a:lnTo>
                    <a:pt x="5360" y="204053"/>
                  </a:lnTo>
                  <a:lnTo>
                    <a:pt x="6770" y="209154"/>
                  </a:lnTo>
                  <a:lnTo>
                    <a:pt x="8341" y="214207"/>
                  </a:lnTo>
                  <a:lnTo>
                    <a:pt x="10072" y="219208"/>
                  </a:lnTo>
                  <a:lnTo>
                    <a:pt x="11959" y="224152"/>
                  </a:lnTo>
                  <a:lnTo>
                    <a:pt x="14003" y="229034"/>
                  </a:lnTo>
                  <a:lnTo>
                    <a:pt x="16199" y="233849"/>
                  </a:lnTo>
                  <a:lnTo>
                    <a:pt x="18547" y="238591"/>
                  </a:lnTo>
                  <a:lnTo>
                    <a:pt x="21044" y="243257"/>
                  </a:lnTo>
                  <a:lnTo>
                    <a:pt x="23688" y="247842"/>
                  </a:lnTo>
                  <a:lnTo>
                    <a:pt x="26475" y="252341"/>
                  </a:lnTo>
                  <a:lnTo>
                    <a:pt x="29403" y="256749"/>
                  </a:lnTo>
                  <a:lnTo>
                    <a:pt x="32470" y="261062"/>
                  </a:lnTo>
                  <a:lnTo>
                    <a:pt x="35671" y="265276"/>
                  </a:lnTo>
                  <a:lnTo>
                    <a:pt x="39004" y="269387"/>
                  </a:lnTo>
                  <a:lnTo>
                    <a:pt x="42465" y="273390"/>
                  </a:lnTo>
                  <a:lnTo>
                    <a:pt x="46052" y="277281"/>
                  </a:lnTo>
                  <a:lnTo>
                    <a:pt x="49760" y="281057"/>
                  </a:lnTo>
                  <a:lnTo>
                    <a:pt x="53585" y="284714"/>
                  </a:lnTo>
                  <a:lnTo>
                    <a:pt x="57525" y="288248"/>
                  </a:lnTo>
                  <a:lnTo>
                    <a:pt x="61574" y="291655"/>
                  </a:lnTo>
                  <a:lnTo>
                    <a:pt x="65729" y="294932"/>
                  </a:lnTo>
                  <a:lnTo>
                    <a:pt x="69986" y="298077"/>
                  </a:lnTo>
                  <a:lnTo>
                    <a:pt x="74340" y="301085"/>
                  </a:lnTo>
                  <a:lnTo>
                    <a:pt x="78787" y="303953"/>
                  </a:lnTo>
                  <a:lnTo>
                    <a:pt x="83323" y="306680"/>
                  </a:lnTo>
                  <a:lnTo>
                    <a:pt x="87943" y="309261"/>
                  </a:lnTo>
                  <a:lnTo>
                    <a:pt x="92642" y="311695"/>
                  </a:lnTo>
                  <a:lnTo>
                    <a:pt x="97416" y="313979"/>
                  </a:lnTo>
                  <a:lnTo>
                    <a:pt x="102259" y="316111"/>
                  </a:lnTo>
                  <a:lnTo>
                    <a:pt x="107168" y="318088"/>
                  </a:lnTo>
                  <a:lnTo>
                    <a:pt x="112137" y="319909"/>
                  </a:lnTo>
                  <a:lnTo>
                    <a:pt x="117161" y="321572"/>
                  </a:lnTo>
                  <a:lnTo>
                    <a:pt x="122235" y="323075"/>
                  </a:lnTo>
                  <a:lnTo>
                    <a:pt x="127355" y="324417"/>
                  </a:lnTo>
                  <a:lnTo>
                    <a:pt x="132514" y="325595"/>
                  </a:lnTo>
                  <a:lnTo>
                    <a:pt x="137708" y="326610"/>
                  </a:lnTo>
                  <a:lnTo>
                    <a:pt x="142931" y="327460"/>
                  </a:lnTo>
                  <a:lnTo>
                    <a:pt x="148179" y="328145"/>
                  </a:lnTo>
                  <a:lnTo>
                    <a:pt x="153445" y="328663"/>
                  </a:lnTo>
                  <a:lnTo>
                    <a:pt x="158726" y="329013"/>
                  </a:lnTo>
                  <a:lnTo>
                    <a:pt x="164015" y="329197"/>
                  </a:lnTo>
                  <a:lnTo>
                    <a:pt x="169307" y="329213"/>
                  </a:lnTo>
                  <a:lnTo>
                    <a:pt x="174597" y="329061"/>
                  </a:lnTo>
                  <a:lnTo>
                    <a:pt x="179879" y="328743"/>
                  </a:lnTo>
                  <a:lnTo>
                    <a:pt x="185149" y="328257"/>
                  </a:lnTo>
                  <a:lnTo>
                    <a:pt x="190401" y="327604"/>
                  </a:lnTo>
                  <a:lnTo>
                    <a:pt x="195629" y="326786"/>
                  </a:lnTo>
                  <a:lnTo>
                    <a:pt x="200829" y="325802"/>
                  </a:lnTo>
                  <a:lnTo>
                    <a:pt x="205995" y="324655"/>
                  </a:lnTo>
                  <a:lnTo>
                    <a:pt x="211123" y="323344"/>
                  </a:lnTo>
                  <a:lnTo>
                    <a:pt x="216206" y="321872"/>
                  </a:lnTo>
                  <a:lnTo>
                    <a:pt x="221240" y="320240"/>
                  </a:lnTo>
                  <a:lnTo>
                    <a:pt x="226220" y="318449"/>
                  </a:lnTo>
                  <a:lnTo>
                    <a:pt x="231140" y="316501"/>
                  </a:lnTo>
                  <a:lnTo>
                    <a:pt x="235997" y="314399"/>
                  </a:lnTo>
                  <a:lnTo>
                    <a:pt x="240785" y="312144"/>
                  </a:lnTo>
                  <a:lnTo>
                    <a:pt x="245498" y="309738"/>
                  </a:lnTo>
                  <a:lnTo>
                    <a:pt x="250134" y="307185"/>
                  </a:lnTo>
                  <a:lnTo>
                    <a:pt x="254686" y="304486"/>
                  </a:lnTo>
                  <a:lnTo>
                    <a:pt x="259150" y="301644"/>
                  </a:lnTo>
                  <a:lnTo>
                    <a:pt x="263523" y="298663"/>
                  </a:lnTo>
                  <a:lnTo>
                    <a:pt x="267798" y="295544"/>
                  </a:lnTo>
                  <a:lnTo>
                    <a:pt x="271973" y="292292"/>
                  </a:lnTo>
                  <a:lnTo>
                    <a:pt x="276043" y="288909"/>
                  </a:lnTo>
                  <a:lnTo>
                    <a:pt x="280004" y="285399"/>
                  </a:lnTo>
                  <a:lnTo>
                    <a:pt x="283851" y="281766"/>
                  </a:lnTo>
                  <a:lnTo>
                    <a:pt x="287582" y="278012"/>
                  </a:lnTo>
                  <a:lnTo>
                    <a:pt x="291192" y="274143"/>
                  </a:lnTo>
                  <a:lnTo>
                    <a:pt x="294678" y="270161"/>
                  </a:lnTo>
                  <a:lnTo>
                    <a:pt x="298036" y="266070"/>
                  </a:lnTo>
                  <a:lnTo>
                    <a:pt x="301262" y="261876"/>
                  </a:lnTo>
                  <a:lnTo>
                    <a:pt x="304355" y="257581"/>
                  </a:lnTo>
                  <a:lnTo>
                    <a:pt x="307310" y="253191"/>
                  </a:lnTo>
                  <a:lnTo>
                    <a:pt x="310124" y="248709"/>
                  </a:lnTo>
                  <a:lnTo>
                    <a:pt x="312795" y="244141"/>
                  </a:lnTo>
                  <a:lnTo>
                    <a:pt x="315320" y="239490"/>
                  </a:lnTo>
                  <a:lnTo>
                    <a:pt x="317697" y="234762"/>
                  </a:lnTo>
                  <a:lnTo>
                    <a:pt x="319923" y="229960"/>
                  </a:lnTo>
                  <a:lnTo>
                    <a:pt x="321996" y="225091"/>
                  </a:lnTo>
                  <a:lnTo>
                    <a:pt x="323913" y="220159"/>
                  </a:lnTo>
                  <a:lnTo>
                    <a:pt x="325674" y="215168"/>
                  </a:lnTo>
                  <a:lnTo>
                    <a:pt x="327275" y="210124"/>
                  </a:lnTo>
                  <a:lnTo>
                    <a:pt x="328717" y="205032"/>
                  </a:lnTo>
                  <a:lnTo>
                    <a:pt x="329996" y="199897"/>
                  </a:lnTo>
                  <a:lnTo>
                    <a:pt x="331112" y="194724"/>
                  </a:lnTo>
                  <a:lnTo>
                    <a:pt x="332064" y="189518"/>
                  </a:lnTo>
                  <a:lnTo>
                    <a:pt x="332850" y="184284"/>
                  </a:lnTo>
                  <a:lnTo>
                    <a:pt x="333471" y="179029"/>
                  </a:lnTo>
                  <a:lnTo>
                    <a:pt x="333925" y="173756"/>
                  </a:lnTo>
                  <a:lnTo>
                    <a:pt x="334211" y="168472"/>
                  </a:lnTo>
                  <a:lnTo>
                    <a:pt x="334331" y="163181"/>
                  </a:lnTo>
                  <a:lnTo>
                    <a:pt x="334282" y="157889"/>
                  </a:lnTo>
                  <a:lnTo>
                    <a:pt x="334067" y="152602"/>
                  </a:lnTo>
                  <a:lnTo>
                    <a:pt x="333684" y="147323"/>
                  </a:lnTo>
                  <a:lnTo>
                    <a:pt x="333134" y="142060"/>
                  </a:lnTo>
                  <a:lnTo>
                    <a:pt x="332417" y="136816"/>
                  </a:lnTo>
                  <a:lnTo>
                    <a:pt x="331536" y="131598"/>
                  </a:lnTo>
                  <a:lnTo>
                    <a:pt x="330489" y="126411"/>
                  </a:lnTo>
                  <a:lnTo>
                    <a:pt x="329279" y="121259"/>
                  </a:lnTo>
                  <a:lnTo>
                    <a:pt x="327906" y="116148"/>
                  </a:lnTo>
                  <a:lnTo>
                    <a:pt x="326372" y="111083"/>
                  </a:lnTo>
                  <a:lnTo>
                    <a:pt x="324679" y="106069"/>
                  </a:lnTo>
                  <a:lnTo>
                    <a:pt x="322828" y="101111"/>
                  </a:lnTo>
                  <a:lnTo>
                    <a:pt x="320821" y="96215"/>
                  </a:lnTo>
                  <a:lnTo>
                    <a:pt x="318659" y="91384"/>
                  </a:lnTo>
                  <a:lnTo>
                    <a:pt x="316346" y="86624"/>
                  </a:lnTo>
                  <a:lnTo>
                    <a:pt x="313884" y="81940"/>
                  </a:lnTo>
                  <a:lnTo>
                    <a:pt x="311274" y="77336"/>
                  </a:lnTo>
                  <a:lnTo>
                    <a:pt x="308520" y="72817"/>
                  </a:lnTo>
                  <a:lnTo>
                    <a:pt x="305625" y="68387"/>
                  </a:lnTo>
                  <a:lnTo>
                    <a:pt x="302590" y="64051"/>
                  </a:lnTo>
                  <a:lnTo>
                    <a:pt x="299420" y="59814"/>
                  </a:lnTo>
                  <a:lnTo>
                    <a:pt x="296117" y="55679"/>
                  </a:lnTo>
                  <a:lnTo>
                    <a:pt x="292685" y="51650"/>
                  </a:lnTo>
                  <a:lnTo>
                    <a:pt x="289128" y="47733"/>
                  </a:lnTo>
                  <a:lnTo>
                    <a:pt x="285448" y="43930"/>
                  </a:lnTo>
                  <a:lnTo>
                    <a:pt x="281649" y="40245"/>
                  </a:lnTo>
                  <a:lnTo>
                    <a:pt x="277736" y="36682"/>
                  </a:lnTo>
                  <a:lnTo>
                    <a:pt x="273712" y="33245"/>
                  </a:lnTo>
                  <a:lnTo>
                    <a:pt x="269581" y="29937"/>
                  </a:lnTo>
                  <a:lnTo>
                    <a:pt x="265348" y="26761"/>
                  </a:lnTo>
                  <a:lnTo>
                    <a:pt x="261016" y="23721"/>
                  </a:lnTo>
                  <a:lnTo>
                    <a:pt x="256590" y="20820"/>
                  </a:lnTo>
                  <a:lnTo>
                    <a:pt x="252074" y="18060"/>
                  </a:lnTo>
                  <a:lnTo>
                    <a:pt x="247474" y="15445"/>
                  </a:lnTo>
                  <a:lnTo>
                    <a:pt x="242793" y="12976"/>
                  </a:lnTo>
                  <a:lnTo>
                    <a:pt x="238036" y="10657"/>
                  </a:lnTo>
                  <a:lnTo>
                    <a:pt x="233208" y="8490"/>
                  </a:lnTo>
                  <a:lnTo>
                    <a:pt x="228314" y="6476"/>
                  </a:lnTo>
                  <a:lnTo>
                    <a:pt x="223358" y="4619"/>
                  </a:lnTo>
                  <a:lnTo>
                    <a:pt x="218347" y="2919"/>
                  </a:lnTo>
                  <a:lnTo>
                    <a:pt x="213284" y="1379"/>
                  </a:lnTo>
                  <a:lnTo>
                    <a:pt x="208174" y="0"/>
                  </a:lnTo>
                  <a:lnTo>
                    <a:pt x="167167" y="1620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1007" cy="167167"/>
            </a:xfrm>
            <a:custGeom>
              <a:avLst/>
              <a:pathLst>
                <a:path w="41007" h="167167">
                  <a:moveTo>
                    <a:pt x="41007" y="5107"/>
                  </a:moveTo>
                  <a:lnTo>
                    <a:pt x="34280" y="3552"/>
                  </a:lnTo>
                  <a:lnTo>
                    <a:pt x="27494" y="2276"/>
                  </a:lnTo>
                  <a:lnTo>
                    <a:pt x="20662" y="1281"/>
                  </a:lnTo>
                  <a:lnTo>
                    <a:pt x="13794" y="570"/>
                  </a:lnTo>
                  <a:lnTo>
                    <a:pt x="6903" y="14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8021" y="941493"/>
              <a:ext cx="48194" cy="167167"/>
            </a:xfrm>
            <a:custGeom>
              <a:avLst/>
              <a:pathLst>
                <a:path w="48194" h="167167">
                  <a:moveTo>
                    <a:pt x="48194" y="0"/>
                  </a:moveTo>
                  <a:lnTo>
                    <a:pt x="42084" y="111"/>
                  </a:lnTo>
                  <a:lnTo>
                    <a:pt x="35983" y="446"/>
                  </a:lnTo>
                  <a:lnTo>
                    <a:pt x="29898" y="1004"/>
                  </a:lnTo>
                  <a:lnTo>
                    <a:pt x="23837" y="1784"/>
                  </a:lnTo>
                  <a:lnTo>
                    <a:pt x="17809" y="2784"/>
                  </a:lnTo>
                  <a:lnTo>
                    <a:pt x="11821" y="4005"/>
                  </a:lnTo>
                  <a:lnTo>
                    <a:pt x="5882" y="5443"/>
                  </a:lnTo>
                  <a:lnTo>
                    <a:pt x="0" y="7097"/>
                  </a:lnTo>
                  <a:lnTo>
                    <a:pt x="4819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8021" y="948591"/>
              <a:ext cx="48194" cy="160069"/>
            </a:xfrm>
            <a:custGeom>
              <a:avLst/>
              <a:pathLst>
                <a:path w="48194" h="160069">
                  <a:moveTo>
                    <a:pt x="0" y="0"/>
                  </a:moveTo>
                  <a:lnTo>
                    <a:pt x="48194" y="1600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8" y="948591"/>
              <a:ext cx="167167" cy="327145"/>
            </a:xfrm>
            <a:custGeom>
              <a:avLst/>
              <a:pathLst>
                <a:path w="167167" h="327145">
                  <a:moveTo>
                    <a:pt x="118972" y="0"/>
                  </a:moveTo>
                  <a:lnTo>
                    <a:pt x="113876" y="1623"/>
                  </a:lnTo>
                  <a:lnTo>
                    <a:pt x="108833" y="3410"/>
                  </a:lnTo>
                  <a:lnTo>
                    <a:pt x="103851" y="5356"/>
                  </a:lnTo>
                  <a:lnTo>
                    <a:pt x="98933" y="7461"/>
                  </a:lnTo>
                  <a:lnTo>
                    <a:pt x="94086" y="9722"/>
                  </a:lnTo>
                  <a:lnTo>
                    <a:pt x="89313" y="12138"/>
                  </a:lnTo>
                  <a:lnTo>
                    <a:pt x="84620" y="14704"/>
                  </a:lnTo>
                  <a:lnTo>
                    <a:pt x="80011" y="17420"/>
                  </a:lnTo>
                  <a:lnTo>
                    <a:pt x="75491" y="20281"/>
                  </a:lnTo>
                  <a:lnTo>
                    <a:pt x="71066" y="23286"/>
                  </a:lnTo>
                  <a:lnTo>
                    <a:pt x="66739" y="26431"/>
                  </a:lnTo>
                  <a:lnTo>
                    <a:pt x="62514" y="29712"/>
                  </a:lnTo>
                  <a:lnTo>
                    <a:pt x="58397" y="33127"/>
                  </a:lnTo>
                  <a:lnTo>
                    <a:pt x="54392" y="36672"/>
                  </a:lnTo>
                  <a:lnTo>
                    <a:pt x="50501" y="40344"/>
                  </a:lnTo>
                  <a:lnTo>
                    <a:pt x="46730" y="44138"/>
                  </a:lnTo>
                  <a:lnTo>
                    <a:pt x="43083" y="48051"/>
                  </a:lnTo>
                  <a:lnTo>
                    <a:pt x="39562" y="52078"/>
                  </a:lnTo>
                  <a:lnTo>
                    <a:pt x="36173" y="56216"/>
                  </a:lnTo>
                  <a:lnTo>
                    <a:pt x="32917" y="60460"/>
                  </a:lnTo>
                  <a:lnTo>
                    <a:pt x="29799" y="64806"/>
                  </a:lnTo>
                  <a:lnTo>
                    <a:pt x="26821" y="69250"/>
                  </a:lnTo>
                  <a:lnTo>
                    <a:pt x="23987" y="73787"/>
                  </a:lnTo>
                  <a:lnTo>
                    <a:pt x="21300" y="78412"/>
                  </a:lnTo>
                  <a:lnTo>
                    <a:pt x="18762" y="83121"/>
                  </a:lnTo>
                  <a:lnTo>
                    <a:pt x="16376" y="87909"/>
                  </a:lnTo>
                  <a:lnTo>
                    <a:pt x="14144" y="92770"/>
                  </a:lnTo>
                  <a:lnTo>
                    <a:pt x="12070" y="97701"/>
                  </a:lnTo>
                  <a:lnTo>
                    <a:pt x="10153" y="102695"/>
                  </a:lnTo>
                  <a:lnTo>
                    <a:pt x="8398" y="107748"/>
                  </a:lnTo>
                  <a:lnTo>
                    <a:pt x="6805" y="112854"/>
                  </a:lnTo>
                  <a:lnTo>
                    <a:pt x="5377" y="118009"/>
                  </a:lnTo>
                  <a:lnTo>
                    <a:pt x="4114" y="123207"/>
                  </a:lnTo>
                  <a:lnTo>
                    <a:pt x="3018" y="128443"/>
                  </a:lnTo>
                  <a:lnTo>
                    <a:pt x="2090" y="133711"/>
                  </a:lnTo>
                  <a:lnTo>
                    <a:pt x="1332" y="139006"/>
                  </a:lnTo>
                  <a:lnTo>
                    <a:pt x="743" y="144323"/>
                  </a:lnTo>
                  <a:lnTo>
                    <a:pt x="324" y="149655"/>
                  </a:lnTo>
                  <a:lnTo>
                    <a:pt x="76" y="154999"/>
                  </a:lnTo>
                  <a:lnTo>
                    <a:pt x="0" y="160348"/>
                  </a:lnTo>
                  <a:lnTo>
                    <a:pt x="94" y="165696"/>
                  </a:lnTo>
                  <a:lnTo>
                    <a:pt x="360" y="171038"/>
                  </a:lnTo>
                  <a:lnTo>
                    <a:pt x="796" y="176370"/>
                  </a:lnTo>
                  <a:lnTo>
                    <a:pt x="1403" y="181684"/>
                  </a:lnTo>
                  <a:lnTo>
                    <a:pt x="2179" y="186977"/>
                  </a:lnTo>
                  <a:lnTo>
                    <a:pt x="3124" y="192242"/>
                  </a:lnTo>
                  <a:lnTo>
                    <a:pt x="4238" y="197474"/>
                  </a:lnTo>
                  <a:lnTo>
                    <a:pt x="5518" y="202668"/>
                  </a:lnTo>
                  <a:lnTo>
                    <a:pt x="6964" y="207818"/>
                  </a:lnTo>
                  <a:lnTo>
                    <a:pt x="8573" y="212919"/>
                  </a:lnTo>
                  <a:lnTo>
                    <a:pt x="10346" y="217966"/>
                  </a:lnTo>
                  <a:lnTo>
                    <a:pt x="12278" y="222954"/>
                  </a:lnTo>
                  <a:lnTo>
                    <a:pt x="14370" y="227877"/>
                  </a:lnTo>
                  <a:lnTo>
                    <a:pt x="16617" y="232731"/>
                  </a:lnTo>
                  <a:lnTo>
                    <a:pt x="19019" y="237511"/>
                  </a:lnTo>
                  <a:lnTo>
                    <a:pt x="21573" y="242211"/>
                  </a:lnTo>
                  <a:lnTo>
                    <a:pt x="24275" y="246828"/>
                  </a:lnTo>
                  <a:lnTo>
                    <a:pt x="27124" y="251355"/>
                  </a:lnTo>
                  <a:lnTo>
                    <a:pt x="30117" y="255789"/>
                  </a:lnTo>
                  <a:lnTo>
                    <a:pt x="33249" y="260125"/>
                  </a:lnTo>
                  <a:lnTo>
                    <a:pt x="36519" y="264358"/>
                  </a:lnTo>
                  <a:lnTo>
                    <a:pt x="39923" y="268485"/>
                  </a:lnTo>
                  <a:lnTo>
                    <a:pt x="43457" y="272500"/>
                  </a:lnTo>
                  <a:lnTo>
                    <a:pt x="47117" y="276401"/>
                  </a:lnTo>
                  <a:lnTo>
                    <a:pt x="50901" y="280182"/>
                  </a:lnTo>
                  <a:lnTo>
                    <a:pt x="54803" y="283841"/>
                  </a:lnTo>
                  <a:lnTo>
                    <a:pt x="58821" y="287372"/>
                  </a:lnTo>
                  <a:lnTo>
                    <a:pt x="62949" y="290774"/>
                  </a:lnTo>
                  <a:lnTo>
                    <a:pt x="67185" y="294041"/>
                  </a:lnTo>
                  <a:lnTo>
                    <a:pt x="71522" y="297172"/>
                  </a:lnTo>
                  <a:lnTo>
                    <a:pt x="75958" y="300161"/>
                  </a:lnTo>
                  <a:lnTo>
                    <a:pt x="80487" y="303008"/>
                  </a:lnTo>
                  <a:lnTo>
                    <a:pt x="85104" y="305708"/>
                  </a:lnTo>
                  <a:lnTo>
                    <a:pt x="89806" y="308259"/>
                  </a:lnTo>
                  <a:lnTo>
                    <a:pt x="94587" y="310658"/>
                  </a:lnTo>
                  <a:lnTo>
                    <a:pt x="99442" y="312903"/>
                  </a:lnTo>
                  <a:lnTo>
                    <a:pt x="104367" y="314992"/>
                  </a:lnTo>
                  <a:lnTo>
                    <a:pt x="109356" y="316922"/>
                  </a:lnTo>
                  <a:lnTo>
                    <a:pt x="114404" y="318691"/>
                  </a:lnTo>
                  <a:lnTo>
                    <a:pt x="119506" y="320298"/>
                  </a:lnTo>
                  <a:lnTo>
                    <a:pt x="124657" y="321741"/>
                  </a:lnTo>
                  <a:lnTo>
                    <a:pt x="129851" y="323018"/>
                  </a:lnTo>
                  <a:lnTo>
                    <a:pt x="135084" y="324129"/>
                  </a:lnTo>
                  <a:lnTo>
                    <a:pt x="140349" y="325071"/>
                  </a:lnTo>
                  <a:lnTo>
                    <a:pt x="145642" y="325845"/>
                  </a:lnTo>
                  <a:lnTo>
                    <a:pt x="150957" y="326449"/>
                  </a:lnTo>
                  <a:lnTo>
                    <a:pt x="156289" y="326882"/>
                  </a:lnTo>
                  <a:lnTo>
                    <a:pt x="161632" y="327145"/>
                  </a:lnTo>
                  <a:lnTo>
                    <a:pt x="167167" y="1600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80680" y="941493"/>
              <a:ext cx="172683" cy="334334"/>
            </a:xfrm>
            <a:custGeom>
              <a:avLst/>
              <a:pathLst>
                <a:path w="172683" h="334334">
                  <a:moveTo>
                    <a:pt x="0" y="334243"/>
                  </a:moveTo>
                  <a:lnTo>
                    <a:pt x="5306" y="334334"/>
                  </a:lnTo>
                  <a:lnTo>
                    <a:pt x="10612" y="334257"/>
                  </a:lnTo>
                  <a:lnTo>
                    <a:pt x="15913" y="334012"/>
                  </a:lnTo>
                  <a:lnTo>
                    <a:pt x="21204" y="333598"/>
                  </a:lnTo>
                  <a:lnTo>
                    <a:pt x="26479" y="333017"/>
                  </a:lnTo>
                  <a:lnTo>
                    <a:pt x="31733" y="332269"/>
                  </a:lnTo>
                  <a:lnTo>
                    <a:pt x="36960" y="331354"/>
                  </a:lnTo>
                  <a:lnTo>
                    <a:pt x="42156" y="330274"/>
                  </a:lnTo>
                  <a:lnTo>
                    <a:pt x="47315" y="329029"/>
                  </a:lnTo>
                  <a:lnTo>
                    <a:pt x="52431" y="327621"/>
                  </a:lnTo>
                  <a:lnTo>
                    <a:pt x="57501" y="326052"/>
                  </a:lnTo>
                  <a:lnTo>
                    <a:pt x="62518" y="324322"/>
                  </a:lnTo>
                  <a:lnTo>
                    <a:pt x="67478" y="322435"/>
                  </a:lnTo>
                  <a:lnTo>
                    <a:pt x="72375" y="320390"/>
                  </a:lnTo>
                  <a:lnTo>
                    <a:pt x="77205" y="318191"/>
                  </a:lnTo>
                  <a:lnTo>
                    <a:pt x="81962" y="315840"/>
                  </a:lnTo>
                  <a:lnTo>
                    <a:pt x="86643" y="313339"/>
                  </a:lnTo>
                  <a:lnTo>
                    <a:pt x="91242" y="310691"/>
                  </a:lnTo>
                  <a:lnTo>
                    <a:pt x="95754" y="307898"/>
                  </a:lnTo>
                  <a:lnTo>
                    <a:pt x="100176" y="304964"/>
                  </a:lnTo>
                  <a:lnTo>
                    <a:pt x="104502" y="301890"/>
                  </a:lnTo>
                  <a:lnTo>
                    <a:pt x="108729" y="298681"/>
                  </a:lnTo>
                  <a:lnTo>
                    <a:pt x="112851" y="295339"/>
                  </a:lnTo>
                  <a:lnTo>
                    <a:pt x="116866" y="291868"/>
                  </a:lnTo>
                  <a:lnTo>
                    <a:pt x="120768" y="288271"/>
                  </a:lnTo>
                  <a:lnTo>
                    <a:pt x="124554" y="284553"/>
                  </a:lnTo>
                  <a:lnTo>
                    <a:pt x="128220" y="280716"/>
                  </a:lnTo>
                  <a:lnTo>
                    <a:pt x="131762" y="276764"/>
                  </a:lnTo>
                  <a:lnTo>
                    <a:pt x="135177" y="272702"/>
                  </a:lnTo>
                  <a:lnTo>
                    <a:pt x="138462" y="268534"/>
                  </a:lnTo>
                  <a:lnTo>
                    <a:pt x="141613" y="264264"/>
                  </a:lnTo>
                  <a:lnTo>
                    <a:pt x="144626" y="259895"/>
                  </a:lnTo>
                  <a:lnTo>
                    <a:pt x="147499" y="255434"/>
                  </a:lnTo>
                  <a:lnTo>
                    <a:pt x="150229" y="250883"/>
                  </a:lnTo>
                  <a:lnTo>
                    <a:pt x="152814" y="246248"/>
                  </a:lnTo>
                  <a:lnTo>
                    <a:pt x="155250" y="241533"/>
                  </a:lnTo>
                  <a:lnTo>
                    <a:pt x="157535" y="236743"/>
                  </a:lnTo>
                  <a:lnTo>
                    <a:pt x="159667" y="231884"/>
                  </a:lnTo>
                  <a:lnTo>
                    <a:pt x="161643" y="226958"/>
                  </a:lnTo>
                  <a:lnTo>
                    <a:pt x="163462" y="221973"/>
                  </a:lnTo>
                  <a:lnTo>
                    <a:pt x="165123" y="216933"/>
                  </a:lnTo>
                  <a:lnTo>
                    <a:pt x="166622" y="211842"/>
                  </a:lnTo>
                  <a:lnTo>
                    <a:pt x="167959" y="206706"/>
                  </a:lnTo>
                  <a:lnTo>
                    <a:pt x="169132" y="201531"/>
                  </a:lnTo>
                  <a:lnTo>
                    <a:pt x="170140" y="196321"/>
                  </a:lnTo>
                  <a:lnTo>
                    <a:pt x="170983" y="191081"/>
                  </a:lnTo>
                  <a:lnTo>
                    <a:pt x="171658" y="185817"/>
                  </a:lnTo>
                  <a:lnTo>
                    <a:pt x="172167" y="180535"/>
                  </a:lnTo>
                  <a:lnTo>
                    <a:pt x="172507" y="175239"/>
                  </a:lnTo>
                  <a:lnTo>
                    <a:pt x="172679" y="169935"/>
                  </a:lnTo>
                  <a:lnTo>
                    <a:pt x="172683" y="164628"/>
                  </a:lnTo>
                  <a:lnTo>
                    <a:pt x="172518" y="159324"/>
                  </a:lnTo>
                  <a:lnTo>
                    <a:pt x="172185" y="154027"/>
                  </a:lnTo>
                  <a:lnTo>
                    <a:pt x="171684" y="148744"/>
                  </a:lnTo>
                  <a:lnTo>
                    <a:pt x="171015" y="143480"/>
                  </a:lnTo>
                  <a:lnTo>
                    <a:pt x="170180" y="138239"/>
                  </a:lnTo>
                  <a:lnTo>
                    <a:pt x="169179" y="133027"/>
                  </a:lnTo>
                  <a:lnTo>
                    <a:pt x="168013" y="127850"/>
                  </a:lnTo>
                  <a:lnTo>
                    <a:pt x="166683" y="122713"/>
                  </a:lnTo>
                  <a:lnTo>
                    <a:pt x="165191" y="117620"/>
                  </a:lnTo>
                  <a:lnTo>
                    <a:pt x="163537" y="112577"/>
                  </a:lnTo>
                  <a:lnTo>
                    <a:pt x="161725" y="107589"/>
                  </a:lnTo>
                  <a:lnTo>
                    <a:pt x="159755" y="102662"/>
                  </a:lnTo>
                  <a:lnTo>
                    <a:pt x="157630" y="97799"/>
                  </a:lnTo>
                  <a:lnTo>
                    <a:pt x="155351" y="93006"/>
                  </a:lnTo>
                  <a:lnTo>
                    <a:pt x="152922" y="88288"/>
                  </a:lnTo>
                  <a:lnTo>
                    <a:pt x="150344" y="83649"/>
                  </a:lnTo>
                  <a:lnTo>
                    <a:pt x="147620" y="79095"/>
                  </a:lnTo>
                  <a:lnTo>
                    <a:pt x="144753" y="74629"/>
                  </a:lnTo>
                  <a:lnTo>
                    <a:pt x="141745" y="70257"/>
                  </a:lnTo>
                  <a:lnTo>
                    <a:pt x="138601" y="65982"/>
                  </a:lnTo>
                  <a:lnTo>
                    <a:pt x="135322" y="61809"/>
                  </a:lnTo>
                  <a:lnTo>
                    <a:pt x="131912" y="57743"/>
                  </a:lnTo>
                  <a:lnTo>
                    <a:pt x="128375" y="53786"/>
                  </a:lnTo>
                  <a:lnTo>
                    <a:pt x="124714" y="49944"/>
                  </a:lnTo>
                  <a:lnTo>
                    <a:pt x="120933" y="46220"/>
                  </a:lnTo>
                  <a:lnTo>
                    <a:pt x="117036" y="42618"/>
                  </a:lnTo>
                  <a:lnTo>
                    <a:pt x="113027" y="39142"/>
                  </a:lnTo>
                  <a:lnTo>
                    <a:pt x="108909" y="35794"/>
                  </a:lnTo>
                  <a:lnTo>
                    <a:pt x="104687" y="32579"/>
                  </a:lnTo>
                  <a:lnTo>
                    <a:pt x="100365" y="29500"/>
                  </a:lnTo>
                  <a:lnTo>
                    <a:pt x="95947" y="26559"/>
                  </a:lnTo>
                  <a:lnTo>
                    <a:pt x="91438" y="23760"/>
                  </a:lnTo>
                  <a:lnTo>
                    <a:pt x="86843" y="21106"/>
                  </a:lnTo>
                  <a:lnTo>
                    <a:pt x="82166" y="18598"/>
                  </a:lnTo>
                  <a:lnTo>
                    <a:pt x="77412" y="16241"/>
                  </a:lnTo>
                  <a:lnTo>
                    <a:pt x="72585" y="14035"/>
                  </a:lnTo>
                  <a:lnTo>
                    <a:pt x="67690" y="11984"/>
                  </a:lnTo>
                  <a:lnTo>
                    <a:pt x="62733" y="10090"/>
                  </a:lnTo>
                  <a:lnTo>
                    <a:pt x="57718" y="8353"/>
                  </a:lnTo>
                  <a:lnTo>
                    <a:pt x="52651" y="6777"/>
                  </a:lnTo>
                  <a:lnTo>
                    <a:pt x="47536" y="5362"/>
                  </a:lnTo>
                  <a:lnTo>
                    <a:pt x="42379" y="4110"/>
                  </a:lnTo>
                  <a:lnTo>
                    <a:pt x="37185" y="3023"/>
                  </a:lnTo>
                  <a:lnTo>
                    <a:pt x="31959" y="2101"/>
                  </a:lnTo>
                  <a:lnTo>
                    <a:pt x="26706" y="1346"/>
                  </a:lnTo>
                  <a:lnTo>
                    <a:pt x="21432" y="757"/>
                  </a:lnTo>
                  <a:lnTo>
                    <a:pt x="16142" y="336"/>
                  </a:lnTo>
                  <a:lnTo>
                    <a:pt x="10841" y="84"/>
                  </a:lnTo>
                  <a:lnTo>
                    <a:pt x="5535" y="0"/>
                  </a:lnTo>
                  <a:lnTo>
                    <a:pt x="553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50" y="1071028"/>
              <a:ext cx="167150" cy="167167"/>
            </a:xfrm>
            <a:custGeom>
              <a:avLst/>
              <a:pathLst>
                <a:path w="167150" h="167167">
                  <a:moveTo>
                    <a:pt x="167150" y="0"/>
                  </a:moveTo>
                  <a:lnTo>
                    <a:pt x="161730" y="87"/>
                  </a:lnTo>
                  <a:lnTo>
                    <a:pt x="156316" y="351"/>
                  </a:lnTo>
                  <a:lnTo>
                    <a:pt x="150912" y="790"/>
                  </a:lnTo>
                  <a:lnTo>
                    <a:pt x="145526" y="1404"/>
                  </a:lnTo>
                  <a:lnTo>
                    <a:pt x="140163" y="2192"/>
                  </a:lnTo>
                  <a:lnTo>
                    <a:pt x="134828" y="3154"/>
                  </a:lnTo>
                  <a:lnTo>
                    <a:pt x="129528" y="4288"/>
                  </a:lnTo>
                  <a:lnTo>
                    <a:pt x="124266" y="5594"/>
                  </a:lnTo>
                  <a:lnTo>
                    <a:pt x="119050" y="7069"/>
                  </a:lnTo>
                  <a:lnTo>
                    <a:pt x="113884" y="8713"/>
                  </a:lnTo>
                  <a:lnTo>
                    <a:pt x="108775" y="10523"/>
                  </a:lnTo>
                  <a:lnTo>
                    <a:pt x="103727" y="12498"/>
                  </a:lnTo>
                  <a:lnTo>
                    <a:pt x="98745" y="14636"/>
                  </a:lnTo>
                  <a:lnTo>
                    <a:pt x="93835" y="16934"/>
                  </a:lnTo>
                  <a:lnTo>
                    <a:pt x="89003" y="19390"/>
                  </a:lnTo>
                  <a:lnTo>
                    <a:pt x="84253" y="22002"/>
                  </a:lnTo>
                  <a:lnTo>
                    <a:pt x="79589" y="24766"/>
                  </a:lnTo>
                  <a:lnTo>
                    <a:pt x="75018" y="27680"/>
                  </a:lnTo>
                  <a:lnTo>
                    <a:pt x="70544" y="30740"/>
                  </a:lnTo>
                  <a:lnTo>
                    <a:pt x="66171" y="33944"/>
                  </a:lnTo>
                  <a:lnTo>
                    <a:pt x="61905" y="37288"/>
                  </a:lnTo>
                  <a:lnTo>
                    <a:pt x="57749" y="40769"/>
                  </a:lnTo>
                  <a:lnTo>
                    <a:pt x="53709" y="44383"/>
                  </a:lnTo>
                  <a:lnTo>
                    <a:pt x="49787" y="48125"/>
                  </a:lnTo>
                  <a:lnTo>
                    <a:pt x="45989" y="51993"/>
                  </a:lnTo>
                  <a:lnTo>
                    <a:pt x="42318" y="55982"/>
                  </a:lnTo>
                  <a:lnTo>
                    <a:pt x="38779" y="60088"/>
                  </a:lnTo>
                  <a:lnTo>
                    <a:pt x="35375" y="64307"/>
                  </a:lnTo>
                  <a:lnTo>
                    <a:pt x="32109" y="68633"/>
                  </a:lnTo>
                  <a:lnTo>
                    <a:pt x="28985" y="73064"/>
                  </a:lnTo>
                  <a:lnTo>
                    <a:pt x="26007" y="77593"/>
                  </a:lnTo>
                  <a:lnTo>
                    <a:pt x="23177" y="82216"/>
                  </a:lnTo>
                  <a:lnTo>
                    <a:pt x="20498" y="86929"/>
                  </a:lnTo>
                  <a:lnTo>
                    <a:pt x="17973" y="91726"/>
                  </a:lnTo>
                  <a:lnTo>
                    <a:pt x="15606" y="96603"/>
                  </a:lnTo>
                  <a:lnTo>
                    <a:pt x="13398" y="101554"/>
                  </a:lnTo>
                  <a:lnTo>
                    <a:pt x="11351" y="106573"/>
                  </a:lnTo>
                  <a:lnTo>
                    <a:pt x="9468" y="111657"/>
                  </a:lnTo>
                  <a:lnTo>
                    <a:pt x="7751" y="116798"/>
                  </a:lnTo>
                  <a:lnTo>
                    <a:pt x="6202" y="121993"/>
                  </a:lnTo>
                  <a:lnTo>
                    <a:pt x="4822" y="127235"/>
                  </a:lnTo>
                  <a:lnTo>
                    <a:pt x="3613" y="132520"/>
                  </a:lnTo>
                  <a:lnTo>
                    <a:pt x="2575" y="137840"/>
                  </a:lnTo>
                  <a:lnTo>
                    <a:pt x="1711" y="143192"/>
                  </a:lnTo>
                  <a:lnTo>
                    <a:pt x="1020" y="148568"/>
                  </a:lnTo>
                  <a:lnTo>
                    <a:pt x="505" y="153965"/>
                  </a:lnTo>
                  <a:lnTo>
                    <a:pt x="164" y="159375"/>
                  </a:lnTo>
                  <a:lnTo>
                    <a:pt x="0" y="16479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350" y="1235822"/>
              <a:ext cx="167150" cy="2373"/>
            </a:xfrm>
            <a:custGeom>
              <a:avLst/>
              <a:pathLst>
                <a:path w="167150" h="2373">
                  <a:moveTo>
                    <a:pt x="0" y="0"/>
                  </a:moveTo>
                  <a:lnTo>
                    <a:pt x="167150" y="23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50" y="1073807"/>
              <a:ext cx="334309" cy="331554"/>
            </a:xfrm>
            <a:custGeom>
              <a:avLst/>
              <a:pathLst>
                <a:path w="334309" h="331554">
                  <a:moveTo>
                    <a:pt x="0" y="162015"/>
                  </a:moveTo>
                  <a:lnTo>
                    <a:pt x="8" y="167326"/>
                  </a:lnTo>
                  <a:lnTo>
                    <a:pt x="186" y="172635"/>
                  </a:lnTo>
                  <a:lnTo>
                    <a:pt x="532" y="177935"/>
                  </a:lnTo>
                  <a:lnTo>
                    <a:pt x="1047" y="183222"/>
                  </a:lnTo>
                  <a:lnTo>
                    <a:pt x="1729" y="188490"/>
                  </a:lnTo>
                  <a:lnTo>
                    <a:pt x="2578" y="193733"/>
                  </a:lnTo>
                  <a:lnTo>
                    <a:pt x="3594" y="198947"/>
                  </a:lnTo>
                  <a:lnTo>
                    <a:pt x="4774" y="204126"/>
                  </a:lnTo>
                  <a:lnTo>
                    <a:pt x="6119" y="209265"/>
                  </a:lnTo>
                  <a:lnTo>
                    <a:pt x="7626" y="214358"/>
                  </a:lnTo>
                  <a:lnTo>
                    <a:pt x="9294" y="219401"/>
                  </a:lnTo>
                  <a:lnTo>
                    <a:pt x="11122" y="224389"/>
                  </a:lnTo>
                  <a:lnTo>
                    <a:pt x="13107" y="229316"/>
                  </a:lnTo>
                  <a:lnTo>
                    <a:pt x="15247" y="234177"/>
                  </a:lnTo>
                  <a:lnTo>
                    <a:pt x="17541" y="238968"/>
                  </a:lnTo>
                  <a:lnTo>
                    <a:pt x="19986" y="243683"/>
                  </a:lnTo>
                  <a:lnTo>
                    <a:pt x="22580" y="248319"/>
                  </a:lnTo>
                  <a:lnTo>
                    <a:pt x="25319" y="252870"/>
                  </a:lnTo>
                  <a:lnTo>
                    <a:pt x="28202" y="257331"/>
                  </a:lnTo>
                  <a:lnTo>
                    <a:pt x="31225" y="261699"/>
                  </a:lnTo>
                  <a:lnTo>
                    <a:pt x="34385" y="265968"/>
                  </a:lnTo>
                  <a:lnTo>
                    <a:pt x="37679" y="270135"/>
                  </a:lnTo>
                  <a:lnTo>
                    <a:pt x="41104" y="274195"/>
                  </a:lnTo>
                  <a:lnTo>
                    <a:pt x="44657" y="278144"/>
                  </a:lnTo>
                  <a:lnTo>
                    <a:pt x="48333" y="281978"/>
                  </a:lnTo>
                  <a:lnTo>
                    <a:pt x="52129" y="285694"/>
                  </a:lnTo>
                  <a:lnTo>
                    <a:pt x="56041" y="289287"/>
                  </a:lnTo>
                  <a:lnTo>
                    <a:pt x="60065" y="292754"/>
                  </a:lnTo>
                  <a:lnTo>
                    <a:pt x="64197" y="296091"/>
                  </a:lnTo>
                  <a:lnTo>
                    <a:pt x="68434" y="299296"/>
                  </a:lnTo>
                  <a:lnTo>
                    <a:pt x="72770" y="302364"/>
                  </a:lnTo>
                  <a:lnTo>
                    <a:pt x="77201" y="305293"/>
                  </a:lnTo>
                  <a:lnTo>
                    <a:pt x="81723" y="308079"/>
                  </a:lnTo>
                  <a:lnTo>
                    <a:pt x="86331" y="310721"/>
                  </a:lnTo>
                  <a:lnTo>
                    <a:pt x="91021" y="313215"/>
                  </a:lnTo>
                  <a:lnTo>
                    <a:pt x="95788" y="315558"/>
                  </a:lnTo>
                  <a:lnTo>
                    <a:pt x="100627" y="317749"/>
                  </a:lnTo>
                  <a:lnTo>
                    <a:pt x="105533" y="319785"/>
                  </a:lnTo>
                  <a:lnTo>
                    <a:pt x="110501" y="321664"/>
                  </a:lnTo>
                  <a:lnTo>
                    <a:pt x="115526" y="323385"/>
                  </a:lnTo>
                  <a:lnTo>
                    <a:pt x="120604" y="324945"/>
                  </a:lnTo>
                  <a:lnTo>
                    <a:pt x="125728" y="326343"/>
                  </a:lnTo>
                  <a:lnTo>
                    <a:pt x="130895" y="327577"/>
                  </a:lnTo>
                  <a:lnTo>
                    <a:pt x="136098" y="328646"/>
                  </a:lnTo>
                  <a:lnTo>
                    <a:pt x="141332" y="329550"/>
                  </a:lnTo>
                  <a:lnTo>
                    <a:pt x="146592" y="330287"/>
                  </a:lnTo>
                  <a:lnTo>
                    <a:pt x="151873" y="330856"/>
                  </a:lnTo>
                  <a:lnTo>
                    <a:pt x="157170" y="331257"/>
                  </a:lnTo>
                  <a:lnTo>
                    <a:pt x="162477" y="331490"/>
                  </a:lnTo>
                  <a:lnTo>
                    <a:pt x="167788" y="331554"/>
                  </a:lnTo>
                  <a:lnTo>
                    <a:pt x="173099" y="331450"/>
                  </a:lnTo>
                  <a:lnTo>
                    <a:pt x="178403" y="331176"/>
                  </a:lnTo>
                  <a:lnTo>
                    <a:pt x="183697" y="330735"/>
                  </a:lnTo>
                  <a:lnTo>
                    <a:pt x="188973" y="330125"/>
                  </a:lnTo>
                  <a:lnTo>
                    <a:pt x="194228" y="329348"/>
                  </a:lnTo>
                  <a:lnTo>
                    <a:pt x="199455" y="328404"/>
                  </a:lnTo>
                  <a:lnTo>
                    <a:pt x="204650" y="327295"/>
                  </a:lnTo>
                  <a:lnTo>
                    <a:pt x="209807" y="326022"/>
                  </a:lnTo>
                  <a:lnTo>
                    <a:pt x="214920" y="324585"/>
                  </a:lnTo>
                  <a:lnTo>
                    <a:pt x="219986" y="322986"/>
                  </a:lnTo>
                  <a:lnTo>
                    <a:pt x="224998" y="321228"/>
                  </a:lnTo>
                  <a:lnTo>
                    <a:pt x="229952" y="319310"/>
                  </a:lnTo>
                  <a:lnTo>
                    <a:pt x="234842" y="317237"/>
                  </a:lnTo>
                  <a:lnTo>
                    <a:pt x="239664" y="315009"/>
                  </a:lnTo>
                  <a:lnTo>
                    <a:pt x="244413" y="312629"/>
                  </a:lnTo>
                  <a:lnTo>
                    <a:pt x="249083" y="310100"/>
                  </a:lnTo>
                  <a:lnTo>
                    <a:pt x="253671" y="307423"/>
                  </a:lnTo>
                  <a:lnTo>
                    <a:pt x="258172" y="304602"/>
                  </a:lnTo>
                  <a:lnTo>
                    <a:pt x="262581" y="301639"/>
                  </a:lnTo>
                  <a:lnTo>
                    <a:pt x="266893" y="298538"/>
                  </a:lnTo>
                  <a:lnTo>
                    <a:pt x="271105" y="295302"/>
                  </a:lnTo>
                  <a:lnTo>
                    <a:pt x="275212" y="291933"/>
                  </a:lnTo>
                  <a:lnTo>
                    <a:pt x="279209" y="288435"/>
                  </a:lnTo>
                  <a:lnTo>
                    <a:pt x="283094" y="284812"/>
                  </a:lnTo>
                  <a:lnTo>
                    <a:pt x="286861" y="281068"/>
                  </a:lnTo>
                  <a:lnTo>
                    <a:pt x="290508" y="277206"/>
                  </a:lnTo>
                  <a:lnTo>
                    <a:pt x="294030" y="273229"/>
                  </a:lnTo>
                  <a:lnTo>
                    <a:pt x="297424" y="269143"/>
                  </a:lnTo>
                  <a:lnTo>
                    <a:pt x="300686" y="264952"/>
                  </a:lnTo>
                  <a:lnTo>
                    <a:pt x="303814" y="260658"/>
                  </a:lnTo>
                  <a:lnTo>
                    <a:pt x="306804" y="256268"/>
                  </a:lnTo>
                  <a:lnTo>
                    <a:pt x="309652" y="251784"/>
                  </a:lnTo>
                  <a:lnTo>
                    <a:pt x="312357" y="247213"/>
                  </a:lnTo>
                  <a:lnTo>
                    <a:pt x="314915" y="242558"/>
                  </a:lnTo>
                  <a:lnTo>
                    <a:pt x="317324" y="237824"/>
                  </a:lnTo>
                  <a:lnTo>
                    <a:pt x="319581" y="233015"/>
                  </a:lnTo>
                  <a:lnTo>
                    <a:pt x="321685" y="228138"/>
                  </a:lnTo>
                  <a:lnTo>
                    <a:pt x="323632" y="223196"/>
                  </a:lnTo>
                  <a:lnTo>
                    <a:pt x="325421" y="218195"/>
                  </a:lnTo>
                  <a:lnTo>
                    <a:pt x="327051" y="213139"/>
                  </a:lnTo>
                  <a:lnTo>
                    <a:pt x="328519" y="208034"/>
                  </a:lnTo>
                  <a:lnTo>
                    <a:pt x="329824" y="202886"/>
                  </a:lnTo>
                  <a:lnTo>
                    <a:pt x="330965" y="197698"/>
                  </a:lnTo>
                  <a:lnTo>
                    <a:pt x="331941" y="192476"/>
                  </a:lnTo>
                  <a:lnTo>
                    <a:pt x="332750" y="187227"/>
                  </a:lnTo>
                  <a:lnTo>
                    <a:pt x="333392" y="181954"/>
                  </a:lnTo>
                  <a:lnTo>
                    <a:pt x="333866" y="176663"/>
                  </a:lnTo>
                  <a:lnTo>
                    <a:pt x="334172" y="171360"/>
                  </a:lnTo>
                  <a:lnTo>
                    <a:pt x="334309" y="166051"/>
                  </a:lnTo>
                  <a:lnTo>
                    <a:pt x="334278" y="160739"/>
                  </a:lnTo>
                  <a:lnTo>
                    <a:pt x="334077" y="155431"/>
                  </a:lnTo>
                  <a:lnTo>
                    <a:pt x="333709" y="150132"/>
                  </a:lnTo>
                  <a:lnTo>
                    <a:pt x="333172" y="144848"/>
                  </a:lnTo>
                  <a:lnTo>
                    <a:pt x="332467" y="139583"/>
                  </a:lnTo>
                  <a:lnTo>
                    <a:pt x="331595" y="134343"/>
                  </a:lnTo>
                  <a:lnTo>
                    <a:pt x="330558" y="129134"/>
                  </a:lnTo>
                  <a:lnTo>
                    <a:pt x="329355" y="123960"/>
                  </a:lnTo>
                  <a:lnTo>
                    <a:pt x="327989" y="118827"/>
                  </a:lnTo>
                  <a:lnTo>
                    <a:pt x="326460" y="113740"/>
                  </a:lnTo>
                  <a:lnTo>
                    <a:pt x="324771" y="108704"/>
                  </a:lnTo>
                  <a:lnTo>
                    <a:pt x="322922" y="103724"/>
                  </a:lnTo>
                  <a:lnTo>
                    <a:pt x="320916" y="98806"/>
                  </a:lnTo>
                  <a:lnTo>
                    <a:pt x="318755" y="93954"/>
                  </a:lnTo>
                  <a:lnTo>
                    <a:pt x="316440" y="89173"/>
                  </a:lnTo>
                  <a:lnTo>
                    <a:pt x="313975" y="84468"/>
                  </a:lnTo>
                  <a:lnTo>
                    <a:pt x="311362" y="79843"/>
                  </a:lnTo>
                  <a:lnTo>
                    <a:pt x="308603" y="75304"/>
                  </a:lnTo>
                  <a:lnTo>
                    <a:pt x="305701" y="70855"/>
                  </a:lnTo>
                  <a:lnTo>
                    <a:pt x="302660" y="66500"/>
                  </a:lnTo>
                  <a:lnTo>
                    <a:pt x="299481" y="62244"/>
                  </a:lnTo>
                  <a:lnTo>
                    <a:pt x="296169" y="58092"/>
                  </a:lnTo>
                  <a:lnTo>
                    <a:pt x="292727" y="54046"/>
                  </a:lnTo>
                  <a:lnTo>
                    <a:pt x="289158" y="50112"/>
                  </a:lnTo>
                  <a:lnTo>
                    <a:pt x="285466" y="46294"/>
                  </a:lnTo>
                  <a:lnTo>
                    <a:pt x="281654" y="42594"/>
                  </a:lnTo>
                  <a:lnTo>
                    <a:pt x="277727" y="39018"/>
                  </a:lnTo>
                  <a:lnTo>
                    <a:pt x="273688" y="35568"/>
                  </a:lnTo>
                  <a:lnTo>
                    <a:pt x="269541" y="32248"/>
                  </a:lnTo>
                  <a:lnTo>
                    <a:pt x="265292" y="29062"/>
                  </a:lnTo>
                  <a:lnTo>
                    <a:pt x="260943" y="26012"/>
                  </a:lnTo>
                  <a:lnTo>
                    <a:pt x="256499" y="23102"/>
                  </a:lnTo>
                  <a:lnTo>
                    <a:pt x="251965" y="20335"/>
                  </a:lnTo>
                  <a:lnTo>
                    <a:pt x="247345" y="17713"/>
                  </a:lnTo>
                  <a:lnTo>
                    <a:pt x="242645" y="15239"/>
                  </a:lnTo>
                  <a:lnTo>
                    <a:pt x="237868" y="12916"/>
                  </a:lnTo>
                  <a:lnTo>
                    <a:pt x="233020" y="10745"/>
                  </a:lnTo>
                  <a:lnTo>
                    <a:pt x="228106" y="8730"/>
                  </a:lnTo>
                  <a:lnTo>
                    <a:pt x="223129" y="6872"/>
                  </a:lnTo>
                  <a:lnTo>
                    <a:pt x="218097" y="5173"/>
                  </a:lnTo>
                  <a:lnTo>
                    <a:pt x="213013" y="3635"/>
                  </a:lnTo>
                  <a:lnTo>
                    <a:pt x="207882" y="2259"/>
                  </a:lnTo>
                  <a:lnTo>
                    <a:pt x="202711" y="1047"/>
                  </a:lnTo>
                  <a:lnTo>
                    <a:pt x="197503" y="0"/>
                  </a:lnTo>
                  <a:lnTo>
                    <a:pt x="167150" y="1643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0353" cy="167167"/>
            </a:xfrm>
            <a:custGeom>
              <a:avLst/>
              <a:pathLst>
                <a:path w="30353" h="167167">
                  <a:moveTo>
                    <a:pt x="30353" y="2778"/>
                  </a:moveTo>
                  <a:lnTo>
                    <a:pt x="22820" y="1564"/>
                  </a:lnTo>
                  <a:lnTo>
                    <a:pt x="15239" y="696"/>
                  </a:lnTo>
                  <a:lnTo>
                    <a:pt x="7627" y="17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4428" y="1322571"/>
              <a:ext cx="54292" cy="167167"/>
            </a:xfrm>
            <a:custGeom>
              <a:avLst/>
              <a:pathLst>
                <a:path w="54292" h="167167">
                  <a:moveTo>
                    <a:pt x="54292" y="0"/>
                  </a:moveTo>
                  <a:lnTo>
                    <a:pt x="48149" y="112"/>
                  </a:lnTo>
                  <a:lnTo>
                    <a:pt x="42015" y="451"/>
                  </a:lnTo>
                  <a:lnTo>
                    <a:pt x="35897" y="1015"/>
                  </a:lnTo>
                  <a:lnTo>
                    <a:pt x="29805" y="1803"/>
                  </a:lnTo>
                  <a:lnTo>
                    <a:pt x="23745" y="2814"/>
                  </a:lnTo>
                  <a:lnTo>
                    <a:pt x="17726" y="4048"/>
                  </a:lnTo>
                  <a:lnTo>
                    <a:pt x="11757" y="5501"/>
                  </a:lnTo>
                  <a:lnTo>
                    <a:pt x="5846" y="7173"/>
                  </a:lnTo>
                  <a:lnTo>
                    <a:pt x="0" y="9062"/>
                  </a:lnTo>
                  <a:lnTo>
                    <a:pt x="5429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4428" y="1331633"/>
              <a:ext cx="54292" cy="158105"/>
            </a:xfrm>
            <a:custGeom>
              <a:avLst/>
              <a:pathLst>
                <a:path w="54292" h="158105">
                  <a:moveTo>
                    <a:pt x="0" y="0"/>
                  </a:moveTo>
                  <a:lnTo>
                    <a:pt x="54292" y="158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57" y="1331633"/>
              <a:ext cx="334317" cy="325272"/>
            </a:xfrm>
            <a:custGeom>
              <a:avLst/>
              <a:pathLst>
                <a:path w="334317" h="325272">
                  <a:moveTo>
                    <a:pt x="112870" y="0"/>
                  </a:moveTo>
                  <a:lnTo>
                    <a:pt x="107900" y="1794"/>
                  </a:lnTo>
                  <a:lnTo>
                    <a:pt x="102989" y="3746"/>
                  </a:lnTo>
                  <a:lnTo>
                    <a:pt x="98143" y="5851"/>
                  </a:lnTo>
                  <a:lnTo>
                    <a:pt x="93365" y="8109"/>
                  </a:lnTo>
                  <a:lnTo>
                    <a:pt x="88661" y="10516"/>
                  </a:lnTo>
                  <a:lnTo>
                    <a:pt x="84035" y="13071"/>
                  </a:lnTo>
                  <a:lnTo>
                    <a:pt x="79493" y="15771"/>
                  </a:lnTo>
                  <a:lnTo>
                    <a:pt x="75038" y="18613"/>
                  </a:lnTo>
                  <a:lnTo>
                    <a:pt x="70675" y="21594"/>
                  </a:lnTo>
                  <a:lnTo>
                    <a:pt x="66409" y="24712"/>
                  </a:lnTo>
                  <a:lnTo>
                    <a:pt x="62243" y="27963"/>
                  </a:lnTo>
                  <a:lnTo>
                    <a:pt x="58182" y="31345"/>
                  </a:lnTo>
                  <a:lnTo>
                    <a:pt x="54230" y="34853"/>
                  </a:lnTo>
                  <a:lnTo>
                    <a:pt x="50391" y="38484"/>
                  </a:lnTo>
                  <a:lnTo>
                    <a:pt x="46668" y="42234"/>
                  </a:lnTo>
                  <a:lnTo>
                    <a:pt x="43066" y="46100"/>
                  </a:lnTo>
                  <a:lnTo>
                    <a:pt x="39588" y="50079"/>
                  </a:lnTo>
                  <a:lnTo>
                    <a:pt x="36237" y="54165"/>
                  </a:lnTo>
                  <a:lnTo>
                    <a:pt x="33018" y="58355"/>
                  </a:lnTo>
                  <a:lnTo>
                    <a:pt x="29932" y="62645"/>
                  </a:lnTo>
                  <a:lnTo>
                    <a:pt x="26983" y="67030"/>
                  </a:lnTo>
                  <a:lnTo>
                    <a:pt x="24175" y="71506"/>
                  </a:lnTo>
                  <a:lnTo>
                    <a:pt x="21509" y="76069"/>
                  </a:lnTo>
                  <a:lnTo>
                    <a:pt x="18989" y="80713"/>
                  </a:lnTo>
                  <a:lnTo>
                    <a:pt x="16617" y="85435"/>
                  </a:lnTo>
                  <a:lnTo>
                    <a:pt x="14395" y="90230"/>
                  </a:lnTo>
                  <a:lnTo>
                    <a:pt x="12326" y="95092"/>
                  </a:lnTo>
                  <a:lnTo>
                    <a:pt x="10412" y="100018"/>
                  </a:lnTo>
                  <a:lnTo>
                    <a:pt x="8654" y="105001"/>
                  </a:lnTo>
                  <a:lnTo>
                    <a:pt x="7055" y="110038"/>
                  </a:lnTo>
                  <a:lnTo>
                    <a:pt x="5616" y="115122"/>
                  </a:lnTo>
                  <a:lnTo>
                    <a:pt x="4338" y="120250"/>
                  </a:lnTo>
                  <a:lnTo>
                    <a:pt x="3223" y="125415"/>
                  </a:lnTo>
                  <a:lnTo>
                    <a:pt x="2271" y="130613"/>
                  </a:lnTo>
                  <a:lnTo>
                    <a:pt x="1485" y="135838"/>
                  </a:lnTo>
                  <a:lnTo>
                    <a:pt x="864" y="141086"/>
                  </a:lnTo>
                  <a:lnTo>
                    <a:pt x="409" y="146351"/>
                  </a:lnTo>
                  <a:lnTo>
                    <a:pt x="121" y="151627"/>
                  </a:lnTo>
                  <a:lnTo>
                    <a:pt x="0" y="156910"/>
                  </a:lnTo>
                  <a:lnTo>
                    <a:pt x="45" y="162194"/>
                  </a:lnTo>
                  <a:lnTo>
                    <a:pt x="258" y="167474"/>
                  </a:lnTo>
                  <a:lnTo>
                    <a:pt x="638" y="172745"/>
                  </a:lnTo>
                  <a:lnTo>
                    <a:pt x="1183" y="178001"/>
                  </a:lnTo>
                  <a:lnTo>
                    <a:pt x="1895" y="183237"/>
                  </a:lnTo>
                  <a:lnTo>
                    <a:pt x="2772" y="188448"/>
                  </a:lnTo>
                  <a:lnTo>
                    <a:pt x="3813" y="193628"/>
                  </a:lnTo>
                  <a:lnTo>
                    <a:pt x="5018" y="198774"/>
                  </a:lnTo>
                  <a:lnTo>
                    <a:pt x="6384" y="203878"/>
                  </a:lnTo>
                  <a:lnTo>
                    <a:pt x="7911" y="208937"/>
                  </a:lnTo>
                  <a:lnTo>
                    <a:pt x="9597" y="213945"/>
                  </a:lnTo>
                  <a:lnTo>
                    <a:pt x="11441" y="218897"/>
                  </a:lnTo>
                  <a:lnTo>
                    <a:pt x="13440" y="223789"/>
                  </a:lnTo>
                  <a:lnTo>
                    <a:pt x="15593" y="228615"/>
                  </a:lnTo>
                  <a:lnTo>
                    <a:pt x="17897" y="233370"/>
                  </a:lnTo>
                  <a:lnTo>
                    <a:pt x="20351" y="238050"/>
                  </a:lnTo>
                  <a:lnTo>
                    <a:pt x="22951" y="242651"/>
                  </a:lnTo>
                  <a:lnTo>
                    <a:pt x="25695" y="247166"/>
                  </a:lnTo>
                  <a:lnTo>
                    <a:pt x="28581" y="251593"/>
                  </a:lnTo>
                  <a:lnTo>
                    <a:pt x="31605" y="255927"/>
                  </a:lnTo>
                  <a:lnTo>
                    <a:pt x="34765" y="260162"/>
                  </a:lnTo>
                  <a:lnTo>
                    <a:pt x="38057" y="264296"/>
                  </a:lnTo>
                  <a:lnTo>
                    <a:pt x="41477" y="268324"/>
                  </a:lnTo>
                  <a:lnTo>
                    <a:pt x="45024" y="272241"/>
                  </a:lnTo>
                  <a:lnTo>
                    <a:pt x="48692" y="276044"/>
                  </a:lnTo>
                  <a:lnTo>
                    <a:pt x="52479" y="279730"/>
                  </a:lnTo>
                  <a:lnTo>
                    <a:pt x="56381" y="283294"/>
                  </a:lnTo>
                  <a:lnTo>
                    <a:pt x="60393" y="286733"/>
                  </a:lnTo>
                  <a:lnTo>
                    <a:pt x="64512" y="290043"/>
                  </a:lnTo>
                  <a:lnTo>
                    <a:pt x="68733" y="293222"/>
                  </a:lnTo>
                  <a:lnTo>
                    <a:pt x="73053" y="296265"/>
                  </a:lnTo>
                  <a:lnTo>
                    <a:pt x="77467" y="299171"/>
                  </a:lnTo>
                  <a:lnTo>
                    <a:pt x="81970" y="301935"/>
                  </a:lnTo>
                  <a:lnTo>
                    <a:pt x="86559" y="304556"/>
                  </a:lnTo>
                  <a:lnTo>
                    <a:pt x="91228" y="307031"/>
                  </a:lnTo>
                  <a:lnTo>
                    <a:pt x="95973" y="309356"/>
                  </a:lnTo>
                  <a:lnTo>
                    <a:pt x="100789" y="311531"/>
                  </a:lnTo>
                  <a:lnTo>
                    <a:pt x="105672" y="313552"/>
                  </a:lnTo>
                  <a:lnTo>
                    <a:pt x="110616" y="315418"/>
                  </a:lnTo>
                  <a:lnTo>
                    <a:pt x="115616" y="317127"/>
                  </a:lnTo>
                  <a:lnTo>
                    <a:pt x="120668" y="318676"/>
                  </a:lnTo>
                  <a:lnTo>
                    <a:pt x="125766" y="320066"/>
                  </a:lnTo>
                  <a:lnTo>
                    <a:pt x="130906" y="321293"/>
                  </a:lnTo>
                  <a:lnTo>
                    <a:pt x="136082" y="322358"/>
                  </a:lnTo>
                  <a:lnTo>
                    <a:pt x="141289" y="323258"/>
                  </a:lnTo>
                  <a:lnTo>
                    <a:pt x="146522" y="323993"/>
                  </a:lnTo>
                  <a:lnTo>
                    <a:pt x="151775" y="324563"/>
                  </a:lnTo>
                  <a:lnTo>
                    <a:pt x="157044" y="324966"/>
                  </a:lnTo>
                  <a:lnTo>
                    <a:pt x="162323" y="325202"/>
                  </a:lnTo>
                  <a:lnTo>
                    <a:pt x="167607" y="325272"/>
                  </a:lnTo>
                  <a:lnTo>
                    <a:pt x="172891" y="325174"/>
                  </a:lnTo>
                  <a:lnTo>
                    <a:pt x="178168" y="324910"/>
                  </a:lnTo>
                  <a:lnTo>
                    <a:pt x="183435" y="324478"/>
                  </a:lnTo>
                  <a:lnTo>
                    <a:pt x="188685" y="323881"/>
                  </a:lnTo>
                  <a:lnTo>
                    <a:pt x="193914" y="323118"/>
                  </a:lnTo>
                  <a:lnTo>
                    <a:pt x="199116" y="322190"/>
                  </a:lnTo>
                  <a:lnTo>
                    <a:pt x="204287" y="321098"/>
                  </a:lnTo>
                  <a:lnTo>
                    <a:pt x="209420" y="319843"/>
                  </a:lnTo>
                  <a:lnTo>
                    <a:pt x="214511" y="318427"/>
                  </a:lnTo>
                  <a:lnTo>
                    <a:pt x="219554" y="316850"/>
                  </a:lnTo>
                  <a:lnTo>
                    <a:pt x="224546" y="315115"/>
                  </a:lnTo>
                  <a:lnTo>
                    <a:pt x="229479" y="313223"/>
                  </a:lnTo>
                  <a:lnTo>
                    <a:pt x="234351" y="311176"/>
                  </a:lnTo>
                  <a:lnTo>
                    <a:pt x="239156" y="308976"/>
                  </a:lnTo>
                  <a:lnTo>
                    <a:pt x="243888" y="306625"/>
                  </a:lnTo>
                  <a:lnTo>
                    <a:pt x="248544" y="304125"/>
                  </a:lnTo>
                  <a:lnTo>
                    <a:pt x="253119" y="301480"/>
                  </a:lnTo>
                  <a:lnTo>
                    <a:pt x="257607" y="298692"/>
                  </a:lnTo>
                  <a:lnTo>
                    <a:pt x="262006" y="295763"/>
                  </a:lnTo>
                  <a:lnTo>
                    <a:pt x="266309" y="292696"/>
                  </a:lnTo>
                  <a:lnTo>
                    <a:pt x="270514" y="289496"/>
                  </a:lnTo>
                  <a:lnTo>
                    <a:pt x="274615" y="286163"/>
                  </a:lnTo>
                  <a:lnTo>
                    <a:pt x="278609" y="282703"/>
                  </a:lnTo>
                  <a:lnTo>
                    <a:pt x="282491" y="279118"/>
                  </a:lnTo>
                  <a:lnTo>
                    <a:pt x="286258" y="275413"/>
                  </a:lnTo>
                  <a:lnTo>
                    <a:pt x="289907" y="271590"/>
                  </a:lnTo>
                  <a:lnTo>
                    <a:pt x="293432" y="267654"/>
                  </a:lnTo>
                  <a:lnTo>
                    <a:pt x="296832" y="263608"/>
                  </a:lnTo>
                  <a:lnTo>
                    <a:pt x="300102" y="259457"/>
                  </a:lnTo>
                  <a:lnTo>
                    <a:pt x="303239" y="255204"/>
                  </a:lnTo>
                  <a:lnTo>
                    <a:pt x="306240" y="250855"/>
                  </a:lnTo>
                  <a:lnTo>
                    <a:pt x="309102" y="246413"/>
                  </a:lnTo>
                  <a:lnTo>
                    <a:pt x="311822" y="241882"/>
                  </a:lnTo>
                  <a:lnTo>
                    <a:pt x="314397" y="237268"/>
                  </a:lnTo>
                  <a:lnTo>
                    <a:pt x="316826" y="232575"/>
                  </a:lnTo>
                  <a:lnTo>
                    <a:pt x="319105" y="227808"/>
                  </a:lnTo>
                  <a:lnTo>
                    <a:pt x="321232" y="222970"/>
                  </a:lnTo>
                  <a:lnTo>
                    <a:pt x="323205" y="218068"/>
                  </a:lnTo>
                  <a:lnTo>
                    <a:pt x="325023" y="213106"/>
                  </a:lnTo>
                  <a:lnTo>
                    <a:pt x="326682" y="208089"/>
                  </a:lnTo>
                  <a:lnTo>
                    <a:pt x="328182" y="203023"/>
                  </a:lnTo>
                  <a:lnTo>
                    <a:pt x="329522" y="197911"/>
                  </a:lnTo>
                  <a:lnTo>
                    <a:pt x="330699" y="192759"/>
                  </a:lnTo>
                  <a:lnTo>
                    <a:pt x="331712" y="187573"/>
                  </a:lnTo>
                  <a:lnTo>
                    <a:pt x="332561" y="182358"/>
                  </a:lnTo>
                  <a:lnTo>
                    <a:pt x="333245" y="177118"/>
                  </a:lnTo>
                  <a:lnTo>
                    <a:pt x="333763" y="171859"/>
                  </a:lnTo>
                  <a:lnTo>
                    <a:pt x="334115" y="166586"/>
                  </a:lnTo>
                  <a:lnTo>
                    <a:pt x="334299" y="161305"/>
                  </a:lnTo>
                  <a:lnTo>
                    <a:pt x="334317" y="156021"/>
                  </a:lnTo>
                  <a:lnTo>
                    <a:pt x="334168" y="150739"/>
                  </a:lnTo>
                  <a:lnTo>
                    <a:pt x="333851" y="145464"/>
                  </a:lnTo>
                  <a:lnTo>
                    <a:pt x="333369" y="140202"/>
                  </a:lnTo>
                  <a:lnTo>
                    <a:pt x="332720" y="134957"/>
                  </a:lnTo>
                  <a:lnTo>
                    <a:pt x="331905" y="129736"/>
                  </a:lnTo>
                  <a:lnTo>
                    <a:pt x="330926" y="124543"/>
                  </a:lnTo>
                  <a:lnTo>
                    <a:pt x="329784" y="119384"/>
                  </a:lnTo>
                  <a:lnTo>
                    <a:pt x="328479" y="114264"/>
                  </a:lnTo>
                  <a:lnTo>
                    <a:pt x="327013" y="109187"/>
                  </a:lnTo>
                  <a:lnTo>
                    <a:pt x="325387" y="104159"/>
                  </a:lnTo>
                  <a:lnTo>
                    <a:pt x="323602" y="99185"/>
                  </a:lnTo>
                  <a:lnTo>
                    <a:pt x="321662" y="94270"/>
                  </a:lnTo>
                  <a:lnTo>
                    <a:pt x="319567" y="89418"/>
                  </a:lnTo>
                  <a:lnTo>
                    <a:pt x="317320" y="84636"/>
                  </a:lnTo>
                  <a:lnTo>
                    <a:pt x="314923" y="79926"/>
                  </a:lnTo>
                  <a:lnTo>
                    <a:pt x="312378" y="75295"/>
                  </a:lnTo>
                  <a:lnTo>
                    <a:pt x="309688" y="70747"/>
                  </a:lnTo>
                  <a:lnTo>
                    <a:pt x="306856" y="66286"/>
                  </a:lnTo>
                  <a:lnTo>
                    <a:pt x="303884" y="61916"/>
                  </a:lnTo>
                  <a:lnTo>
                    <a:pt x="300775" y="57643"/>
                  </a:lnTo>
                  <a:lnTo>
                    <a:pt x="297533" y="53470"/>
                  </a:lnTo>
                  <a:lnTo>
                    <a:pt x="294161" y="49402"/>
                  </a:lnTo>
                  <a:lnTo>
                    <a:pt x="290662" y="45442"/>
                  </a:lnTo>
                  <a:lnTo>
                    <a:pt x="287039" y="41595"/>
                  </a:lnTo>
                  <a:lnTo>
                    <a:pt x="283297" y="37864"/>
                  </a:lnTo>
                  <a:lnTo>
                    <a:pt x="279438" y="34254"/>
                  </a:lnTo>
                  <a:lnTo>
                    <a:pt x="275468" y="30767"/>
                  </a:lnTo>
                  <a:lnTo>
                    <a:pt x="271389" y="27407"/>
                  </a:lnTo>
                  <a:lnTo>
                    <a:pt x="267206" y="24178"/>
                  </a:lnTo>
                  <a:lnTo>
                    <a:pt x="262923" y="21083"/>
                  </a:lnTo>
                  <a:lnTo>
                    <a:pt x="258544" y="18125"/>
                  </a:lnTo>
                  <a:lnTo>
                    <a:pt x="254074" y="15307"/>
                  </a:lnTo>
                  <a:lnTo>
                    <a:pt x="249518" y="12631"/>
                  </a:lnTo>
                  <a:lnTo>
                    <a:pt x="167163" y="1581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82354" cy="167167"/>
            </a:xfrm>
            <a:custGeom>
              <a:avLst/>
              <a:pathLst>
                <a:path w="82354" h="167167">
                  <a:moveTo>
                    <a:pt x="82354" y="21693"/>
                  </a:moveTo>
                  <a:lnTo>
                    <a:pt x="77311" y="18951"/>
                  </a:lnTo>
                  <a:lnTo>
                    <a:pt x="72176" y="16384"/>
                  </a:lnTo>
                  <a:lnTo>
                    <a:pt x="66957" y="13995"/>
                  </a:lnTo>
                  <a:lnTo>
                    <a:pt x="61658" y="11786"/>
                  </a:lnTo>
                  <a:lnTo>
                    <a:pt x="56286" y="9761"/>
                  </a:lnTo>
                  <a:lnTo>
                    <a:pt x="50849" y="7921"/>
                  </a:lnTo>
                  <a:lnTo>
                    <a:pt x="45351" y="6269"/>
                  </a:lnTo>
                  <a:lnTo>
                    <a:pt x="39800" y="4807"/>
                  </a:lnTo>
                  <a:lnTo>
                    <a:pt x="34202" y="3536"/>
                  </a:lnTo>
                  <a:lnTo>
                    <a:pt x="28563" y="2458"/>
                  </a:lnTo>
                  <a:lnTo>
                    <a:pt x="22891" y="1574"/>
                  </a:lnTo>
                  <a:lnTo>
                    <a:pt x="17192" y="886"/>
                  </a:lnTo>
                  <a:lnTo>
                    <a:pt x="11472" y="394"/>
                  </a:lnTo>
                  <a:lnTo>
                    <a:pt x="573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67249" y="1681503"/>
              <a:ext cx="19275" cy="167167"/>
            </a:xfrm>
            <a:custGeom>
              <a:avLst/>
              <a:pathLst>
                <a:path w="19275" h="167167">
                  <a:moveTo>
                    <a:pt x="19275" y="0"/>
                  </a:moveTo>
                  <a:lnTo>
                    <a:pt x="9621" y="278"/>
                  </a:lnTo>
                  <a:lnTo>
                    <a:pt x="0" y="1115"/>
                  </a:lnTo>
                  <a:lnTo>
                    <a:pt x="1927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67249" y="1682618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83619" y="1682618"/>
              <a:ext cx="102905" cy="166052"/>
            </a:xfrm>
            <a:custGeom>
              <a:avLst/>
              <a:pathLst>
                <a:path w="102905" h="166052">
                  <a:moveTo>
                    <a:pt x="83629" y="0"/>
                  </a:moveTo>
                  <a:lnTo>
                    <a:pt x="77959" y="756"/>
                  </a:lnTo>
                  <a:lnTo>
                    <a:pt x="72318" y="1707"/>
                  </a:lnTo>
                  <a:lnTo>
                    <a:pt x="66712" y="2849"/>
                  </a:lnTo>
                  <a:lnTo>
                    <a:pt x="61149" y="4183"/>
                  </a:lnTo>
                  <a:lnTo>
                    <a:pt x="55635" y="5707"/>
                  </a:lnTo>
                  <a:lnTo>
                    <a:pt x="50177" y="7418"/>
                  </a:lnTo>
                  <a:lnTo>
                    <a:pt x="44780" y="9315"/>
                  </a:lnTo>
                  <a:lnTo>
                    <a:pt x="39451" y="11396"/>
                  </a:lnTo>
                  <a:lnTo>
                    <a:pt x="34196" y="13657"/>
                  </a:lnTo>
                  <a:lnTo>
                    <a:pt x="29022" y="16097"/>
                  </a:lnTo>
                  <a:lnTo>
                    <a:pt x="23935" y="18713"/>
                  </a:lnTo>
                  <a:lnTo>
                    <a:pt x="18940" y="21502"/>
                  </a:lnTo>
                  <a:lnTo>
                    <a:pt x="14043" y="24459"/>
                  </a:lnTo>
                  <a:lnTo>
                    <a:pt x="9250" y="27583"/>
                  </a:lnTo>
                  <a:lnTo>
                    <a:pt x="4567" y="30868"/>
                  </a:lnTo>
                  <a:lnTo>
                    <a:pt x="0" y="34312"/>
                  </a:lnTo>
                  <a:lnTo>
                    <a:pt x="102905" y="1660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71" y="1681503"/>
              <a:ext cx="334301" cy="334334"/>
            </a:xfrm>
            <a:custGeom>
              <a:avLst/>
              <a:pathLst>
                <a:path w="334301" h="334334">
                  <a:moveTo>
                    <a:pt x="64247" y="35427"/>
                  </a:moveTo>
                  <a:lnTo>
                    <a:pt x="60117" y="38760"/>
                  </a:lnTo>
                  <a:lnTo>
                    <a:pt x="56094" y="42223"/>
                  </a:lnTo>
                  <a:lnTo>
                    <a:pt x="52184" y="45812"/>
                  </a:lnTo>
                  <a:lnTo>
                    <a:pt x="48389" y="49523"/>
                  </a:lnTo>
                  <a:lnTo>
                    <a:pt x="44714" y="53352"/>
                  </a:lnTo>
                  <a:lnTo>
                    <a:pt x="41163" y="57297"/>
                  </a:lnTo>
                  <a:lnTo>
                    <a:pt x="37738" y="61352"/>
                  </a:lnTo>
                  <a:lnTo>
                    <a:pt x="34444" y="65514"/>
                  </a:lnTo>
                  <a:lnTo>
                    <a:pt x="31284" y="69778"/>
                  </a:lnTo>
                  <a:lnTo>
                    <a:pt x="28261" y="74140"/>
                  </a:lnTo>
                  <a:lnTo>
                    <a:pt x="25377" y="78596"/>
                  </a:lnTo>
                  <a:lnTo>
                    <a:pt x="22637" y="83142"/>
                  </a:lnTo>
                  <a:lnTo>
                    <a:pt x="20042" y="87772"/>
                  </a:lnTo>
                  <a:lnTo>
                    <a:pt x="17596" y="92482"/>
                  </a:lnTo>
                  <a:lnTo>
                    <a:pt x="15300" y="97268"/>
                  </a:lnTo>
                  <a:lnTo>
                    <a:pt x="13158" y="102124"/>
                  </a:lnTo>
                  <a:lnTo>
                    <a:pt x="11171" y="107045"/>
                  </a:lnTo>
                  <a:lnTo>
                    <a:pt x="9341" y="112028"/>
                  </a:lnTo>
                  <a:lnTo>
                    <a:pt x="7670" y="117065"/>
                  </a:lnTo>
                  <a:lnTo>
                    <a:pt x="6159" y="122154"/>
                  </a:lnTo>
                  <a:lnTo>
                    <a:pt x="4812" y="127287"/>
                  </a:lnTo>
                  <a:lnTo>
                    <a:pt x="3627" y="132461"/>
                  </a:lnTo>
                  <a:lnTo>
                    <a:pt x="2608" y="137670"/>
                  </a:lnTo>
                  <a:lnTo>
                    <a:pt x="1755" y="142909"/>
                  </a:lnTo>
                  <a:lnTo>
                    <a:pt x="1068" y="148172"/>
                  </a:lnTo>
                  <a:lnTo>
                    <a:pt x="549" y="153454"/>
                  </a:lnTo>
                  <a:lnTo>
                    <a:pt x="197" y="158750"/>
                  </a:lnTo>
                  <a:lnTo>
                    <a:pt x="14" y="164054"/>
                  </a:lnTo>
                  <a:lnTo>
                    <a:pt x="0" y="169362"/>
                  </a:lnTo>
                  <a:lnTo>
                    <a:pt x="153" y="174667"/>
                  </a:lnTo>
                  <a:lnTo>
                    <a:pt x="476" y="179965"/>
                  </a:lnTo>
                  <a:lnTo>
                    <a:pt x="966" y="185250"/>
                  </a:lnTo>
                  <a:lnTo>
                    <a:pt x="1624" y="190517"/>
                  </a:lnTo>
                  <a:lnTo>
                    <a:pt x="2449" y="195760"/>
                  </a:lnTo>
                  <a:lnTo>
                    <a:pt x="3439" y="200974"/>
                  </a:lnTo>
                  <a:lnTo>
                    <a:pt x="4595" y="206154"/>
                  </a:lnTo>
                  <a:lnTo>
                    <a:pt x="5915" y="211295"/>
                  </a:lnTo>
                  <a:lnTo>
                    <a:pt x="7397" y="216392"/>
                  </a:lnTo>
                  <a:lnTo>
                    <a:pt x="9040" y="221439"/>
                  </a:lnTo>
                  <a:lnTo>
                    <a:pt x="10843" y="226431"/>
                  </a:lnTo>
                  <a:lnTo>
                    <a:pt x="12803" y="231363"/>
                  </a:lnTo>
                  <a:lnTo>
                    <a:pt x="14919" y="236231"/>
                  </a:lnTo>
                  <a:lnTo>
                    <a:pt x="17188" y="241029"/>
                  </a:lnTo>
                  <a:lnTo>
                    <a:pt x="19609" y="245753"/>
                  </a:lnTo>
                  <a:lnTo>
                    <a:pt x="22178" y="250397"/>
                  </a:lnTo>
                  <a:lnTo>
                    <a:pt x="24893" y="254958"/>
                  </a:lnTo>
                  <a:lnTo>
                    <a:pt x="27752" y="259430"/>
                  </a:lnTo>
                  <a:lnTo>
                    <a:pt x="30751" y="263809"/>
                  </a:lnTo>
                  <a:lnTo>
                    <a:pt x="33888" y="268090"/>
                  </a:lnTo>
                  <a:lnTo>
                    <a:pt x="37159" y="272270"/>
                  </a:lnTo>
                  <a:lnTo>
                    <a:pt x="40561" y="276344"/>
                  </a:lnTo>
                  <a:lnTo>
                    <a:pt x="44091" y="280308"/>
                  </a:lnTo>
                  <a:lnTo>
                    <a:pt x="47745" y="284157"/>
                  </a:lnTo>
                  <a:lnTo>
                    <a:pt x="51519" y="287889"/>
                  </a:lnTo>
                  <a:lnTo>
                    <a:pt x="55410" y="291499"/>
                  </a:lnTo>
                  <a:lnTo>
                    <a:pt x="59413" y="294984"/>
                  </a:lnTo>
                  <a:lnTo>
                    <a:pt x="63525" y="298340"/>
                  </a:lnTo>
                  <a:lnTo>
                    <a:pt x="67742" y="301564"/>
                  </a:lnTo>
                  <a:lnTo>
                    <a:pt x="72058" y="304652"/>
                  </a:lnTo>
                  <a:lnTo>
                    <a:pt x="76471" y="307601"/>
                  </a:lnTo>
                  <a:lnTo>
                    <a:pt x="80975" y="310409"/>
                  </a:lnTo>
                  <a:lnTo>
                    <a:pt x="85566" y="313073"/>
                  </a:lnTo>
                  <a:lnTo>
                    <a:pt x="90239" y="315589"/>
                  </a:lnTo>
                  <a:lnTo>
                    <a:pt x="94990" y="317956"/>
                  </a:lnTo>
                  <a:lnTo>
                    <a:pt x="99813" y="320171"/>
                  </a:lnTo>
                  <a:lnTo>
                    <a:pt x="104704" y="322232"/>
                  </a:lnTo>
                  <a:lnTo>
                    <a:pt x="109659" y="324136"/>
                  </a:lnTo>
                  <a:lnTo>
                    <a:pt x="114671" y="325882"/>
                  </a:lnTo>
                  <a:lnTo>
                    <a:pt x="119736" y="327469"/>
                  </a:lnTo>
                  <a:lnTo>
                    <a:pt x="124849" y="328893"/>
                  </a:lnTo>
                  <a:lnTo>
                    <a:pt x="130004" y="330155"/>
                  </a:lnTo>
                  <a:lnTo>
                    <a:pt x="135197" y="331252"/>
                  </a:lnTo>
                  <a:lnTo>
                    <a:pt x="140422" y="332183"/>
                  </a:lnTo>
                  <a:lnTo>
                    <a:pt x="145675" y="332949"/>
                  </a:lnTo>
                  <a:lnTo>
                    <a:pt x="150948" y="333547"/>
                  </a:lnTo>
                  <a:lnTo>
                    <a:pt x="156239" y="333978"/>
                  </a:lnTo>
                  <a:lnTo>
                    <a:pt x="161540" y="334240"/>
                  </a:lnTo>
                  <a:lnTo>
                    <a:pt x="166847" y="334334"/>
                  </a:lnTo>
                  <a:lnTo>
                    <a:pt x="172154" y="334260"/>
                  </a:lnTo>
                  <a:lnTo>
                    <a:pt x="177456" y="334017"/>
                  </a:lnTo>
                  <a:lnTo>
                    <a:pt x="182747" y="333605"/>
                  </a:lnTo>
                  <a:lnTo>
                    <a:pt x="188023" y="333026"/>
                  </a:lnTo>
                  <a:lnTo>
                    <a:pt x="193278" y="332280"/>
                  </a:lnTo>
                  <a:lnTo>
                    <a:pt x="198507" y="331368"/>
                  </a:lnTo>
                  <a:lnTo>
                    <a:pt x="203704" y="330289"/>
                  </a:lnTo>
                  <a:lnTo>
                    <a:pt x="208864" y="329047"/>
                  </a:lnTo>
                  <a:lnTo>
                    <a:pt x="213982" y="327641"/>
                  </a:lnTo>
                  <a:lnTo>
                    <a:pt x="219053" y="326074"/>
                  </a:lnTo>
                  <a:lnTo>
                    <a:pt x="224071" y="324346"/>
                  </a:lnTo>
                  <a:lnTo>
                    <a:pt x="229033" y="322460"/>
                  </a:lnTo>
                  <a:lnTo>
                    <a:pt x="233931" y="320417"/>
                  </a:lnTo>
                  <a:lnTo>
                    <a:pt x="238763" y="318220"/>
                  </a:lnTo>
                  <a:lnTo>
                    <a:pt x="243522" y="315870"/>
                  </a:lnTo>
                  <a:lnTo>
                    <a:pt x="248205" y="313371"/>
                  </a:lnTo>
                  <a:lnTo>
                    <a:pt x="252805" y="310724"/>
                  </a:lnTo>
                  <a:lnTo>
                    <a:pt x="257319" y="307932"/>
                  </a:lnTo>
                  <a:lnTo>
                    <a:pt x="261743" y="304999"/>
                  </a:lnTo>
                  <a:lnTo>
                    <a:pt x="266071" y="301927"/>
                  </a:lnTo>
                  <a:lnTo>
                    <a:pt x="270299" y="298718"/>
                  </a:lnTo>
                  <a:lnTo>
                    <a:pt x="274423" y="295377"/>
                  </a:lnTo>
                  <a:lnTo>
                    <a:pt x="278439" y="291907"/>
                  </a:lnTo>
                  <a:lnTo>
                    <a:pt x="282343" y="288312"/>
                  </a:lnTo>
                  <a:lnTo>
                    <a:pt x="286131" y="284594"/>
                  </a:lnTo>
                  <a:lnTo>
                    <a:pt x="289799" y="280757"/>
                  </a:lnTo>
                  <a:lnTo>
                    <a:pt x="293343" y="276806"/>
                  </a:lnTo>
                  <a:lnTo>
                    <a:pt x="296760" y="272745"/>
                  </a:lnTo>
                  <a:lnTo>
                    <a:pt x="300047" y="268577"/>
                  </a:lnTo>
                  <a:lnTo>
                    <a:pt x="303199" y="264307"/>
                  </a:lnTo>
                  <a:lnTo>
                    <a:pt x="306215" y="259939"/>
                  </a:lnTo>
                  <a:lnTo>
                    <a:pt x="309090" y="255478"/>
                  </a:lnTo>
                  <a:lnTo>
                    <a:pt x="311822" y="250927"/>
                  </a:lnTo>
                  <a:lnTo>
                    <a:pt x="314408" y="246292"/>
                  </a:lnTo>
                  <a:lnTo>
                    <a:pt x="316846" y="241578"/>
                  </a:lnTo>
                  <a:lnTo>
                    <a:pt x="319132" y="236788"/>
                  </a:lnTo>
                  <a:lnTo>
                    <a:pt x="321266" y="231928"/>
                  </a:lnTo>
                  <a:lnTo>
                    <a:pt x="323244" y="227003"/>
                  </a:lnTo>
                  <a:lnTo>
                    <a:pt x="325065" y="222017"/>
                  </a:lnTo>
                  <a:lnTo>
                    <a:pt x="326727" y="216976"/>
                  </a:lnTo>
                  <a:lnTo>
                    <a:pt x="328228" y="211885"/>
                  </a:lnTo>
                  <a:lnTo>
                    <a:pt x="329566" y="206749"/>
                  </a:lnTo>
                  <a:lnTo>
                    <a:pt x="330741" y="201573"/>
                  </a:lnTo>
                  <a:lnTo>
                    <a:pt x="331751" y="196363"/>
                  </a:lnTo>
                  <a:lnTo>
                    <a:pt x="332595" y="191123"/>
                  </a:lnTo>
                  <a:lnTo>
                    <a:pt x="333272" y="185858"/>
                  </a:lnTo>
                  <a:lnTo>
                    <a:pt x="333781" y="180575"/>
                  </a:lnTo>
                  <a:lnTo>
                    <a:pt x="334123" y="175279"/>
                  </a:lnTo>
                  <a:lnTo>
                    <a:pt x="334296" y="169974"/>
                  </a:lnTo>
                  <a:lnTo>
                    <a:pt x="334301" y="164666"/>
                  </a:lnTo>
                  <a:lnTo>
                    <a:pt x="334138" y="159361"/>
                  </a:lnTo>
                  <a:lnTo>
                    <a:pt x="333806" y="154064"/>
                  </a:lnTo>
                  <a:lnTo>
                    <a:pt x="333306" y="148780"/>
                  </a:lnTo>
                  <a:lnTo>
                    <a:pt x="332638" y="143514"/>
                  </a:lnTo>
                  <a:lnTo>
                    <a:pt x="331804" y="138273"/>
                  </a:lnTo>
                  <a:lnTo>
                    <a:pt x="330804" y="133060"/>
                  </a:lnTo>
                  <a:lnTo>
                    <a:pt x="329638" y="127882"/>
                  </a:lnTo>
                  <a:lnTo>
                    <a:pt x="328309" y="122743"/>
                  </a:lnTo>
                  <a:lnTo>
                    <a:pt x="326818" y="117650"/>
                  </a:lnTo>
                  <a:lnTo>
                    <a:pt x="325165" y="112606"/>
                  </a:lnTo>
                  <a:lnTo>
                    <a:pt x="323354" y="107617"/>
                  </a:lnTo>
                  <a:lnTo>
                    <a:pt x="321384" y="102688"/>
                  </a:lnTo>
                  <a:lnTo>
                    <a:pt x="319260" y="97824"/>
                  </a:lnTo>
                  <a:lnTo>
                    <a:pt x="316982" y="93030"/>
                  </a:lnTo>
                  <a:lnTo>
                    <a:pt x="314552" y="88311"/>
                  </a:lnTo>
                  <a:lnTo>
                    <a:pt x="311975" y="83672"/>
                  </a:lnTo>
                  <a:lnTo>
                    <a:pt x="309251" y="79116"/>
                  </a:lnTo>
                  <a:lnTo>
                    <a:pt x="306384" y="74649"/>
                  </a:lnTo>
                  <a:lnTo>
                    <a:pt x="303377" y="70276"/>
                  </a:lnTo>
                  <a:lnTo>
                    <a:pt x="300232" y="66000"/>
                  </a:lnTo>
                  <a:lnTo>
                    <a:pt x="296954" y="61826"/>
                  </a:lnTo>
                  <a:lnTo>
                    <a:pt x="293544" y="57759"/>
                  </a:lnTo>
                  <a:lnTo>
                    <a:pt x="290007" y="53801"/>
                  </a:lnTo>
                  <a:lnTo>
                    <a:pt x="286346" y="49958"/>
                  </a:lnTo>
                  <a:lnTo>
                    <a:pt x="282565" y="46233"/>
                  </a:lnTo>
                  <a:lnTo>
                    <a:pt x="278668" y="42630"/>
                  </a:lnTo>
                  <a:lnTo>
                    <a:pt x="274658" y="39153"/>
                  </a:lnTo>
                  <a:lnTo>
                    <a:pt x="270540" y="35805"/>
                  </a:lnTo>
                  <a:lnTo>
                    <a:pt x="266317" y="32589"/>
                  </a:lnTo>
                  <a:lnTo>
                    <a:pt x="261995" y="29508"/>
                  </a:lnTo>
                  <a:lnTo>
                    <a:pt x="257577" y="26567"/>
                  </a:lnTo>
                  <a:lnTo>
                    <a:pt x="253068" y="23767"/>
                  </a:lnTo>
                  <a:lnTo>
                    <a:pt x="248472" y="21112"/>
                  </a:lnTo>
                  <a:lnTo>
                    <a:pt x="243794" y="18604"/>
                  </a:lnTo>
                  <a:lnTo>
                    <a:pt x="239039" y="16246"/>
                  </a:lnTo>
                  <a:lnTo>
                    <a:pt x="234212" y="14040"/>
                  </a:lnTo>
                  <a:lnTo>
                    <a:pt x="229317" y="11988"/>
                  </a:lnTo>
                  <a:lnTo>
                    <a:pt x="224359" y="10093"/>
                  </a:lnTo>
                  <a:lnTo>
                    <a:pt x="219344" y="8356"/>
                  </a:lnTo>
                  <a:lnTo>
                    <a:pt x="214276" y="6779"/>
                  </a:lnTo>
                  <a:lnTo>
                    <a:pt x="209160" y="5364"/>
                  </a:lnTo>
                  <a:lnTo>
                    <a:pt x="204002" y="4112"/>
                  </a:lnTo>
                  <a:lnTo>
                    <a:pt x="198807" y="3024"/>
                  </a:lnTo>
                  <a:lnTo>
                    <a:pt x="193580" y="2102"/>
                  </a:lnTo>
                  <a:lnTo>
                    <a:pt x="188327" y="1346"/>
                  </a:lnTo>
                  <a:lnTo>
                    <a:pt x="183052" y="757"/>
                  </a:lnTo>
                  <a:lnTo>
                    <a:pt x="177761" y="336"/>
                  </a:lnTo>
                  <a:lnTo>
                    <a:pt x="172459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9578" y="2126963"/>
              <a:ext cx="31708" cy="167167"/>
            </a:xfrm>
            <a:custGeom>
              <a:avLst/>
              <a:pathLst>
                <a:path w="31708" h="167167">
                  <a:moveTo>
                    <a:pt x="31708" y="0"/>
                  </a:moveTo>
                  <a:lnTo>
                    <a:pt x="25330" y="121"/>
                  </a:lnTo>
                  <a:lnTo>
                    <a:pt x="18960" y="486"/>
                  </a:lnTo>
                  <a:lnTo>
                    <a:pt x="12609" y="1094"/>
                  </a:lnTo>
                  <a:lnTo>
                    <a:pt x="6286" y="1944"/>
                  </a:lnTo>
                  <a:lnTo>
                    <a:pt x="0" y="3034"/>
                  </a:lnTo>
                  <a:lnTo>
                    <a:pt x="3170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9578" y="2129998"/>
              <a:ext cx="31708" cy="164132"/>
            </a:xfrm>
            <a:custGeom>
              <a:avLst/>
              <a:pathLst>
                <a:path w="31708" h="164132">
                  <a:moveTo>
                    <a:pt x="0" y="0"/>
                  </a:moveTo>
                  <a:lnTo>
                    <a:pt x="31708" y="164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9578" y="2129998"/>
              <a:ext cx="31708" cy="164132"/>
            </a:xfrm>
            <a:custGeom>
              <a:avLst/>
              <a:pathLst>
                <a:path w="31708" h="164132">
                  <a:moveTo>
                    <a:pt x="0" y="0"/>
                  </a:moveTo>
                  <a:lnTo>
                    <a:pt x="31708" y="164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9578" y="2129998"/>
              <a:ext cx="31708" cy="164132"/>
            </a:xfrm>
            <a:custGeom>
              <a:avLst/>
              <a:pathLst>
                <a:path w="31708" h="164132">
                  <a:moveTo>
                    <a:pt x="0" y="0"/>
                  </a:moveTo>
                  <a:lnTo>
                    <a:pt x="31708" y="164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9578" y="2129998"/>
              <a:ext cx="31708" cy="164132"/>
            </a:xfrm>
            <a:custGeom>
              <a:avLst/>
              <a:pathLst>
                <a:path w="31708" h="164132">
                  <a:moveTo>
                    <a:pt x="0" y="0"/>
                  </a:moveTo>
                  <a:lnTo>
                    <a:pt x="31708" y="164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9578" y="2129998"/>
              <a:ext cx="31708" cy="164132"/>
            </a:xfrm>
            <a:custGeom>
              <a:avLst/>
              <a:pathLst>
                <a:path w="31708" h="164132">
                  <a:moveTo>
                    <a:pt x="0" y="0"/>
                  </a:moveTo>
                  <a:lnTo>
                    <a:pt x="31708" y="1641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9578" y="2129998"/>
              <a:ext cx="31708" cy="164132"/>
            </a:xfrm>
            <a:custGeom>
              <a:avLst/>
              <a:pathLst>
                <a:path w="31708" h="164132">
                  <a:moveTo>
                    <a:pt x="0" y="0"/>
                  </a:moveTo>
                  <a:lnTo>
                    <a:pt x="31708" y="1641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9578" y="2129998"/>
              <a:ext cx="31708" cy="164132"/>
            </a:xfrm>
            <a:custGeom>
              <a:avLst/>
              <a:pathLst>
                <a:path w="31708" h="164132">
                  <a:moveTo>
                    <a:pt x="0" y="0"/>
                  </a:moveTo>
                  <a:lnTo>
                    <a:pt x="31708" y="1641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9578" y="2129998"/>
              <a:ext cx="31708" cy="164132"/>
            </a:xfrm>
            <a:custGeom>
              <a:avLst/>
              <a:pathLst>
                <a:path w="31708" h="164132">
                  <a:moveTo>
                    <a:pt x="0" y="0"/>
                  </a:moveTo>
                  <a:lnTo>
                    <a:pt x="31708" y="1641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9578" y="2129998"/>
              <a:ext cx="31708" cy="164132"/>
            </a:xfrm>
            <a:custGeom>
              <a:avLst/>
              <a:pathLst>
                <a:path w="31708" h="164132">
                  <a:moveTo>
                    <a:pt x="0" y="0"/>
                  </a:moveTo>
                  <a:lnTo>
                    <a:pt x="31708" y="164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9578" y="2129998"/>
              <a:ext cx="31708" cy="164132"/>
            </a:xfrm>
            <a:custGeom>
              <a:avLst/>
              <a:pathLst>
                <a:path w="31708" h="164132">
                  <a:moveTo>
                    <a:pt x="0" y="0"/>
                  </a:moveTo>
                  <a:lnTo>
                    <a:pt x="31708" y="164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9578" y="2129998"/>
              <a:ext cx="31708" cy="164132"/>
            </a:xfrm>
            <a:custGeom>
              <a:avLst/>
              <a:pathLst>
                <a:path w="31708" h="164132">
                  <a:moveTo>
                    <a:pt x="0" y="0"/>
                  </a:moveTo>
                  <a:lnTo>
                    <a:pt x="31708" y="164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9578" y="2129998"/>
              <a:ext cx="31708" cy="164132"/>
            </a:xfrm>
            <a:custGeom>
              <a:avLst/>
              <a:pathLst>
                <a:path w="31708" h="164132">
                  <a:moveTo>
                    <a:pt x="0" y="0"/>
                  </a:moveTo>
                  <a:lnTo>
                    <a:pt x="31708" y="164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9578" y="2129998"/>
              <a:ext cx="31708" cy="164132"/>
            </a:xfrm>
            <a:custGeom>
              <a:avLst/>
              <a:pathLst>
                <a:path w="31708" h="164132">
                  <a:moveTo>
                    <a:pt x="0" y="0"/>
                  </a:moveTo>
                  <a:lnTo>
                    <a:pt x="31708" y="1641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9578" y="2129998"/>
              <a:ext cx="31708" cy="164132"/>
            </a:xfrm>
            <a:custGeom>
              <a:avLst/>
              <a:pathLst>
                <a:path w="31708" h="164132">
                  <a:moveTo>
                    <a:pt x="0" y="0"/>
                  </a:moveTo>
                  <a:lnTo>
                    <a:pt x="31708" y="1641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36" y="2127873"/>
              <a:ext cx="334311" cy="333423"/>
            </a:xfrm>
            <a:custGeom>
              <a:avLst/>
              <a:pathLst>
                <a:path w="334311" h="333423">
                  <a:moveTo>
                    <a:pt x="135441" y="2125"/>
                  </a:moveTo>
                  <a:lnTo>
                    <a:pt x="130258" y="3212"/>
                  </a:lnTo>
                  <a:lnTo>
                    <a:pt x="125112" y="4462"/>
                  </a:lnTo>
                  <a:lnTo>
                    <a:pt x="120008" y="5875"/>
                  </a:lnTo>
                  <a:lnTo>
                    <a:pt x="114951" y="7449"/>
                  </a:lnTo>
                  <a:lnTo>
                    <a:pt x="109946" y="9182"/>
                  </a:lnTo>
                  <a:lnTo>
                    <a:pt x="104999" y="11073"/>
                  </a:lnTo>
                  <a:lnTo>
                    <a:pt x="100115" y="13120"/>
                  </a:lnTo>
                  <a:lnTo>
                    <a:pt x="95298" y="15320"/>
                  </a:lnTo>
                  <a:lnTo>
                    <a:pt x="90552" y="17672"/>
                  </a:lnTo>
                  <a:lnTo>
                    <a:pt x="85884" y="20173"/>
                  </a:lnTo>
                  <a:lnTo>
                    <a:pt x="81297" y="22820"/>
                  </a:lnTo>
                  <a:lnTo>
                    <a:pt x="76797" y="25612"/>
                  </a:lnTo>
                  <a:lnTo>
                    <a:pt x="72387" y="28545"/>
                  </a:lnTo>
                  <a:lnTo>
                    <a:pt x="68072" y="31616"/>
                  </a:lnTo>
                  <a:lnTo>
                    <a:pt x="63857" y="34822"/>
                  </a:lnTo>
                  <a:lnTo>
                    <a:pt x="59745" y="38160"/>
                  </a:lnTo>
                  <a:lnTo>
                    <a:pt x="55741" y="41626"/>
                  </a:lnTo>
                  <a:lnTo>
                    <a:pt x="51849" y="45218"/>
                  </a:lnTo>
                  <a:lnTo>
                    <a:pt x="48073" y="48931"/>
                  </a:lnTo>
                  <a:lnTo>
                    <a:pt x="44416" y="52762"/>
                  </a:lnTo>
                  <a:lnTo>
                    <a:pt x="40882" y="56707"/>
                  </a:lnTo>
                  <a:lnTo>
                    <a:pt x="37475" y="60762"/>
                  </a:lnTo>
                  <a:lnTo>
                    <a:pt x="34199" y="64922"/>
                  </a:lnTo>
                  <a:lnTo>
                    <a:pt x="31055" y="69185"/>
                  </a:lnTo>
                  <a:lnTo>
                    <a:pt x="28049" y="73545"/>
                  </a:lnTo>
                  <a:lnTo>
                    <a:pt x="25182" y="77997"/>
                  </a:lnTo>
                  <a:lnTo>
                    <a:pt x="22457" y="82539"/>
                  </a:lnTo>
                  <a:lnTo>
                    <a:pt x="19878" y="87164"/>
                  </a:lnTo>
                  <a:lnTo>
                    <a:pt x="17446" y="91869"/>
                  </a:lnTo>
                  <a:lnTo>
                    <a:pt x="15165" y="96649"/>
                  </a:lnTo>
                  <a:lnTo>
                    <a:pt x="13036" y="101498"/>
                  </a:lnTo>
                  <a:lnTo>
                    <a:pt x="11062" y="106413"/>
                  </a:lnTo>
                  <a:lnTo>
                    <a:pt x="9245" y="111387"/>
                  </a:lnTo>
                  <a:lnTo>
                    <a:pt x="7586" y="116417"/>
                  </a:lnTo>
                  <a:lnTo>
                    <a:pt x="6087" y="121496"/>
                  </a:lnTo>
                  <a:lnTo>
                    <a:pt x="4750" y="126621"/>
                  </a:lnTo>
                  <a:lnTo>
                    <a:pt x="3576" y="131785"/>
                  </a:lnTo>
                  <a:lnTo>
                    <a:pt x="2566" y="136984"/>
                  </a:lnTo>
                  <a:lnTo>
                    <a:pt x="1721" y="142212"/>
                  </a:lnTo>
                  <a:lnTo>
                    <a:pt x="1043" y="147464"/>
                  </a:lnTo>
                  <a:lnTo>
                    <a:pt x="531" y="152736"/>
                  </a:lnTo>
                  <a:lnTo>
                    <a:pt x="186" y="158021"/>
                  </a:lnTo>
                  <a:lnTo>
                    <a:pt x="9" y="163314"/>
                  </a:lnTo>
                  <a:lnTo>
                    <a:pt x="0" y="168610"/>
                  </a:lnTo>
                  <a:lnTo>
                    <a:pt x="158" y="173903"/>
                  </a:lnTo>
                  <a:lnTo>
                    <a:pt x="484" y="179189"/>
                  </a:lnTo>
                  <a:lnTo>
                    <a:pt x="977" y="184462"/>
                  </a:lnTo>
                  <a:lnTo>
                    <a:pt x="1637" y="189717"/>
                  </a:lnTo>
                  <a:lnTo>
                    <a:pt x="2463" y="194948"/>
                  </a:lnTo>
                  <a:lnTo>
                    <a:pt x="3455" y="200151"/>
                  </a:lnTo>
                  <a:lnTo>
                    <a:pt x="4611" y="205319"/>
                  </a:lnTo>
                  <a:lnTo>
                    <a:pt x="5930" y="210448"/>
                  </a:lnTo>
                  <a:lnTo>
                    <a:pt x="7410" y="215533"/>
                  </a:lnTo>
                  <a:lnTo>
                    <a:pt x="9052" y="220569"/>
                  </a:lnTo>
                  <a:lnTo>
                    <a:pt x="10851" y="225549"/>
                  </a:lnTo>
                  <a:lnTo>
                    <a:pt x="12808" y="230471"/>
                  </a:lnTo>
                  <a:lnTo>
                    <a:pt x="14919" y="235328"/>
                  </a:lnTo>
                  <a:lnTo>
                    <a:pt x="17184" y="240115"/>
                  </a:lnTo>
                  <a:lnTo>
                    <a:pt x="19599" y="244829"/>
                  </a:lnTo>
                  <a:lnTo>
                    <a:pt x="22162" y="249463"/>
                  </a:lnTo>
                  <a:lnTo>
                    <a:pt x="24870" y="254014"/>
                  </a:lnTo>
                  <a:lnTo>
                    <a:pt x="27721" y="258477"/>
                  </a:lnTo>
                  <a:lnTo>
                    <a:pt x="30713" y="262848"/>
                  </a:lnTo>
                  <a:lnTo>
                    <a:pt x="33841" y="267121"/>
                  </a:lnTo>
                  <a:lnTo>
                    <a:pt x="37103" y="271294"/>
                  </a:lnTo>
                  <a:lnTo>
                    <a:pt x="40495" y="275360"/>
                  </a:lnTo>
                  <a:lnTo>
                    <a:pt x="44015" y="279318"/>
                  </a:lnTo>
                  <a:lnTo>
                    <a:pt x="47658" y="283161"/>
                  </a:lnTo>
                  <a:lnTo>
                    <a:pt x="51421" y="286888"/>
                  </a:lnTo>
                  <a:lnTo>
                    <a:pt x="55301" y="290493"/>
                  </a:lnTo>
                  <a:lnTo>
                    <a:pt x="59292" y="293974"/>
                  </a:lnTo>
                  <a:lnTo>
                    <a:pt x="63392" y="297327"/>
                  </a:lnTo>
                  <a:lnTo>
                    <a:pt x="67596" y="300548"/>
                  </a:lnTo>
                  <a:lnTo>
                    <a:pt x="71900" y="303634"/>
                  </a:lnTo>
                  <a:lnTo>
                    <a:pt x="76299" y="306582"/>
                  </a:lnTo>
                  <a:lnTo>
                    <a:pt x="80790" y="309390"/>
                  </a:lnTo>
                  <a:lnTo>
                    <a:pt x="85367" y="312054"/>
                  </a:lnTo>
                  <a:lnTo>
                    <a:pt x="90027" y="314571"/>
                  </a:lnTo>
                  <a:lnTo>
                    <a:pt x="94764" y="316940"/>
                  </a:lnTo>
                  <a:lnTo>
                    <a:pt x="99573" y="319157"/>
                  </a:lnTo>
                  <a:lnTo>
                    <a:pt x="104451" y="321221"/>
                  </a:lnTo>
                  <a:lnTo>
                    <a:pt x="109391" y="323129"/>
                  </a:lnTo>
                  <a:lnTo>
                    <a:pt x="114389" y="324880"/>
                  </a:lnTo>
                  <a:lnTo>
                    <a:pt x="119440" y="326472"/>
                  </a:lnTo>
                  <a:lnTo>
                    <a:pt x="124539" y="327903"/>
                  </a:lnTo>
                  <a:lnTo>
                    <a:pt x="129681" y="329172"/>
                  </a:lnTo>
                  <a:lnTo>
                    <a:pt x="134861" y="330277"/>
                  </a:lnTo>
                  <a:lnTo>
                    <a:pt x="140073" y="331217"/>
                  </a:lnTo>
                  <a:lnTo>
                    <a:pt x="145312" y="331992"/>
                  </a:lnTo>
                  <a:lnTo>
                    <a:pt x="150573" y="332601"/>
                  </a:lnTo>
                  <a:lnTo>
                    <a:pt x="155850" y="333042"/>
                  </a:lnTo>
                  <a:lnTo>
                    <a:pt x="161139" y="333317"/>
                  </a:lnTo>
                  <a:lnTo>
                    <a:pt x="166434" y="333423"/>
                  </a:lnTo>
                  <a:lnTo>
                    <a:pt x="171730" y="333362"/>
                  </a:lnTo>
                  <a:lnTo>
                    <a:pt x="177021" y="333133"/>
                  </a:lnTo>
                  <a:lnTo>
                    <a:pt x="182302" y="332737"/>
                  </a:lnTo>
                  <a:lnTo>
                    <a:pt x="187568" y="332173"/>
                  </a:lnTo>
                  <a:lnTo>
                    <a:pt x="192814" y="331443"/>
                  </a:lnTo>
                  <a:lnTo>
                    <a:pt x="198033" y="330547"/>
                  </a:lnTo>
                  <a:lnTo>
                    <a:pt x="203222" y="329487"/>
                  </a:lnTo>
                  <a:lnTo>
                    <a:pt x="208375" y="328262"/>
                  </a:lnTo>
                  <a:lnTo>
                    <a:pt x="213486" y="326875"/>
                  </a:lnTo>
                  <a:lnTo>
                    <a:pt x="218550" y="325327"/>
                  </a:lnTo>
                  <a:lnTo>
                    <a:pt x="223563" y="323619"/>
                  </a:lnTo>
                  <a:lnTo>
                    <a:pt x="228520" y="321753"/>
                  </a:lnTo>
                  <a:lnTo>
                    <a:pt x="233415" y="319730"/>
                  </a:lnTo>
                  <a:lnTo>
                    <a:pt x="238243" y="317554"/>
                  </a:lnTo>
                  <a:lnTo>
                    <a:pt x="243000" y="315226"/>
                  </a:lnTo>
                  <a:lnTo>
                    <a:pt x="247681" y="312749"/>
                  </a:lnTo>
                  <a:lnTo>
                    <a:pt x="252281" y="310125"/>
                  </a:lnTo>
                  <a:lnTo>
                    <a:pt x="256796" y="307356"/>
                  </a:lnTo>
                  <a:lnTo>
                    <a:pt x="261220" y="304445"/>
                  </a:lnTo>
                  <a:lnTo>
                    <a:pt x="265550" y="301396"/>
                  </a:lnTo>
                  <a:lnTo>
                    <a:pt x="269782" y="298211"/>
                  </a:lnTo>
                  <a:lnTo>
                    <a:pt x="273910" y="294894"/>
                  </a:lnTo>
                  <a:lnTo>
                    <a:pt x="277931" y="291447"/>
                  </a:lnTo>
                  <a:lnTo>
                    <a:pt x="281841" y="287875"/>
                  </a:lnTo>
                  <a:lnTo>
                    <a:pt x="285636" y="284181"/>
                  </a:lnTo>
                  <a:lnTo>
                    <a:pt x="289312" y="280369"/>
                  </a:lnTo>
                  <a:lnTo>
                    <a:pt x="292866" y="276442"/>
                  </a:lnTo>
                  <a:lnTo>
                    <a:pt x="296293" y="272404"/>
                  </a:lnTo>
                  <a:lnTo>
                    <a:pt x="299591" y="268260"/>
                  </a:lnTo>
                  <a:lnTo>
                    <a:pt x="302755" y="264013"/>
                  </a:lnTo>
                  <a:lnTo>
                    <a:pt x="305784" y="259669"/>
                  </a:lnTo>
                  <a:lnTo>
                    <a:pt x="308673" y="255230"/>
                  </a:lnTo>
                  <a:lnTo>
                    <a:pt x="311421" y="250703"/>
                  </a:lnTo>
                  <a:lnTo>
                    <a:pt x="314023" y="246090"/>
                  </a:lnTo>
                  <a:lnTo>
                    <a:pt x="316479" y="241398"/>
                  </a:lnTo>
                  <a:lnTo>
                    <a:pt x="318784" y="236630"/>
                  </a:lnTo>
                  <a:lnTo>
                    <a:pt x="320937" y="231791"/>
                  </a:lnTo>
                  <a:lnTo>
                    <a:pt x="322936" y="226887"/>
                  </a:lnTo>
                  <a:lnTo>
                    <a:pt x="324778" y="221921"/>
                  </a:lnTo>
                  <a:lnTo>
                    <a:pt x="326462" y="216900"/>
                  </a:lnTo>
                  <a:lnTo>
                    <a:pt x="327986" y="211828"/>
                  </a:lnTo>
                  <a:lnTo>
                    <a:pt x="329349" y="206711"/>
                  </a:lnTo>
                  <a:lnTo>
                    <a:pt x="330549" y="201552"/>
                  </a:lnTo>
                  <a:lnTo>
                    <a:pt x="331585" y="196359"/>
                  </a:lnTo>
                  <a:lnTo>
                    <a:pt x="332456" y="191135"/>
                  </a:lnTo>
                  <a:lnTo>
                    <a:pt x="333161" y="185886"/>
                  </a:lnTo>
                  <a:lnTo>
                    <a:pt x="333700" y="180617"/>
                  </a:lnTo>
                  <a:lnTo>
                    <a:pt x="334071" y="175334"/>
                  </a:lnTo>
                  <a:lnTo>
                    <a:pt x="334275" y="170042"/>
                  </a:lnTo>
                  <a:lnTo>
                    <a:pt x="334311" y="164746"/>
                  </a:lnTo>
                  <a:lnTo>
                    <a:pt x="334179" y="159452"/>
                  </a:lnTo>
                  <a:lnTo>
                    <a:pt x="333880" y="154164"/>
                  </a:lnTo>
                  <a:lnTo>
                    <a:pt x="333413" y="148889"/>
                  </a:lnTo>
                  <a:lnTo>
                    <a:pt x="332779" y="143631"/>
                  </a:lnTo>
                  <a:lnTo>
                    <a:pt x="331980" y="138395"/>
                  </a:lnTo>
                  <a:lnTo>
                    <a:pt x="331014" y="133188"/>
                  </a:lnTo>
                  <a:lnTo>
                    <a:pt x="329884" y="128014"/>
                  </a:lnTo>
                  <a:lnTo>
                    <a:pt x="328591" y="122878"/>
                  </a:lnTo>
                  <a:lnTo>
                    <a:pt x="327136" y="117786"/>
                  </a:lnTo>
                  <a:lnTo>
                    <a:pt x="325520" y="112742"/>
                  </a:lnTo>
                  <a:lnTo>
                    <a:pt x="323746" y="107752"/>
                  </a:lnTo>
                  <a:lnTo>
                    <a:pt x="321814" y="102821"/>
                  </a:lnTo>
                  <a:lnTo>
                    <a:pt x="319727" y="97954"/>
                  </a:lnTo>
                  <a:lnTo>
                    <a:pt x="317487" y="93155"/>
                  </a:lnTo>
                  <a:lnTo>
                    <a:pt x="315095" y="88429"/>
                  </a:lnTo>
                  <a:lnTo>
                    <a:pt x="312556" y="83782"/>
                  </a:lnTo>
                  <a:lnTo>
                    <a:pt x="309870" y="79217"/>
                  </a:lnTo>
                  <a:lnTo>
                    <a:pt x="307042" y="74740"/>
                  </a:lnTo>
                  <a:lnTo>
                    <a:pt x="304072" y="70355"/>
                  </a:lnTo>
                  <a:lnTo>
                    <a:pt x="300966" y="66065"/>
                  </a:lnTo>
                  <a:lnTo>
                    <a:pt x="297725" y="61877"/>
                  </a:lnTo>
                  <a:lnTo>
                    <a:pt x="294353" y="57793"/>
                  </a:lnTo>
                  <a:lnTo>
                    <a:pt x="290853" y="53818"/>
                  </a:lnTo>
                  <a:lnTo>
                    <a:pt x="287229" y="49956"/>
                  </a:lnTo>
                  <a:lnTo>
                    <a:pt x="283485" y="46211"/>
                  </a:lnTo>
                  <a:lnTo>
                    <a:pt x="279624" y="42586"/>
                  </a:lnTo>
                  <a:lnTo>
                    <a:pt x="275650" y="39085"/>
                  </a:lnTo>
                  <a:lnTo>
                    <a:pt x="271567" y="35712"/>
                  </a:lnTo>
                  <a:lnTo>
                    <a:pt x="267379" y="32470"/>
                  </a:lnTo>
                  <a:lnTo>
                    <a:pt x="263091" y="29362"/>
                  </a:lnTo>
                  <a:lnTo>
                    <a:pt x="258706" y="26391"/>
                  </a:lnTo>
                  <a:lnTo>
                    <a:pt x="254230" y="23561"/>
                  </a:lnTo>
                  <a:lnTo>
                    <a:pt x="249666" y="20875"/>
                  </a:lnTo>
                  <a:lnTo>
                    <a:pt x="245019" y="18334"/>
                  </a:lnTo>
                  <a:lnTo>
                    <a:pt x="240294" y="15941"/>
                  </a:lnTo>
                  <a:lnTo>
                    <a:pt x="235496" y="13700"/>
                  </a:lnTo>
                  <a:lnTo>
                    <a:pt x="230629" y="11611"/>
                  </a:lnTo>
                  <a:lnTo>
                    <a:pt x="225698" y="9678"/>
                  </a:lnTo>
                  <a:lnTo>
                    <a:pt x="220709" y="7902"/>
                  </a:lnTo>
                  <a:lnTo>
                    <a:pt x="215666" y="6285"/>
                  </a:lnTo>
                  <a:lnTo>
                    <a:pt x="210574" y="4828"/>
                  </a:lnTo>
                  <a:lnTo>
                    <a:pt x="205439" y="3534"/>
                  </a:lnTo>
                  <a:lnTo>
                    <a:pt x="200265" y="2403"/>
                  </a:lnTo>
                  <a:lnTo>
                    <a:pt x="195058" y="1436"/>
                  </a:lnTo>
                  <a:lnTo>
                    <a:pt x="189823" y="635"/>
                  </a:lnTo>
                  <a:lnTo>
                    <a:pt x="184565" y="0"/>
                  </a:lnTo>
                  <a:lnTo>
                    <a:pt x="167150" y="1662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7414" cy="167167"/>
            </a:xfrm>
            <a:custGeom>
              <a:avLst/>
              <a:pathLst>
                <a:path w="17414" h="167167">
                  <a:moveTo>
                    <a:pt x="17414" y="909"/>
                  </a:moveTo>
                  <a:lnTo>
                    <a:pt x="8719" y="2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3161" y="2633064"/>
              <a:ext cx="7586" cy="167167"/>
            </a:xfrm>
            <a:custGeom>
              <a:avLst/>
              <a:pathLst>
                <a:path w="7586" h="167167">
                  <a:moveTo>
                    <a:pt x="7586" y="0"/>
                  </a:moveTo>
                  <a:lnTo>
                    <a:pt x="0" y="172"/>
                  </a:lnTo>
                  <a:lnTo>
                    <a:pt x="758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3161" y="2633236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3161" y="2633236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3161" y="2633236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3161" y="2633236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3161" y="2633236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3161" y="2633236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3161" y="2633236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3161" y="2633236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3161" y="2633236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3161" y="2633236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3161" y="2633236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3161" y="2633236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3161" y="2633236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83" y="2633236"/>
              <a:ext cx="334322" cy="334157"/>
            </a:xfrm>
            <a:custGeom>
              <a:avLst/>
              <a:pathLst>
                <a:path w="334322" h="334157">
                  <a:moveTo>
                    <a:pt x="159578" y="0"/>
                  </a:moveTo>
                  <a:lnTo>
                    <a:pt x="154294" y="323"/>
                  </a:lnTo>
                  <a:lnTo>
                    <a:pt x="149022" y="815"/>
                  </a:lnTo>
                  <a:lnTo>
                    <a:pt x="143769" y="1473"/>
                  </a:lnTo>
                  <a:lnTo>
                    <a:pt x="138539" y="2296"/>
                  </a:lnTo>
                  <a:lnTo>
                    <a:pt x="133338" y="3285"/>
                  </a:lnTo>
                  <a:lnTo>
                    <a:pt x="128171" y="4439"/>
                  </a:lnTo>
                  <a:lnTo>
                    <a:pt x="123043" y="5755"/>
                  </a:lnTo>
                  <a:lnTo>
                    <a:pt x="117959" y="7233"/>
                  </a:lnTo>
                  <a:lnTo>
                    <a:pt x="112925" y="8871"/>
                  </a:lnTo>
                  <a:lnTo>
                    <a:pt x="107945" y="10668"/>
                  </a:lnTo>
                  <a:lnTo>
                    <a:pt x="103025" y="12622"/>
                  </a:lnTo>
                  <a:lnTo>
                    <a:pt x="98168" y="14730"/>
                  </a:lnTo>
                  <a:lnTo>
                    <a:pt x="93381" y="16991"/>
                  </a:lnTo>
                  <a:lnTo>
                    <a:pt x="88668" y="19403"/>
                  </a:lnTo>
                  <a:lnTo>
                    <a:pt x="84034" y="21963"/>
                  </a:lnTo>
                  <a:lnTo>
                    <a:pt x="79483" y="24668"/>
                  </a:lnTo>
                  <a:lnTo>
                    <a:pt x="75020" y="27516"/>
                  </a:lnTo>
                  <a:lnTo>
                    <a:pt x="70650" y="30504"/>
                  </a:lnTo>
                  <a:lnTo>
                    <a:pt x="66376" y="33628"/>
                  </a:lnTo>
                  <a:lnTo>
                    <a:pt x="62203" y="36887"/>
                  </a:lnTo>
                  <a:lnTo>
                    <a:pt x="58136" y="40276"/>
                  </a:lnTo>
                  <a:lnTo>
                    <a:pt x="54178" y="43792"/>
                  </a:lnTo>
                  <a:lnTo>
                    <a:pt x="50333" y="47432"/>
                  </a:lnTo>
                  <a:lnTo>
                    <a:pt x="46606" y="51191"/>
                  </a:lnTo>
                  <a:lnTo>
                    <a:pt x="42999" y="55067"/>
                  </a:lnTo>
                  <a:lnTo>
                    <a:pt x="39517" y="59055"/>
                  </a:lnTo>
                  <a:lnTo>
                    <a:pt x="36163" y="63151"/>
                  </a:lnTo>
                  <a:lnTo>
                    <a:pt x="32940" y="67352"/>
                  </a:lnTo>
                  <a:lnTo>
                    <a:pt x="29852" y="71652"/>
                  </a:lnTo>
                  <a:lnTo>
                    <a:pt x="26902" y="76048"/>
                  </a:lnTo>
                  <a:lnTo>
                    <a:pt x="24092" y="80535"/>
                  </a:lnTo>
                  <a:lnTo>
                    <a:pt x="21426" y="85109"/>
                  </a:lnTo>
                  <a:lnTo>
                    <a:pt x="18906" y="89765"/>
                  </a:lnTo>
                  <a:lnTo>
                    <a:pt x="16535" y="94499"/>
                  </a:lnTo>
                  <a:lnTo>
                    <a:pt x="14315" y="99305"/>
                  </a:lnTo>
                  <a:lnTo>
                    <a:pt x="12248" y="104179"/>
                  </a:lnTo>
                  <a:lnTo>
                    <a:pt x="10337" y="109116"/>
                  </a:lnTo>
                  <a:lnTo>
                    <a:pt x="8583" y="114111"/>
                  </a:lnTo>
                  <a:lnTo>
                    <a:pt x="6988" y="119159"/>
                  </a:lnTo>
                  <a:lnTo>
                    <a:pt x="5553" y="124256"/>
                  </a:lnTo>
                  <a:lnTo>
                    <a:pt x="4281" y="129395"/>
                  </a:lnTo>
                  <a:lnTo>
                    <a:pt x="3172" y="134571"/>
                  </a:lnTo>
                  <a:lnTo>
                    <a:pt x="2227" y="139781"/>
                  </a:lnTo>
                  <a:lnTo>
                    <a:pt x="1448" y="145017"/>
                  </a:lnTo>
                  <a:lnTo>
                    <a:pt x="835" y="150276"/>
                  </a:lnTo>
                  <a:lnTo>
                    <a:pt x="389" y="155551"/>
                  </a:lnTo>
                  <a:lnTo>
                    <a:pt x="111" y="160838"/>
                  </a:lnTo>
                  <a:lnTo>
                    <a:pt x="0" y="166131"/>
                  </a:lnTo>
                  <a:lnTo>
                    <a:pt x="56" y="171425"/>
                  </a:lnTo>
                  <a:lnTo>
                    <a:pt x="280" y="176715"/>
                  </a:lnTo>
                  <a:lnTo>
                    <a:pt x="672" y="181994"/>
                  </a:lnTo>
                  <a:lnTo>
                    <a:pt x="1230" y="187259"/>
                  </a:lnTo>
                  <a:lnTo>
                    <a:pt x="1955" y="192503"/>
                  </a:lnTo>
                  <a:lnTo>
                    <a:pt x="2846" y="197722"/>
                  </a:lnTo>
                  <a:lnTo>
                    <a:pt x="3901" y="202910"/>
                  </a:lnTo>
                  <a:lnTo>
                    <a:pt x="5120" y="208062"/>
                  </a:lnTo>
                  <a:lnTo>
                    <a:pt x="6502" y="213173"/>
                  </a:lnTo>
                  <a:lnTo>
                    <a:pt x="8045" y="218237"/>
                  </a:lnTo>
                  <a:lnTo>
                    <a:pt x="9747" y="223250"/>
                  </a:lnTo>
                  <a:lnTo>
                    <a:pt x="11608" y="228207"/>
                  </a:lnTo>
                  <a:lnTo>
                    <a:pt x="13624" y="233102"/>
                  </a:lnTo>
                  <a:lnTo>
                    <a:pt x="15794" y="237931"/>
                  </a:lnTo>
                  <a:lnTo>
                    <a:pt x="18116" y="242689"/>
                  </a:lnTo>
                  <a:lnTo>
                    <a:pt x="20588" y="247370"/>
                  </a:lnTo>
                  <a:lnTo>
                    <a:pt x="23207" y="251972"/>
                  </a:lnTo>
                  <a:lnTo>
                    <a:pt x="25970" y="256488"/>
                  </a:lnTo>
                  <a:lnTo>
                    <a:pt x="28875" y="260914"/>
                  </a:lnTo>
                  <a:lnTo>
                    <a:pt x="31918" y="265246"/>
                  </a:lnTo>
                  <a:lnTo>
                    <a:pt x="35097" y="269479"/>
                  </a:lnTo>
                  <a:lnTo>
                    <a:pt x="38409" y="273610"/>
                  </a:lnTo>
                  <a:lnTo>
                    <a:pt x="41849" y="277634"/>
                  </a:lnTo>
                  <a:lnTo>
                    <a:pt x="45416" y="281546"/>
                  </a:lnTo>
                  <a:lnTo>
                    <a:pt x="49104" y="285344"/>
                  </a:lnTo>
                  <a:lnTo>
                    <a:pt x="52911" y="289024"/>
                  </a:lnTo>
                  <a:lnTo>
                    <a:pt x="56832" y="292580"/>
                  </a:lnTo>
                  <a:lnTo>
                    <a:pt x="60865" y="296011"/>
                  </a:lnTo>
                  <a:lnTo>
                    <a:pt x="65003" y="299313"/>
                  </a:lnTo>
                  <a:lnTo>
                    <a:pt x="69245" y="302481"/>
                  </a:lnTo>
                  <a:lnTo>
                    <a:pt x="73584" y="305514"/>
                  </a:lnTo>
                  <a:lnTo>
                    <a:pt x="78017" y="308408"/>
                  </a:lnTo>
                  <a:lnTo>
                    <a:pt x="82540" y="311160"/>
                  </a:lnTo>
                  <a:lnTo>
                    <a:pt x="87148" y="313767"/>
                  </a:lnTo>
                  <a:lnTo>
                    <a:pt x="91836" y="316228"/>
                  </a:lnTo>
                  <a:lnTo>
                    <a:pt x="96599" y="318538"/>
                  </a:lnTo>
                  <a:lnTo>
                    <a:pt x="101433" y="320697"/>
                  </a:lnTo>
                  <a:lnTo>
                    <a:pt x="106333" y="322701"/>
                  </a:lnTo>
                  <a:lnTo>
                    <a:pt x="111294" y="324549"/>
                  </a:lnTo>
                  <a:lnTo>
                    <a:pt x="116312" y="326240"/>
                  </a:lnTo>
                  <a:lnTo>
                    <a:pt x="121380" y="327770"/>
                  </a:lnTo>
                  <a:lnTo>
                    <a:pt x="126494" y="329139"/>
                  </a:lnTo>
                  <a:lnTo>
                    <a:pt x="131649" y="330346"/>
                  </a:lnTo>
                  <a:lnTo>
                    <a:pt x="136839" y="331388"/>
                  </a:lnTo>
                  <a:lnTo>
                    <a:pt x="142060" y="332266"/>
                  </a:lnTo>
                  <a:lnTo>
                    <a:pt x="147306" y="332978"/>
                  </a:lnTo>
                  <a:lnTo>
                    <a:pt x="152572" y="333524"/>
                  </a:lnTo>
                  <a:lnTo>
                    <a:pt x="157853" y="333903"/>
                  </a:lnTo>
                  <a:lnTo>
                    <a:pt x="163143" y="334114"/>
                  </a:lnTo>
                  <a:lnTo>
                    <a:pt x="168437" y="334157"/>
                  </a:lnTo>
                  <a:lnTo>
                    <a:pt x="173730" y="334033"/>
                  </a:lnTo>
                  <a:lnTo>
                    <a:pt x="179016" y="333742"/>
                  </a:lnTo>
                  <a:lnTo>
                    <a:pt x="184290" y="333283"/>
                  </a:lnTo>
                  <a:lnTo>
                    <a:pt x="189547" y="332657"/>
                  </a:lnTo>
                  <a:lnTo>
                    <a:pt x="194782" y="331865"/>
                  </a:lnTo>
                  <a:lnTo>
                    <a:pt x="199989" y="330908"/>
                  </a:lnTo>
                  <a:lnTo>
                    <a:pt x="205163" y="329786"/>
                  </a:lnTo>
                  <a:lnTo>
                    <a:pt x="210299" y="328501"/>
                  </a:lnTo>
                  <a:lnTo>
                    <a:pt x="215392" y="327054"/>
                  </a:lnTo>
                  <a:lnTo>
                    <a:pt x="220436" y="325447"/>
                  </a:lnTo>
                  <a:lnTo>
                    <a:pt x="225427" y="323681"/>
                  </a:lnTo>
                  <a:lnTo>
                    <a:pt x="230359" y="321757"/>
                  </a:lnTo>
                  <a:lnTo>
                    <a:pt x="235228" y="319678"/>
                  </a:lnTo>
                  <a:lnTo>
                    <a:pt x="240029" y="317446"/>
                  </a:lnTo>
                  <a:lnTo>
                    <a:pt x="244757" y="315064"/>
                  </a:lnTo>
                  <a:lnTo>
                    <a:pt x="249407" y="312532"/>
                  </a:lnTo>
                  <a:lnTo>
                    <a:pt x="253974" y="309855"/>
                  </a:lnTo>
                  <a:lnTo>
                    <a:pt x="258454" y="307035"/>
                  </a:lnTo>
                  <a:lnTo>
                    <a:pt x="262843" y="304074"/>
                  </a:lnTo>
                  <a:lnTo>
                    <a:pt x="267136" y="300975"/>
                  </a:lnTo>
                  <a:lnTo>
                    <a:pt x="271328" y="297742"/>
                  </a:lnTo>
                  <a:lnTo>
                    <a:pt x="275416" y="294378"/>
                  </a:lnTo>
                  <a:lnTo>
                    <a:pt x="279396" y="290886"/>
                  </a:lnTo>
                  <a:lnTo>
                    <a:pt x="283263" y="287270"/>
                  </a:lnTo>
                  <a:lnTo>
                    <a:pt x="287013" y="283534"/>
                  </a:lnTo>
                  <a:lnTo>
                    <a:pt x="290643" y="279680"/>
                  </a:lnTo>
                  <a:lnTo>
                    <a:pt x="294150" y="275713"/>
                  </a:lnTo>
                  <a:lnTo>
                    <a:pt x="297529" y="271638"/>
                  </a:lnTo>
                  <a:lnTo>
                    <a:pt x="300777" y="267457"/>
                  </a:lnTo>
                  <a:lnTo>
                    <a:pt x="303891" y="263176"/>
                  </a:lnTo>
                  <a:lnTo>
                    <a:pt x="306868" y="258798"/>
                  </a:lnTo>
                  <a:lnTo>
                    <a:pt x="309705" y="254328"/>
                  </a:lnTo>
                  <a:lnTo>
                    <a:pt x="312399" y="249770"/>
                  </a:lnTo>
                  <a:lnTo>
                    <a:pt x="314948" y="245130"/>
                  </a:lnTo>
                  <a:lnTo>
                    <a:pt x="317348" y="240411"/>
                  </a:lnTo>
                  <a:lnTo>
                    <a:pt x="319597" y="235618"/>
                  </a:lnTo>
                  <a:lnTo>
                    <a:pt x="321694" y="230757"/>
                  </a:lnTo>
                  <a:lnTo>
                    <a:pt x="323636" y="225832"/>
                  </a:lnTo>
                  <a:lnTo>
                    <a:pt x="325420" y="220847"/>
                  </a:lnTo>
                  <a:lnTo>
                    <a:pt x="327046" y="215809"/>
                  </a:lnTo>
                  <a:lnTo>
                    <a:pt x="328512" y="210722"/>
                  </a:lnTo>
                  <a:lnTo>
                    <a:pt x="329816" y="205591"/>
                  </a:lnTo>
                  <a:lnTo>
                    <a:pt x="330956" y="200421"/>
                  </a:lnTo>
                  <a:lnTo>
                    <a:pt x="331933" y="195217"/>
                  </a:lnTo>
                  <a:lnTo>
                    <a:pt x="332744" y="189986"/>
                  </a:lnTo>
                  <a:lnTo>
                    <a:pt x="333389" y="184731"/>
                  </a:lnTo>
                  <a:lnTo>
                    <a:pt x="333867" y="179458"/>
                  </a:lnTo>
                  <a:lnTo>
                    <a:pt x="334178" y="174173"/>
                  </a:lnTo>
                  <a:lnTo>
                    <a:pt x="334322" y="168881"/>
                  </a:lnTo>
                  <a:lnTo>
                    <a:pt x="334297" y="163587"/>
                  </a:lnTo>
                  <a:lnTo>
                    <a:pt x="334106" y="158296"/>
                  </a:lnTo>
                  <a:lnTo>
                    <a:pt x="333747" y="153014"/>
                  </a:lnTo>
                  <a:lnTo>
                    <a:pt x="333220" y="147746"/>
                  </a:lnTo>
                  <a:lnTo>
                    <a:pt x="332527" y="142497"/>
                  </a:lnTo>
                  <a:lnTo>
                    <a:pt x="331669" y="137273"/>
                  </a:lnTo>
                  <a:lnTo>
                    <a:pt x="330645" y="132079"/>
                  </a:lnTo>
                  <a:lnTo>
                    <a:pt x="329457" y="126920"/>
                  </a:lnTo>
                  <a:lnTo>
                    <a:pt x="328107" y="121800"/>
                  </a:lnTo>
                  <a:lnTo>
                    <a:pt x="326595" y="116727"/>
                  </a:lnTo>
                  <a:lnTo>
                    <a:pt x="324923" y="111703"/>
                  </a:lnTo>
                  <a:lnTo>
                    <a:pt x="323093" y="106735"/>
                  </a:lnTo>
                  <a:lnTo>
                    <a:pt x="321107" y="101828"/>
                  </a:lnTo>
                  <a:lnTo>
                    <a:pt x="318966" y="96986"/>
                  </a:lnTo>
                  <a:lnTo>
                    <a:pt x="316673" y="92214"/>
                  </a:lnTo>
                  <a:lnTo>
                    <a:pt x="314230" y="87517"/>
                  </a:lnTo>
                  <a:lnTo>
                    <a:pt x="311640" y="82900"/>
                  </a:lnTo>
                  <a:lnTo>
                    <a:pt x="308904" y="78367"/>
                  </a:lnTo>
                  <a:lnTo>
                    <a:pt x="306027" y="73923"/>
                  </a:lnTo>
                  <a:lnTo>
                    <a:pt x="303010" y="69573"/>
                  </a:lnTo>
                  <a:lnTo>
                    <a:pt x="299857" y="65320"/>
                  </a:lnTo>
                  <a:lnTo>
                    <a:pt x="296571" y="61169"/>
                  </a:lnTo>
                  <a:lnTo>
                    <a:pt x="293155" y="57124"/>
                  </a:lnTo>
                  <a:lnTo>
                    <a:pt x="289612" y="53190"/>
                  </a:lnTo>
                  <a:lnTo>
                    <a:pt x="285947" y="49370"/>
                  </a:lnTo>
                  <a:lnTo>
                    <a:pt x="282163" y="45667"/>
                  </a:lnTo>
                  <a:lnTo>
                    <a:pt x="278263" y="42086"/>
                  </a:lnTo>
                  <a:lnTo>
                    <a:pt x="274252" y="38631"/>
                  </a:lnTo>
                  <a:lnTo>
                    <a:pt x="270134" y="35304"/>
                  </a:lnTo>
                  <a:lnTo>
                    <a:pt x="265912" y="32110"/>
                  </a:lnTo>
                  <a:lnTo>
                    <a:pt x="261591" y="29050"/>
                  </a:lnTo>
                  <a:lnTo>
                    <a:pt x="257176" y="26129"/>
                  </a:lnTo>
                  <a:lnTo>
                    <a:pt x="252670" y="23350"/>
                  </a:lnTo>
                  <a:lnTo>
                    <a:pt x="248078" y="20714"/>
                  </a:lnTo>
                  <a:lnTo>
                    <a:pt x="243405" y="18225"/>
                  </a:lnTo>
                  <a:lnTo>
                    <a:pt x="238656" y="15886"/>
                  </a:lnTo>
                  <a:lnTo>
                    <a:pt x="233835" y="13698"/>
                  </a:lnTo>
                  <a:lnTo>
                    <a:pt x="228948" y="11663"/>
                  </a:lnTo>
                  <a:lnTo>
                    <a:pt x="223998" y="9785"/>
                  </a:lnTo>
                  <a:lnTo>
                    <a:pt x="167165" y="1669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6833" cy="167167"/>
            </a:xfrm>
            <a:custGeom>
              <a:avLst/>
              <a:pathLst>
                <a:path w="56833" h="167167">
                  <a:moveTo>
                    <a:pt x="56833" y="9957"/>
                  </a:moveTo>
                  <a:lnTo>
                    <a:pt x="51346" y="8081"/>
                  </a:lnTo>
                  <a:lnTo>
                    <a:pt x="45798" y="6395"/>
                  </a:lnTo>
                  <a:lnTo>
                    <a:pt x="40194" y="4904"/>
                  </a:lnTo>
                  <a:lnTo>
                    <a:pt x="34542" y="3607"/>
                  </a:lnTo>
                  <a:lnTo>
                    <a:pt x="28849" y="2508"/>
                  </a:lnTo>
                  <a:lnTo>
                    <a:pt x="23121" y="1606"/>
                  </a:lnTo>
                  <a:lnTo>
                    <a:pt x="17365" y="904"/>
                  </a:lnTo>
                  <a:lnTo>
                    <a:pt x="11588" y="402"/>
                  </a:lnTo>
                  <a:lnTo>
                    <a:pt x="5797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9545" y="3170392"/>
              <a:ext cx="26435" cy="167167"/>
            </a:xfrm>
            <a:custGeom>
              <a:avLst/>
              <a:pathLst>
                <a:path w="26435" h="167167">
                  <a:moveTo>
                    <a:pt x="26435" y="0"/>
                  </a:moveTo>
                  <a:lnTo>
                    <a:pt x="19800" y="131"/>
                  </a:lnTo>
                  <a:lnTo>
                    <a:pt x="13175" y="526"/>
                  </a:lnTo>
                  <a:lnTo>
                    <a:pt x="6572" y="1184"/>
                  </a:lnTo>
                  <a:lnTo>
                    <a:pt x="0" y="2103"/>
                  </a:lnTo>
                  <a:lnTo>
                    <a:pt x="2643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545" y="3172496"/>
              <a:ext cx="26435" cy="165063"/>
            </a:xfrm>
            <a:custGeom>
              <a:avLst/>
              <a:pathLst>
                <a:path w="26435" h="165063">
                  <a:moveTo>
                    <a:pt x="0" y="0"/>
                  </a:moveTo>
                  <a:lnTo>
                    <a:pt x="26435" y="165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545" y="3172496"/>
              <a:ext cx="26435" cy="165063"/>
            </a:xfrm>
            <a:custGeom>
              <a:avLst/>
              <a:pathLst>
                <a:path w="26435" h="165063">
                  <a:moveTo>
                    <a:pt x="0" y="0"/>
                  </a:moveTo>
                  <a:lnTo>
                    <a:pt x="26435" y="165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545" y="3172496"/>
              <a:ext cx="26435" cy="165063"/>
            </a:xfrm>
            <a:custGeom>
              <a:avLst/>
              <a:pathLst>
                <a:path w="26435" h="165063">
                  <a:moveTo>
                    <a:pt x="0" y="0"/>
                  </a:moveTo>
                  <a:lnTo>
                    <a:pt x="26435" y="1650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545" y="3172496"/>
              <a:ext cx="26435" cy="165063"/>
            </a:xfrm>
            <a:custGeom>
              <a:avLst/>
              <a:pathLst>
                <a:path w="26435" h="165063">
                  <a:moveTo>
                    <a:pt x="0" y="0"/>
                  </a:moveTo>
                  <a:lnTo>
                    <a:pt x="26435" y="1650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545" y="3172496"/>
              <a:ext cx="26435" cy="165063"/>
            </a:xfrm>
            <a:custGeom>
              <a:avLst/>
              <a:pathLst>
                <a:path w="26435" h="165063">
                  <a:moveTo>
                    <a:pt x="0" y="0"/>
                  </a:moveTo>
                  <a:lnTo>
                    <a:pt x="26435" y="1650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545" y="3172496"/>
              <a:ext cx="26435" cy="165063"/>
            </a:xfrm>
            <a:custGeom>
              <a:avLst/>
              <a:pathLst>
                <a:path w="26435" h="165063">
                  <a:moveTo>
                    <a:pt x="0" y="0"/>
                  </a:moveTo>
                  <a:lnTo>
                    <a:pt x="26435" y="1650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545" y="3172496"/>
              <a:ext cx="26435" cy="165063"/>
            </a:xfrm>
            <a:custGeom>
              <a:avLst/>
              <a:pathLst>
                <a:path w="26435" h="165063">
                  <a:moveTo>
                    <a:pt x="0" y="0"/>
                  </a:moveTo>
                  <a:lnTo>
                    <a:pt x="26435" y="165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545" y="3172496"/>
              <a:ext cx="26435" cy="165063"/>
            </a:xfrm>
            <a:custGeom>
              <a:avLst/>
              <a:pathLst>
                <a:path w="26435" h="165063">
                  <a:moveTo>
                    <a:pt x="0" y="0"/>
                  </a:moveTo>
                  <a:lnTo>
                    <a:pt x="26435" y="165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545" y="3172496"/>
              <a:ext cx="26435" cy="165063"/>
            </a:xfrm>
            <a:custGeom>
              <a:avLst/>
              <a:pathLst>
                <a:path w="26435" h="165063">
                  <a:moveTo>
                    <a:pt x="0" y="0"/>
                  </a:moveTo>
                  <a:lnTo>
                    <a:pt x="26435" y="165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545" y="3172496"/>
              <a:ext cx="26435" cy="165063"/>
            </a:xfrm>
            <a:custGeom>
              <a:avLst/>
              <a:pathLst>
                <a:path w="26435" h="165063">
                  <a:moveTo>
                    <a:pt x="0" y="0"/>
                  </a:moveTo>
                  <a:lnTo>
                    <a:pt x="26435" y="165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9545" y="3172496"/>
              <a:ext cx="26435" cy="165063"/>
            </a:xfrm>
            <a:custGeom>
              <a:avLst/>
              <a:pathLst>
                <a:path w="26435" h="165063">
                  <a:moveTo>
                    <a:pt x="0" y="0"/>
                  </a:moveTo>
                  <a:lnTo>
                    <a:pt x="26435" y="1650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99545" y="3172496"/>
              <a:ext cx="26435" cy="165063"/>
            </a:xfrm>
            <a:custGeom>
              <a:avLst/>
              <a:pathLst>
                <a:path w="26435" h="165063">
                  <a:moveTo>
                    <a:pt x="0" y="0"/>
                  </a:moveTo>
                  <a:lnTo>
                    <a:pt x="26435" y="1650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33" y="3172496"/>
              <a:ext cx="334295" cy="332231"/>
            </a:xfrm>
            <a:custGeom>
              <a:avLst/>
              <a:pathLst>
                <a:path w="334295" h="332231">
                  <a:moveTo>
                    <a:pt x="140711" y="0"/>
                  </a:moveTo>
                  <a:lnTo>
                    <a:pt x="135487" y="921"/>
                  </a:lnTo>
                  <a:lnTo>
                    <a:pt x="130294" y="2009"/>
                  </a:lnTo>
                  <a:lnTo>
                    <a:pt x="125139" y="3260"/>
                  </a:lnTo>
                  <a:lnTo>
                    <a:pt x="120026" y="4675"/>
                  </a:lnTo>
                  <a:lnTo>
                    <a:pt x="114960" y="6251"/>
                  </a:lnTo>
                  <a:lnTo>
                    <a:pt x="109947" y="7987"/>
                  </a:lnTo>
                  <a:lnTo>
                    <a:pt x="104991" y="9881"/>
                  </a:lnTo>
                  <a:lnTo>
                    <a:pt x="100099" y="11931"/>
                  </a:lnTo>
                  <a:lnTo>
                    <a:pt x="95273" y="14136"/>
                  </a:lnTo>
                  <a:lnTo>
                    <a:pt x="90520" y="16492"/>
                  </a:lnTo>
                  <a:lnTo>
                    <a:pt x="85844" y="18999"/>
                  </a:lnTo>
                  <a:lnTo>
                    <a:pt x="81251" y="21652"/>
                  </a:lnTo>
                  <a:lnTo>
                    <a:pt x="76743" y="24450"/>
                  </a:lnTo>
                  <a:lnTo>
                    <a:pt x="72327" y="27389"/>
                  </a:lnTo>
                  <a:lnTo>
                    <a:pt x="68006" y="30468"/>
                  </a:lnTo>
                  <a:lnTo>
                    <a:pt x="63785" y="33681"/>
                  </a:lnTo>
                  <a:lnTo>
                    <a:pt x="59668" y="37027"/>
                  </a:lnTo>
                  <a:lnTo>
                    <a:pt x="55659" y="40502"/>
                  </a:lnTo>
                  <a:lnTo>
                    <a:pt x="51763" y="44103"/>
                  </a:lnTo>
                  <a:lnTo>
                    <a:pt x="47983" y="47825"/>
                  </a:lnTo>
                  <a:lnTo>
                    <a:pt x="44323" y="51665"/>
                  </a:lnTo>
                  <a:lnTo>
                    <a:pt x="40786" y="55620"/>
                  </a:lnTo>
                  <a:lnTo>
                    <a:pt x="37377" y="59684"/>
                  </a:lnTo>
                  <a:lnTo>
                    <a:pt x="34098" y="63855"/>
                  </a:lnTo>
                  <a:lnTo>
                    <a:pt x="30954" y="68128"/>
                  </a:lnTo>
                  <a:lnTo>
                    <a:pt x="27947" y="72498"/>
                  </a:lnTo>
                  <a:lnTo>
                    <a:pt x="25079" y="76962"/>
                  </a:lnTo>
                  <a:lnTo>
                    <a:pt x="22355" y="81514"/>
                  </a:lnTo>
                  <a:lnTo>
                    <a:pt x="19777" y="86151"/>
                  </a:lnTo>
                  <a:lnTo>
                    <a:pt x="17347" y="90867"/>
                  </a:lnTo>
                  <a:lnTo>
                    <a:pt x="15068" y="95658"/>
                  </a:lnTo>
                  <a:lnTo>
                    <a:pt x="12943" y="100518"/>
                  </a:lnTo>
                  <a:lnTo>
                    <a:pt x="10972" y="105444"/>
                  </a:lnTo>
                  <a:lnTo>
                    <a:pt x="9159" y="110430"/>
                  </a:lnTo>
                  <a:lnTo>
                    <a:pt x="7505" y="115470"/>
                  </a:lnTo>
                  <a:lnTo>
                    <a:pt x="6012" y="120561"/>
                  </a:lnTo>
                  <a:lnTo>
                    <a:pt x="4681" y="125696"/>
                  </a:lnTo>
                  <a:lnTo>
                    <a:pt x="3513" y="130872"/>
                  </a:lnTo>
                  <a:lnTo>
                    <a:pt x="2511" y="136081"/>
                  </a:lnTo>
                  <a:lnTo>
                    <a:pt x="1674" y="141320"/>
                  </a:lnTo>
                  <a:lnTo>
                    <a:pt x="1004" y="146583"/>
                  </a:lnTo>
                  <a:lnTo>
                    <a:pt x="501" y="151864"/>
                  </a:lnTo>
                  <a:lnTo>
                    <a:pt x="166" y="157158"/>
                  </a:lnTo>
                  <a:lnTo>
                    <a:pt x="0" y="162461"/>
                  </a:lnTo>
                  <a:lnTo>
                    <a:pt x="1" y="167766"/>
                  </a:lnTo>
                  <a:lnTo>
                    <a:pt x="171" y="173068"/>
                  </a:lnTo>
                  <a:lnTo>
                    <a:pt x="509" y="178363"/>
                  </a:lnTo>
                  <a:lnTo>
                    <a:pt x="1015" y="183644"/>
                  </a:lnTo>
                  <a:lnTo>
                    <a:pt x="1688" y="188906"/>
                  </a:lnTo>
                  <a:lnTo>
                    <a:pt x="2528" y="194144"/>
                  </a:lnTo>
                  <a:lnTo>
                    <a:pt x="3534" y="199353"/>
                  </a:lnTo>
                  <a:lnTo>
                    <a:pt x="4704" y="204528"/>
                  </a:lnTo>
                  <a:lnTo>
                    <a:pt x="6038" y="209662"/>
                  </a:lnTo>
                  <a:lnTo>
                    <a:pt x="7535" y="214752"/>
                  </a:lnTo>
                  <a:lnTo>
                    <a:pt x="9192" y="219792"/>
                  </a:lnTo>
                  <a:lnTo>
                    <a:pt x="11008" y="224776"/>
                  </a:lnTo>
                  <a:lnTo>
                    <a:pt x="12981" y="229701"/>
                  </a:lnTo>
                  <a:lnTo>
                    <a:pt x="15110" y="234560"/>
                  </a:lnTo>
                  <a:lnTo>
                    <a:pt x="17392" y="239350"/>
                  </a:lnTo>
                  <a:lnTo>
                    <a:pt x="19824" y="244064"/>
                  </a:lnTo>
                  <a:lnTo>
                    <a:pt x="22405" y="248699"/>
                  </a:lnTo>
                  <a:lnTo>
                    <a:pt x="25132" y="253250"/>
                  </a:lnTo>
                  <a:lnTo>
                    <a:pt x="28002" y="257712"/>
                  </a:lnTo>
                  <a:lnTo>
                    <a:pt x="31012" y="262080"/>
                  </a:lnTo>
                  <a:lnTo>
                    <a:pt x="34159" y="266351"/>
                  </a:lnTo>
                  <a:lnTo>
                    <a:pt x="37440" y="270520"/>
                  </a:lnTo>
                  <a:lnTo>
                    <a:pt x="40852" y="274583"/>
                  </a:lnTo>
                  <a:lnTo>
                    <a:pt x="44390" y="278535"/>
                  </a:lnTo>
                  <a:lnTo>
                    <a:pt x="48053" y="282373"/>
                  </a:lnTo>
                  <a:lnTo>
                    <a:pt x="51835" y="286093"/>
                  </a:lnTo>
                  <a:lnTo>
                    <a:pt x="55734" y="289691"/>
                  </a:lnTo>
                  <a:lnTo>
                    <a:pt x="59745" y="293164"/>
                  </a:lnTo>
                  <a:lnTo>
                    <a:pt x="63864" y="296508"/>
                  </a:lnTo>
                  <a:lnTo>
                    <a:pt x="68086" y="299719"/>
                  </a:lnTo>
                  <a:lnTo>
                    <a:pt x="72409" y="302794"/>
                  </a:lnTo>
                  <a:lnTo>
                    <a:pt x="76827" y="305731"/>
                  </a:lnTo>
                  <a:lnTo>
                    <a:pt x="81336" y="308526"/>
                  </a:lnTo>
                  <a:lnTo>
                    <a:pt x="85932" y="311177"/>
                  </a:lnTo>
                  <a:lnTo>
                    <a:pt x="90609" y="313680"/>
                  </a:lnTo>
                  <a:lnTo>
                    <a:pt x="95364" y="316034"/>
                  </a:lnTo>
                  <a:lnTo>
                    <a:pt x="100190" y="318236"/>
                  </a:lnTo>
                  <a:lnTo>
                    <a:pt x="105084" y="320283"/>
                  </a:lnTo>
                  <a:lnTo>
                    <a:pt x="110041" y="322175"/>
                  </a:lnTo>
                  <a:lnTo>
                    <a:pt x="115055" y="323907"/>
                  </a:lnTo>
                  <a:lnTo>
                    <a:pt x="120122" y="325480"/>
                  </a:lnTo>
                  <a:lnTo>
                    <a:pt x="125236" y="326892"/>
                  </a:lnTo>
                  <a:lnTo>
                    <a:pt x="130392" y="328140"/>
                  </a:lnTo>
                  <a:lnTo>
                    <a:pt x="135585" y="329224"/>
                  </a:lnTo>
                  <a:lnTo>
                    <a:pt x="140810" y="330143"/>
                  </a:lnTo>
                  <a:lnTo>
                    <a:pt x="146061" y="330896"/>
                  </a:lnTo>
                  <a:lnTo>
                    <a:pt x="151334" y="331481"/>
                  </a:lnTo>
                  <a:lnTo>
                    <a:pt x="156623" y="331899"/>
                  </a:lnTo>
                  <a:lnTo>
                    <a:pt x="161922" y="332149"/>
                  </a:lnTo>
                  <a:lnTo>
                    <a:pt x="167227" y="332231"/>
                  </a:lnTo>
                  <a:lnTo>
                    <a:pt x="172531" y="332144"/>
                  </a:lnTo>
                  <a:lnTo>
                    <a:pt x="177830" y="331889"/>
                  </a:lnTo>
                  <a:lnTo>
                    <a:pt x="183118" y="331466"/>
                  </a:lnTo>
                  <a:lnTo>
                    <a:pt x="188391" y="330876"/>
                  </a:lnTo>
                  <a:lnTo>
                    <a:pt x="193641" y="330118"/>
                  </a:lnTo>
                  <a:lnTo>
                    <a:pt x="198865" y="329194"/>
                  </a:lnTo>
                  <a:lnTo>
                    <a:pt x="204058" y="328105"/>
                  </a:lnTo>
                  <a:lnTo>
                    <a:pt x="209213" y="326852"/>
                  </a:lnTo>
                  <a:lnTo>
                    <a:pt x="214325" y="325435"/>
                  </a:lnTo>
                  <a:lnTo>
                    <a:pt x="219390" y="323858"/>
                  </a:lnTo>
                  <a:lnTo>
                    <a:pt x="224403" y="322120"/>
                  </a:lnTo>
                  <a:lnTo>
                    <a:pt x="229358" y="320224"/>
                  </a:lnTo>
                  <a:lnTo>
                    <a:pt x="234250" y="318172"/>
                  </a:lnTo>
                  <a:lnTo>
                    <a:pt x="239074" y="315965"/>
                  </a:lnTo>
                  <a:lnTo>
                    <a:pt x="243826" y="313607"/>
                  </a:lnTo>
                  <a:lnTo>
                    <a:pt x="248501" y="311099"/>
                  </a:lnTo>
                  <a:lnTo>
                    <a:pt x="253094" y="308444"/>
                  </a:lnTo>
                  <a:lnTo>
                    <a:pt x="257601" y="305645"/>
                  </a:lnTo>
                  <a:lnTo>
                    <a:pt x="262016" y="302704"/>
                  </a:lnTo>
                  <a:lnTo>
                    <a:pt x="266336" y="299624"/>
                  </a:lnTo>
                  <a:lnTo>
                    <a:pt x="270556" y="296409"/>
                  </a:lnTo>
                  <a:lnTo>
                    <a:pt x="274671" y="293061"/>
                  </a:lnTo>
                  <a:lnTo>
                    <a:pt x="278679" y="289585"/>
                  </a:lnTo>
                  <a:lnTo>
                    <a:pt x="282574" y="285983"/>
                  </a:lnTo>
                  <a:lnTo>
                    <a:pt x="286353" y="282259"/>
                  </a:lnTo>
                  <a:lnTo>
                    <a:pt x="290011" y="278418"/>
                  </a:lnTo>
                  <a:lnTo>
                    <a:pt x="293546" y="274462"/>
                  </a:lnTo>
                  <a:lnTo>
                    <a:pt x="296954" y="270396"/>
                  </a:lnTo>
                  <a:lnTo>
                    <a:pt x="300231" y="266224"/>
                  </a:lnTo>
                  <a:lnTo>
                    <a:pt x="303374" y="261950"/>
                  </a:lnTo>
                  <a:lnTo>
                    <a:pt x="306380" y="257579"/>
                  </a:lnTo>
                  <a:lnTo>
                    <a:pt x="309245" y="253114"/>
                  </a:lnTo>
                  <a:lnTo>
                    <a:pt x="311968" y="248561"/>
                  </a:lnTo>
                  <a:lnTo>
                    <a:pt x="314544" y="243923"/>
                  </a:lnTo>
                  <a:lnTo>
                    <a:pt x="316973" y="239206"/>
                  </a:lnTo>
                  <a:lnTo>
                    <a:pt x="319250" y="234415"/>
                  </a:lnTo>
                  <a:lnTo>
                    <a:pt x="321374" y="229553"/>
                  </a:lnTo>
                  <a:lnTo>
                    <a:pt x="323343" y="224627"/>
                  </a:lnTo>
                  <a:lnTo>
                    <a:pt x="325154" y="219641"/>
                  </a:lnTo>
                  <a:lnTo>
                    <a:pt x="326806" y="214599"/>
                  </a:lnTo>
                  <a:lnTo>
                    <a:pt x="328298" y="209508"/>
                  </a:lnTo>
                  <a:lnTo>
                    <a:pt x="329627" y="204372"/>
                  </a:lnTo>
                  <a:lnTo>
                    <a:pt x="330792" y="199197"/>
                  </a:lnTo>
                  <a:lnTo>
                    <a:pt x="331793" y="193987"/>
                  </a:lnTo>
                  <a:lnTo>
                    <a:pt x="332628" y="188748"/>
                  </a:lnTo>
                  <a:lnTo>
                    <a:pt x="333296" y="183485"/>
                  </a:lnTo>
                  <a:lnTo>
                    <a:pt x="333797" y="178203"/>
                  </a:lnTo>
                  <a:lnTo>
                    <a:pt x="334130" y="172909"/>
                  </a:lnTo>
                  <a:lnTo>
                    <a:pt x="334295" y="167606"/>
                  </a:lnTo>
                  <a:lnTo>
                    <a:pt x="334291" y="162301"/>
                  </a:lnTo>
                  <a:lnTo>
                    <a:pt x="334119" y="156999"/>
                  </a:lnTo>
                  <a:lnTo>
                    <a:pt x="333779" y="151704"/>
                  </a:lnTo>
                  <a:lnTo>
                    <a:pt x="333272" y="146424"/>
                  </a:lnTo>
                  <a:lnTo>
                    <a:pt x="332597" y="141162"/>
                  </a:lnTo>
                  <a:lnTo>
                    <a:pt x="331755" y="135924"/>
                  </a:lnTo>
                  <a:lnTo>
                    <a:pt x="330747" y="130715"/>
                  </a:lnTo>
                  <a:lnTo>
                    <a:pt x="329575" y="125541"/>
                  </a:lnTo>
                  <a:lnTo>
                    <a:pt x="328239" y="120407"/>
                  </a:lnTo>
                  <a:lnTo>
                    <a:pt x="326741" y="115318"/>
                  </a:lnTo>
                  <a:lnTo>
                    <a:pt x="325082" y="110278"/>
                  </a:lnTo>
                  <a:lnTo>
                    <a:pt x="323264" y="105295"/>
                  </a:lnTo>
                  <a:lnTo>
                    <a:pt x="321289" y="100371"/>
                  </a:lnTo>
                  <a:lnTo>
                    <a:pt x="319158" y="95512"/>
                  </a:lnTo>
                  <a:lnTo>
                    <a:pt x="316875" y="90724"/>
                  </a:lnTo>
                  <a:lnTo>
                    <a:pt x="314441" y="86010"/>
                  </a:lnTo>
                  <a:lnTo>
                    <a:pt x="311858" y="81376"/>
                  </a:lnTo>
                  <a:lnTo>
                    <a:pt x="309130" y="76826"/>
                  </a:lnTo>
                  <a:lnTo>
                    <a:pt x="306258" y="72365"/>
                  </a:lnTo>
                  <a:lnTo>
                    <a:pt x="303247" y="67998"/>
                  </a:lnTo>
                  <a:lnTo>
                    <a:pt x="300098" y="63728"/>
                  </a:lnTo>
                  <a:lnTo>
                    <a:pt x="296816" y="59560"/>
                  </a:lnTo>
                  <a:lnTo>
                    <a:pt x="293402" y="55499"/>
                  </a:lnTo>
                  <a:lnTo>
                    <a:pt x="289862" y="51548"/>
                  </a:lnTo>
                  <a:lnTo>
                    <a:pt x="286198" y="47711"/>
                  </a:lnTo>
                  <a:lnTo>
                    <a:pt x="282415" y="43992"/>
                  </a:lnTo>
                  <a:lnTo>
                    <a:pt x="278515" y="40396"/>
                  </a:lnTo>
                  <a:lnTo>
                    <a:pt x="274503" y="36924"/>
                  </a:lnTo>
                  <a:lnTo>
                    <a:pt x="270383" y="33582"/>
                  </a:lnTo>
                  <a:lnTo>
                    <a:pt x="266159" y="30373"/>
                  </a:lnTo>
                  <a:lnTo>
                    <a:pt x="261835" y="27299"/>
                  </a:lnTo>
                  <a:lnTo>
                    <a:pt x="257416" y="24364"/>
                  </a:lnTo>
                  <a:lnTo>
                    <a:pt x="252906" y="21570"/>
                  </a:lnTo>
                  <a:lnTo>
                    <a:pt x="248309" y="18921"/>
                  </a:lnTo>
                  <a:lnTo>
                    <a:pt x="243631" y="16419"/>
                  </a:lnTo>
                  <a:lnTo>
                    <a:pt x="238876" y="14067"/>
                  </a:lnTo>
                  <a:lnTo>
                    <a:pt x="234048" y="11867"/>
                  </a:lnTo>
                  <a:lnTo>
                    <a:pt x="229153" y="9821"/>
                  </a:lnTo>
                  <a:lnTo>
                    <a:pt x="224196" y="7932"/>
                  </a:lnTo>
                  <a:lnTo>
                    <a:pt x="167147" y="1650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57049" cy="167167"/>
            </a:xfrm>
            <a:custGeom>
              <a:avLst/>
              <a:pathLst>
                <a:path w="57049" h="167167">
                  <a:moveTo>
                    <a:pt x="57049" y="10035"/>
                  </a:moveTo>
                  <a:lnTo>
                    <a:pt x="51543" y="8144"/>
                  </a:lnTo>
                  <a:lnTo>
                    <a:pt x="45975" y="6446"/>
                  </a:lnTo>
                  <a:lnTo>
                    <a:pt x="40350" y="4943"/>
                  </a:lnTo>
                  <a:lnTo>
                    <a:pt x="34677" y="3636"/>
                  </a:lnTo>
                  <a:lnTo>
                    <a:pt x="28962" y="2528"/>
                  </a:lnTo>
                  <a:lnTo>
                    <a:pt x="23212" y="1619"/>
                  </a:lnTo>
                  <a:lnTo>
                    <a:pt x="17434" y="911"/>
                  </a:lnTo>
                  <a:lnTo>
                    <a:pt x="11634" y="405"/>
                  </a:lnTo>
                  <a:lnTo>
                    <a:pt x="582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2636" y="3707720"/>
              <a:ext cx="8112" cy="167167"/>
            </a:xfrm>
            <a:custGeom>
              <a:avLst/>
              <a:pathLst>
                <a:path w="8112" h="167167">
                  <a:moveTo>
                    <a:pt x="8112" y="0"/>
                  </a:moveTo>
                  <a:lnTo>
                    <a:pt x="0" y="196"/>
                  </a:lnTo>
                  <a:lnTo>
                    <a:pt x="811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2636" y="3707917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2636" y="3707917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2636" y="3707917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2636" y="3707917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2636" y="3707917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2636" y="3707917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2636" y="3707917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2636" y="3707917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2636" y="3707917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2636" y="3707917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2636" y="3707917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81" y="3707720"/>
              <a:ext cx="334322" cy="334328"/>
            </a:xfrm>
            <a:custGeom>
              <a:avLst/>
              <a:pathLst>
                <a:path w="334322" h="334328">
                  <a:moveTo>
                    <a:pt x="159054" y="196"/>
                  </a:moveTo>
                  <a:lnTo>
                    <a:pt x="153775" y="537"/>
                  </a:lnTo>
                  <a:lnTo>
                    <a:pt x="148509" y="1044"/>
                  </a:lnTo>
                  <a:lnTo>
                    <a:pt x="143262" y="1717"/>
                  </a:lnTo>
                  <a:lnTo>
                    <a:pt x="138038" y="2557"/>
                  </a:lnTo>
                  <a:lnTo>
                    <a:pt x="132844" y="3561"/>
                  </a:lnTo>
                  <a:lnTo>
                    <a:pt x="127684" y="4729"/>
                  </a:lnTo>
                  <a:lnTo>
                    <a:pt x="122564" y="6059"/>
                  </a:lnTo>
                  <a:lnTo>
                    <a:pt x="117489" y="7551"/>
                  </a:lnTo>
                  <a:lnTo>
                    <a:pt x="112463" y="9203"/>
                  </a:lnTo>
                  <a:lnTo>
                    <a:pt x="107492" y="11013"/>
                  </a:lnTo>
                  <a:lnTo>
                    <a:pt x="102581" y="12980"/>
                  </a:lnTo>
                  <a:lnTo>
                    <a:pt x="97734" y="15101"/>
                  </a:lnTo>
                  <a:lnTo>
                    <a:pt x="92957" y="17374"/>
                  </a:lnTo>
                  <a:lnTo>
                    <a:pt x="88255" y="19797"/>
                  </a:lnTo>
                  <a:lnTo>
                    <a:pt x="83631" y="22368"/>
                  </a:lnTo>
                  <a:lnTo>
                    <a:pt x="79091" y="25084"/>
                  </a:lnTo>
                  <a:lnTo>
                    <a:pt x="74639" y="27942"/>
                  </a:lnTo>
                  <a:lnTo>
                    <a:pt x="70280" y="30939"/>
                  </a:lnTo>
                  <a:lnTo>
                    <a:pt x="66018" y="34073"/>
                  </a:lnTo>
                  <a:lnTo>
                    <a:pt x="61857" y="37340"/>
                  </a:lnTo>
                  <a:lnTo>
                    <a:pt x="57802" y="40738"/>
                  </a:lnTo>
                  <a:lnTo>
                    <a:pt x="53856" y="44261"/>
                  </a:lnTo>
                  <a:lnTo>
                    <a:pt x="50024" y="47908"/>
                  </a:lnTo>
                  <a:lnTo>
                    <a:pt x="46309" y="51675"/>
                  </a:lnTo>
                  <a:lnTo>
                    <a:pt x="42715" y="55557"/>
                  </a:lnTo>
                  <a:lnTo>
                    <a:pt x="39245" y="59551"/>
                  </a:lnTo>
                  <a:lnTo>
                    <a:pt x="35904" y="63652"/>
                  </a:lnTo>
                  <a:lnTo>
                    <a:pt x="32694" y="67858"/>
                  </a:lnTo>
                  <a:lnTo>
                    <a:pt x="29619" y="72163"/>
                  </a:lnTo>
                  <a:lnTo>
                    <a:pt x="26682" y="76562"/>
                  </a:lnTo>
                  <a:lnTo>
                    <a:pt x="23885" y="81053"/>
                  </a:lnTo>
                  <a:lnTo>
                    <a:pt x="21232" y="85630"/>
                  </a:lnTo>
                  <a:lnTo>
                    <a:pt x="18725" y="90289"/>
                  </a:lnTo>
                  <a:lnTo>
                    <a:pt x="16367" y="95024"/>
                  </a:lnTo>
                  <a:lnTo>
                    <a:pt x="14160" y="99832"/>
                  </a:lnTo>
                  <a:lnTo>
                    <a:pt x="12106" y="104707"/>
                  </a:lnTo>
                  <a:lnTo>
                    <a:pt x="10207" y="109645"/>
                  </a:lnTo>
                  <a:lnTo>
                    <a:pt x="8465" y="114640"/>
                  </a:lnTo>
                  <a:lnTo>
                    <a:pt x="6883" y="119688"/>
                  </a:lnTo>
                  <a:lnTo>
                    <a:pt x="5461" y="124784"/>
                  </a:lnTo>
                  <a:lnTo>
                    <a:pt x="4201" y="129922"/>
                  </a:lnTo>
                  <a:lnTo>
                    <a:pt x="3104" y="135097"/>
                  </a:lnTo>
                  <a:lnTo>
                    <a:pt x="2171" y="140305"/>
                  </a:lnTo>
                  <a:lnTo>
                    <a:pt x="1404" y="145539"/>
                  </a:lnTo>
                  <a:lnTo>
                    <a:pt x="802" y="150795"/>
                  </a:lnTo>
                  <a:lnTo>
                    <a:pt x="368" y="156067"/>
                  </a:lnTo>
                  <a:lnTo>
                    <a:pt x="100" y="161351"/>
                  </a:lnTo>
                  <a:lnTo>
                    <a:pt x="0" y="166640"/>
                  </a:lnTo>
                  <a:lnTo>
                    <a:pt x="67" y="171930"/>
                  </a:lnTo>
                  <a:lnTo>
                    <a:pt x="301" y="177215"/>
                  </a:lnTo>
                  <a:lnTo>
                    <a:pt x="702" y="182490"/>
                  </a:lnTo>
                  <a:lnTo>
                    <a:pt x="1271" y="187750"/>
                  </a:lnTo>
                  <a:lnTo>
                    <a:pt x="2005" y="192989"/>
                  </a:lnTo>
                  <a:lnTo>
                    <a:pt x="2905" y="198202"/>
                  </a:lnTo>
                  <a:lnTo>
                    <a:pt x="3969" y="203384"/>
                  </a:lnTo>
                  <a:lnTo>
                    <a:pt x="5197" y="208530"/>
                  </a:lnTo>
                  <a:lnTo>
                    <a:pt x="6587" y="213635"/>
                  </a:lnTo>
                  <a:lnTo>
                    <a:pt x="8138" y="218692"/>
                  </a:lnTo>
                  <a:lnTo>
                    <a:pt x="9848" y="223699"/>
                  </a:lnTo>
                  <a:lnTo>
                    <a:pt x="11715" y="228648"/>
                  </a:lnTo>
                  <a:lnTo>
                    <a:pt x="13738" y="233536"/>
                  </a:lnTo>
                  <a:lnTo>
                    <a:pt x="15915" y="238358"/>
                  </a:lnTo>
                  <a:lnTo>
                    <a:pt x="18244" y="243108"/>
                  </a:lnTo>
                  <a:lnTo>
                    <a:pt x="20721" y="247783"/>
                  </a:lnTo>
                  <a:lnTo>
                    <a:pt x="23346" y="252376"/>
                  </a:lnTo>
                  <a:lnTo>
                    <a:pt x="26114" y="256884"/>
                  </a:lnTo>
                  <a:lnTo>
                    <a:pt x="29023" y="261303"/>
                  </a:lnTo>
                  <a:lnTo>
                    <a:pt x="32071" y="265627"/>
                  </a:lnTo>
                  <a:lnTo>
                    <a:pt x="35254" y="269852"/>
                  </a:lnTo>
                  <a:lnTo>
                    <a:pt x="38570" y="273975"/>
                  </a:lnTo>
                  <a:lnTo>
                    <a:pt x="42014" y="277990"/>
                  </a:lnTo>
                  <a:lnTo>
                    <a:pt x="45583" y="281895"/>
                  </a:lnTo>
                  <a:lnTo>
                    <a:pt x="49274" y="285685"/>
                  </a:lnTo>
                  <a:lnTo>
                    <a:pt x="53084" y="289356"/>
                  </a:lnTo>
                  <a:lnTo>
                    <a:pt x="57007" y="292905"/>
                  </a:lnTo>
                  <a:lnTo>
                    <a:pt x="61041" y="296327"/>
                  </a:lnTo>
                  <a:lnTo>
                    <a:pt x="65181" y="299621"/>
                  </a:lnTo>
                  <a:lnTo>
                    <a:pt x="69423" y="302782"/>
                  </a:lnTo>
                  <a:lnTo>
                    <a:pt x="73764" y="305806"/>
                  </a:lnTo>
                  <a:lnTo>
                    <a:pt x="78197" y="308693"/>
                  </a:lnTo>
                  <a:lnTo>
                    <a:pt x="82720" y="311437"/>
                  </a:lnTo>
                  <a:lnTo>
                    <a:pt x="87327" y="314037"/>
                  </a:lnTo>
                  <a:lnTo>
                    <a:pt x="92015" y="316489"/>
                  </a:lnTo>
                  <a:lnTo>
                    <a:pt x="96777" y="318793"/>
                  </a:lnTo>
                  <a:lnTo>
                    <a:pt x="101610" y="320944"/>
                  </a:lnTo>
                  <a:lnTo>
                    <a:pt x="106509" y="322941"/>
                  </a:lnTo>
                  <a:lnTo>
                    <a:pt x="111469" y="324783"/>
                  </a:lnTo>
                  <a:lnTo>
                    <a:pt x="116484" y="326466"/>
                  </a:lnTo>
                  <a:lnTo>
                    <a:pt x="121550" y="327990"/>
                  </a:lnTo>
                  <a:lnTo>
                    <a:pt x="126662" y="329353"/>
                  </a:lnTo>
                  <a:lnTo>
                    <a:pt x="131814" y="330554"/>
                  </a:lnTo>
                  <a:lnTo>
                    <a:pt x="137002" y="331590"/>
                  </a:lnTo>
                  <a:lnTo>
                    <a:pt x="142219" y="332462"/>
                  </a:lnTo>
                  <a:lnTo>
                    <a:pt x="147462" y="333169"/>
                  </a:lnTo>
                  <a:lnTo>
                    <a:pt x="152725" y="333709"/>
                  </a:lnTo>
                  <a:lnTo>
                    <a:pt x="158002" y="334083"/>
                  </a:lnTo>
                  <a:lnTo>
                    <a:pt x="163288" y="334289"/>
                  </a:lnTo>
                  <a:lnTo>
                    <a:pt x="168578" y="334328"/>
                  </a:lnTo>
                  <a:lnTo>
                    <a:pt x="173867" y="334200"/>
                  </a:lnTo>
                  <a:lnTo>
                    <a:pt x="179149" y="333904"/>
                  </a:lnTo>
                  <a:lnTo>
                    <a:pt x="184419" y="333442"/>
                  </a:lnTo>
                  <a:lnTo>
                    <a:pt x="189672" y="332812"/>
                  </a:lnTo>
                  <a:lnTo>
                    <a:pt x="194902" y="332017"/>
                  </a:lnTo>
                  <a:lnTo>
                    <a:pt x="200105" y="331057"/>
                  </a:lnTo>
                  <a:lnTo>
                    <a:pt x="205274" y="329933"/>
                  </a:lnTo>
                  <a:lnTo>
                    <a:pt x="210405" y="328646"/>
                  </a:lnTo>
                  <a:lnTo>
                    <a:pt x="215493" y="327196"/>
                  </a:lnTo>
                  <a:lnTo>
                    <a:pt x="220533" y="325587"/>
                  </a:lnTo>
                  <a:lnTo>
                    <a:pt x="225519" y="323819"/>
                  </a:lnTo>
                  <a:lnTo>
                    <a:pt x="230447" y="321894"/>
                  </a:lnTo>
                  <a:lnTo>
                    <a:pt x="235311" y="319814"/>
                  </a:lnTo>
                  <a:lnTo>
                    <a:pt x="240107" y="317582"/>
                  </a:lnTo>
                  <a:lnTo>
                    <a:pt x="244830" y="315198"/>
                  </a:lnTo>
                  <a:lnTo>
                    <a:pt x="249475" y="312667"/>
                  </a:lnTo>
                  <a:lnTo>
                    <a:pt x="254038" y="309989"/>
                  </a:lnTo>
                  <a:lnTo>
                    <a:pt x="258514" y="307169"/>
                  </a:lnTo>
                  <a:lnTo>
                    <a:pt x="262898" y="304208"/>
                  </a:lnTo>
                  <a:lnTo>
                    <a:pt x="267186" y="301111"/>
                  </a:lnTo>
                  <a:lnTo>
                    <a:pt x="271375" y="297879"/>
                  </a:lnTo>
                  <a:lnTo>
                    <a:pt x="275458" y="294516"/>
                  </a:lnTo>
                  <a:lnTo>
                    <a:pt x="279434" y="291025"/>
                  </a:lnTo>
                  <a:lnTo>
                    <a:pt x="283297" y="287411"/>
                  </a:lnTo>
                  <a:lnTo>
                    <a:pt x="287044" y="283676"/>
                  </a:lnTo>
                  <a:lnTo>
                    <a:pt x="290670" y="279824"/>
                  </a:lnTo>
                  <a:lnTo>
                    <a:pt x="294173" y="275860"/>
                  </a:lnTo>
                  <a:lnTo>
                    <a:pt x="297549" y="271787"/>
                  </a:lnTo>
                  <a:lnTo>
                    <a:pt x="300794" y="267609"/>
                  </a:lnTo>
                  <a:lnTo>
                    <a:pt x="303905" y="263330"/>
                  </a:lnTo>
                  <a:lnTo>
                    <a:pt x="306880" y="258955"/>
                  </a:lnTo>
                  <a:lnTo>
                    <a:pt x="309714" y="254488"/>
                  </a:lnTo>
                  <a:lnTo>
                    <a:pt x="312406" y="249934"/>
                  </a:lnTo>
                  <a:lnTo>
                    <a:pt x="314952" y="245297"/>
                  </a:lnTo>
                  <a:lnTo>
                    <a:pt x="317350" y="240581"/>
                  </a:lnTo>
                  <a:lnTo>
                    <a:pt x="319598" y="235792"/>
                  </a:lnTo>
                  <a:lnTo>
                    <a:pt x="321693" y="230935"/>
                  </a:lnTo>
                  <a:lnTo>
                    <a:pt x="323634" y="226013"/>
                  </a:lnTo>
                  <a:lnTo>
                    <a:pt x="325417" y="221032"/>
                  </a:lnTo>
                  <a:lnTo>
                    <a:pt x="327043" y="215998"/>
                  </a:lnTo>
                  <a:lnTo>
                    <a:pt x="328508" y="210915"/>
                  </a:lnTo>
                  <a:lnTo>
                    <a:pt x="329811" y="205787"/>
                  </a:lnTo>
                  <a:lnTo>
                    <a:pt x="330952" y="200622"/>
                  </a:lnTo>
                  <a:lnTo>
                    <a:pt x="331928" y="195422"/>
                  </a:lnTo>
                  <a:lnTo>
                    <a:pt x="332740" y="190195"/>
                  </a:lnTo>
                  <a:lnTo>
                    <a:pt x="333386" y="184944"/>
                  </a:lnTo>
                  <a:lnTo>
                    <a:pt x="333865" y="179675"/>
                  </a:lnTo>
                  <a:lnTo>
                    <a:pt x="334177" y="174394"/>
                  </a:lnTo>
                  <a:lnTo>
                    <a:pt x="334322" y="169106"/>
                  </a:lnTo>
                  <a:lnTo>
                    <a:pt x="334300" y="163816"/>
                  </a:lnTo>
                  <a:lnTo>
                    <a:pt x="334110" y="158529"/>
                  </a:lnTo>
                  <a:lnTo>
                    <a:pt x="333753" y="153251"/>
                  </a:lnTo>
                  <a:lnTo>
                    <a:pt x="333230" y="147986"/>
                  </a:lnTo>
                  <a:lnTo>
                    <a:pt x="332539" y="142741"/>
                  </a:lnTo>
                  <a:lnTo>
                    <a:pt x="331684" y="137521"/>
                  </a:lnTo>
                  <a:lnTo>
                    <a:pt x="330663" y="132330"/>
                  </a:lnTo>
                  <a:lnTo>
                    <a:pt x="329479" y="127174"/>
                  </a:lnTo>
                  <a:lnTo>
                    <a:pt x="328132" y="122058"/>
                  </a:lnTo>
                  <a:lnTo>
                    <a:pt x="326624" y="116987"/>
                  </a:lnTo>
                  <a:lnTo>
                    <a:pt x="324957" y="111966"/>
                  </a:lnTo>
                  <a:lnTo>
                    <a:pt x="323131" y="107001"/>
                  </a:lnTo>
                  <a:lnTo>
                    <a:pt x="321149" y="102096"/>
                  </a:lnTo>
                  <a:lnTo>
                    <a:pt x="319013" y="97256"/>
                  </a:lnTo>
                  <a:lnTo>
                    <a:pt x="316725" y="92486"/>
                  </a:lnTo>
                  <a:lnTo>
                    <a:pt x="314287" y="87791"/>
                  </a:lnTo>
                  <a:lnTo>
                    <a:pt x="311701" y="83176"/>
                  </a:lnTo>
                  <a:lnTo>
                    <a:pt x="308971" y="78644"/>
                  </a:lnTo>
                  <a:lnTo>
                    <a:pt x="306099" y="74202"/>
                  </a:lnTo>
                  <a:lnTo>
                    <a:pt x="303088" y="69852"/>
                  </a:lnTo>
                  <a:lnTo>
                    <a:pt x="299941" y="65600"/>
                  </a:lnTo>
                  <a:lnTo>
                    <a:pt x="296660" y="61449"/>
                  </a:lnTo>
                  <a:lnTo>
                    <a:pt x="293250" y="57405"/>
                  </a:lnTo>
                  <a:lnTo>
                    <a:pt x="289714" y="53470"/>
                  </a:lnTo>
                  <a:lnTo>
                    <a:pt x="286055" y="49649"/>
                  </a:lnTo>
                  <a:lnTo>
                    <a:pt x="282277" y="45946"/>
                  </a:lnTo>
                  <a:lnTo>
                    <a:pt x="278383" y="42364"/>
                  </a:lnTo>
                  <a:lnTo>
                    <a:pt x="274379" y="38908"/>
                  </a:lnTo>
                  <a:lnTo>
                    <a:pt x="270267" y="35579"/>
                  </a:lnTo>
                  <a:lnTo>
                    <a:pt x="266051" y="32383"/>
                  </a:lnTo>
                  <a:lnTo>
                    <a:pt x="261737" y="29322"/>
                  </a:lnTo>
                  <a:lnTo>
                    <a:pt x="257328" y="26398"/>
                  </a:lnTo>
                  <a:lnTo>
                    <a:pt x="252828" y="23616"/>
                  </a:lnTo>
                  <a:lnTo>
                    <a:pt x="248243" y="20977"/>
                  </a:lnTo>
                  <a:lnTo>
                    <a:pt x="243576" y="18485"/>
                  </a:lnTo>
                  <a:lnTo>
                    <a:pt x="238833" y="16141"/>
                  </a:lnTo>
                  <a:lnTo>
                    <a:pt x="234019" y="13949"/>
                  </a:lnTo>
                  <a:lnTo>
                    <a:pt x="229137" y="11911"/>
                  </a:lnTo>
                  <a:lnTo>
                    <a:pt x="224193" y="10027"/>
                  </a:lnTo>
                  <a:lnTo>
                    <a:pt x="219192" y="8302"/>
                  </a:lnTo>
                  <a:lnTo>
                    <a:pt x="214139" y="6735"/>
                  </a:lnTo>
                  <a:lnTo>
                    <a:pt x="209039" y="5329"/>
                  </a:lnTo>
                  <a:lnTo>
                    <a:pt x="203897" y="4085"/>
                  </a:lnTo>
                  <a:lnTo>
                    <a:pt x="198719" y="3004"/>
                  </a:lnTo>
                  <a:lnTo>
                    <a:pt x="193508" y="2088"/>
                  </a:lnTo>
                  <a:lnTo>
                    <a:pt x="188272" y="1337"/>
                  </a:lnTo>
                  <a:lnTo>
                    <a:pt x="183014" y="752"/>
                  </a:lnTo>
                  <a:lnTo>
                    <a:pt x="177740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3175" y="4213821"/>
              <a:ext cx="8112" cy="167167"/>
            </a:xfrm>
            <a:custGeom>
              <a:avLst/>
              <a:pathLst>
                <a:path w="8112" h="167167">
                  <a:moveTo>
                    <a:pt x="8112" y="0"/>
                  </a:moveTo>
                  <a:lnTo>
                    <a:pt x="0" y="196"/>
                  </a:lnTo>
                  <a:lnTo>
                    <a:pt x="811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3175" y="4214018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3175" y="4214018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3175" y="4214018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3175" y="4214018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3175" y="4214018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3175" y="4214018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3175" y="4214018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3175" y="4214018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3175" y="4214018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3175" y="4214018"/>
              <a:ext cx="8112" cy="166970"/>
            </a:xfrm>
            <a:custGeom>
              <a:avLst/>
              <a:pathLst>
                <a:path w="8112" h="166970">
                  <a:moveTo>
                    <a:pt x="0" y="0"/>
                  </a:moveTo>
                  <a:lnTo>
                    <a:pt x="8112" y="1669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21" y="4213821"/>
              <a:ext cx="334319" cy="334329"/>
            </a:xfrm>
            <a:custGeom>
              <a:avLst/>
              <a:pathLst>
                <a:path w="334319" h="334329">
                  <a:moveTo>
                    <a:pt x="159054" y="196"/>
                  </a:moveTo>
                  <a:lnTo>
                    <a:pt x="153776" y="536"/>
                  </a:lnTo>
                  <a:lnTo>
                    <a:pt x="148512" y="1043"/>
                  </a:lnTo>
                  <a:lnTo>
                    <a:pt x="143266" y="1717"/>
                  </a:lnTo>
                  <a:lnTo>
                    <a:pt x="138044" y="2555"/>
                  </a:lnTo>
                  <a:lnTo>
                    <a:pt x="132851" y="3559"/>
                  </a:lnTo>
                  <a:lnTo>
                    <a:pt x="127693" y="4726"/>
                  </a:lnTo>
                  <a:lnTo>
                    <a:pt x="122574" y="6056"/>
                  </a:lnTo>
                  <a:lnTo>
                    <a:pt x="117500" y="7548"/>
                  </a:lnTo>
                  <a:lnTo>
                    <a:pt x="112475" y="9199"/>
                  </a:lnTo>
                  <a:lnTo>
                    <a:pt x="107506" y="11008"/>
                  </a:lnTo>
                  <a:lnTo>
                    <a:pt x="102596" y="12973"/>
                  </a:lnTo>
                  <a:lnTo>
                    <a:pt x="97750" y="15093"/>
                  </a:lnTo>
                  <a:lnTo>
                    <a:pt x="92974" y="17365"/>
                  </a:lnTo>
                  <a:lnTo>
                    <a:pt x="88273" y="19787"/>
                  </a:lnTo>
                  <a:lnTo>
                    <a:pt x="83650" y="22356"/>
                  </a:lnTo>
                  <a:lnTo>
                    <a:pt x="79111" y="25071"/>
                  </a:lnTo>
                  <a:lnTo>
                    <a:pt x="74660" y="27927"/>
                  </a:lnTo>
                  <a:lnTo>
                    <a:pt x="70302" y="30923"/>
                  </a:lnTo>
                  <a:lnTo>
                    <a:pt x="66040" y="34056"/>
                  </a:lnTo>
                  <a:lnTo>
                    <a:pt x="61880" y="37321"/>
                  </a:lnTo>
                  <a:lnTo>
                    <a:pt x="57825" y="40717"/>
                  </a:lnTo>
                  <a:lnTo>
                    <a:pt x="53880" y="44239"/>
                  </a:lnTo>
                  <a:lnTo>
                    <a:pt x="50048" y="47884"/>
                  </a:lnTo>
                  <a:lnTo>
                    <a:pt x="46333" y="51649"/>
                  </a:lnTo>
                  <a:lnTo>
                    <a:pt x="42739" y="55529"/>
                  </a:lnTo>
                  <a:lnTo>
                    <a:pt x="39270" y="59521"/>
                  </a:lnTo>
                  <a:lnTo>
                    <a:pt x="35929" y="63620"/>
                  </a:lnTo>
                  <a:lnTo>
                    <a:pt x="32719" y="67824"/>
                  </a:lnTo>
                  <a:lnTo>
                    <a:pt x="29644" y="72126"/>
                  </a:lnTo>
                  <a:lnTo>
                    <a:pt x="26706" y="76524"/>
                  </a:lnTo>
                  <a:lnTo>
                    <a:pt x="23909" y="81013"/>
                  </a:lnTo>
                  <a:lnTo>
                    <a:pt x="21255" y="85588"/>
                  </a:lnTo>
                  <a:lnTo>
                    <a:pt x="18748" y="90244"/>
                  </a:lnTo>
                  <a:lnTo>
                    <a:pt x="16389" y="94978"/>
                  </a:lnTo>
                  <a:lnTo>
                    <a:pt x="14181" y="99784"/>
                  </a:lnTo>
                  <a:lnTo>
                    <a:pt x="12126" y="104657"/>
                  </a:lnTo>
                  <a:lnTo>
                    <a:pt x="10226" y="109593"/>
                  </a:lnTo>
                  <a:lnTo>
                    <a:pt x="8483" y="114586"/>
                  </a:lnTo>
                  <a:lnTo>
                    <a:pt x="6899" y="119632"/>
                  </a:lnTo>
                  <a:lnTo>
                    <a:pt x="5476" y="124726"/>
                  </a:lnTo>
                  <a:lnTo>
                    <a:pt x="4214" y="129862"/>
                  </a:lnTo>
                  <a:lnTo>
                    <a:pt x="3116" y="135035"/>
                  </a:lnTo>
                  <a:lnTo>
                    <a:pt x="2181" y="140241"/>
                  </a:lnTo>
                  <a:lnTo>
                    <a:pt x="1412" y="145473"/>
                  </a:lnTo>
                  <a:lnTo>
                    <a:pt x="809" y="150728"/>
                  </a:lnTo>
                  <a:lnTo>
                    <a:pt x="372" y="155998"/>
                  </a:lnTo>
                  <a:lnTo>
                    <a:pt x="102" y="161280"/>
                  </a:lnTo>
                  <a:lnTo>
                    <a:pt x="0" y="166568"/>
                  </a:lnTo>
                  <a:lnTo>
                    <a:pt x="64" y="171856"/>
                  </a:lnTo>
                  <a:lnTo>
                    <a:pt x="296" y="177140"/>
                  </a:lnTo>
                  <a:lnTo>
                    <a:pt x="695" y="182414"/>
                  </a:lnTo>
                  <a:lnTo>
                    <a:pt x="1261" y="187672"/>
                  </a:lnTo>
                  <a:lnTo>
                    <a:pt x="1993" y="192910"/>
                  </a:lnTo>
                  <a:lnTo>
                    <a:pt x="2890" y="198122"/>
                  </a:lnTo>
                  <a:lnTo>
                    <a:pt x="3951" y="203303"/>
                  </a:lnTo>
                  <a:lnTo>
                    <a:pt x="5176" y="208448"/>
                  </a:lnTo>
                  <a:lnTo>
                    <a:pt x="6563" y="213552"/>
                  </a:lnTo>
                  <a:lnTo>
                    <a:pt x="8111" y="218609"/>
                  </a:lnTo>
                  <a:lnTo>
                    <a:pt x="9817" y="223615"/>
                  </a:lnTo>
                  <a:lnTo>
                    <a:pt x="11682" y="228564"/>
                  </a:lnTo>
                  <a:lnTo>
                    <a:pt x="13702" y="233452"/>
                  </a:lnTo>
                  <a:lnTo>
                    <a:pt x="15876" y="238274"/>
                  </a:lnTo>
                  <a:lnTo>
                    <a:pt x="18201" y="243024"/>
                  </a:lnTo>
                  <a:lnTo>
                    <a:pt x="20675" y="247698"/>
                  </a:lnTo>
                  <a:lnTo>
                    <a:pt x="23296" y="252292"/>
                  </a:lnTo>
                  <a:lnTo>
                    <a:pt x="26060" y="256800"/>
                  </a:lnTo>
                  <a:lnTo>
                    <a:pt x="28967" y="261219"/>
                  </a:lnTo>
                  <a:lnTo>
                    <a:pt x="32011" y="265544"/>
                  </a:lnTo>
                  <a:lnTo>
                    <a:pt x="35191" y="269770"/>
                  </a:lnTo>
                  <a:lnTo>
                    <a:pt x="38502" y="273894"/>
                  </a:lnTo>
                  <a:lnTo>
                    <a:pt x="41943" y="277910"/>
                  </a:lnTo>
                  <a:lnTo>
                    <a:pt x="45509" y="281816"/>
                  </a:lnTo>
                  <a:lnTo>
                    <a:pt x="49197" y="285607"/>
                  </a:lnTo>
                  <a:lnTo>
                    <a:pt x="53002" y="289280"/>
                  </a:lnTo>
                  <a:lnTo>
                    <a:pt x="56922" y="292830"/>
                  </a:lnTo>
                  <a:lnTo>
                    <a:pt x="60953" y="296255"/>
                  </a:lnTo>
                  <a:lnTo>
                    <a:pt x="65089" y="299550"/>
                  </a:lnTo>
                  <a:lnTo>
                    <a:pt x="69328" y="302713"/>
                  </a:lnTo>
                  <a:lnTo>
                    <a:pt x="73665" y="305740"/>
                  </a:lnTo>
                  <a:lnTo>
                    <a:pt x="78095" y="308628"/>
                  </a:lnTo>
                  <a:lnTo>
                    <a:pt x="82615" y="311375"/>
                  </a:lnTo>
                  <a:lnTo>
                    <a:pt x="87219" y="313978"/>
                  </a:lnTo>
                  <a:lnTo>
                    <a:pt x="91903" y="316433"/>
                  </a:lnTo>
                  <a:lnTo>
                    <a:pt x="96663" y="318739"/>
                  </a:lnTo>
                  <a:lnTo>
                    <a:pt x="101493" y="320894"/>
                  </a:lnTo>
                  <a:lnTo>
                    <a:pt x="106389" y="322894"/>
                  </a:lnTo>
                  <a:lnTo>
                    <a:pt x="111345" y="324739"/>
                  </a:lnTo>
                  <a:lnTo>
                    <a:pt x="116358" y="326426"/>
                  </a:lnTo>
                  <a:lnTo>
                    <a:pt x="121421" y="327953"/>
                  </a:lnTo>
                  <a:lnTo>
                    <a:pt x="126530" y="329320"/>
                  </a:lnTo>
                  <a:lnTo>
                    <a:pt x="131680" y="330524"/>
                  </a:lnTo>
                  <a:lnTo>
                    <a:pt x="136866" y="331565"/>
                  </a:lnTo>
                  <a:lnTo>
                    <a:pt x="142081" y="332441"/>
                  </a:lnTo>
                  <a:lnTo>
                    <a:pt x="147322" y="333152"/>
                  </a:lnTo>
                  <a:lnTo>
                    <a:pt x="152583" y="333697"/>
                  </a:lnTo>
                  <a:lnTo>
                    <a:pt x="157858" y="334075"/>
                  </a:lnTo>
                  <a:lnTo>
                    <a:pt x="163143" y="334286"/>
                  </a:lnTo>
                  <a:lnTo>
                    <a:pt x="168431" y="334329"/>
                  </a:lnTo>
                  <a:lnTo>
                    <a:pt x="173718" y="334206"/>
                  </a:lnTo>
                  <a:lnTo>
                    <a:pt x="178999" y="333915"/>
                  </a:lnTo>
                  <a:lnTo>
                    <a:pt x="184268" y="333457"/>
                  </a:lnTo>
                  <a:lnTo>
                    <a:pt x="189520" y="332833"/>
                  </a:lnTo>
                  <a:lnTo>
                    <a:pt x="194749" y="332043"/>
                  </a:lnTo>
                  <a:lnTo>
                    <a:pt x="199951" y="331088"/>
                  </a:lnTo>
                  <a:lnTo>
                    <a:pt x="205120" y="329968"/>
                  </a:lnTo>
                  <a:lnTo>
                    <a:pt x="210251" y="328686"/>
                  </a:lnTo>
                  <a:lnTo>
                    <a:pt x="215339" y="327243"/>
                  </a:lnTo>
                  <a:lnTo>
                    <a:pt x="220379" y="325639"/>
                  </a:lnTo>
                  <a:lnTo>
                    <a:pt x="225365" y="323876"/>
                  </a:lnTo>
                  <a:lnTo>
                    <a:pt x="230293" y="321956"/>
                  </a:lnTo>
                  <a:lnTo>
                    <a:pt x="235158" y="319882"/>
                  </a:lnTo>
                  <a:lnTo>
                    <a:pt x="239955" y="317655"/>
                  </a:lnTo>
                  <a:lnTo>
                    <a:pt x="244679" y="315277"/>
                  </a:lnTo>
                  <a:lnTo>
                    <a:pt x="249326" y="312751"/>
                  </a:lnTo>
                  <a:lnTo>
                    <a:pt x="253890" y="310079"/>
                  </a:lnTo>
                  <a:lnTo>
                    <a:pt x="258367" y="307264"/>
                  </a:lnTo>
                  <a:lnTo>
                    <a:pt x="262754" y="304309"/>
                  </a:lnTo>
                  <a:lnTo>
                    <a:pt x="267044" y="301216"/>
                  </a:lnTo>
                  <a:lnTo>
                    <a:pt x="271235" y="297990"/>
                  </a:lnTo>
                  <a:lnTo>
                    <a:pt x="275321" y="294632"/>
                  </a:lnTo>
                  <a:lnTo>
                    <a:pt x="279299" y="291147"/>
                  </a:lnTo>
                  <a:lnTo>
                    <a:pt x="283165" y="287538"/>
                  </a:lnTo>
                  <a:lnTo>
                    <a:pt x="286915" y="283808"/>
                  </a:lnTo>
                  <a:lnTo>
                    <a:pt x="290544" y="279962"/>
                  </a:lnTo>
                  <a:lnTo>
                    <a:pt x="294051" y="276002"/>
                  </a:lnTo>
                  <a:lnTo>
                    <a:pt x="297430" y="271934"/>
                  </a:lnTo>
                  <a:lnTo>
                    <a:pt x="300679" y="267761"/>
                  </a:lnTo>
                  <a:lnTo>
                    <a:pt x="303794" y="263487"/>
                  </a:lnTo>
                  <a:lnTo>
                    <a:pt x="306773" y="259117"/>
                  </a:lnTo>
                  <a:lnTo>
                    <a:pt x="309612" y="254654"/>
                  </a:lnTo>
                  <a:lnTo>
                    <a:pt x="312308" y="250104"/>
                  </a:lnTo>
                  <a:lnTo>
                    <a:pt x="314859" y="245472"/>
                  </a:lnTo>
                  <a:lnTo>
                    <a:pt x="317262" y="240760"/>
                  </a:lnTo>
                  <a:lnTo>
                    <a:pt x="319515" y="235975"/>
                  </a:lnTo>
                  <a:lnTo>
                    <a:pt x="321616" y="231122"/>
                  </a:lnTo>
                  <a:lnTo>
                    <a:pt x="323561" y="226204"/>
                  </a:lnTo>
                  <a:lnTo>
                    <a:pt x="325351" y="221227"/>
                  </a:lnTo>
                  <a:lnTo>
                    <a:pt x="326982" y="216196"/>
                  </a:lnTo>
                  <a:lnTo>
                    <a:pt x="328453" y="211116"/>
                  </a:lnTo>
                  <a:lnTo>
                    <a:pt x="329762" y="205992"/>
                  </a:lnTo>
                  <a:lnTo>
                    <a:pt x="330909" y="200829"/>
                  </a:lnTo>
                  <a:lnTo>
                    <a:pt x="331892" y="195632"/>
                  </a:lnTo>
                  <a:lnTo>
                    <a:pt x="332710" y="190407"/>
                  </a:lnTo>
                  <a:lnTo>
                    <a:pt x="333362" y="185158"/>
                  </a:lnTo>
                  <a:lnTo>
                    <a:pt x="333848" y="179892"/>
                  </a:lnTo>
                  <a:lnTo>
                    <a:pt x="334167" y="174613"/>
                  </a:lnTo>
                  <a:lnTo>
                    <a:pt x="334319" y="169326"/>
                  </a:lnTo>
                  <a:lnTo>
                    <a:pt x="334304" y="164038"/>
                  </a:lnTo>
                  <a:lnTo>
                    <a:pt x="334121" y="158752"/>
                  </a:lnTo>
                  <a:lnTo>
                    <a:pt x="333772" y="153475"/>
                  </a:lnTo>
                  <a:lnTo>
                    <a:pt x="333255" y="148211"/>
                  </a:lnTo>
                  <a:lnTo>
                    <a:pt x="332572" y="142967"/>
                  </a:lnTo>
                  <a:lnTo>
                    <a:pt x="331724" y="137746"/>
                  </a:lnTo>
                  <a:lnTo>
                    <a:pt x="330711" y="132556"/>
                  </a:lnTo>
                  <a:lnTo>
                    <a:pt x="329534" y="127399"/>
                  </a:lnTo>
                  <a:lnTo>
                    <a:pt x="328195" y="122283"/>
                  </a:lnTo>
                  <a:lnTo>
                    <a:pt x="326695" y="117211"/>
                  </a:lnTo>
                  <a:lnTo>
                    <a:pt x="325035" y="112190"/>
                  </a:lnTo>
                  <a:lnTo>
                    <a:pt x="323216" y="107224"/>
                  </a:lnTo>
                  <a:lnTo>
                    <a:pt x="321242" y="102317"/>
                  </a:lnTo>
                  <a:lnTo>
                    <a:pt x="319114" y="97476"/>
                  </a:lnTo>
                  <a:lnTo>
                    <a:pt x="316833" y="92704"/>
                  </a:lnTo>
                  <a:lnTo>
                    <a:pt x="314402" y="88007"/>
                  </a:lnTo>
                  <a:lnTo>
                    <a:pt x="311825" y="83389"/>
                  </a:lnTo>
                  <a:lnTo>
                    <a:pt x="309102" y="78854"/>
                  </a:lnTo>
                  <a:lnTo>
                    <a:pt x="306237" y="74409"/>
                  </a:lnTo>
                  <a:lnTo>
                    <a:pt x="303234" y="70056"/>
                  </a:lnTo>
                  <a:lnTo>
                    <a:pt x="300093" y="65800"/>
                  </a:lnTo>
                  <a:lnTo>
                    <a:pt x="296820" y="61646"/>
                  </a:lnTo>
                  <a:lnTo>
                    <a:pt x="293417" y="57597"/>
                  </a:lnTo>
                  <a:lnTo>
                    <a:pt x="289888" y="53658"/>
                  </a:lnTo>
                  <a:lnTo>
                    <a:pt x="286236" y="49833"/>
                  </a:lnTo>
                  <a:lnTo>
                    <a:pt x="282465" y="46125"/>
                  </a:lnTo>
                  <a:lnTo>
                    <a:pt x="278578" y="42538"/>
                  </a:lnTo>
                  <a:lnTo>
                    <a:pt x="274580" y="39076"/>
                  </a:lnTo>
                  <a:lnTo>
                    <a:pt x="270474" y="35742"/>
                  </a:lnTo>
                  <a:lnTo>
                    <a:pt x="266265" y="32540"/>
                  </a:lnTo>
                  <a:lnTo>
                    <a:pt x="261957" y="29473"/>
                  </a:lnTo>
                  <a:lnTo>
                    <a:pt x="257553" y="26543"/>
                  </a:lnTo>
                  <a:lnTo>
                    <a:pt x="253060" y="23754"/>
                  </a:lnTo>
                  <a:lnTo>
                    <a:pt x="248480" y="21109"/>
                  </a:lnTo>
                  <a:lnTo>
                    <a:pt x="243819" y="18609"/>
                  </a:lnTo>
                  <a:lnTo>
                    <a:pt x="239081" y="16259"/>
                  </a:lnTo>
                  <a:lnTo>
                    <a:pt x="234272" y="14060"/>
                  </a:lnTo>
                  <a:lnTo>
                    <a:pt x="229395" y="12013"/>
                  </a:lnTo>
                  <a:lnTo>
                    <a:pt x="224455" y="10123"/>
                  </a:lnTo>
                  <a:lnTo>
                    <a:pt x="219459" y="8389"/>
                  </a:lnTo>
                  <a:lnTo>
                    <a:pt x="214410" y="6814"/>
                  </a:lnTo>
                  <a:lnTo>
                    <a:pt x="209314" y="5400"/>
                  </a:lnTo>
                  <a:lnTo>
                    <a:pt x="204175" y="4148"/>
                  </a:lnTo>
                  <a:lnTo>
                    <a:pt x="199000" y="3058"/>
                  </a:lnTo>
                  <a:lnTo>
                    <a:pt x="193793" y="2133"/>
                  </a:lnTo>
                  <a:lnTo>
                    <a:pt x="188559" y="1374"/>
                  </a:lnTo>
                  <a:lnTo>
                    <a:pt x="183303" y="780"/>
                  </a:lnTo>
                  <a:lnTo>
                    <a:pt x="178032" y="353"/>
                  </a:lnTo>
                  <a:lnTo>
                    <a:pt x="172750" y="93"/>
                  </a:lnTo>
                  <a:lnTo>
                    <a:pt x="167462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295" cy="167167"/>
            </a:xfrm>
            <a:custGeom>
              <a:avLst/>
              <a:pathLst>
                <a:path w="295" h="167167">
                  <a:moveTo>
                    <a:pt x="295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652" y="4659281"/>
              <a:ext cx="1872" cy="167167"/>
            </a:xfrm>
            <a:custGeom>
              <a:avLst/>
              <a:pathLst>
                <a:path w="1872" h="167167">
                  <a:moveTo>
                    <a:pt x="1872" y="0"/>
                  </a:moveTo>
                  <a:lnTo>
                    <a:pt x="0" y="10"/>
                  </a:lnTo>
                  <a:lnTo>
                    <a:pt x="187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42768" y="4659292"/>
              <a:ext cx="143755" cy="167156"/>
            </a:xfrm>
            <a:custGeom>
              <a:avLst/>
              <a:pathLst>
                <a:path w="143755" h="167156">
                  <a:moveTo>
                    <a:pt x="141883" y="0"/>
                  </a:moveTo>
                  <a:lnTo>
                    <a:pt x="136363" y="153"/>
                  </a:lnTo>
                  <a:lnTo>
                    <a:pt x="130852" y="488"/>
                  </a:lnTo>
                  <a:lnTo>
                    <a:pt x="125355" y="1005"/>
                  </a:lnTo>
                  <a:lnTo>
                    <a:pt x="119878" y="1703"/>
                  </a:lnTo>
                  <a:lnTo>
                    <a:pt x="114426" y="2582"/>
                  </a:lnTo>
                  <a:lnTo>
                    <a:pt x="109007" y="3640"/>
                  </a:lnTo>
                  <a:lnTo>
                    <a:pt x="103626" y="4877"/>
                  </a:lnTo>
                  <a:lnTo>
                    <a:pt x="98289" y="6291"/>
                  </a:lnTo>
                  <a:lnTo>
                    <a:pt x="93001" y="7880"/>
                  </a:lnTo>
                  <a:lnTo>
                    <a:pt x="87768" y="9643"/>
                  </a:lnTo>
                  <a:lnTo>
                    <a:pt x="82597" y="11578"/>
                  </a:lnTo>
                  <a:lnTo>
                    <a:pt x="77492" y="13683"/>
                  </a:lnTo>
                  <a:lnTo>
                    <a:pt x="72460" y="15955"/>
                  </a:lnTo>
                  <a:lnTo>
                    <a:pt x="67505" y="18392"/>
                  </a:lnTo>
                  <a:lnTo>
                    <a:pt x="62634" y="20991"/>
                  </a:lnTo>
                  <a:lnTo>
                    <a:pt x="57851" y="23750"/>
                  </a:lnTo>
                  <a:lnTo>
                    <a:pt x="53162" y="26665"/>
                  </a:lnTo>
                  <a:lnTo>
                    <a:pt x="48571" y="29734"/>
                  </a:lnTo>
                  <a:lnTo>
                    <a:pt x="44085" y="32952"/>
                  </a:lnTo>
                  <a:lnTo>
                    <a:pt x="39707" y="36317"/>
                  </a:lnTo>
                  <a:lnTo>
                    <a:pt x="35443" y="39825"/>
                  </a:lnTo>
                  <a:lnTo>
                    <a:pt x="31297" y="43471"/>
                  </a:lnTo>
                  <a:lnTo>
                    <a:pt x="27273" y="47253"/>
                  </a:lnTo>
                  <a:lnTo>
                    <a:pt x="23377" y="51165"/>
                  </a:lnTo>
                  <a:lnTo>
                    <a:pt x="19612" y="55204"/>
                  </a:lnTo>
                  <a:lnTo>
                    <a:pt x="15983" y="59365"/>
                  </a:lnTo>
                  <a:lnTo>
                    <a:pt x="12492" y="63643"/>
                  </a:lnTo>
                  <a:lnTo>
                    <a:pt x="9145" y="68035"/>
                  </a:lnTo>
                  <a:lnTo>
                    <a:pt x="5945" y="72535"/>
                  </a:lnTo>
                  <a:lnTo>
                    <a:pt x="2896" y="77137"/>
                  </a:lnTo>
                  <a:lnTo>
                    <a:pt x="0" y="81838"/>
                  </a:lnTo>
                  <a:lnTo>
                    <a:pt x="143755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57" y="4659281"/>
              <a:ext cx="334326" cy="334323"/>
            </a:xfrm>
            <a:custGeom>
              <a:avLst/>
              <a:pathLst>
                <a:path w="334326" h="334323">
                  <a:moveTo>
                    <a:pt x="23411" y="81849"/>
                  </a:moveTo>
                  <a:lnTo>
                    <a:pt x="20786" y="86436"/>
                  </a:lnTo>
                  <a:lnTo>
                    <a:pt x="18307" y="91103"/>
                  </a:lnTo>
                  <a:lnTo>
                    <a:pt x="15977" y="95846"/>
                  </a:lnTo>
                  <a:lnTo>
                    <a:pt x="13798" y="100661"/>
                  </a:lnTo>
                  <a:lnTo>
                    <a:pt x="11773" y="105542"/>
                  </a:lnTo>
                  <a:lnTo>
                    <a:pt x="9902" y="110485"/>
                  </a:lnTo>
                  <a:lnTo>
                    <a:pt x="8189" y="115484"/>
                  </a:lnTo>
                  <a:lnTo>
                    <a:pt x="6635" y="120535"/>
                  </a:lnTo>
                  <a:lnTo>
                    <a:pt x="5241" y="125633"/>
                  </a:lnTo>
                  <a:lnTo>
                    <a:pt x="4009" y="130772"/>
                  </a:lnTo>
                  <a:lnTo>
                    <a:pt x="2940" y="135947"/>
                  </a:lnTo>
                  <a:lnTo>
                    <a:pt x="2036" y="141154"/>
                  </a:lnTo>
                  <a:lnTo>
                    <a:pt x="1296" y="146386"/>
                  </a:lnTo>
                  <a:lnTo>
                    <a:pt x="722" y="151640"/>
                  </a:lnTo>
                  <a:lnTo>
                    <a:pt x="314" y="156909"/>
                  </a:lnTo>
                  <a:lnTo>
                    <a:pt x="73" y="162188"/>
                  </a:lnTo>
                  <a:lnTo>
                    <a:pt x="0" y="167472"/>
                  </a:lnTo>
                  <a:lnTo>
                    <a:pt x="93" y="172756"/>
                  </a:lnTo>
                  <a:lnTo>
                    <a:pt x="353" y="178034"/>
                  </a:lnTo>
                  <a:lnTo>
                    <a:pt x="780" y="183302"/>
                  </a:lnTo>
                  <a:lnTo>
                    <a:pt x="1373" y="188553"/>
                  </a:lnTo>
                  <a:lnTo>
                    <a:pt x="2132" y="193783"/>
                  </a:lnTo>
                  <a:lnTo>
                    <a:pt x="3055" y="198986"/>
                  </a:lnTo>
                  <a:lnTo>
                    <a:pt x="4143" y="204158"/>
                  </a:lnTo>
                  <a:lnTo>
                    <a:pt x="5394" y="209292"/>
                  </a:lnTo>
                  <a:lnTo>
                    <a:pt x="6806" y="214385"/>
                  </a:lnTo>
                  <a:lnTo>
                    <a:pt x="8379" y="219430"/>
                  </a:lnTo>
                  <a:lnTo>
                    <a:pt x="10110" y="224423"/>
                  </a:lnTo>
                  <a:lnTo>
                    <a:pt x="11999" y="229359"/>
                  </a:lnTo>
                  <a:lnTo>
                    <a:pt x="14042" y="234233"/>
                  </a:lnTo>
                  <a:lnTo>
                    <a:pt x="16239" y="239039"/>
                  </a:lnTo>
                  <a:lnTo>
                    <a:pt x="18586" y="243774"/>
                  </a:lnTo>
                  <a:lnTo>
                    <a:pt x="21082" y="248432"/>
                  </a:lnTo>
                  <a:lnTo>
                    <a:pt x="23723" y="253009"/>
                  </a:lnTo>
                  <a:lnTo>
                    <a:pt x="26508" y="257501"/>
                  </a:lnTo>
                  <a:lnTo>
                    <a:pt x="29434" y="261902"/>
                  </a:lnTo>
                  <a:lnTo>
                    <a:pt x="32497" y="266208"/>
                  </a:lnTo>
                  <a:lnTo>
                    <a:pt x="35695" y="270415"/>
                  </a:lnTo>
                  <a:lnTo>
                    <a:pt x="39025" y="274519"/>
                  </a:lnTo>
                  <a:lnTo>
                    <a:pt x="42482" y="278516"/>
                  </a:lnTo>
                  <a:lnTo>
                    <a:pt x="46064" y="282402"/>
                  </a:lnTo>
                  <a:lnTo>
                    <a:pt x="49767" y="286172"/>
                  </a:lnTo>
                  <a:lnTo>
                    <a:pt x="53587" y="289824"/>
                  </a:lnTo>
                  <a:lnTo>
                    <a:pt x="57521" y="293352"/>
                  </a:lnTo>
                  <a:lnTo>
                    <a:pt x="61564" y="296755"/>
                  </a:lnTo>
                  <a:lnTo>
                    <a:pt x="65713" y="300029"/>
                  </a:lnTo>
                  <a:lnTo>
                    <a:pt x="69964" y="303169"/>
                  </a:lnTo>
                  <a:lnTo>
                    <a:pt x="74311" y="306174"/>
                  </a:lnTo>
                  <a:lnTo>
                    <a:pt x="78752" y="309039"/>
                  </a:lnTo>
                  <a:lnTo>
                    <a:pt x="83280" y="311763"/>
                  </a:lnTo>
                  <a:lnTo>
                    <a:pt x="87893" y="314342"/>
                  </a:lnTo>
                  <a:lnTo>
                    <a:pt x="92584" y="316775"/>
                  </a:lnTo>
                  <a:lnTo>
                    <a:pt x="97351" y="319057"/>
                  </a:lnTo>
                  <a:lnTo>
                    <a:pt x="102187" y="321188"/>
                  </a:lnTo>
                  <a:lnTo>
                    <a:pt x="107088" y="323165"/>
                  </a:lnTo>
                  <a:lnTo>
                    <a:pt x="112049" y="324986"/>
                  </a:lnTo>
                  <a:lnTo>
                    <a:pt x="117065" y="326650"/>
                  </a:lnTo>
                  <a:lnTo>
                    <a:pt x="122131" y="328154"/>
                  </a:lnTo>
                  <a:lnTo>
                    <a:pt x="127242" y="329497"/>
                  </a:lnTo>
                  <a:lnTo>
                    <a:pt x="132393" y="330678"/>
                  </a:lnTo>
                  <a:lnTo>
                    <a:pt x="137579" y="331695"/>
                  </a:lnTo>
                  <a:lnTo>
                    <a:pt x="142794" y="332548"/>
                  </a:lnTo>
                  <a:lnTo>
                    <a:pt x="148034" y="333236"/>
                  </a:lnTo>
                  <a:lnTo>
                    <a:pt x="153293" y="333758"/>
                  </a:lnTo>
                  <a:lnTo>
                    <a:pt x="158566" y="334113"/>
                  </a:lnTo>
                  <a:lnTo>
                    <a:pt x="163847" y="334301"/>
                  </a:lnTo>
                  <a:lnTo>
                    <a:pt x="169132" y="334323"/>
                  </a:lnTo>
                  <a:lnTo>
                    <a:pt x="174414" y="334177"/>
                  </a:lnTo>
                  <a:lnTo>
                    <a:pt x="179690" y="333865"/>
                  </a:lnTo>
                  <a:lnTo>
                    <a:pt x="184953" y="333385"/>
                  </a:lnTo>
                  <a:lnTo>
                    <a:pt x="190198" y="332740"/>
                  </a:lnTo>
                  <a:lnTo>
                    <a:pt x="195420" y="331929"/>
                  </a:lnTo>
                  <a:lnTo>
                    <a:pt x="200614" y="330954"/>
                  </a:lnTo>
                  <a:lnTo>
                    <a:pt x="205775" y="329815"/>
                  </a:lnTo>
                  <a:lnTo>
                    <a:pt x="210896" y="328513"/>
                  </a:lnTo>
                  <a:lnTo>
                    <a:pt x="215975" y="327050"/>
                  </a:lnTo>
                  <a:lnTo>
                    <a:pt x="221004" y="325428"/>
                  </a:lnTo>
                  <a:lnTo>
                    <a:pt x="225980" y="323647"/>
                  </a:lnTo>
                  <a:lnTo>
                    <a:pt x="230896" y="321710"/>
                  </a:lnTo>
                  <a:lnTo>
                    <a:pt x="235750" y="319618"/>
                  </a:lnTo>
                  <a:lnTo>
                    <a:pt x="240534" y="317374"/>
                  </a:lnTo>
                  <a:lnTo>
                    <a:pt x="245245" y="314980"/>
                  </a:lnTo>
                  <a:lnTo>
                    <a:pt x="249879" y="312438"/>
                  </a:lnTo>
                  <a:lnTo>
                    <a:pt x="254429" y="309751"/>
                  </a:lnTo>
                  <a:lnTo>
                    <a:pt x="258893" y="306921"/>
                  </a:lnTo>
                  <a:lnTo>
                    <a:pt x="263264" y="303952"/>
                  </a:lnTo>
                  <a:lnTo>
                    <a:pt x="267540" y="300846"/>
                  </a:lnTo>
                  <a:lnTo>
                    <a:pt x="271715" y="297607"/>
                  </a:lnTo>
                  <a:lnTo>
                    <a:pt x="275786" y="294237"/>
                  </a:lnTo>
                  <a:lnTo>
                    <a:pt x="279748" y="290740"/>
                  </a:lnTo>
                  <a:lnTo>
                    <a:pt x="283598" y="287120"/>
                  </a:lnTo>
                  <a:lnTo>
                    <a:pt x="287332" y="283379"/>
                  </a:lnTo>
                  <a:lnTo>
                    <a:pt x="290945" y="279523"/>
                  </a:lnTo>
                  <a:lnTo>
                    <a:pt x="294435" y="275554"/>
                  </a:lnTo>
                  <a:lnTo>
                    <a:pt x="297797" y="271477"/>
                  </a:lnTo>
                  <a:lnTo>
                    <a:pt x="301029" y="267296"/>
                  </a:lnTo>
                  <a:lnTo>
                    <a:pt x="304127" y="263015"/>
                  </a:lnTo>
                  <a:lnTo>
                    <a:pt x="307088" y="258638"/>
                  </a:lnTo>
                  <a:lnTo>
                    <a:pt x="309910" y="254169"/>
                  </a:lnTo>
                  <a:lnTo>
                    <a:pt x="312589" y="249614"/>
                  </a:lnTo>
                  <a:lnTo>
                    <a:pt x="315122" y="244976"/>
                  </a:lnTo>
                  <a:lnTo>
                    <a:pt x="317507" y="240260"/>
                  </a:lnTo>
                  <a:lnTo>
                    <a:pt x="319743" y="235471"/>
                  </a:lnTo>
                  <a:lnTo>
                    <a:pt x="321826" y="230614"/>
                  </a:lnTo>
                  <a:lnTo>
                    <a:pt x="323754" y="225694"/>
                  </a:lnTo>
                  <a:lnTo>
                    <a:pt x="325526" y="220715"/>
                  </a:lnTo>
                  <a:lnTo>
                    <a:pt x="327139" y="215683"/>
                  </a:lnTo>
                  <a:lnTo>
                    <a:pt x="328593" y="210602"/>
                  </a:lnTo>
                  <a:lnTo>
                    <a:pt x="329885" y="205478"/>
                  </a:lnTo>
                  <a:lnTo>
                    <a:pt x="331015" y="200315"/>
                  </a:lnTo>
                  <a:lnTo>
                    <a:pt x="331981" y="195119"/>
                  </a:lnTo>
                  <a:lnTo>
                    <a:pt x="332782" y="189896"/>
                  </a:lnTo>
                  <a:lnTo>
                    <a:pt x="333417" y="184650"/>
                  </a:lnTo>
                  <a:lnTo>
                    <a:pt x="333887" y="179386"/>
                  </a:lnTo>
                  <a:lnTo>
                    <a:pt x="334190" y="174110"/>
                  </a:lnTo>
                  <a:lnTo>
                    <a:pt x="334326" y="168827"/>
                  </a:lnTo>
                  <a:lnTo>
                    <a:pt x="334295" y="163542"/>
                  </a:lnTo>
                  <a:lnTo>
                    <a:pt x="334097" y="158261"/>
                  </a:lnTo>
                  <a:lnTo>
                    <a:pt x="333732" y="152989"/>
                  </a:lnTo>
                  <a:lnTo>
                    <a:pt x="333200" y="147731"/>
                  </a:lnTo>
                  <a:lnTo>
                    <a:pt x="332503" y="142493"/>
                  </a:lnTo>
                  <a:lnTo>
                    <a:pt x="331641" y="137279"/>
                  </a:lnTo>
                  <a:lnTo>
                    <a:pt x="330614" y="132095"/>
                  </a:lnTo>
                  <a:lnTo>
                    <a:pt x="329423" y="126946"/>
                  </a:lnTo>
                  <a:lnTo>
                    <a:pt x="328071" y="121837"/>
                  </a:lnTo>
                  <a:lnTo>
                    <a:pt x="326558" y="116774"/>
                  </a:lnTo>
                  <a:lnTo>
                    <a:pt x="324885" y="111761"/>
                  </a:lnTo>
                  <a:lnTo>
                    <a:pt x="323055" y="106803"/>
                  </a:lnTo>
                  <a:lnTo>
                    <a:pt x="321069" y="101906"/>
                  </a:lnTo>
                  <a:lnTo>
                    <a:pt x="318929" y="97074"/>
                  </a:lnTo>
                  <a:lnTo>
                    <a:pt x="316638" y="92312"/>
                  </a:lnTo>
                  <a:lnTo>
                    <a:pt x="314197" y="87624"/>
                  </a:lnTo>
                  <a:lnTo>
                    <a:pt x="311609" y="83017"/>
                  </a:lnTo>
                  <a:lnTo>
                    <a:pt x="308877" y="78493"/>
                  </a:lnTo>
                  <a:lnTo>
                    <a:pt x="306003" y="74058"/>
                  </a:lnTo>
                  <a:lnTo>
                    <a:pt x="302991" y="69716"/>
                  </a:lnTo>
                  <a:lnTo>
                    <a:pt x="299843" y="65471"/>
                  </a:lnTo>
                  <a:lnTo>
                    <a:pt x="296562" y="61328"/>
                  </a:lnTo>
                  <a:lnTo>
                    <a:pt x="293152" y="57291"/>
                  </a:lnTo>
                  <a:lnTo>
                    <a:pt x="289616" y="53364"/>
                  </a:lnTo>
                  <a:lnTo>
                    <a:pt x="285957" y="49550"/>
                  </a:lnTo>
                  <a:lnTo>
                    <a:pt x="282180" y="45854"/>
                  </a:lnTo>
                  <a:lnTo>
                    <a:pt x="278288" y="42279"/>
                  </a:lnTo>
                  <a:lnTo>
                    <a:pt x="274285" y="38829"/>
                  </a:lnTo>
                  <a:lnTo>
                    <a:pt x="270175" y="35507"/>
                  </a:lnTo>
                  <a:lnTo>
                    <a:pt x="265962" y="32317"/>
                  </a:lnTo>
                  <a:lnTo>
                    <a:pt x="261650" y="29262"/>
                  </a:lnTo>
                  <a:lnTo>
                    <a:pt x="257243" y="26344"/>
                  </a:lnTo>
                  <a:lnTo>
                    <a:pt x="252747" y="23567"/>
                  </a:lnTo>
                  <a:lnTo>
                    <a:pt x="248165" y="20934"/>
                  </a:lnTo>
                  <a:lnTo>
                    <a:pt x="243502" y="18446"/>
                  </a:lnTo>
                  <a:lnTo>
                    <a:pt x="238763" y="16108"/>
                  </a:lnTo>
                  <a:lnTo>
                    <a:pt x="233953" y="13920"/>
                  </a:lnTo>
                  <a:lnTo>
                    <a:pt x="229075" y="11886"/>
                  </a:lnTo>
                  <a:lnTo>
                    <a:pt x="224136" y="10006"/>
                  </a:lnTo>
                  <a:lnTo>
                    <a:pt x="219140" y="8284"/>
                  </a:lnTo>
                  <a:lnTo>
                    <a:pt x="214092" y="6721"/>
                  </a:lnTo>
                  <a:lnTo>
                    <a:pt x="208997" y="5318"/>
                  </a:lnTo>
                  <a:lnTo>
                    <a:pt x="203860" y="4076"/>
                  </a:lnTo>
                  <a:lnTo>
                    <a:pt x="198686" y="2998"/>
                  </a:lnTo>
                  <a:lnTo>
                    <a:pt x="193481" y="2084"/>
                  </a:lnTo>
                  <a:lnTo>
                    <a:pt x="188250" y="1334"/>
                  </a:lnTo>
                  <a:lnTo>
                    <a:pt x="182998" y="751"/>
                  </a:lnTo>
                  <a:lnTo>
                    <a:pt x="177729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197" y="0"/>
                  </a:moveTo>
                  <a:lnTo>
                    <a:pt x="0" y="0"/>
                  </a:lnTo>
                  <a:lnTo>
                    <a:pt x="19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7" y="5018213"/>
              <a:ext cx="334319" cy="334330"/>
            </a:xfrm>
            <a:custGeom>
              <a:avLst/>
              <a:pathLst>
                <a:path w="334319" h="334330">
                  <a:moveTo>
                    <a:pt x="166956" y="0"/>
                  </a:moveTo>
                  <a:lnTo>
                    <a:pt x="161666" y="89"/>
                  </a:lnTo>
                  <a:lnTo>
                    <a:pt x="156382" y="347"/>
                  </a:lnTo>
                  <a:lnTo>
                    <a:pt x="151108" y="771"/>
                  </a:lnTo>
                  <a:lnTo>
                    <a:pt x="145851" y="1362"/>
                  </a:lnTo>
                  <a:lnTo>
                    <a:pt x="140615" y="2119"/>
                  </a:lnTo>
                  <a:lnTo>
                    <a:pt x="135405" y="3042"/>
                  </a:lnTo>
                  <a:lnTo>
                    <a:pt x="130227" y="4129"/>
                  </a:lnTo>
                  <a:lnTo>
                    <a:pt x="125086" y="5379"/>
                  </a:lnTo>
                  <a:lnTo>
                    <a:pt x="119988" y="6791"/>
                  </a:lnTo>
                  <a:lnTo>
                    <a:pt x="114936" y="8364"/>
                  </a:lnTo>
                  <a:lnTo>
                    <a:pt x="109937" y="10096"/>
                  </a:lnTo>
                  <a:lnTo>
                    <a:pt x="104995" y="11985"/>
                  </a:lnTo>
                  <a:lnTo>
                    <a:pt x="100116" y="14030"/>
                  </a:lnTo>
                  <a:lnTo>
                    <a:pt x="95304" y="16228"/>
                  </a:lnTo>
                  <a:lnTo>
                    <a:pt x="90563" y="18577"/>
                  </a:lnTo>
                  <a:lnTo>
                    <a:pt x="85899" y="21075"/>
                  </a:lnTo>
                  <a:lnTo>
                    <a:pt x="81317" y="23719"/>
                  </a:lnTo>
                  <a:lnTo>
                    <a:pt x="76821" y="26508"/>
                  </a:lnTo>
                  <a:lnTo>
                    <a:pt x="72415" y="29437"/>
                  </a:lnTo>
                  <a:lnTo>
                    <a:pt x="68104" y="32503"/>
                  </a:lnTo>
                  <a:lnTo>
                    <a:pt x="63892" y="35705"/>
                  </a:lnTo>
                  <a:lnTo>
                    <a:pt x="59784" y="39039"/>
                  </a:lnTo>
                  <a:lnTo>
                    <a:pt x="55783" y="42501"/>
                  </a:lnTo>
                  <a:lnTo>
                    <a:pt x="51894" y="46087"/>
                  </a:lnTo>
                  <a:lnTo>
                    <a:pt x="48120" y="49795"/>
                  </a:lnTo>
                  <a:lnTo>
                    <a:pt x="44465" y="53621"/>
                  </a:lnTo>
                  <a:lnTo>
                    <a:pt x="40934" y="57560"/>
                  </a:lnTo>
                  <a:lnTo>
                    <a:pt x="37529" y="61609"/>
                  </a:lnTo>
                  <a:lnTo>
                    <a:pt x="34253" y="65764"/>
                  </a:lnTo>
                  <a:lnTo>
                    <a:pt x="31111" y="70020"/>
                  </a:lnTo>
                  <a:lnTo>
                    <a:pt x="28105" y="74374"/>
                  </a:lnTo>
                  <a:lnTo>
                    <a:pt x="25238" y="78820"/>
                  </a:lnTo>
                  <a:lnTo>
                    <a:pt x="22513" y="83356"/>
                  </a:lnTo>
                  <a:lnTo>
                    <a:pt x="19934" y="87975"/>
                  </a:lnTo>
                  <a:lnTo>
                    <a:pt x="17501" y="92673"/>
                  </a:lnTo>
                  <a:lnTo>
                    <a:pt x="15219" y="97446"/>
                  </a:lnTo>
                  <a:lnTo>
                    <a:pt x="13089" y="102289"/>
                  </a:lnTo>
                  <a:lnTo>
                    <a:pt x="11113" y="107197"/>
                  </a:lnTo>
                  <a:lnTo>
                    <a:pt x="9293" y="112164"/>
                  </a:lnTo>
                  <a:lnTo>
                    <a:pt x="7632" y="117187"/>
                  </a:lnTo>
                  <a:lnTo>
                    <a:pt x="6130" y="122260"/>
                  </a:lnTo>
                  <a:lnTo>
                    <a:pt x="4790" y="127378"/>
                  </a:lnTo>
                  <a:lnTo>
                    <a:pt x="3612" y="132536"/>
                  </a:lnTo>
                  <a:lnTo>
                    <a:pt x="2598" y="137729"/>
                  </a:lnTo>
                  <a:lnTo>
                    <a:pt x="1749" y="142951"/>
                  </a:lnTo>
                  <a:lnTo>
                    <a:pt x="1065" y="148197"/>
                  </a:lnTo>
                  <a:lnTo>
                    <a:pt x="548" y="153462"/>
                  </a:lnTo>
                  <a:lnTo>
                    <a:pt x="198" y="158741"/>
                  </a:lnTo>
                  <a:lnTo>
                    <a:pt x="15" y="164029"/>
                  </a:lnTo>
                  <a:lnTo>
                    <a:pt x="0" y="169319"/>
                  </a:lnTo>
                  <a:lnTo>
                    <a:pt x="151" y="174608"/>
                  </a:lnTo>
                  <a:lnTo>
                    <a:pt x="470" y="179889"/>
                  </a:lnTo>
                  <a:lnTo>
                    <a:pt x="956" y="185157"/>
                  </a:lnTo>
                  <a:lnTo>
                    <a:pt x="1609" y="190407"/>
                  </a:lnTo>
                  <a:lnTo>
                    <a:pt x="2427" y="195634"/>
                  </a:lnTo>
                  <a:lnTo>
                    <a:pt x="3411" y="200833"/>
                  </a:lnTo>
                  <a:lnTo>
                    <a:pt x="4558" y="205997"/>
                  </a:lnTo>
                  <a:lnTo>
                    <a:pt x="5868" y="211123"/>
                  </a:lnTo>
                  <a:lnTo>
                    <a:pt x="7340" y="216205"/>
                  </a:lnTo>
                  <a:lnTo>
                    <a:pt x="8972" y="221238"/>
                  </a:lnTo>
                  <a:lnTo>
                    <a:pt x="10762" y="226216"/>
                  </a:lnTo>
                  <a:lnTo>
                    <a:pt x="12709" y="231135"/>
                  </a:lnTo>
                  <a:lnTo>
                    <a:pt x="14811" y="235991"/>
                  </a:lnTo>
                  <a:lnTo>
                    <a:pt x="17065" y="240777"/>
                  </a:lnTo>
                  <a:lnTo>
                    <a:pt x="19469" y="245490"/>
                  </a:lnTo>
                  <a:lnTo>
                    <a:pt x="22022" y="250124"/>
                  </a:lnTo>
                  <a:lnTo>
                    <a:pt x="24720" y="254675"/>
                  </a:lnTo>
                  <a:lnTo>
                    <a:pt x="27560" y="259138"/>
                  </a:lnTo>
                  <a:lnTo>
                    <a:pt x="30540" y="263510"/>
                  </a:lnTo>
                  <a:lnTo>
                    <a:pt x="33658" y="267784"/>
                  </a:lnTo>
                  <a:lnTo>
                    <a:pt x="36908" y="271958"/>
                  </a:lnTo>
                  <a:lnTo>
                    <a:pt x="40290" y="276027"/>
                  </a:lnTo>
                  <a:lnTo>
                    <a:pt x="43798" y="279987"/>
                  </a:lnTo>
                  <a:lnTo>
                    <a:pt x="47430" y="283835"/>
                  </a:lnTo>
                  <a:lnTo>
                    <a:pt x="51182" y="287565"/>
                  </a:lnTo>
                  <a:lnTo>
                    <a:pt x="55050" y="291174"/>
                  </a:lnTo>
                  <a:lnTo>
                    <a:pt x="59030" y="294660"/>
                  </a:lnTo>
                  <a:lnTo>
                    <a:pt x="63119" y="298017"/>
                  </a:lnTo>
                  <a:lnTo>
                    <a:pt x="67312" y="301244"/>
                  </a:lnTo>
                  <a:lnTo>
                    <a:pt x="71604" y="304336"/>
                  </a:lnTo>
                  <a:lnTo>
                    <a:pt x="75993" y="307291"/>
                  </a:lnTo>
                  <a:lnTo>
                    <a:pt x="80473" y="310106"/>
                  </a:lnTo>
                  <a:lnTo>
                    <a:pt x="85039" y="312777"/>
                  </a:lnTo>
                  <a:lnTo>
                    <a:pt x="89688" y="315302"/>
                  </a:lnTo>
                  <a:lnTo>
                    <a:pt x="94415" y="317680"/>
                  </a:lnTo>
                  <a:lnTo>
                    <a:pt x="99214" y="319906"/>
                  </a:lnTo>
                  <a:lnTo>
                    <a:pt x="104082" y="321979"/>
                  </a:lnTo>
                  <a:lnTo>
                    <a:pt x="109012" y="323898"/>
                  </a:lnTo>
                  <a:lnTo>
                    <a:pt x="114001" y="325659"/>
                  </a:lnTo>
                  <a:lnTo>
                    <a:pt x="119043" y="327262"/>
                  </a:lnTo>
                  <a:lnTo>
                    <a:pt x="124133" y="328704"/>
                  </a:lnTo>
                  <a:lnTo>
                    <a:pt x="129267" y="329984"/>
                  </a:lnTo>
                  <a:lnTo>
                    <a:pt x="134438" y="331102"/>
                  </a:lnTo>
                  <a:lnTo>
                    <a:pt x="139642" y="332055"/>
                  </a:lnTo>
                  <a:lnTo>
                    <a:pt x="144873" y="332843"/>
                  </a:lnTo>
                  <a:lnTo>
                    <a:pt x="150127" y="333465"/>
                  </a:lnTo>
                  <a:lnTo>
                    <a:pt x="155398" y="333920"/>
                  </a:lnTo>
                  <a:lnTo>
                    <a:pt x="160681" y="334209"/>
                  </a:lnTo>
                  <a:lnTo>
                    <a:pt x="165970" y="334330"/>
                  </a:lnTo>
                  <a:lnTo>
                    <a:pt x="171261" y="334284"/>
                  </a:lnTo>
                  <a:lnTo>
                    <a:pt x="176547" y="334070"/>
                  </a:lnTo>
                  <a:lnTo>
                    <a:pt x="181824" y="333689"/>
                  </a:lnTo>
                  <a:lnTo>
                    <a:pt x="187086" y="333142"/>
                  </a:lnTo>
                  <a:lnTo>
                    <a:pt x="192328" y="332428"/>
                  </a:lnTo>
                  <a:lnTo>
                    <a:pt x="197545" y="331548"/>
                  </a:lnTo>
                  <a:lnTo>
                    <a:pt x="202732" y="330504"/>
                  </a:lnTo>
                  <a:lnTo>
                    <a:pt x="207883" y="329297"/>
                  </a:lnTo>
                  <a:lnTo>
                    <a:pt x="212993" y="327926"/>
                  </a:lnTo>
                  <a:lnTo>
                    <a:pt x="218057" y="326395"/>
                  </a:lnTo>
                  <a:lnTo>
                    <a:pt x="223070" y="324705"/>
                  </a:lnTo>
                  <a:lnTo>
                    <a:pt x="228028" y="322856"/>
                  </a:lnTo>
                  <a:lnTo>
                    <a:pt x="232924" y="320852"/>
                  </a:lnTo>
                  <a:lnTo>
                    <a:pt x="237754" y="318694"/>
                  </a:lnTo>
                  <a:lnTo>
                    <a:pt x="242514" y="316384"/>
                  </a:lnTo>
                  <a:lnTo>
                    <a:pt x="247198" y="313924"/>
                  </a:lnTo>
                  <a:lnTo>
                    <a:pt x="251802" y="311318"/>
                  </a:lnTo>
                  <a:lnTo>
                    <a:pt x="256321" y="308567"/>
                  </a:lnTo>
                  <a:lnTo>
                    <a:pt x="260751" y="305674"/>
                  </a:lnTo>
                  <a:lnTo>
                    <a:pt x="265087" y="302643"/>
                  </a:lnTo>
                  <a:lnTo>
                    <a:pt x="269325" y="299476"/>
                  </a:lnTo>
                  <a:lnTo>
                    <a:pt x="273461" y="296177"/>
                  </a:lnTo>
                  <a:lnTo>
                    <a:pt x="277490" y="292748"/>
                  </a:lnTo>
                  <a:lnTo>
                    <a:pt x="281409" y="289194"/>
                  </a:lnTo>
                  <a:lnTo>
                    <a:pt x="285213" y="285517"/>
                  </a:lnTo>
                  <a:lnTo>
                    <a:pt x="288899" y="281722"/>
                  </a:lnTo>
                  <a:lnTo>
                    <a:pt x="292463" y="277812"/>
                  </a:lnTo>
                  <a:lnTo>
                    <a:pt x="295902" y="273791"/>
                  </a:lnTo>
                  <a:lnTo>
                    <a:pt x="299211" y="269663"/>
                  </a:lnTo>
                  <a:lnTo>
                    <a:pt x="302389" y="265433"/>
                  </a:lnTo>
                  <a:lnTo>
                    <a:pt x="305431" y="261104"/>
                  </a:lnTo>
                  <a:lnTo>
                    <a:pt x="308334" y="256682"/>
                  </a:lnTo>
                  <a:lnTo>
                    <a:pt x="311096" y="252169"/>
                  </a:lnTo>
                  <a:lnTo>
                    <a:pt x="313714" y="247572"/>
                  </a:lnTo>
                  <a:lnTo>
                    <a:pt x="316185" y="242893"/>
                  </a:lnTo>
                  <a:lnTo>
                    <a:pt x="318506" y="238139"/>
                  </a:lnTo>
                  <a:lnTo>
                    <a:pt x="320677" y="233314"/>
                  </a:lnTo>
                  <a:lnTo>
                    <a:pt x="322693" y="228423"/>
                  </a:lnTo>
                  <a:lnTo>
                    <a:pt x="324553" y="223470"/>
                  </a:lnTo>
                  <a:lnTo>
                    <a:pt x="326256" y="218461"/>
                  </a:lnTo>
                  <a:lnTo>
                    <a:pt x="327800" y="213401"/>
                  </a:lnTo>
                  <a:lnTo>
                    <a:pt x="329182" y="208294"/>
                  </a:lnTo>
                  <a:lnTo>
                    <a:pt x="330403" y="203146"/>
                  </a:lnTo>
                  <a:lnTo>
                    <a:pt x="331459" y="197962"/>
                  </a:lnTo>
                  <a:lnTo>
                    <a:pt x="332352" y="192747"/>
                  </a:lnTo>
                  <a:lnTo>
                    <a:pt x="333078" y="187507"/>
                  </a:lnTo>
                  <a:lnTo>
                    <a:pt x="333639" y="182246"/>
                  </a:lnTo>
                  <a:lnTo>
                    <a:pt x="334033" y="176970"/>
                  </a:lnTo>
                  <a:lnTo>
                    <a:pt x="334259" y="171684"/>
                  </a:lnTo>
                  <a:lnTo>
                    <a:pt x="334319" y="166394"/>
                  </a:lnTo>
                  <a:lnTo>
                    <a:pt x="334211" y="161105"/>
                  </a:lnTo>
                  <a:lnTo>
                    <a:pt x="333935" y="155821"/>
                  </a:lnTo>
                  <a:lnTo>
                    <a:pt x="333493" y="150549"/>
                  </a:lnTo>
                  <a:lnTo>
                    <a:pt x="332883" y="145294"/>
                  </a:lnTo>
                  <a:lnTo>
                    <a:pt x="332108" y="140060"/>
                  </a:lnTo>
                  <a:lnTo>
                    <a:pt x="331168" y="134854"/>
                  </a:lnTo>
                  <a:lnTo>
                    <a:pt x="330063" y="129680"/>
                  </a:lnTo>
                  <a:lnTo>
                    <a:pt x="328795" y="124543"/>
                  </a:lnTo>
                  <a:lnTo>
                    <a:pt x="327366" y="119450"/>
                  </a:lnTo>
                  <a:lnTo>
                    <a:pt x="325775" y="114404"/>
                  </a:lnTo>
                  <a:lnTo>
                    <a:pt x="324026" y="109411"/>
                  </a:lnTo>
                  <a:lnTo>
                    <a:pt x="322120" y="104475"/>
                  </a:lnTo>
                  <a:lnTo>
                    <a:pt x="320058" y="99603"/>
                  </a:lnTo>
                  <a:lnTo>
                    <a:pt x="317844" y="94798"/>
                  </a:lnTo>
                  <a:lnTo>
                    <a:pt x="315478" y="90066"/>
                  </a:lnTo>
                  <a:lnTo>
                    <a:pt x="312964" y="85411"/>
                  </a:lnTo>
                  <a:lnTo>
                    <a:pt x="310304" y="80837"/>
                  </a:lnTo>
                  <a:lnTo>
                    <a:pt x="307501" y="76351"/>
                  </a:lnTo>
                  <a:lnTo>
                    <a:pt x="304556" y="71955"/>
                  </a:lnTo>
                  <a:lnTo>
                    <a:pt x="301475" y="67655"/>
                  </a:lnTo>
                  <a:lnTo>
                    <a:pt x="298258" y="63454"/>
                  </a:lnTo>
                  <a:lnTo>
                    <a:pt x="294911" y="59357"/>
                  </a:lnTo>
                  <a:lnTo>
                    <a:pt x="291435" y="55368"/>
                  </a:lnTo>
                  <a:lnTo>
                    <a:pt x="287835" y="51491"/>
                  </a:lnTo>
                  <a:lnTo>
                    <a:pt x="284114" y="47730"/>
                  </a:lnTo>
                  <a:lnTo>
                    <a:pt x="280276" y="44089"/>
                  </a:lnTo>
                  <a:lnTo>
                    <a:pt x="276325" y="40571"/>
                  </a:lnTo>
                  <a:lnTo>
                    <a:pt x="272264" y="37180"/>
                  </a:lnTo>
                  <a:lnTo>
                    <a:pt x="268098" y="33919"/>
                  </a:lnTo>
                  <a:lnTo>
                    <a:pt x="263831" y="30791"/>
                  </a:lnTo>
                  <a:lnTo>
                    <a:pt x="259467" y="27800"/>
                  </a:lnTo>
                  <a:lnTo>
                    <a:pt x="255010" y="24948"/>
                  </a:lnTo>
                  <a:lnTo>
                    <a:pt x="250466" y="22239"/>
                  </a:lnTo>
                  <a:lnTo>
                    <a:pt x="245838" y="19676"/>
                  </a:lnTo>
                  <a:lnTo>
                    <a:pt x="241131" y="17260"/>
                  </a:lnTo>
                  <a:lnTo>
                    <a:pt x="236350" y="14994"/>
                  </a:lnTo>
                  <a:lnTo>
                    <a:pt x="231500" y="12880"/>
                  </a:lnTo>
                  <a:lnTo>
                    <a:pt x="226586" y="10921"/>
                  </a:lnTo>
                  <a:lnTo>
                    <a:pt x="221612" y="9119"/>
                  </a:lnTo>
                  <a:lnTo>
                    <a:pt x="216583" y="7475"/>
                  </a:lnTo>
                  <a:lnTo>
                    <a:pt x="211505" y="5990"/>
                  </a:lnTo>
                  <a:lnTo>
                    <a:pt x="206382" y="4668"/>
                  </a:lnTo>
                  <a:lnTo>
                    <a:pt x="201220" y="3508"/>
                  </a:lnTo>
                  <a:lnTo>
                    <a:pt x="196024" y="2511"/>
                  </a:lnTo>
                  <a:lnTo>
                    <a:pt x="190800" y="1680"/>
                  </a:lnTo>
                  <a:lnTo>
                    <a:pt x="185551" y="1015"/>
                  </a:lnTo>
                  <a:lnTo>
                    <a:pt x="180284" y="516"/>
                  </a:lnTo>
                  <a:lnTo>
                    <a:pt x="175004" y="184"/>
                  </a:lnTo>
                  <a:lnTo>
                    <a:pt x="169716" y="19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2562" cy="167167"/>
            </a:xfrm>
            <a:custGeom>
              <a:avLst/>
              <a:pathLst>
                <a:path w="2562" h="167167">
                  <a:moveTo>
                    <a:pt x="2562" y="1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815369" y="5269756"/>
              <a:ext cx="149132" cy="167167"/>
            </a:xfrm>
            <a:custGeom>
              <a:avLst/>
              <a:pathLst>
                <a:path w="149132" h="167167">
                  <a:moveTo>
                    <a:pt x="149132" y="0"/>
                  </a:moveTo>
                  <a:lnTo>
                    <a:pt x="143714" y="87"/>
                  </a:lnTo>
                  <a:lnTo>
                    <a:pt x="138303" y="351"/>
                  </a:lnTo>
                  <a:lnTo>
                    <a:pt x="132903" y="789"/>
                  </a:lnTo>
                  <a:lnTo>
                    <a:pt x="127520" y="1402"/>
                  </a:lnTo>
                  <a:lnTo>
                    <a:pt x="122159" y="2190"/>
                  </a:lnTo>
                  <a:lnTo>
                    <a:pt x="116827" y="3151"/>
                  </a:lnTo>
                  <a:lnTo>
                    <a:pt x="111529" y="4284"/>
                  </a:lnTo>
                  <a:lnTo>
                    <a:pt x="106270" y="5588"/>
                  </a:lnTo>
                  <a:lnTo>
                    <a:pt x="101057" y="7062"/>
                  </a:lnTo>
                  <a:lnTo>
                    <a:pt x="95893" y="8704"/>
                  </a:lnTo>
                  <a:lnTo>
                    <a:pt x="90786" y="10512"/>
                  </a:lnTo>
                  <a:lnTo>
                    <a:pt x="85740" y="12485"/>
                  </a:lnTo>
                  <a:lnTo>
                    <a:pt x="80761" y="14621"/>
                  </a:lnTo>
                  <a:lnTo>
                    <a:pt x="75853" y="16916"/>
                  </a:lnTo>
                  <a:lnTo>
                    <a:pt x="71023" y="19370"/>
                  </a:lnTo>
                  <a:lnTo>
                    <a:pt x="66274" y="21979"/>
                  </a:lnTo>
                  <a:lnTo>
                    <a:pt x="61613" y="24740"/>
                  </a:lnTo>
                  <a:lnTo>
                    <a:pt x="57043" y="27651"/>
                  </a:lnTo>
                  <a:lnTo>
                    <a:pt x="52571" y="30708"/>
                  </a:lnTo>
                  <a:lnTo>
                    <a:pt x="48199" y="33909"/>
                  </a:lnTo>
                  <a:lnTo>
                    <a:pt x="43934" y="37250"/>
                  </a:lnTo>
                  <a:lnTo>
                    <a:pt x="39779" y="40727"/>
                  </a:lnTo>
                  <a:lnTo>
                    <a:pt x="35739" y="44337"/>
                  </a:lnTo>
                  <a:lnTo>
                    <a:pt x="31818" y="48077"/>
                  </a:lnTo>
                  <a:lnTo>
                    <a:pt x="28021" y="51941"/>
                  </a:lnTo>
                  <a:lnTo>
                    <a:pt x="24350" y="55926"/>
                  </a:lnTo>
                  <a:lnTo>
                    <a:pt x="20811" y="60028"/>
                  </a:lnTo>
                  <a:lnTo>
                    <a:pt x="17406" y="64243"/>
                  </a:lnTo>
                  <a:lnTo>
                    <a:pt x="14140" y="68566"/>
                  </a:lnTo>
                  <a:lnTo>
                    <a:pt x="11016" y="72992"/>
                  </a:lnTo>
                  <a:lnTo>
                    <a:pt x="8036" y="77517"/>
                  </a:lnTo>
                  <a:lnTo>
                    <a:pt x="5205" y="82137"/>
                  </a:lnTo>
                  <a:lnTo>
                    <a:pt x="2525" y="86845"/>
                  </a:lnTo>
                  <a:lnTo>
                    <a:pt x="0" y="91638"/>
                  </a:lnTo>
                  <a:lnTo>
                    <a:pt x="14913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39" y="5269756"/>
              <a:ext cx="334314" cy="334332"/>
            </a:xfrm>
            <a:custGeom>
              <a:avLst/>
              <a:pathLst>
                <a:path w="334314" h="334332">
                  <a:moveTo>
                    <a:pt x="18029" y="91638"/>
                  </a:moveTo>
                  <a:lnTo>
                    <a:pt x="15704" y="96416"/>
                  </a:lnTo>
                  <a:lnTo>
                    <a:pt x="13532" y="101265"/>
                  </a:lnTo>
                  <a:lnTo>
                    <a:pt x="11516" y="106181"/>
                  </a:lnTo>
                  <a:lnTo>
                    <a:pt x="9656" y="111159"/>
                  </a:lnTo>
                  <a:lnTo>
                    <a:pt x="7956" y="116193"/>
                  </a:lnTo>
                  <a:lnTo>
                    <a:pt x="6416" y="121278"/>
                  </a:lnTo>
                  <a:lnTo>
                    <a:pt x="5039" y="126410"/>
                  </a:lnTo>
                  <a:lnTo>
                    <a:pt x="3825" y="131583"/>
                  </a:lnTo>
                  <a:lnTo>
                    <a:pt x="2777" y="136792"/>
                  </a:lnTo>
                  <a:lnTo>
                    <a:pt x="1895" y="142032"/>
                  </a:lnTo>
                  <a:lnTo>
                    <a:pt x="1179" y="147297"/>
                  </a:lnTo>
                  <a:lnTo>
                    <a:pt x="632" y="152582"/>
                  </a:lnTo>
                  <a:lnTo>
                    <a:pt x="252" y="157882"/>
                  </a:lnTo>
                  <a:lnTo>
                    <a:pt x="41" y="163191"/>
                  </a:lnTo>
                  <a:lnTo>
                    <a:pt x="0" y="168504"/>
                  </a:lnTo>
                  <a:lnTo>
                    <a:pt x="126" y="173816"/>
                  </a:lnTo>
                  <a:lnTo>
                    <a:pt x="422" y="179121"/>
                  </a:lnTo>
                  <a:lnTo>
                    <a:pt x="886" y="184414"/>
                  </a:lnTo>
                  <a:lnTo>
                    <a:pt x="1518" y="189690"/>
                  </a:lnTo>
                  <a:lnTo>
                    <a:pt x="2318" y="194943"/>
                  </a:lnTo>
                  <a:lnTo>
                    <a:pt x="3284" y="200168"/>
                  </a:lnTo>
                  <a:lnTo>
                    <a:pt x="4416" y="205359"/>
                  </a:lnTo>
                  <a:lnTo>
                    <a:pt x="5712" y="210512"/>
                  </a:lnTo>
                  <a:lnTo>
                    <a:pt x="7171" y="215622"/>
                  </a:lnTo>
                  <a:lnTo>
                    <a:pt x="8791" y="220682"/>
                  </a:lnTo>
                  <a:lnTo>
                    <a:pt x="10572" y="225688"/>
                  </a:lnTo>
                  <a:lnTo>
                    <a:pt x="12511" y="230635"/>
                  </a:lnTo>
                  <a:lnTo>
                    <a:pt x="14606" y="235518"/>
                  </a:lnTo>
                  <a:lnTo>
                    <a:pt x="16856" y="240332"/>
                  </a:lnTo>
                  <a:lnTo>
                    <a:pt x="19257" y="245072"/>
                  </a:lnTo>
                  <a:lnTo>
                    <a:pt x="21807" y="249733"/>
                  </a:lnTo>
                  <a:lnTo>
                    <a:pt x="24505" y="254311"/>
                  </a:lnTo>
                  <a:lnTo>
                    <a:pt x="27346" y="258800"/>
                  </a:lnTo>
                  <a:lnTo>
                    <a:pt x="30329" y="263198"/>
                  </a:lnTo>
                  <a:lnTo>
                    <a:pt x="33450" y="267498"/>
                  </a:lnTo>
                  <a:lnTo>
                    <a:pt x="36707" y="271697"/>
                  </a:lnTo>
                  <a:lnTo>
                    <a:pt x="40094" y="275790"/>
                  </a:lnTo>
                  <a:lnTo>
                    <a:pt x="43611" y="279773"/>
                  </a:lnTo>
                  <a:lnTo>
                    <a:pt x="47252" y="283643"/>
                  </a:lnTo>
                  <a:lnTo>
                    <a:pt x="51014" y="287395"/>
                  </a:lnTo>
                  <a:lnTo>
                    <a:pt x="54894" y="291025"/>
                  </a:lnTo>
                  <a:lnTo>
                    <a:pt x="58887" y="294531"/>
                  </a:lnTo>
                  <a:lnTo>
                    <a:pt x="62989" y="297908"/>
                  </a:lnTo>
                  <a:lnTo>
                    <a:pt x="67197" y="301152"/>
                  </a:lnTo>
                  <a:lnTo>
                    <a:pt x="71506" y="304262"/>
                  </a:lnTo>
                  <a:lnTo>
                    <a:pt x="75911" y="307232"/>
                  </a:lnTo>
                  <a:lnTo>
                    <a:pt x="80409" y="310062"/>
                  </a:lnTo>
                  <a:lnTo>
                    <a:pt x="84994" y="312747"/>
                  </a:lnTo>
                  <a:lnTo>
                    <a:pt x="89662" y="315284"/>
                  </a:lnTo>
                  <a:lnTo>
                    <a:pt x="94409" y="317673"/>
                  </a:lnTo>
                  <a:lnTo>
                    <a:pt x="99228" y="319909"/>
                  </a:lnTo>
                  <a:lnTo>
                    <a:pt x="104117" y="321991"/>
                  </a:lnTo>
                  <a:lnTo>
                    <a:pt x="109069" y="323916"/>
                  </a:lnTo>
                  <a:lnTo>
                    <a:pt x="114080" y="325683"/>
                  </a:lnTo>
                  <a:lnTo>
                    <a:pt x="119145" y="327290"/>
                  </a:lnTo>
                  <a:lnTo>
                    <a:pt x="124258" y="328735"/>
                  </a:lnTo>
                  <a:lnTo>
                    <a:pt x="129415" y="330017"/>
                  </a:lnTo>
                  <a:lnTo>
                    <a:pt x="134609" y="331134"/>
                  </a:lnTo>
                  <a:lnTo>
                    <a:pt x="139837" y="332086"/>
                  </a:lnTo>
                  <a:lnTo>
                    <a:pt x="145092" y="332871"/>
                  </a:lnTo>
                  <a:lnTo>
                    <a:pt x="150369" y="333489"/>
                  </a:lnTo>
                  <a:lnTo>
                    <a:pt x="155664" y="333938"/>
                  </a:lnTo>
                  <a:lnTo>
                    <a:pt x="160970" y="334220"/>
                  </a:lnTo>
                  <a:lnTo>
                    <a:pt x="166282" y="334332"/>
                  </a:lnTo>
                  <a:lnTo>
                    <a:pt x="171595" y="334276"/>
                  </a:lnTo>
                  <a:lnTo>
                    <a:pt x="176904" y="334050"/>
                  </a:lnTo>
                  <a:lnTo>
                    <a:pt x="182202" y="333656"/>
                  </a:lnTo>
                  <a:lnTo>
                    <a:pt x="187486" y="333094"/>
                  </a:lnTo>
                  <a:lnTo>
                    <a:pt x="192749" y="332364"/>
                  </a:lnTo>
                  <a:lnTo>
                    <a:pt x="197986" y="331468"/>
                  </a:lnTo>
                  <a:lnTo>
                    <a:pt x="203192" y="330405"/>
                  </a:lnTo>
                  <a:lnTo>
                    <a:pt x="208362" y="329178"/>
                  </a:lnTo>
                  <a:lnTo>
                    <a:pt x="213490" y="327786"/>
                  </a:lnTo>
                  <a:lnTo>
                    <a:pt x="218571" y="326233"/>
                  </a:lnTo>
                  <a:lnTo>
                    <a:pt x="223601" y="324519"/>
                  </a:lnTo>
                  <a:lnTo>
                    <a:pt x="228573" y="322646"/>
                  </a:lnTo>
                  <a:lnTo>
                    <a:pt x="233483" y="320615"/>
                  </a:lnTo>
                  <a:lnTo>
                    <a:pt x="238327" y="318430"/>
                  </a:lnTo>
                  <a:lnTo>
                    <a:pt x="243098" y="316092"/>
                  </a:lnTo>
                  <a:lnTo>
                    <a:pt x="247793" y="313603"/>
                  </a:lnTo>
                  <a:lnTo>
                    <a:pt x="252406" y="310967"/>
                  </a:lnTo>
                  <a:lnTo>
                    <a:pt x="256933" y="308185"/>
                  </a:lnTo>
                  <a:lnTo>
                    <a:pt x="261369" y="305261"/>
                  </a:lnTo>
                  <a:lnTo>
                    <a:pt x="265710" y="302197"/>
                  </a:lnTo>
                  <a:lnTo>
                    <a:pt x="269952" y="298997"/>
                  </a:lnTo>
                  <a:lnTo>
                    <a:pt x="274090" y="295663"/>
                  </a:lnTo>
                  <a:lnTo>
                    <a:pt x="278119" y="292200"/>
                  </a:lnTo>
                  <a:lnTo>
                    <a:pt x="282037" y="288611"/>
                  </a:lnTo>
                  <a:lnTo>
                    <a:pt x="285839" y="284898"/>
                  </a:lnTo>
                  <a:lnTo>
                    <a:pt x="289520" y="281067"/>
                  </a:lnTo>
                  <a:lnTo>
                    <a:pt x="293078" y="277121"/>
                  </a:lnTo>
                  <a:lnTo>
                    <a:pt x="296509" y="273064"/>
                  </a:lnTo>
                  <a:lnTo>
                    <a:pt x="299809" y="268899"/>
                  </a:lnTo>
                  <a:lnTo>
                    <a:pt x="302976" y="264632"/>
                  </a:lnTo>
                  <a:lnTo>
                    <a:pt x="306005" y="260267"/>
                  </a:lnTo>
                  <a:lnTo>
                    <a:pt x="308893" y="255807"/>
                  </a:lnTo>
                  <a:lnTo>
                    <a:pt x="311639" y="251258"/>
                  </a:lnTo>
                  <a:lnTo>
                    <a:pt x="314238" y="246624"/>
                  </a:lnTo>
                  <a:lnTo>
                    <a:pt x="316689" y="241910"/>
                  </a:lnTo>
                  <a:lnTo>
                    <a:pt x="318989" y="237120"/>
                  </a:lnTo>
                  <a:lnTo>
                    <a:pt x="321136" y="232259"/>
                  </a:lnTo>
                  <a:lnTo>
                    <a:pt x="323126" y="227333"/>
                  </a:lnTo>
                  <a:lnTo>
                    <a:pt x="324960" y="222346"/>
                  </a:lnTo>
                  <a:lnTo>
                    <a:pt x="326634" y="217303"/>
                  </a:lnTo>
                  <a:lnTo>
                    <a:pt x="328147" y="212209"/>
                  </a:lnTo>
                  <a:lnTo>
                    <a:pt x="329497" y="207070"/>
                  </a:lnTo>
                  <a:lnTo>
                    <a:pt x="330683" y="201891"/>
                  </a:lnTo>
                  <a:lnTo>
                    <a:pt x="331704" y="196676"/>
                  </a:lnTo>
                  <a:lnTo>
                    <a:pt x="332559" y="191432"/>
                  </a:lnTo>
                  <a:lnTo>
                    <a:pt x="333246" y="186163"/>
                  </a:lnTo>
                  <a:lnTo>
                    <a:pt x="333766" y="180876"/>
                  </a:lnTo>
                  <a:lnTo>
                    <a:pt x="334118" y="175574"/>
                  </a:lnTo>
                  <a:lnTo>
                    <a:pt x="334300" y="170263"/>
                  </a:lnTo>
                  <a:lnTo>
                    <a:pt x="334314" y="164950"/>
                  </a:lnTo>
                  <a:lnTo>
                    <a:pt x="334159" y="159639"/>
                  </a:lnTo>
                  <a:lnTo>
                    <a:pt x="333836" y="154335"/>
                  </a:lnTo>
                  <a:lnTo>
                    <a:pt x="333344" y="149045"/>
                  </a:lnTo>
                  <a:lnTo>
                    <a:pt x="332684" y="143772"/>
                  </a:lnTo>
                  <a:lnTo>
                    <a:pt x="331857" y="138524"/>
                  </a:lnTo>
                  <a:lnTo>
                    <a:pt x="330863" y="133304"/>
                  </a:lnTo>
                  <a:lnTo>
                    <a:pt x="329704" y="128119"/>
                  </a:lnTo>
                  <a:lnTo>
                    <a:pt x="328381" y="122972"/>
                  </a:lnTo>
                  <a:lnTo>
                    <a:pt x="326895" y="117871"/>
                  </a:lnTo>
                  <a:lnTo>
                    <a:pt x="325248" y="112819"/>
                  </a:lnTo>
                  <a:lnTo>
                    <a:pt x="323441" y="107823"/>
                  </a:lnTo>
                  <a:lnTo>
                    <a:pt x="321476" y="102886"/>
                  </a:lnTo>
                  <a:lnTo>
                    <a:pt x="319355" y="98014"/>
                  </a:lnTo>
                  <a:lnTo>
                    <a:pt x="317080" y="93212"/>
                  </a:lnTo>
                  <a:lnTo>
                    <a:pt x="314654" y="88485"/>
                  </a:lnTo>
                  <a:lnTo>
                    <a:pt x="312079" y="83837"/>
                  </a:lnTo>
                  <a:lnTo>
                    <a:pt x="309358" y="79274"/>
                  </a:lnTo>
                  <a:lnTo>
                    <a:pt x="306493" y="74799"/>
                  </a:lnTo>
                  <a:lnTo>
                    <a:pt x="303487" y="70418"/>
                  </a:lnTo>
                  <a:lnTo>
                    <a:pt x="300343" y="66134"/>
                  </a:lnTo>
                  <a:lnTo>
                    <a:pt x="297065" y="61952"/>
                  </a:lnTo>
                  <a:lnTo>
                    <a:pt x="293655" y="57877"/>
                  </a:lnTo>
                  <a:lnTo>
                    <a:pt x="290118" y="53912"/>
                  </a:lnTo>
                  <a:lnTo>
                    <a:pt x="286457" y="50062"/>
                  </a:lnTo>
                  <a:lnTo>
                    <a:pt x="282675" y="46329"/>
                  </a:lnTo>
                  <a:lnTo>
                    <a:pt x="278776" y="42719"/>
                  </a:lnTo>
                  <a:lnTo>
                    <a:pt x="274764" y="39235"/>
                  </a:lnTo>
                  <a:lnTo>
                    <a:pt x="270644" y="35880"/>
                  </a:lnTo>
                  <a:lnTo>
                    <a:pt x="266420" y="32657"/>
                  </a:lnTo>
                  <a:lnTo>
                    <a:pt x="262095" y="29571"/>
                  </a:lnTo>
                  <a:lnTo>
                    <a:pt x="257674" y="26623"/>
                  </a:lnTo>
                  <a:lnTo>
                    <a:pt x="253161" y="23818"/>
                  </a:lnTo>
                  <a:lnTo>
                    <a:pt x="248562" y="21157"/>
                  </a:lnTo>
                  <a:lnTo>
                    <a:pt x="243881" y="18644"/>
                  </a:lnTo>
                  <a:lnTo>
                    <a:pt x="239122" y="16281"/>
                  </a:lnTo>
                  <a:lnTo>
                    <a:pt x="234290" y="14070"/>
                  </a:lnTo>
                  <a:lnTo>
                    <a:pt x="229390" y="12014"/>
                  </a:lnTo>
                  <a:lnTo>
                    <a:pt x="224428" y="10114"/>
                  </a:lnTo>
                  <a:lnTo>
                    <a:pt x="219408" y="8374"/>
                  </a:lnTo>
                  <a:lnTo>
                    <a:pt x="214335" y="6794"/>
                  </a:lnTo>
                  <a:lnTo>
                    <a:pt x="209214" y="5375"/>
                  </a:lnTo>
                  <a:lnTo>
                    <a:pt x="204051" y="4121"/>
                  </a:lnTo>
                  <a:lnTo>
                    <a:pt x="198851" y="3031"/>
                  </a:lnTo>
                  <a:lnTo>
                    <a:pt x="193618" y="2106"/>
                  </a:lnTo>
                  <a:lnTo>
                    <a:pt x="188359" y="1349"/>
                  </a:lnTo>
                  <a:lnTo>
                    <a:pt x="183078" y="759"/>
                  </a:lnTo>
                  <a:lnTo>
                    <a:pt x="177782" y="337"/>
                  </a:lnTo>
                  <a:lnTo>
                    <a:pt x="172474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8924" y="5399291"/>
              <a:ext cx="7291" cy="167167"/>
            </a:xfrm>
            <a:custGeom>
              <a:avLst/>
              <a:pathLst>
                <a:path w="7291" h="167167">
                  <a:moveTo>
                    <a:pt x="7291" y="0"/>
                  </a:moveTo>
                  <a:lnTo>
                    <a:pt x="0" y="159"/>
                  </a:lnTo>
                  <a:lnTo>
                    <a:pt x="729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4" y="5399450"/>
              <a:ext cx="334311" cy="334174"/>
            </a:xfrm>
            <a:custGeom>
              <a:avLst/>
              <a:pathLst>
                <a:path w="334311" h="334174">
                  <a:moveTo>
                    <a:pt x="159870" y="0"/>
                  </a:moveTo>
                  <a:lnTo>
                    <a:pt x="154589" y="314"/>
                  </a:lnTo>
                  <a:lnTo>
                    <a:pt x="149322" y="795"/>
                  </a:lnTo>
                  <a:lnTo>
                    <a:pt x="144072" y="1443"/>
                  </a:lnTo>
                  <a:lnTo>
                    <a:pt x="138845" y="2256"/>
                  </a:lnTo>
                  <a:lnTo>
                    <a:pt x="133647" y="3234"/>
                  </a:lnTo>
                  <a:lnTo>
                    <a:pt x="128482" y="4377"/>
                  </a:lnTo>
                  <a:lnTo>
                    <a:pt x="123356" y="5682"/>
                  </a:lnTo>
                  <a:lnTo>
                    <a:pt x="118274" y="7149"/>
                  </a:lnTo>
                  <a:lnTo>
                    <a:pt x="113241" y="8775"/>
                  </a:lnTo>
                  <a:lnTo>
                    <a:pt x="108261" y="10561"/>
                  </a:lnTo>
                  <a:lnTo>
                    <a:pt x="103341" y="12502"/>
                  </a:lnTo>
                  <a:lnTo>
                    <a:pt x="98485" y="14599"/>
                  </a:lnTo>
                  <a:lnTo>
                    <a:pt x="93697" y="16848"/>
                  </a:lnTo>
                  <a:lnTo>
                    <a:pt x="88983" y="19248"/>
                  </a:lnTo>
                  <a:lnTo>
                    <a:pt x="84347" y="21795"/>
                  </a:lnTo>
                  <a:lnTo>
                    <a:pt x="79794" y="24488"/>
                  </a:lnTo>
                  <a:lnTo>
                    <a:pt x="75329" y="27323"/>
                  </a:lnTo>
                  <a:lnTo>
                    <a:pt x="70955" y="30299"/>
                  </a:lnTo>
                  <a:lnTo>
                    <a:pt x="66678" y="33411"/>
                  </a:lnTo>
                  <a:lnTo>
                    <a:pt x="62502" y="36657"/>
                  </a:lnTo>
                  <a:lnTo>
                    <a:pt x="58430" y="40034"/>
                  </a:lnTo>
                  <a:lnTo>
                    <a:pt x="54467" y="43537"/>
                  </a:lnTo>
                  <a:lnTo>
                    <a:pt x="50617" y="47165"/>
                  </a:lnTo>
                  <a:lnTo>
                    <a:pt x="46884" y="50912"/>
                  </a:lnTo>
                  <a:lnTo>
                    <a:pt x="43271" y="54775"/>
                  </a:lnTo>
                  <a:lnTo>
                    <a:pt x="39782" y="58751"/>
                  </a:lnTo>
                  <a:lnTo>
                    <a:pt x="36421" y="62836"/>
                  </a:lnTo>
                  <a:lnTo>
                    <a:pt x="33190" y="67024"/>
                  </a:lnTo>
                  <a:lnTo>
                    <a:pt x="30094" y="71313"/>
                  </a:lnTo>
                  <a:lnTo>
                    <a:pt x="27135" y="75698"/>
                  </a:lnTo>
                  <a:lnTo>
                    <a:pt x="24316" y="80174"/>
                  </a:lnTo>
                  <a:lnTo>
                    <a:pt x="21640" y="84736"/>
                  </a:lnTo>
                  <a:lnTo>
                    <a:pt x="19110" y="89382"/>
                  </a:lnTo>
                  <a:lnTo>
                    <a:pt x="16728" y="94105"/>
                  </a:lnTo>
                  <a:lnTo>
                    <a:pt x="14497" y="98901"/>
                  </a:lnTo>
                  <a:lnTo>
                    <a:pt x="12419" y="103765"/>
                  </a:lnTo>
                  <a:lnTo>
                    <a:pt x="10495" y="108692"/>
                  </a:lnTo>
                  <a:lnTo>
                    <a:pt x="8729" y="113678"/>
                  </a:lnTo>
                  <a:lnTo>
                    <a:pt x="7121" y="118718"/>
                  </a:lnTo>
                  <a:lnTo>
                    <a:pt x="5673" y="123805"/>
                  </a:lnTo>
                  <a:lnTo>
                    <a:pt x="4387" y="128936"/>
                  </a:lnTo>
                  <a:lnTo>
                    <a:pt x="3264" y="134105"/>
                  </a:lnTo>
                  <a:lnTo>
                    <a:pt x="2305" y="139307"/>
                  </a:lnTo>
                  <a:lnTo>
                    <a:pt x="1511" y="144537"/>
                  </a:lnTo>
                  <a:lnTo>
                    <a:pt x="883" y="149789"/>
                  </a:lnTo>
                  <a:lnTo>
                    <a:pt x="421" y="155059"/>
                  </a:lnTo>
                  <a:lnTo>
                    <a:pt x="127" y="160340"/>
                  </a:lnTo>
                  <a:lnTo>
                    <a:pt x="0" y="165628"/>
                  </a:lnTo>
                  <a:lnTo>
                    <a:pt x="40" y="170918"/>
                  </a:lnTo>
                  <a:lnTo>
                    <a:pt x="247" y="176203"/>
                  </a:lnTo>
                  <a:lnTo>
                    <a:pt x="621" y="181479"/>
                  </a:lnTo>
                  <a:lnTo>
                    <a:pt x="1163" y="186741"/>
                  </a:lnTo>
                  <a:lnTo>
                    <a:pt x="1870" y="191983"/>
                  </a:lnTo>
                  <a:lnTo>
                    <a:pt x="2743" y="197201"/>
                  </a:lnTo>
                  <a:lnTo>
                    <a:pt x="3781" y="202387"/>
                  </a:lnTo>
                  <a:lnTo>
                    <a:pt x="4982" y="207539"/>
                  </a:lnTo>
                  <a:lnTo>
                    <a:pt x="6345" y="212650"/>
                  </a:lnTo>
                  <a:lnTo>
                    <a:pt x="7870" y="217715"/>
                  </a:lnTo>
                  <a:lnTo>
                    <a:pt x="9554" y="222729"/>
                  </a:lnTo>
                  <a:lnTo>
                    <a:pt x="11396" y="227688"/>
                  </a:lnTo>
                  <a:lnTo>
                    <a:pt x="13394" y="232586"/>
                  </a:lnTo>
                  <a:lnTo>
                    <a:pt x="15545" y="237418"/>
                  </a:lnTo>
                  <a:lnTo>
                    <a:pt x="17849" y="242180"/>
                  </a:lnTo>
                  <a:lnTo>
                    <a:pt x="20302" y="246866"/>
                  </a:lnTo>
                  <a:lnTo>
                    <a:pt x="22902" y="251472"/>
                  </a:lnTo>
                  <a:lnTo>
                    <a:pt x="25647" y="255994"/>
                  </a:lnTo>
                  <a:lnTo>
                    <a:pt x="28533" y="260427"/>
                  </a:lnTo>
                  <a:lnTo>
                    <a:pt x="31558" y="264766"/>
                  </a:lnTo>
                  <a:lnTo>
                    <a:pt x="34719" y="269008"/>
                  </a:lnTo>
                  <a:lnTo>
                    <a:pt x="38012" y="273147"/>
                  </a:lnTo>
                  <a:lnTo>
                    <a:pt x="41435" y="277180"/>
                  </a:lnTo>
                  <a:lnTo>
                    <a:pt x="44984" y="281103"/>
                  </a:lnTo>
                  <a:lnTo>
                    <a:pt x="48655" y="284911"/>
                  </a:lnTo>
                  <a:lnTo>
                    <a:pt x="52444" y="288601"/>
                  </a:lnTo>
                  <a:lnTo>
                    <a:pt x="56349" y="292170"/>
                  </a:lnTo>
                  <a:lnTo>
                    <a:pt x="60364" y="295613"/>
                  </a:lnTo>
                  <a:lnTo>
                    <a:pt x="64487" y="298928"/>
                  </a:lnTo>
                  <a:lnTo>
                    <a:pt x="68712" y="302110"/>
                  </a:lnTo>
                  <a:lnTo>
                    <a:pt x="73036" y="305157"/>
                  </a:lnTo>
                  <a:lnTo>
                    <a:pt x="77454" y="308066"/>
                  </a:lnTo>
                  <a:lnTo>
                    <a:pt x="81961" y="310834"/>
                  </a:lnTo>
                  <a:lnTo>
                    <a:pt x="86554" y="313458"/>
                  </a:lnTo>
                  <a:lnTo>
                    <a:pt x="91228" y="315934"/>
                  </a:lnTo>
                  <a:lnTo>
                    <a:pt x="95978" y="318262"/>
                  </a:lnTo>
                  <a:lnTo>
                    <a:pt x="100799" y="320439"/>
                  </a:lnTo>
                  <a:lnTo>
                    <a:pt x="105687" y="322462"/>
                  </a:lnTo>
                  <a:lnTo>
                    <a:pt x="110636" y="324329"/>
                  </a:lnTo>
                  <a:lnTo>
                    <a:pt x="115642" y="326038"/>
                  </a:lnTo>
                  <a:lnTo>
                    <a:pt x="120699" y="327589"/>
                  </a:lnTo>
                  <a:lnTo>
                    <a:pt x="125803" y="328978"/>
                  </a:lnTo>
                  <a:lnTo>
                    <a:pt x="130948" y="330206"/>
                  </a:lnTo>
                  <a:lnTo>
                    <a:pt x="136130" y="331270"/>
                  </a:lnTo>
                  <a:lnTo>
                    <a:pt x="141342" y="332169"/>
                  </a:lnTo>
                  <a:lnTo>
                    <a:pt x="146581" y="332904"/>
                  </a:lnTo>
                  <a:lnTo>
                    <a:pt x="151840" y="333472"/>
                  </a:lnTo>
                  <a:lnTo>
                    <a:pt x="157114" y="333873"/>
                  </a:lnTo>
                  <a:lnTo>
                    <a:pt x="162398" y="334107"/>
                  </a:lnTo>
                  <a:lnTo>
                    <a:pt x="167688" y="334174"/>
                  </a:lnTo>
                  <a:lnTo>
                    <a:pt x="172976" y="334074"/>
                  </a:lnTo>
                  <a:lnTo>
                    <a:pt x="178259" y="333806"/>
                  </a:lnTo>
                  <a:lnTo>
                    <a:pt x="183531" y="333372"/>
                  </a:lnTo>
                  <a:lnTo>
                    <a:pt x="188786" y="332771"/>
                  </a:lnTo>
                  <a:lnTo>
                    <a:pt x="194020" y="332003"/>
                  </a:lnTo>
                  <a:lnTo>
                    <a:pt x="199227" y="331071"/>
                  </a:lnTo>
                  <a:lnTo>
                    <a:pt x="204401" y="329974"/>
                  </a:lnTo>
                  <a:lnTo>
                    <a:pt x="209539" y="328715"/>
                  </a:lnTo>
                  <a:lnTo>
                    <a:pt x="214634" y="327293"/>
                  </a:lnTo>
                  <a:lnTo>
                    <a:pt x="219681" y="325711"/>
                  </a:lnTo>
                  <a:lnTo>
                    <a:pt x="224676" y="323970"/>
                  </a:lnTo>
                  <a:lnTo>
                    <a:pt x="229613" y="322071"/>
                  </a:lnTo>
                  <a:lnTo>
                    <a:pt x="234488" y="320018"/>
                  </a:lnTo>
                  <a:lnTo>
                    <a:pt x="239295" y="317811"/>
                  </a:lnTo>
                  <a:lnTo>
                    <a:pt x="244031" y="315453"/>
                  </a:lnTo>
                  <a:lnTo>
                    <a:pt x="248689" y="312947"/>
                  </a:lnTo>
                  <a:lnTo>
                    <a:pt x="253265" y="310294"/>
                  </a:lnTo>
                  <a:lnTo>
                    <a:pt x="257755" y="307499"/>
                  </a:lnTo>
                  <a:lnTo>
                    <a:pt x="262155" y="304562"/>
                  </a:lnTo>
                  <a:lnTo>
                    <a:pt x="266460" y="301488"/>
                  </a:lnTo>
                  <a:lnTo>
                    <a:pt x="270665" y="298279"/>
                  </a:lnTo>
                  <a:lnTo>
                    <a:pt x="274766" y="294938"/>
                  </a:lnTo>
                  <a:lnTo>
                    <a:pt x="278760" y="291470"/>
                  </a:lnTo>
                  <a:lnTo>
                    <a:pt x="282642" y="287876"/>
                  </a:lnTo>
                  <a:lnTo>
                    <a:pt x="286408" y="284162"/>
                  </a:lnTo>
                  <a:lnTo>
                    <a:pt x="290055" y="280331"/>
                  </a:lnTo>
                  <a:lnTo>
                    <a:pt x="293579" y="276386"/>
                  </a:lnTo>
                  <a:lnTo>
                    <a:pt x="296976" y="272332"/>
                  </a:lnTo>
                  <a:lnTo>
                    <a:pt x="300243" y="268172"/>
                  </a:lnTo>
                  <a:lnTo>
                    <a:pt x="303377" y="263910"/>
                  </a:lnTo>
                  <a:lnTo>
                    <a:pt x="306375" y="259552"/>
                  </a:lnTo>
                  <a:lnTo>
                    <a:pt x="309233" y="255101"/>
                  </a:lnTo>
                  <a:lnTo>
                    <a:pt x="311949" y="250562"/>
                  </a:lnTo>
                  <a:lnTo>
                    <a:pt x="314520" y="245940"/>
                  </a:lnTo>
                  <a:lnTo>
                    <a:pt x="316944" y="241238"/>
                  </a:lnTo>
                  <a:lnTo>
                    <a:pt x="319218" y="236462"/>
                  </a:lnTo>
                  <a:lnTo>
                    <a:pt x="321339" y="231616"/>
                  </a:lnTo>
                  <a:lnTo>
                    <a:pt x="323306" y="226706"/>
                  </a:lnTo>
                  <a:lnTo>
                    <a:pt x="325116" y="221736"/>
                  </a:lnTo>
                  <a:lnTo>
                    <a:pt x="326769" y="216711"/>
                  </a:lnTo>
                  <a:lnTo>
                    <a:pt x="328261" y="211636"/>
                  </a:lnTo>
                  <a:lnTo>
                    <a:pt x="329593" y="206517"/>
                  </a:lnTo>
                  <a:lnTo>
                    <a:pt x="330761" y="201358"/>
                  </a:lnTo>
                  <a:lnTo>
                    <a:pt x="331766" y="196165"/>
                  </a:lnTo>
                  <a:lnTo>
                    <a:pt x="332606" y="190942"/>
                  </a:lnTo>
                  <a:lnTo>
                    <a:pt x="333281" y="185696"/>
                  </a:lnTo>
                  <a:lnTo>
                    <a:pt x="333789" y="180430"/>
                  </a:lnTo>
                  <a:lnTo>
                    <a:pt x="334130" y="175152"/>
                  </a:lnTo>
                  <a:lnTo>
                    <a:pt x="334304" y="169865"/>
                  </a:lnTo>
                  <a:lnTo>
                    <a:pt x="334311" y="164575"/>
                  </a:lnTo>
                  <a:lnTo>
                    <a:pt x="334150" y="159288"/>
                  </a:lnTo>
                  <a:lnTo>
                    <a:pt x="333823" y="154009"/>
                  </a:lnTo>
                  <a:lnTo>
                    <a:pt x="333328" y="148742"/>
                  </a:lnTo>
                  <a:lnTo>
                    <a:pt x="332667" y="143494"/>
                  </a:lnTo>
                  <a:lnTo>
                    <a:pt x="331840" y="138270"/>
                  </a:lnTo>
                  <a:lnTo>
                    <a:pt x="330848" y="133074"/>
                  </a:lnTo>
                  <a:lnTo>
                    <a:pt x="329693" y="127912"/>
                  </a:lnTo>
                  <a:lnTo>
                    <a:pt x="328374" y="122789"/>
                  </a:lnTo>
                  <a:lnTo>
                    <a:pt x="326895" y="117711"/>
                  </a:lnTo>
                  <a:lnTo>
                    <a:pt x="325255" y="112682"/>
                  </a:lnTo>
                  <a:lnTo>
                    <a:pt x="323457" y="107707"/>
                  </a:lnTo>
                  <a:lnTo>
                    <a:pt x="321503" y="102792"/>
                  </a:lnTo>
                  <a:lnTo>
                    <a:pt x="319394" y="97941"/>
                  </a:lnTo>
                  <a:lnTo>
                    <a:pt x="317132" y="93159"/>
                  </a:lnTo>
                  <a:lnTo>
                    <a:pt x="314721" y="88451"/>
                  </a:lnTo>
                  <a:lnTo>
                    <a:pt x="312161" y="83822"/>
                  </a:lnTo>
                  <a:lnTo>
                    <a:pt x="309457" y="79276"/>
                  </a:lnTo>
                  <a:lnTo>
                    <a:pt x="306610" y="74818"/>
                  </a:lnTo>
                  <a:lnTo>
                    <a:pt x="303623" y="70452"/>
                  </a:lnTo>
                  <a:lnTo>
                    <a:pt x="300500" y="66183"/>
                  </a:lnTo>
                  <a:lnTo>
                    <a:pt x="297243" y="62014"/>
                  </a:lnTo>
                  <a:lnTo>
                    <a:pt x="293856" y="57951"/>
                  </a:lnTo>
                  <a:lnTo>
                    <a:pt x="290342" y="53998"/>
                  </a:lnTo>
                  <a:lnTo>
                    <a:pt x="286705" y="50157"/>
                  </a:lnTo>
                  <a:lnTo>
                    <a:pt x="282948" y="46433"/>
                  </a:lnTo>
                  <a:lnTo>
                    <a:pt x="279076" y="42830"/>
                  </a:lnTo>
                  <a:lnTo>
                    <a:pt x="275091" y="39351"/>
                  </a:lnTo>
                  <a:lnTo>
                    <a:pt x="270998" y="36001"/>
                  </a:lnTo>
                  <a:lnTo>
                    <a:pt x="266801" y="32781"/>
                  </a:lnTo>
                  <a:lnTo>
                    <a:pt x="262504" y="29696"/>
                  </a:lnTo>
                  <a:lnTo>
                    <a:pt x="258112" y="26748"/>
                  </a:lnTo>
                  <a:lnTo>
                    <a:pt x="253629" y="23940"/>
                  </a:lnTo>
                  <a:lnTo>
                    <a:pt x="249059" y="21276"/>
                  </a:lnTo>
                  <a:lnTo>
                    <a:pt x="244408" y="18758"/>
                  </a:lnTo>
                  <a:lnTo>
                    <a:pt x="239678" y="16388"/>
                  </a:lnTo>
                  <a:lnTo>
                    <a:pt x="234877" y="14169"/>
                  </a:lnTo>
                  <a:lnTo>
                    <a:pt x="230007" y="12104"/>
                  </a:lnTo>
                  <a:lnTo>
                    <a:pt x="225075" y="10193"/>
                  </a:lnTo>
                  <a:lnTo>
                    <a:pt x="220084" y="8439"/>
                  </a:lnTo>
                  <a:lnTo>
                    <a:pt x="215041" y="6844"/>
                  </a:lnTo>
                  <a:lnTo>
                    <a:pt x="167161" y="1670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47879" cy="167167"/>
            </a:xfrm>
            <a:custGeom>
              <a:avLst/>
              <a:pathLst>
                <a:path w="47879" h="167167">
                  <a:moveTo>
                    <a:pt x="47879" y="7003"/>
                  </a:moveTo>
                  <a:lnTo>
                    <a:pt x="42033" y="5370"/>
                  </a:lnTo>
                  <a:lnTo>
                    <a:pt x="36132" y="3951"/>
                  </a:lnTo>
                  <a:lnTo>
                    <a:pt x="30183" y="2747"/>
                  </a:lnTo>
                  <a:lnTo>
                    <a:pt x="24194" y="1760"/>
                  </a:lnTo>
                  <a:lnTo>
                    <a:pt x="18173" y="990"/>
                  </a:lnTo>
                  <a:lnTo>
                    <a:pt x="12129" y="440"/>
                  </a:lnTo>
                  <a:lnTo>
                    <a:pt x="6068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41962" y="5399291"/>
              <a:ext cx="81581" cy="167167"/>
            </a:xfrm>
            <a:custGeom>
              <a:avLst/>
              <a:pathLst>
                <a:path w="81581" h="167167">
                  <a:moveTo>
                    <a:pt x="81581" y="0"/>
                  </a:moveTo>
                  <a:lnTo>
                    <a:pt x="75901" y="96"/>
                  </a:lnTo>
                  <a:lnTo>
                    <a:pt x="70227" y="386"/>
                  </a:lnTo>
                  <a:lnTo>
                    <a:pt x="64566" y="868"/>
                  </a:lnTo>
                  <a:lnTo>
                    <a:pt x="58924" y="1542"/>
                  </a:lnTo>
                  <a:lnTo>
                    <a:pt x="53309" y="2408"/>
                  </a:lnTo>
                  <a:lnTo>
                    <a:pt x="47727" y="3463"/>
                  </a:lnTo>
                  <a:lnTo>
                    <a:pt x="42183" y="4708"/>
                  </a:lnTo>
                  <a:lnTo>
                    <a:pt x="36685" y="6141"/>
                  </a:lnTo>
                  <a:lnTo>
                    <a:pt x="31239" y="7760"/>
                  </a:lnTo>
                  <a:lnTo>
                    <a:pt x="25851" y="9563"/>
                  </a:lnTo>
                  <a:lnTo>
                    <a:pt x="20528" y="11547"/>
                  </a:lnTo>
                  <a:lnTo>
                    <a:pt x="15275" y="13712"/>
                  </a:lnTo>
                  <a:lnTo>
                    <a:pt x="10099" y="16054"/>
                  </a:lnTo>
                  <a:lnTo>
                    <a:pt x="5005" y="18570"/>
                  </a:lnTo>
                  <a:lnTo>
                    <a:pt x="0" y="21258"/>
                  </a:lnTo>
                  <a:lnTo>
                    <a:pt x="815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1962" y="5420550"/>
              <a:ext cx="81581" cy="145908"/>
            </a:xfrm>
            <a:custGeom>
              <a:avLst/>
              <a:pathLst>
                <a:path w="81581" h="145908">
                  <a:moveTo>
                    <a:pt x="0" y="0"/>
                  </a:moveTo>
                  <a:lnTo>
                    <a:pt x="81581" y="1459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1962" y="5420550"/>
              <a:ext cx="81581" cy="145908"/>
            </a:xfrm>
            <a:custGeom>
              <a:avLst/>
              <a:pathLst>
                <a:path w="81581" h="145908">
                  <a:moveTo>
                    <a:pt x="0" y="0"/>
                  </a:moveTo>
                  <a:lnTo>
                    <a:pt x="81581" y="1459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1962" y="5420550"/>
              <a:ext cx="81581" cy="145908"/>
            </a:xfrm>
            <a:custGeom>
              <a:avLst/>
              <a:pathLst>
                <a:path w="81581" h="145908">
                  <a:moveTo>
                    <a:pt x="0" y="0"/>
                  </a:moveTo>
                  <a:lnTo>
                    <a:pt x="81581" y="1459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1962" y="5420550"/>
              <a:ext cx="81581" cy="145908"/>
            </a:xfrm>
            <a:custGeom>
              <a:avLst/>
              <a:pathLst>
                <a:path w="81581" h="145908">
                  <a:moveTo>
                    <a:pt x="0" y="0"/>
                  </a:moveTo>
                  <a:lnTo>
                    <a:pt x="81581" y="1459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1962" y="5420550"/>
              <a:ext cx="81581" cy="145908"/>
            </a:xfrm>
            <a:custGeom>
              <a:avLst/>
              <a:pathLst>
                <a:path w="81581" h="145908">
                  <a:moveTo>
                    <a:pt x="0" y="0"/>
                  </a:moveTo>
                  <a:lnTo>
                    <a:pt x="81581" y="1459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82" y="5420550"/>
              <a:ext cx="167161" cy="310488"/>
            </a:xfrm>
            <a:custGeom>
              <a:avLst/>
              <a:pathLst>
                <a:path w="167161" h="310488">
                  <a:moveTo>
                    <a:pt x="85579" y="0"/>
                  </a:moveTo>
                  <a:lnTo>
                    <a:pt x="80968" y="2675"/>
                  </a:lnTo>
                  <a:lnTo>
                    <a:pt x="76445" y="5496"/>
                  </a:lnTo>
                  <a:lnTo>
                    <a:pt x="72014" y="8460"/>
                  </a:lnTo>
                  <a:lnTo>
                    <a:pt x="67680" y="11564"/>
                  </a:lnTo>
                  <a:lnTo>
                    <a:pt x="63447" y="14804"/>
                  </a:lnTo>
                  <a:lnTo>
                    <a:pt x="59319" y="18177"/>
                  </a:lnTo>
                  <a:lnTo>
                    <a:pt x="55301" y="21681"/>
                  </a:lnTo>
                  <a:lnTo>
                    <a:pt x="51397" y="25311"/>
                  </a:lnTo>
                  <a:lnTo>
                    <a:pt x="47611" y="29063"/>
                  </a:lnTo>
                  <a:lnTo>
                    <a:pt x="43946" y="32934"/>
                  </a:lnTo>
                  <a:lnTo>
                    <a:pt x="40407" y="36921"/>
                  </a:lnTo>
                  <a:lnTo>
                    <a:pt x="36996" y="41018"/>
                  </a:lnTo>
                  <a:lnTo>
                    <a:pt x="33718" y="45221"/>
                  </a:lnTo>
                  <a:lnTo>
                    <a:pt x="30575" y="49527"/>
                  </a:lnTo>
                  <a:lnTo>
                    <a:pt x="27571" y="53931"/>
                  </a:lnTo>
                  <a:lnTo>
                    <a:pt x="24710" y="58429"/>
                  </a:lnTo>
                  <a:lnTo>
                    <a:pt x="21993" y="63015"/>
                  </a:lnTo>
                  <a:lnTo>
                    <a:pt x="19424" y="67686"/>
                  </a:lnTo>
                  <a:lnTo>
                    <a:pt x="17005" y="72437"/>
                  </a:lnTo>
                  <a:lnTo>
                    <a:pt x="14738" y="77262"/>
                  </a:lnTo>
                  <a:lnTo>
                    <a:pt x="12627" y="82157"/>
                  </a:lnTo>
                  <a:lnTo>
                    <a:pt x="10673" y="87116"/>
                  </a:lnTo>
                  <a:lnTo>
                    <a:pt x="8878" y="92136"/>
                  </a:lnTo>
                  <a:lnTo>
                    <a:pt x="7244" y="97210"/>
                  </a:lnTo>
                  <a:lnTo>
                    <a:pt x="5772" y="102334"/>
                  </a:lnTo>
                  <a:lnTo>
                    <a:pt x="4465" y="107502"/>
                  </a:lnTo>
                  <a:lnTo>
                    <a:pt x="3323" y="112709"/>
                  </a:lnTo>
                  <a:lnTo>
                    <a:pt x="2348" y="117950"/>
                  </a:lnTo>
                  <a:lnTo>
                    <a:pt x="1540" y="123219"/>
                  </a:lnTo>
                  <a:lnTo>
                    <a:pt x="901" y="128512"/>
                  </a:lnTo>
                  <a:lnTo>
                    <a:pt x="431" y="133822"/>
                  </a:lnTo>
                  <a:lnTo>
                    <a:pt x="130" y="139144"/>
                  </a:lnTo>
                  <a:lnTo>
                    <a:pt x="0" y="144473"/>
                  </a:lnTo>
                  <a:lnTo>
                    <a:pt x="39" y="149804"/>
                  </a:lnTo>
                  <a:lnTo>
                    <a:pt x="248" y="155131"/>
                  </a:lnTo>
                  <a:lnTo>
                    <a:pt x="627" y="160448"/>
                  </a:lnTo>
                  <a:lnTo>
                    <a:pt x="1175" y="165751"/>
                  </a:lnTo>
                  <a:lnTo>
                    <a:pt x="1892" y="171033"/>
                  </a:lnTo>
                  <a:lnTo>
                    <a:pt x="2777" y="176290"/>
                  </a:lnTo>
                  <a:lnTo>
                    <a:pt x="3830" y="181516"/>
                  </a:lnTo>
                  <a:lnTo>
                    <a:pt x="5048" y="186705"/>
                  </a:lnTo>
                  <a:lnTo>
                    <a:pt x="6431" y="191854"/>
                  </a:lnTo>
                  <a:lnTo>
                    <a:pt x="7978" y="196955"/>
                  </a:lnTo>
                  <a:lnTo>
                    <a:pt x="9687" y="202005"/>
                  </a:lnTo>
                  <a:lnTo>
                    <a:pt x="11555" y="206997"/>
                  </a:lnTo>
                  <a:lnTo>
                    <a:pt x="13582" y="211928"/>
                  </a:lnTo>
                  <a:lnTo>
                    <a:pt x="15765" y="216791"/>
                  </a:lnTo>
                  <a:lnTo>
                    <a:pt x="18102" y="221582"/>
                  </a:lnTo>
                  <a:lnTo>
                    <a:pt x="20591" y="226297"/>
                  </a:lnTo>
                  <a:lnTo>
                    <a:pt x="23229" y="230929"/>
                  </a:lnTo>
                  <a:lnTo>
                    <a:pt x="26013" y="235475"/>
                  </a:lnTo>
                  <a:lnTo>
                    <a:pt x="28941" y="239930"/>
                  </a:lnTo>
                  <a:lnTo>
                    <a:pt x="32009" y="244289"/>
                  </a:lnTo>
                  <a:lnTo>
                    <a:pt x="35214" y="248549"/>
                  </a:lnTo>
                  <a:lnTo>
                    <a:pt x="38554" y="252704"/>
                  </a:lnTo>
                  <a:lnTo>
                    <a:pt x="42025" y="256750"/>
                  </a:lnTo>
                  <a:lnTo>
                    <a:pt x="45623" y="260684"/>
                  </a:lnTo>
                  <a:lnTo>
                    <a:pt x="49344" y="264501"/>
                  </a:lnTo>
                  <a:lnTo>
                    <a:pt x="53185" y="268197"/>
                  </a:lnTo>
                  <a:lnTo>
                    <a:pt x="57142" y="271769"/>
                  </a:lnTo>
                  <a:lnTo>
                    <a:pt x="61211" y="275213"/>
                  </a:lnTo>
                  <a:lnTo>
                    <a:pt x="65388" y="278525"/>
                  </a:lnTo>
                  <a:lnTo>
                    <a:pt x="69668" y="281703"/>
                  </a:lnTo>
                  <a:lnTo>
                    <a:pt x="74048" y="284742"/>
                  </a:lnTo>
                  <a:lnTo>
                    <a:pt x="78522" y="287641"/>
                  </a:lnTo>
                  <a:lnTo>
                    <a:pt x="83086" y="290395"/>
                  </a:lnTo>
                  <a:lnTo>
                    <a:pt x="87736" y="293002"/>
                  </a:lnTo>
                  <a:lnTo>
                    <a:pt x="92466" y="295460"/>
                  </a:lnTo>
                  <a:lnTo>
                    <a:pt x="97273" y="297765"/>
                  </a:lnTo>
                  <a:lnTo>
                    <a:pt x="102150" y="299917"/>
                  </a:lnTo>
                  <a:lnTo>
                    <a:pt x="107094" y="301911"/>
                  </a:lnTo>
                  <a:lnTo>
                    <a:pt x="112099" y="303747"/>
                  </a:lnTo>
                  <a:lnTo>
                    <a:pt x="117159" y="305423"/>
                  </a:lnTo>
                  <a:lnTo>
                    <a:pt x="122271" y="306936"/>
                  </a:lnTo>
                  <a:lnTo>
                    <a:pt x="127428" y="308285"/>
                  </a:lnTo>
                  <a:lnTo>
                    <a:pt x="132626" y="309470"/>
                  </a:lnTo>
                  <a:lnTo>
                    <a:pt x="137858" y="310488"/>
                  </a:lnTo>
                  <a:lnTo>
                    <a:pt x="167161" y="1459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994241" y="5399291"/>
              <a:ext cx="196465" cy="334315"/>
            </a:xfrm>
            <a:custGeom>
              <a:avLst/>
              <a:pathLst>
                <a:path w="196465" h="334315">
                  <a:moveTo>
                    <a:pt x="0" y="331746"/>
                  </a:moveTo>
                  <a:lnTo>
                    <a:pt x="5264" y="332597"/>
                  </a:lnTo>
                  <a:lnTo>
                    <a:pt x="10553" y="333280"/>
                  </a:lnTo>
                  <a:lnTo>
                    <a:pt x="15861" y="333793"/>
                  </a:lnTo>
                  <a:lnTo>
                    <a:pt x="21182" y="334137"/>
                  </a:lnTo>
                  <a:lnTo>
                    <a:pt x="26512" y="334311"/>
                  </a:lnTo>
                  <a:lnTo>
                    <a:pt x="31845" y="334315"/>
                  </a:lnTo>
                  <a:lnTo>
                    <a:pt x="37175" y="334149"/>
                  </a:lnTo>
                  <a:lnTo>
                    <a:pt x="42497" y="333813"/>
                  </a:lnTo>
                  <a:lnTo>
                    <a:pt x="47806" y="333307"/>
                  </a:lnTo>
                  <a:lnTo>
                    <a:pt x="53096" y="332632"/>
                  </a:lnTo>
                  <a:lnTo>
                    <a:pt x="58361" y="331789"/>
                  </a:lnTo>
                  <a:lnTo>
                    <a:pt x="63597" y="330779"/>
                  </a:lnTo>
                  <a:lnTo>
                    <a:pt x="68799" y="329601"/>
                  </a:lnTo>
                  <a:lnTo>
                    <a:pt x="73960" y="328259"/>
                  </a:lnTo>
                  <a:lnTo>
                    <a:pt x="79075" y="326753"/>
                  </a:lnTo>
                  <a:lnTo>
                    <a:pt x="84140" y="325084"/>
                  </a:lnTo>
                  <a:lnTo>
                    <a:pt x="89149" y="323254"/>
                  </a:lnTo>
                  <a:lnTo>
                    <a:pt x="94097" y="321266"/>
                  </a:lnTo>
                  <a:lnTo>
                    <a:pt x="98980" y="319121"/>
                  </a:lnTo>
                  <a:lnTo>
                    <a:pt x="103791" y="316821"/>
                  </a:lnTo>
                  <a:lnTo>
                    <a:pt x="108526" y="314369"/>
                  </a:lnTo>
                  <a:lnTo>
                    <a:pt x="113181" y="311767"/>
                  </a:lnTo>
                  <a:lnTo>
                    <a:pt x="117751" y="309018"/>
                  </a:lnTo>
                  <a:lnTo>
                    <a:pt x="122230" y="306125"/>
                  </a:lnTo>
                  <a:lnTo>
                    <a:pt x="126615" y="303090"/>
                  </a:lnTo>
                  <a:lnTo>
                    <a:pt x="130901" y="299917"/>
                  </a:lnTo>
                  <a:lnTo>
                    <a:pt x="135084" y="296609"/>
                  </a:lnTo>
                  <a:lnTo>
                    <a:pt x="139159" y="293169"/>
                  </a:lnTo>
                  <a:lnTo>
                    <a:pt x="143122" y="289600"/>
                  </a:lnTo>
                  <a:lnTo>
                    <a:pt x="146969" y="285908"/>
                  </a:lnTo>
                  <a:lnTo>
                    <a:pt x="150697" y="282094"/>
                  </a:lnTo>
                  <a:lnTo>
                    <a:pt x="154301" y="278164"/>
                  </a:lnTo>
                  <a:lnTo>
                    <a:pt x="157777" y="274120"/>
                  </a:lnTo>
                  <a:lnTo>
                    <a:pt x="161124" y="269968"/>
                  </a:lnTo>
                  <a:lnTo>
                    <a:pt x="164335" y="265711"/>
                  </a:lnTo>
                  <a:lnTo>
                    <a:pt x="167410" y="261354"/>
                  </a:lnTo>
                  <a:lnTo>
                    <a:pt x="170344" y="256901"/>
                  </a:lnTo>
                  <a:lnTo>
                    <a:pt x="173134" y="252356"/>
                  </a:lnTo>
                  <a:lnTo>
                    <a:pt x="175778" y="247725"/>
                  </a:lnTo>
                  <a:lnTo>
                    <a:pt x="178273" y="243012"/>
                  </a:lnTo>
                  <a:lnTo>
                    <a:pt x="180617" y="238222"/>
                  </a:lnTo>
                  <a:lnTo>
                    <a:pt x="182806" y="233359"/>
                  </a:lnTo>
                  <a:lnTo>
                    <a:pt x="184839" y="228429"/>
                  </a:lnTo>
                  <a:lnTo>
                    <a:pt x="186714" y="223437"/>
                  </a:lnTo>
                  <a:lnTo>
                    <a:pt x="188429" y="218388"/>
                  </a:lnTo>
                  <a:lnTo>
                    <a:pt x="189982" y="213286"/>
                  </a:lnTo>
                  <a:lnTo>
                    <a:pt x="191371" y="208137"/>
                  </a:lnTo>
                  <a:lnTo>
                    <a:pt x="192595" y="202947"/>
                  </a:lnTo>
                  <a:lnTo>
                    <a:pt x="193653" y="197720"/>
                  </a:lnTo>
                  <a:lnTo>
                    <a:pt x="194544" y="192463"/>
                  </a:lnTo>
                  <a:lnTo>
                    <a:pt x="195267" y="187179"/>
                  </a:lnTo>
                  <a:lnTo>
                    <a:pt x="195821" y="181875"/>
                  </a:lnTo>
                  <a:lnTo>
                    <a:pt x="196205" y="176556"/>
                  </a:lnTo>
                  <a:lnTo>
                    <a:pt x="196420" y="171228"/>
                  </a:lnTo>
                  <a:lnTo>
                    <a:pt x="196465" y="165895"/>
                  </a:lnTo>
                  <a:lnTo>
                    <a:pt x="196339" y="160564"/>
                  </a:lnTo>
                  <a:lnTo>
                    <a:pt x="196043" y="155240"/>
                  </a:lnTo>
                  <a:lnTo>
                    <a:pt x="195578" y="149927"/>
                  </a:lnTo>
                  <a:lnTo>
                    <a:pt x="194944" y="144632"/>
                  </a:lnTo>
                  <a:lnTo>
                    <a:pt x="194140" y="139360"/>
                  </a:lnTo>
                  <a:lnTo>
                    <a:pt x="193170" y="134117"/>
                  </a:lnTo>
                  <a:lnTo>
                    <a:pt x="192032" y="128907"/>
                  </a:lnTo>
                  <a:lnTo>
                    <a:pt x="190729" y="123736"/>
                  </a:lnTo>
                  <a:lnTo>
                    <a:pt x="189262" y="118609"/>
                  </a:lnTo>
                  <a:lnTo>
                    <a:pt x="187631" y="113532"/>
                  </a:lnTo>
                  <a:lnTo>
                    <a:pt x="185840" y="108509"/>
                  </a:lnTo>
                  <a:lnTo>
                    <a:pt x="183889" y="103546"/>
                  </a:lnTo>
                  <a:lnTo>
                    <a:pt x="181781" y="98647"/>
                  </a:lnTo>
                  <a:lnTo>
                    <a:pt x="179518" y="93818"/>
                  </a:lnTo>
                  <a:lnTo>
                    <a:pt x="177102" y="89064"/>
                  </a:lnTo>
                  <a:lnTo>
                    <a:pt x="174536" y="84390"/>
                  </a:lnTo>
                  <a:lnTo>
                    <a:pt x="171822" y="79800"/>
                  </a:lnTo>
                  <a:lnTo>
                    <a:pt x="168962" y="75298"/>
                  </a:lnTo>
                  <a:lnTo>
                    <a:pt x="165961" y="70890"/>
                  </a:lnTo>
                  <a:lnTo>
                    <a:pt x="162821" y="66580"/>
                  </a:lnTo>
                  <a:lnTo>
                    <a:pt x="159544" y="62373"/>
                  </a:lnTo>
                  <a:lnTo>
                    <a:pt x="156136" y="58272"/>
                  </a:lnTo>
                  <a:lnTo>
                    <a:pt x="152598" y="54282"/>
                  </a:lnTo>
                  <a:lnTo>
                    <a:pt x="148934" y="50406"/>
                  </a:lnTo>
                  <a:lnTo>
                    <a:pt x="145149" y="46650"/>
                  </a:lnTo>
                  <a:lnTo>
                    <a:pt x="141246" y="43016"/>
                  </a:lnTo>
                  <a:lnTo>
                    <a:pt x="137229" y="39509"/>
                  </a:lnTo>
                  <a:lnTo>
                    <a:pt x="133102" y="36131"/>
                  </a:lnTo>
                  <a:lnTo>
                    <a:pt x="128870" y="32887"/>
                  </a:lnTo>
                  <a:lnTo>
                    <a:pt x="124536" y="29779"/>
                  </a:lnTo>
                  <a:lnTo>
                    <a:pt x="120106" y="26812"/>
                  </a:lnTo>
                  <a:lnTo>
                    <a:pt x="115583" y="23987"/>
                  </a:lnTo>
                  <a:lnTo>
                    <a:pt x="110972" y="21308"/>
                  </a:lnTo>
                  <a:lnTo>
                    <a:pt x="106278" y="18777"/>
                  </a:lnTo>
                  <a:lnTo>
                    <a:pt x="101506" y="16397"/>
                  </a:lnTo>
                  <a:lnTo>
                    <a:pt x="96660" y="14171"/>
                  </a:lnTo>
                  <a:lnTo>
                    <a:pt x="91746" y="12100"/>
                  </a:lnTo>
                  <a:lnTo>
                    <a:pt x="86768" y="10187"/>
                  </a:lnTo>
                  <a:lnTo>
                    <a:pt x="81731" y="8434"/>
                  </a:lnTo>
                  <a:lnTo>
                    <a:pt x="76642" y="6843"/>
                  </a:lnTo>
                  <a:lnTo>
                    <a:pt x="71504" y="5414"/>
                  </a:lnTo>
                  <a:lnTo>
                    <a:pt x="66323" y="4150"/>
                  </a:lnTo>
                  <a:lnTo>
                    <a:pt x="61105" y="3053"/>
                  </a:lnTo>
                  <a:lnTo>
                    <a:pt x="55854" y="2122"/>
                  </a:lnTo>
                  <a:lnTo>
                    <a:pt x="50576" y="1359"/>
                  </a:lnTo>
                  <a:lnTo>
                    <a:pt x="45276" y="765"/>
                  </a:lnTo>
                  <a:lnTo>
                    <a:pt x="39961" y="340"/>
                  </a:lnTo>
                  <a:lnTo>
                    <a:pt x="34634" y="85"/>
                  </a:lnTo>
                  <a:lnTo>
                    <a:pt x="29302" y="0"/>
                  </a:lnTo>
                  <a:lnTo>
                    <a:pt x="2930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7364" y="5269756"/>
              <a:ext cx="27894" cy="167167"/>
            </a:xfrm>
            <a:custGeom>
              <a:avLst/>
              <a:pathLst>
                <a:path w="27894" h="167167">
                  <a:moveTo>
                    <a:pt x="27894" y="0"/>
                  </a:moveTo>
                  <a:lnTo>
                    <a:pt x="20889" y="146"/>
                  </a:lnTo>
                  <a:lnTo>
                    <a:pt x="13897" y="586"/>
                  </a:lnTo>
                  <a:lnTo>
                    <a:pt x="6930" y="1319"/>
                  </a:lnTo>
                  <a:lnTo>
                    <a:pt x="0" y="2343"/>
                  </a:lnTo>
                  <a:lnTo>
                    <a:pt x="2789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7364" y="5272099"/>
              <a:ext cx="27894" cy="164823"/>
            </a:xfrm>
            <a:custGeom>
              <a:avLst/>
              <a:pathLst>
                <a:path w="27894" h="164823">
                  <a:moveTo>
                    <a:pt x="0" y="0"/>
                  </a:moveTo>
                  <a:lnTo>
                    <a:pt x="27894" y="164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7364" y="5272099"/>
              <a:ext cx="27894" cy="164823"/>
            </a:xfrm>
            <a:custGeom>
              <a:avLst/>
              <a:pathLst>
                <a:path w="27894" h="164823">
                  <a:moveTo>
                    <a:pt x="0" y="0"/>
                  </a:moveTo>
                  <a:lnTo>
                    <a:pt x="27894" y="164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7364" y="5272099"/>
              <a:ext cx="27894" cy="164823"/>
            </a:xfrm>
            <a:custGeom>
              <a:avLst/>
              <a:pathLst>
                <a:path w="27894" h="164823">
                  <a:moveTo>
                    <a:pt x="0" y="0"/>
                  </a:moveTo>
                  <a:lnTo>
                    <a:pt x="27894" y="1648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7364" y="5272099"/>
              <a:ext cx="27894" cy="164823"/>
            </a:xfrm>
            <a:custGeom>
              <a:avLst/>
              <a:pathLst>
                <a:path w="27894" h="164823">
                  <a:moveTo>
                    <a:pt x="0" y="0"/>
                  </a:moveTo>
                  <a:lnTo>
                    <a:pt x="27894" y="1648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90283" y="5272099"/>
              <a:ext cx="154975" cy="164823"/>
            </a:xfrm>
            <a:custGeom>
              <a:avLst/>
              <a:pathLst>
                <a:path w="154975" h="164823">
                  <a:moveTo>
                    <a:pt x="127081" y="0"/>
                  </a:moveTo>
                  <a:lnTo>
                    <a:pt x="121679" y="1005"/>
                  </a:lnTo>
                  <a:lnTo>
                    <a:pt x="116314" y="2188"/>
                  </a:lnTo>
                  <a:lnTo>
                    <a:pt x="110991" y="3546"/>
                  </a:lnTo>
                  <a:lnTo>
                    <a:pt x="105715" y="5078"/>
                  </a:lnTo>
                  <a:lnTo>
                    <a:pt x="100492" y="6783"/>
                  </a:lnTo>
                  <a:lnTo>
                    <a:pt x="95328" y="8659"/>
                  </a:lnTo>
                  <a:lnTo>
                    <a:pt x="90229" y="10703"/>
                  </a:lnTo>
                  <a:lnTo>
                    <a:pt x="85199" y="12914"/>
                  </a:lnTo>
                  <a:lnTo>
                    <a:pt x="80245" y="15289"/>
                  </a:lnTo>
                  <a:lnTo>
                    <a:pt x="75372" y="17826"/>
                  </a:lnTo>
                  <a:lnTo>
                    <a:pt x="70584" y="20521"/>
                  </a:lnTo>
                  <a:lnTo>
                    <a:pt x="65888" y="23372"/>
                  </a:lnTo>
                  <a:lnTo>
                    <a:pt x="61288" y="26376"/>
                  </a:lnTo>
                  <a:lnTo>
                    <a:pt x="56789" y="29529"/>
                  </a:lnTo>
                  <a:lnTo>
                    <a:pt x="52396" y="32829"/>
                  </a:lnTo>
                  <a:lnTo>
                    <a:pt x="48114" y="36271"/>
                  </a:lnTo>
                  <a:lnTo>
                    <a:pt x="43948" y="39852"/>
                  </a:lnTo>
                  <a:lnTo>
                    <a:pt x="39901" y="43568"/>
                  </a:lnTo>
                  <a:lnTo>
                    <a:pt x="35979" y="47414"/>
                  </a:lnTo>
                  <a:lnTo>
                    <a:pt x="32185" y="51388"/>
                  </a:lnTo>
                  <a:lnTo>
                    <a:pt x="28523" y="55484"/>
                  </a:lnTo>
                  <a:lnTo>
                    <a:pt x="24999" y="59699"/>
                  </a:lnTo>
                  <a:lnTo>
                    <a:pt x="21615" y="64027"/>
                  </a:lnTo>
                  <a:lnTo>
                    <a:pt x="18374" y="68463"/>
                  </a:lnTo>
                  <a:lnTo>
                    <a:pt x="15282" y="73004"/>
                  </a:lnTo>
                  <a:lnTo>
                    <a:pt x="12340" y="77644"/>
                  </a:lnTo>
                  <a:lnTo>
                    <a:pt x="9552" y="82378"/>
                  </a:lnTo>
                  <a:lnTo>
                    <a:pt x="6921" y="87201"/>
                  </a:lnTo>
                  <a:lnTo>
                    <a:pt x="4451" y="92108"/>
                  </a:lnTo>
                  <a:lnTo>
                    <a:pt x="2143" y="97094"/>
                  </a:lnTo>
                  <a:lnTo>
                    <a:pt x="0" y="102153"/>
                  </a:lnTo>
                  <a:lnTo>
                    <a:pt x="154975" y="1648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092" y="5269756"/>
              <a:ext cx="334321" cy="334330"/>
            </a:xfrm>
            <a:custGeom>
              <a:avLst/>
              <a:pathLst>
                <a:path w="334321" h="334330">
                  <a:moveTo>
                    <a:pt x="12190" y="104497"/>
                  </a:moveTo>
                  <a:lnTo>
                    <a:pt x="10284" y="109433"/>
                  </a:lnTo>
                  <a:lnTo>
                    <a:pt x="8535" y="114427"/>
                  </a:lnTo>
                  <a:lnTo>
                    <a:pt x="6945" y="119475"/>
                  </a:lnTo>
                  <a:lnTo>
                    <a:pt x="5516" y="124570"/>
                  </a:lnTo>
                  <a:lnTo>
                    <a:pt x="4249" y="129707"/>
                  </a:lnTo>
                  <a:lnTo>
                    <a:pt x="3145" y="134883"/>
                  </a:lnTo>
                  <a:lnTo>
                    <a:pt x="2205" y="140090"/>
                  </a:lnTo>
                  <a:lnTo>
                    <a:pt x="1431" y="145325"/>
                  </a:lnTo>
                  <a:lnTo>
                    <a:pt x="823" y="150582"/>
                  </a:lnTo>
                  <a:lnTo>
                    <a:pt x="381" y="155855"/>
                  </a:lnTo>
                  <a:lnTo>
                    <a:pt x="107" y="161139"/>
                  </a:lnTo>
                  <a:lnTo>
                    <a:pt x="0" y="166430"/>
                  </a:lnTo>
                  <a:lnTo>
                    <a:pt x="60" y="171721"/>
                  </a:lnTo>
                  <a:lnTo>
                    <a:pt x="288" y="177008"/>
                  </a:lnTo>
                  <a:lnTo>
                    <a:pt x="683" y="182285"/>
                  </a:lnTo>
                  <a:lnTo>
                    <a:pt x="1245" y="187547"/>
                  </a:lnTo>
                  <a:lnTo>
                    <a:pt x="1973" y="192788"/>
                  </a:lnTo>
                  <a:lnTo>
                    <a:pt x="2867" y="198004"/>
                  </a:lnTo>
                  <a:lnTo>
                    <a:pt x="3925" y="203189"/>
                  </a:lnTo>
                  <a:lnTo>
                    <a:pt x="5147" y="208337"/>
                  </a:lnTo>
                  <a:lnTo>
                    <a:pt x="6531" y="213445"/>
                  </a:lnTo>
                  <a:lnTo>
                    <a:pt x="8076" y="218506"/>
                  </a:lnTo>
                  <a:lnTo>
                    <a:pt x="9781" y="223515"/>
                  </a:lnTo>
                  <a:lnTo>
                    <a:pt x="11643" y="228469"/>
                  </a:lnTo>
                  <a:lnTo>
                    <a:pt x="13662" y="233360"/>
                  </a:lnTo>
                  <a:lnTo>
                    <a:pt x="15834" y="238186"/>
                  </a:lnTo>
                  <a:lnTo>
                    <a:pt x="18157" y="242940"/>
                  </a:lnTo>
                  <a:lnTo>
                    <a:pt x="20630" y="247618"/>
                  </a:lnTo>
                  <a:lnTo>
                    <a:pt x="23250" y="252216"/>
                  </a:lnTo>
                  <a:lnTo>
                    <a:pt x="26014" y="256728"/>
                  </a:lnTo>
                  <a:lnTo>
                    <a:pt x="28919" y="261151"/>
                  </a:lnTo>
                  <a:lnTo>
                    <a:pt x="31963" y="265480"/>
                  </a:lnTo>
                  <a:lnTo>
                    <a:pt x="35143" y="269710"/>
                  </a:lnTo>
                  <a:lnTo>
                    <a:pt x="38455" y="273837"/>
                  </a:lnTo>
                  <a:lnTo>
                    <a:pt x="41895" y="277857"/>
                  </a:lnTo>
                  <a:lnTo>
                    <a:pt x="45461" y="281767"/>
                  </a:lnTo>
                  <a:lnTo>
                    <a:pt x="49150" y="285561"/>
                  </a:lnTo>
                  <a:lnTo>
                    <a:pt x="52956" y="289237"/>
                  </a:lnTo>
                  <a:lnTo>
                    <a:pt x="56877" y="292791"/>
                  </a:lnTo>
                  <a:lnTo>
                    <a:pt x="60908" y="296219"/>
                  </a:lnTo>
                  <a:lnTo>
                    <a:pt x="65046" y="299517"/>
                  </a:lnTo>
                  <a:lnTo>
                    <a:pt x="69286" y="302683"/>
                  </a:lnTo>
                  <a:lnTo>
                    <a:pt x="73625" y="305713"/>
                  </a:lnTo>
                  <a:lnTo>
                    <a:pt x="78057" y="308605"/>
                  </a:lnTo>
                  <a:lnTo>
                    <a:pt x="82578" y="311354"/>
                  </a:lnTo>
                  <a:lnTo>
                    <a:pt x="87184" y="313959"/>
                  </a:lnTo>
                  <a:lnTo>
                    <a:pt x="91870" y="316417"/>
                  </a:lnTo>
                  <a:lnTo>
                    <a:pt x="96632" y="318725"/>
                  </a:lnTo>
                  <a:lnTo>
                    <a:pt x="101464" y="320882"/>
                  </a:lnTo>
                  <a:lnTo>
                    <a:pt x="106362" y="322885"/>
                  </a:lnTo>
                  <a:lnTo>
                    <a:pt x="111322" y="324731"/>
                  </a:lnTo>
                  <a:lnTo>
                    <a:pt x="116337" y="326420"/>
                  </a:lnTo>
                  <a:lnTo>
                    <a:pt x="121403" y="327949"/>
                  </a:lnTo>
                  <a:lnTo>
                    <a:pt x="126514" y="329316"/>
                  </a:lnTo>
                  <a:lnTo>
                    <a:pt x="131667" y="330522"/>
                  </a:lnTo>
                  <a:lnTo>
                    <a:pt x="136855" y="331564"/>
                  </a:lnTo>
                  <a:lnTo>
                    <a:pt x="142074" y="332441"/>
                  </a:lnTo>
                  <a:lnTo>
                    <a:pt x="147317" y="333152"/>
                  </a:lnTo>
                  <a:lnTo>
                    <a:pt x="152581" y="333697"/>
                  </a:lnTo>
                  <a:lnTo>
                    <a:pt x="157859" y="334075"/>
                  </a:lnTo>
                  <a:lnTo>
                    <a:pt x="163146" y="334286"/>
                  </a:lnTo>
                  <a:lnTo>
                    <a:pt x="168438" y="334330"/>
                  </a:lnTo>
                  <a:lnTo>
                    <a:pt x="173728" y="334206"/>
                  </a:lnTo>
                  <a:lnTo>
                    <a:pt x="179012" y="333914"/>
                  </a:lnTo>
                  <a:lnTo>
                    <a:pt x="184284" y="333456"/>
                  </a:lnTo>
                  <a:lnTo>
                    <a:pt x="189538" y="332830"/>
                  </a:lnTo>
                  <a:lnTo>
                    <a:pt x="194771" y="332039"/>
                  </a:lnTo>
                  <a:lnTo>
                    <a:pt x="199975" y="331083"/>
                  </a:lnTo>
                  <a:lnTo>
                    <a:pt x="205147" y="329962"/>
                  </a:lnTo>
                  <a:lnTo>
                    <a:pt x="210280" y="328679"/>
                  </a:lnTo>
                  <a:lnTo>
                    <a:pt x="215371" y="327233"/>
                  </a:lnTo>
                  <a:lnTo>
                    <a:pt x="220413" y="325627"/>
                  </a:lnTo>
                  <a:lnTo>
                    <a:pt x="225402" y="323862"/>
                  </a:lnTo>
                  <a:lnTo>
                    <a:pt x="230332" y="321941"/>
                  </a:lnTo>
                  <a:lnTo>
                    <a:pt x="235199" y="319864"/>
                  </a:lnTo>
                  <a:lnTo>
                    <a:pt x="239998" y="317634"/>
                  </a:lnTo>
                  <a:lnTo>
                    <a:pt x="244724" y="315253"/>
                  </a:lnTo>
                  <a:lnTo>
                    <a:pt x="249372" y="312724"/>
                  </a:lnTo>
                  <a:lnTo>
                    <a:pt x="253938" y="310050"/>
                  </a:lnTo>
                  <a:lnTo>
                    <a:pt x="258417" y="307231"/>
                  </a:lnTo>
                  <a:lnTo>
                    <a:pt x="262805" y="304273"/>
                  </a:lnTo>
                  <a:lnTo>
                    <a:pt x="267096" y="301177"/>
                  </a:lnTo>
                  <a:lnTo>
                    <a:pt x="271288" y="297947"/>
                  </a:lnTo>
                  <a:lnTo>
                    <a:pt x="275375" y="294586"/>
                  </a:lnTo>
                  <a:lnTo>
                    <a:pt x="279354" y="291097"/>
                  </a:lnTo>
                  <a:lnTo>
                    <a:pt x="283220" y="287484"/>
                  </a:lnTo>
                  <a:lnTo>
                    <a:pt x="286970" y="283751"/>
                  </a:lnTo>
                  <a:lnTo>
                    <a:pt x="290600" y="279900"/>
                  </a:lnTo>
                  <a:lnTo>
                    <a:pt x="294106" y="275937"/>
                  </a:lnTo>
                  <a:lnTo>
                    <a:pt x="297485" y="271865"/>
                  </a:lnTo>
                  <a:lnTo>
                    <a:pt x="300734" y="267688"/>
                  </a:lnTo>
                  <a:lnTo>
                    <a:pt x="303848" y="263410"/>
                  </a:lnTo>
                  <a:lnTo>
                    <a:pt x="306826" y="259035"/>
                  </a:lnTo>
                  <a:lnTo>
                    <a:pt x="309664" y="254569"/>
                  </a:lnTo>
                  <a:lnTo>
                    <a:pt x="312359" y="250015"/>
                  </a:lnTo>
                  <a:lnTo>
                    <a:pt x="314908" y="245378"/>
                  </a:lnTo>
                  <a:lnTo>
                    <a:pt x="317310" y="240662"/>
                  </a:lnTo>
                  <a:lnTo>
                    <a:pt x="319561" y="235873"/>
                  </a:lnTo>
                  <a:lnTo>
                    <a:pt x="321659" y="231015"/>
                  </a:lnTo>
                  <a:lnTo>
                    <a:pt x="323603" y="226094"/>
                  </a:lnTo>
                  <a:lnTo>
                    <a:pt x="325389" y="221113"/>
                  </a:lnTo>
                  <a:lnTo>
                    <a:pt x="327017" y="216078"/>
                  </a:lnTo>
                  <a:lnTo>
                    <a:pt x="328485" y="210994"/>
                  </a:lnTo>
                  <a:lnTo>
                    <a:pt x="329792" y="205866"/>
                  </a:lnTo>
                  <a:lnTo>
                    <a:pt x="330935" y="200699"/>
                  </a:lnTo>
                  <a:lnTo>
                    <a:pt x="331914" y="195499"/>
                  </a:lnTo>
                  <a:lnTo>
                    <a:pt x="332729" y="190270"/>
                  </a:lnTo>
                  <a:lnTo>
                    <a:pt x="333377" y="185018"/>
                  </a:lnTo>
                  <a:lnTo>
                    <a:pt x="333859" y="179748"/>
                  </a:lnTo>
                  <a:lnTo>
                    <a:pt x="334173" y="174466"/>
                  </a:lnTo>
                  <a:lnTo>
                    <a:pt x="334321" y="169177"/>
                  </a:lnTo>
                  <a:lnTo>
                    <a:pt x="334301" y="163885"/>
                  </a:lnTo>
                  <a:lnTo>
                    <a:pt x="334113" y="158596"/>
                  </a:lnTo>
                  <a:lnTo>
                    <a:pt x="333758" y="153317"/>
                  </a:lnTo>
                  <a:lnTo>
                    <a:pt x="333236" y="148051"/>
                  </a:lnTo>
                  <a:lnTo>
                    <a:pt x="332548" y="142804"/>
                  </a:lnTo>
                  <a:lnTo>
                    <a:pt x="331694" y="137582"/>
                  </a:lnTo>
                  <a:lnTo>
                    <a:pt x="330675" y="132389"/>
                  </a:lnTo>
                  <a:lnTo>
                    <a:pt x="329492" y="127231"/>
                  </a:lnTo>
                  <a:lnTo>
                    <a:pt x="328147" y="122113"/>
                  </a:lnTo>
                  <a:lnTo>
                    <a:pt x="326640" y="117041"/>
                  </a:lnTo>
                  <a:lnTo>
                    <a:pt x="324974" y="112018"/>
                  </a:lnTo>
                  <a:lnTo>
                    <a:pt x="323149" y="107051"/>
                  </a:lnTo>
                  <a:lnTo>
                    <a:pt x="321169" y="102144"/>
                  </a:lnTo>
                  <a:lnTo>
                    <a:pt x="319033" y="97302"/>
                  </a:lnTo>
                  <a:lnTo>
                    <a:pt x="316746" y="92531"/>
                  </a:lnTo>
                  <a:lnTo>
                    <a:pt x="314309" y="87834"/>
                  </a:lnTo>
                  <a:lnTo>
                    <a:pt x="311724" y="83216"/>
                  </a:lnTo>
                  <a:lnTo>
                    <a:pt x="308994" y="78683"/>
                  </a:lnTo>
                  <a:lnTo>
                    <a:pt x="306123" y="74238"/>
                  </a:lnTo>
                  <a:lnTo>
                    <a:pt x="303112" y="69886"/>
                  </a:lnTo>
                  <a:lnTo>
                    <a:pt x="299965" y="65632"/>
                  </a:lnTo>
                  <a:lnTo>
                    <a:pt x="296684" y="61480"/>
                  </a:lnTo>
                  <a:lnTo>
                    <a:pt x="293274" y="57433"/>
                  </a:lnTo>
                  <a:lnTo>
                    <a:pt x="289738" y="53497"/>
                  </a:lnTo>
                  <a:lnTo>
                    <a:pt x="286079" y="49674"/>
                  </a:lnTo>
                  <a:lnTo>
                    <a:pt x="282301" y="45969"/>
                  </a:lnTo>
                  <a:lnTo>
                    <a:pt x="278407" y="42386"/>
                  </a:lnTo>
                  <a:lnTo>
                    <a:pt x="274402" y="38928"/>
                  </a:lnTo>
                  <a:lnTo>
                    <a:pt x="270289" y="35598"/>
                  </a:lnTo>
                  <a:lnTo>
                    <a:pt x="266073" y="32400"/>
                  </a:lnTo>
                  <a:lnTo>
                    <a:pt x="261758" y="29337"/>
                  </a:lnTo>
                  <a:lnTo>
                    <a:pt x="257348" y="26412"/>
                  </a:lnTo>
                  <a:lnTo>
                    <a:pt x="252848" y="23628"/>
                  </a:lnTo>
                  <a:lnTo>
                    <a:pt x="248262" y="20988"/>
                  </a:lnTo>
                  <a:lnTo>
                    <a:pt x="243594" y="18494"/>
                  </a:lnTo>
                  <a:lnTo>
                    <a:pt x="238850" y="16150"/>
                  </a:lnTo>
                  <a:lnTo>
                    <a:pt x="234035" y="13957"/>
                  </a:lnTo>
                  <a:lnTo>
                    <a:pt x="229152" y="11917"/>
                  </a:lnTo>
                  <a:lnTo>
                    <a:pt x="224207" y="10033"/>
                  </a:lnTo>
                  <a:lnTo>
                    <a:pt x="219205" y="8306"/>
                  </a:lnTo>
                  <a:lnTo>
                    <a:pt x="214151" y="6738"/>
                  </a:lnTo>
                  <a:lnTo>
                    <a:pt x="209050" y="5332"/>
                  </a:lnTo>
                  <a:lnTo>
                    <a:pt x="203906" y="4087"/>
                  </a:lnTo>
                  <a:lnTo>
                    <a:pt x="198726" y="3006"/>
                  </a:lnTo>
                  <a:lnTo>
                    <a:pt x="193515" y="2089"/>
                  </a:lnTo>
                  <a:lnTo>
                    <a:pt x="188276" y="1338"/>
                  </a:lnTo>
                  <a:lnTo>
                    <a:pt x="183017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7076" y="5018213"/>
              <a:ext cx="43962" cy="167167"/>
            </a:xfrm>
            <a:custGeom>
              <a:avLst/>
              <a:pathLst>
                <a:path w="43962" h="167167">
                  <a:moveTo>
                    <a:pt x="43962" y="0"/>
                  </a:moveTo>
                  <a:lnTo>
                    <a:pt x="37608" y="120"/>
                  </a:lnTo>
                  <a:lnTo>
                    <a:pt x="31264" y="482"/>
                  </a:lnTo>
                  <a:lnTo>
                    <a:pt x="24938" y="1086"/>
                  </a:lnTo>
                  <a:lnTo>
                    <a:pt x="18639" y="1929"/>
                  </a:lnTo>
                  <a:lnTo>
                    <a:pt x="12378" y="3010"/>
                  </a:lnTo>
                  <a:lnTo>
                    <a:pt x="6161" y="4329"/>
                  </a:lnTo>
                  <a:lnTo>
                    <a:pt x="0" y="5884"/>
                  </a:lnTo>
                  <a:lnTo>
                    <a:pt x="439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7076" y="5024097"/>
              <a:ext cx="43962" cy="161283"/>
            </a:xfrm>
            <a:custGeom>
              <a:avLst/>
              <a:pathLst>
                <a:path w="43962" h="161283">
                  <a:moveTo>
                    <a:pt x="0" y="0"/>
                  </a:moveTo>
                  <a:lnTo>
                    <a:pt x="43962" y="1612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7076" y="5024097"/>
              <a:ext cx="43962" cy="161283"/>
            </a:xfrm>
            <a:custGeom>
              <a:avLst/>
              <a:pathLst>
                <a:path w="43962" h="161283">
                  <a:moveTo>
                    <a:pt x="0" y="0"/>
                  </a:moveTo>
                  <a:lnTo>
                    <a:pt x="43962" y="1612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7076" y="5024097"/>
              <a:ext cx="43962" cy="161283"/>
            </a:xfrm>
            <a:custGeom>
              <a:avLst/>
              <a:pathLst>
                <a:path w="43962" h="161283">
                  <a:moveTo>
                    <a:pt x="0" y="0"/>
                  </a:moveTo>
                  <a:lnTo>
                    <a:pt x="43962" y="1612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91" y="5024097"/>
              <a:ext cx="167147" cy="179995"/>
            </a:xfrm>
            <a:custGeom>
              <a:avLst/>
              <a:pathLst>
                <a:path w="167147" h="179995">
                  <a:moveTo>
                    <a:pt x="123184" y="0"/>
                  </a:moveTo>
                  <a:lnTo>
                    <a:pt x="118014" y="1499"/>
                  </a:lnTo>
                  <a:lnTo>
                    <a:pt x="112895" y="3163"/>
                  </a:lnTo>
                  <a:lnTo>
                    <a:pt x="107833" y="4992"/>
                  </a:lnTo>
                  <a:lnTo>
                    <a:pt x="102832" y="6983"/>
                  </a:lnTo>
                  <a:lnTo>
                    <a:pt x="97897" y="9133"/>
                  </a:lnTo>
                  <a:lnTo>
                    <a:pt x="93034" y="11442"/>
                  </a:lnTo>
                  <a:lnTo>
                    <a:pt x="88249" y="13905"/>
                  </a:lnTo>
                  <a:lnTo>
                    <a:pt x="83545" y="16522"/>
                  </a:lnTo>
                  <a:lnTo>
                    <a:pt x="78927" y="19289"/>
                  </a:lnTo>
                  <a:lnTo>
                    <a:pt x="74401" y="22203"/>
                  </a:lnTo>
                  <a:lnTo>
                    <a:pt x="69972" y="25261"/>
                  </a:lnTo>
                  <a:lnTo>
                    <a:pt x="65643" y="28460"/>
                  </a:lnTo>
                  <a:lnTo>
                    <a:pt x="61419" y="31797"/>
                  </a:lnTo>
                  <a:lnTo>
                    <a:pt x="57305" y="35268"/>
                  </a:lnTo>
                  <a:lnTo>
                    <a:pt x="53305" y="38869"/>
                  </a:lnTo>
                  <a:lnTo>
                    <a:pt x="49423" y="42598"/>
                  </a:lnTo>
                  <a:lnTo>
                    <a:pt x="45663" y="46450"/>
                  </a:lnTo>
                  <a:lnTo>
                    <a:pt x="42028" y="50421"/>
                  </a:lnTo>
                  <a:lnTo>
                    <a:pt x="38524" y="54506"/>
                  </a:lnTo>
                  <a:lnTo>
                    <a:pt x="35153" y="58703"/>
                  </a:lnTo>
                  <a:lnTo>
                    <a:pt x="31919" y="63006"/>
                  </a:lnTo>
                  <a:lnTo>
                    <a:pt x="28825" y="67410"/>
                  </a:lnTo>
                  <a:lnTo>
                    <a:pt x="25874" y="71912"/>
                  </a:lnTo>
                  <a:lnTo>
                    <a:pt x="23070" y="76507"/>
                  </a:lnTo>
                  <a:lnTo>
                    <a:pt x="20415" y="81190"/>
                  </a:lnTo>
                  <a:lnTo>
                    <a:pt x="17913" y="85955"/>
                  </a:lnTo>
                  <a:lnTo>
                    <a:pt x="15565" y="90799"/>
                  </a:lnTo>
                  <a:lnTo>
                    <a:pt x="13374" y="95716"/>
                  </a:lnTo>
                  <a:lnTo>
                    <a:pt x="11343" y="100701"/>
                  </a:lnTo>
                  <a:lnTo>
                    <a:pt x="9473" y="105748"/>
                  </a:lnTo>
                  <a:lnTo>
                    <a:pt x="7767" y="110854"/>
                  </a:lnTo>
                  <a:lnTo>
                    <a:pt x="6226" y="116011"/>
                  </a:lnTo>
                  <a:lnTo>
                    <a:pt x="4852" y="121215"/>
                  </a:lnTo>
                  <a:lnTo>
                    <a:pt x="3646" y="126461"/>
                  </a:lnTo>
                  <a:lnTo>
                    <a:pt x="2610" y="131744"/>
                  </a:lnTo>
                  <a:lnTo>
                    <a:pt x="1744" y="137056"/>
                  </a:lnTo>
                  <a:lnTo>
                    <a:pt x="1050" y="142394"/>
                  </a:lnTo>
                  <a:lnTo>
                    <a:pt x="528" y="147751"/>
                  </a:lnTo>
                  <a:lnTo>
                    <a:pt x="178" y="153123"/>
                  </a:lnTo>
                  <a:lnTo>
                    <a:pt x="2" y="158503"/>
                  </a:lnTo>
                  <a:lnTo>
                    <a:pt x="0" y="163886"/>
                  </a:lnTo>
                  <a:lnTo>
                    <a:pt x="170" y="169266"/>
                  </a:lnTo>
                  <a:lnTo>
                    <a:pt x="514" y="174637"/>
                  </a:lnTo>
                  <a:lnTo>
                    <a:pt x="1030" y="179995"/>
                  </a:lnTo>
                  <a:lnTo>
                    <a:pt x="167147" y="1612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4922" y="5018213"/>
              <a:ext cx="333264" cy="334334"/>
            </a:xfrm>
            <a:custGeom>
              <a:avLst/>
              <a:pathLst>
                <a:path w="333264" h="334334">
                  <a:moveTo>
                    <a:pt x="0" y="185880"/>
                  </a:moveTo>
                  <a:lnTo>
                    <a:pt x="677" y="191140"/>
                  </a:lnTo>
                  <a:lnTo>
                    <a:pt x="1520" y="196375"/>
                  </a:lnTo>
                  <a:lnTo>
                    <a:pt x="2530" y="201582"/>
                  </a:lnTo>
                  <a:lnTo>
                    <a:pt x="3704" y="206753"/>
                  </a:lnTo>
                  <a:lnTo>
                    <a:pt x="5041" y="211885"/>
                  </a:lnTo>
                  <a:lnTo>
                    <a:pt x="6541" y="216972"/>
                  </a:lnTo>
                  <a:lnTo>
                    <a:pt x="8201" y="222009"/>
                  </a:lnTo>
                  <a:lnTo>
                    <a:pt x="10020" y="226990"/>
                  </a:lnTo>
                  <a:lnTo>
                    <a:pt x="11996" y="231912"/>
                  </a:lnTo>
                  <a:lnTo>
                    <a:pt x="14127" y="236768"/>
                  </a:lnTo>
                  <a:lnTo>
                    <a:pt x="16411" y="241554"/>
                  </a:lnTo>
                  <a:lnTo>
                    <a:pt x="18846" y="246265"/>
                  </a:lnTo>
                  <a:lnTo>
                    <a:pt x="21429" y="250897"/>
                  </a:lnTo>
                  <a:lnTo>
                    <a:pt x="24158" y="255444"/>
                  </a:lnTo>
                  <a:lnTo>
                    <a:pt x="27030" y="259903"/>
                  </a:lnTo>
                  <a:lnTo>
                    <a:pt x="30041" y="264268"/>
                  </a:lnTo>
                  <a:lnTo>
                    <a:pt x="33190" y="268535"/>
                  </a:lnTo>
                  <a:lnTo>
                    <a:pt x="36472" y="272701"/>
                  </a:lnTo>
                  <a:lnTo>
                    <a:pt x="39885" y="276760"/>
                  </a:lnTo>
                  <a:lnTo>
                    <a:pt x="43425" y="280709"/>
                  </a:lnTo>
                  <a:lnTo>
                    <a:pt x="47088" y="284544"/>
                  </a:lnTo>
                  <a:lnTo>
                    <a:pt x="50871" y="288260"/>
                  </a:lnTo>
                  <a:lnTo>
                    <a:pt x="54770" y="291855"/>
                  </a:lnTo>
                  <a:lnTo>
                    <a:pt x="58782" y="295324"/>
                  </a:lnTo>
                  <a:lnTo>
                    <a:pt x="62901" y="298664"/>
                  </a:lnTo>
                  <a:lnTo>
                    <a:pt x="67124" y="301872"/>
                  </a:lnTo>
                  <a:lnTo>
                    <a:pt x="71447" y="304944"/>
                  </a:lnTo>
                  <a:lnTo>
                    <a:pt x="75865" y="307878"/>
                  </a:lnTo>
                  <a:lnTo>
                    <a:pt x="80373" y="310670"/>
                  </a:lnTo>
                  <a:lnTo>
                    <a:pt x="84969" y="313318"/>
                  </a:lnTo>
                  <a:lnTo>
                    <a:pt x="89645" y="315818"/>
                  </a:lnTo>
                  <a:lnTo>
                    <a:pt x="94399" y="318169"/>
                  </a:lnTo>
                  <a:lnTo>
                    <a:pt x="99225" y="320368"/>
                  </a:lnTo>
                  <a:lnTo>
                    <a:pt x="104118" y="322413"/>
                  </a:lnTo>
                  <a:lnTo>
                    <a:pt x="109074" y="324301"/>
                  </a:lnTo>
                  <a:lnTo>
                    <a:pt x="114087" y="326031"/>
                  </a:lnTo>
                  <a:lnTo>
                    <a:pt x="119152" y="327602"/>
                  </a:lnTo>
                  <a:lnTo>
                    <a:pt x="124265" y="329011"/>
                  </a:lnTo>
                  <a:lnTo>
                    <a:pt x="129420" y="330257"/>
                  </a:lnTo>
                  <a:lnTo>
                    <a:pt x="134611" y="331339"/>
                  </a:lnTo>
                  <a:lnTo>
                    <a:pt x="139835" y="332256"/>
                  </a:lnTo>
                  <a:lnTo>
                    <a:pt x="145085" y="333006"/>
                  </a:lnTo>
                  <a:lnTo>
                    <a:pt x="150356" y="333590"/>
                  </a:lnTo>
                  <a:lnTo>
                    <a:pt x="155643" y="334006"/>
                  </a:lnTo>
                  <a:lnTo>
                    <a:pt x="160940" y="334254"/>
                  </a:lnTo>
                  <a:lnTo>
                    <a:pt x="166243" y="334334"/>
                  </a:lnTo>
                  <a:lnTo>
                    <a:pt x="171545" y="334246"/>
                  </a:lnTo>
                  <a:lnTo>
                    <a:pt x="176842" y="333990"/>
                  </a:lnTo>
                  <a:lnTo>
                    <a:pt x="182129" y="333566"/>
                  </a:lnTo>
                  <a:lnTo>
                    <a:pt x="187399" y="332974"/>
                  </a:lnTo>
                  <a:lnTo>
                    <a:pt x="192648" y="332216"/>
                  </a:lnTo>
                  <a:lnTo>
                    <a:pt x="197870" y="331291"/>
                  </a:lnTo>
                  <a:lnTo>
                    <a:pt x="203060" y="330201"/>
                  </a:lnTo>
                  <a:lnTo>
                    <a:pt x="208213" y="328947"/>
                  </a:lnTo>
                  <a:lnTo>
                    <a:pt x="213323" y="327530"/>
                  </a:lnTo>
                  <a:lnTo>
                    <a:pt x="218386" y="325952"/>
                  </a:lnTo>
                  <a:lnTo>
                    <a:pt x="223397" y="324214"/>
                  </a:lnTo>
                  <a:lnTo>
                    <a:pt x="228349" y="322318"/>
                  </a:lnTo>
                  <a:lnTo>
                    <a:pt x="233240" y="320266"/>
                  </a:lnTo>
                  <a:lnTo>
                    <a:pt x="238062" y="318060"/>
                  </a:lnTo>
                  <a:lnTo>
                    <a:pt x="242812" y="315702"/>
                  </a:lnTo>
                  <a:lnTo>
                    <a:pt x="247485" y="313194"/>
                  </a:lnTo>
                  <a:lnTo>
                    <a:pt x="252076" y="310540"/>
                  </a:lnTo>
                  <a:lnTo>
                    <a:pt x="256581" y="307741"/>
                  </a:lnTo>
                  <a:lnTo>
                    <a:pt x="260994" y="304801"/>
                  </a:lnTo>
                  <a:lnTo>
                    <a:pt x="265312" y="301722"/>
                  </a:lnTo>
                  <a:lnTo>
                    <a:pt x="269531" y="298508"/>
                  </a:lnTo>
                  <a:lnTo>
                    <a:pt x="273645" y="295161"/>
                  </a:lnTo>
                  <a:lnTo>
                    <a:pt x="277651" y="291686"/>
                  </a:lnTo>
                  <a:lnTo>
                    <a:pt x="281544" y="288086"/>
                  </a:lnTo>
                  <a:lnTo>
                    <a:pt x="285322" y="284363"/>
                  </a:lnTo>
                  <a:lnTo>
                    <a:pt x="288979" y="280523"/>
                  </a:lnTo>
                  <a:lnTo>
                    <a:pt x="292513" y="276569"/>
                  </a:lnTo>
                  <a:lnTo>
                    <a:pt x="295920" y="272504"/>
                  </a:lnTo>
                  <a:lnTo>
                    <a:pt x="299196" y="268334"/>
                  </a:lnTo>
                  <a:lnTo>
                    <a:pt x="302338" y="264062"/>
                  </a:lnTo>
                  <a:lnTo>
                    <a:pt x="305343" y="259692"/>
                  </a:lnTo>
                  <a:lnTo>
                    <a:pt x="308208" y="255229"/>
                  </a:lnTo>
                  <a:lnTo>
                    <a:pt x="310930" y="250678"/>
                  </a:lnTo>
                  <a:lnTo>
                    <a:pt x="313506" y="246042"/>
                  </a:lnTo>
                  <a:lnTo>
                    <a:pt x="315934" y="241327"/>
                  </a:lnTo>
                  <a:lnTo>
                    <a:pt x="318211" y="236538"/>
                  </a:lnTo>
                  <a:lnTo>
                    <a:pt x="320334" y="231678"/>
                  </a:lnTo>
                  <a:lnTo>
                    <a:pt x="322303" y="226754"/>
                  </a:lnTo>
                  <a:lnTo>
                    <a:pt x="324115" y="221770"/>
                  </a:lnTo>
                  <a:lnTo>
                    <a:pt x="325767" y="216730"/>
                  </a:lnTo>
                  <a:lnTo>
                    <a:pt x="327259" y="211641"/>
                  </a:lnTo>
                  <a:lnTo>
                    <a:pt x="328589" y="206507"/>
                  </a:lnTo>
                  <a:lnTo>
                    <a:pt x="329755" y="201334"/>
                  </a:lnTo>
                  <a:lnTo>
                    <a:pt x="330756" y="196126"/>
                  </a:lnTo>
                  <a:lnTo>
                    <a:pt x="331592" y="190889"/>
                  </a:lnTo>
                  <a:lnTo>
                    <a:pt x="332261" y="185628"/>
                  </a:lnTo>
                  <a:lnTo>
                    <a:pt x="332763" y="180349"/>
                  </a:lnTo>
                  <a:lnTo>
                    <a:pt x="333097" y="175056"/>
                  </a:lnTo>
                  <a:lnTo>
                    <a:pt x="333264" y="169755"/>
                  </a:lnTo>
                  <a:lnTo>
                    <a:pt x="333262" y="164452"/>
                  </a:lnTo>
                  <a:lnTo>
                    <a:pt x="333091" y="159152"/>
                  </a:lnTo>
                  <a:lnTo>
                    <a:pt x="332753" y="153859"/>
                  </a:lnTo>
                  <a:lnTo>
                    <a:pt x="332247" y="148580"/>
                  </a:lnTo>
                  <a:lnTo>
                    <a:pt x="331574" y="143320"/>
                  </a:lnTo>
                  <a:lnTo>
                    <a:pt x="330734" y="138083"/>
                  </a:lnTo>
                  <a:lnTo>
                    <a:pt x="329729" y="132876"/>
                  </a:lnTo>
                  <a:lnTo>
                    <a:pt x="328559" y="127704"/>
                  </a:lnTo>
                  <a:lnTo>
                    <a:pt x="327225" y="122571"/>
                  </a:lnTo>
                  <a:lnTo>
                    <a:pt x="325730" y="117483"/>
                  </a:lnTo>
                  <a:lnTo>
                    <a:pt x="324073" y="112445"/>
                  </a:lnTo>
                  <a:lnTo>
                    <a:pt x="322258" y="107462"/>
                  </a:lnTo>
                  <a:lnTo>
                    <a:pt x="320286" y="102539"/>
                  </a:lnTo>
                  <a:lnTo>
                    <a:pt x="318158" y="97681"/>
                  </a:lnTo>
                  <a:lnTo>
                    <a:pt x="315877" y="92893"/>
                  </a:lnTo>
                  <a:lnTo>
                    <a:pt x="313446" y="88180"/>
                  </a:lnTo>
                  <a:lnTo>
                    <a:pt x="310866" y="83547"/>
                  </a:lnTo>
                  <a:lnTo>
                    <a:pt x="308141" y="78997"/>
                  </a:lnTo>
                  <a:lnTo>
                    <a:pt x="305273" y="74537"/>
                  </a:lnTo>
                  <a:lnTo>
                    <a:pt x="302265" y="70169"/>
                  </a:lnTo>
                  <a:lnTo>
                    <a:pt x="299119" y="65899"/>
                  </a:lnTo>
                  <a:lnTo>
                    <a:pt x="295840" y="61731"/>
                  </a:lnTo>
                  <a:lnTo>
                    <a:pt x="292430" y="57669"/>
                  </a:lnTo>
                  <a:lnTo>
                    <a:pt x="288894" y="53718"/>
                  </a:lnTo>
                  <a:lnTo>
                    <a:pt x="285233" y="49880"/>
                  </a:lnTo>
                  <a:lnTo>
                    <a:pt x="281453" y="46161"/>
                  </a:lnTo>
                  <a:lnTo>
                    <a:pt x="277556" y="42563"/>
                  </a:lnTo>
                  <a:lnTo>
                    <a:pt x="273548" y="39091"/>
                  </a:lnTo>
                  <a:lnTo>
                    <a:pt x="269431" y="35748"/>
                  </a:lnTo>
                  <a:lnTo>
                    <a:pt x="265211" y="32537"/>
                  </a:lnTo>
                  <a:lnTo>
                    <a:pt x="260890" y="29461"/>
                  </a:lnTo>
                  <a:lnTo>
                    <a:pt x="256474" y="26524"/>
                  </a:lnTo>
                  <a:lnTo>
                    <a:pt x="251968" y="23729"/>
                  </a:lnTo>
                  <a:lnTo>
                    <a:pt x="247375" y="21078"/>
                  </a:lnTo>
                  <a:lnTo>
                    <a:pt x="242700" y="18574"/>
                  </a:lnTo>
                  <a:lnTo>
                    <a:pt x="237948" y="16219"/>
                  </a:lnTo>
                  <a:lnTo>
                    <a:pt x="233124" y="14017"/>
                  </a:lnTo>
                  <a:lnTo>
                    <a:pt x="228232" y="11968"/>
                  </a:lnTo>
                  <a:lnTo>
                    <a:pt x="223278" y="10076"/>
                  </a:lnTo>
                  <a:lnTo>
                    <a:pt x="218266" y="8342"/>
                  </a:lnTo>
                  <a:lnTo>
                    <a:pt x="213202" y="6768"/>
                  </a:lnTo>
                  <a:lnTo>
                    <a:pt x="208090" y="5355"/>
                  </a:lnTo>
                  <a:lnTo>
                    <a:pt x="202936" y="4105"/>
                  </a:lnTo>
                  <a:lnTo>
                    <a:pt x="197745" y="3019"/>
                  </a:lnTo>
                  <a:lnTo>
                    <a:pt x="192523" y="2098"/>
                  </a:lnTo>
                  <a:lnTo>
                    <a:pt x="187273" y="1344"/>
                  </a:lnTo>
                  <a:lnTo>
                    <a:pt x="182003" y="756"/>
                  </a:lnTo>
                  <a:lnTo>
                    <a:pt x="176716" y="336"/>
                  </a:lnTo>
                  <a:lnTo>
                    <a:pt x="171419" y="84"/>
                  </a:lnTo>
                  <a:lnTo>
                    <a:pt x="166116" y="0"/>
                  </a:lnTo>
                  <a:lnTo>
                    <a:pt x="16611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284830" y="4659281"/>
              <a:ext cx="138404" cy="167167"/>
            </a:xfrm>
            <a:custGeom>
              <a:avLst/>
              <a:pathLst>
                <a:path w="138404" h="167167">
                  <a:moveTo>
                    <a:pt x="138404" y="0"/>
                  </a:moveTo>
                  <a:lnTo>
                    <a:pt x="132970" y="88"/>
                  </a:lnTo>
                  <a:lnTo>
                    <a:pt x="127541" y="353"/>
                  </a:lnTo>
                  <a:lnTo>
                    <a:pt x="122124" y="794"/>
                  </a:lnTo>
                  <a:lnTo>
                    <a:pt x="116724" y="1411"/>
                  </a:lnTo>
                  <a:lnTo>
                    <a:pt x="111347" y="2204"/>
                  </a:lnTo>
                  <a:lnTo>
                    <a:pt x="105999" y="3170"/>
                  </a:lnTo>
                  <a:lnTo>
                    <a:pt x="100685" y="4311"/>
                  </a:lnTo>
                  <a:lnTo>
                    <a:pt x="95410" y="5623"/>
                  </a:lnTo>
                  <a:lnTo>
                    <a:pt x="90182" y="7106"/>
                  </a:lnTo>
                  <a:lnTo>
                    <a:pt x="85004" y="8758"/>
                  </a:lnTo>
                  <a:lnTo>
                    <a:pt x="79882" y="10578"/>
                  </a:lnTo>
                  <a:lnTo>
                    <a:pt x="74823" y="12563"/>
                  </a:lnTo>
                  <a:lnTo>
                    <a:pt x="69831" y="14712"/>
                  </a:lnTo>
                  <a:lnTo>
                    <a:pt x="64911" y="17022"/>
                  </a:lnTo>
                  <a:lnTo>
                    <a:pt x="60068" y="19490"/>
                  </a:lnTo>
                  <a:lnTo>
                    <a:pt x="55309" y="22115"/>
                  </a:lnTo>
                  <a:lnTo>
                    <a:pt x="50638" y="24893"/>
                  </a:lnTo>
                  <a:lnTo>
                    <a:pt x="46059" y="27821"/>
                  </a:lnTo>
                  <a:lnTo>
                    <a:pt x="41578" y="30897"/>
                  </a:lnTo>
                  <a:lnTo>
                    <a:pt x="37199" y="34117"/>
                  </a:lnTo>
                  <a:lnTo>
                    <a:pt x="32927" y="37477"/>
                  </a:lnTo>
                  <a:lnTo>
                    <a:pt x="28767" y="40974"/>
                  </a:lnTo>
                  <a:lnTo>
                    <a:pt x="24723" y="44605"/>
                  </a:lnTo>
                  <a:lnTo>
                    <a:pt x="20798" y="48366"/>
                  </a:lnTo>
                  <a:lnTo>
                    <a:pt x="16998" y="52252"/>
                  </a:lnTo>
                  <a:lnTo>
                    <a:pt x="13327" y="56259"/>
                  </a:lnTo>
                  <a:lnTo>
                    <a:pt x="9788" y="60384"/>
                  </a:lnTo>
                  <a:lnTo>
                    <a:pt x="6384" y="64621"/>
                  </a:lnTo>
                  <a:lnTo>
                    <a:pt x="3120" y="68967"/>
                  </a:lnTo>
                  <a:lnTo>
                    <a:pt x="0" y="73417"/>
                  </a:lnTo>
                  <a:lnTo>
                    <a:pt x="13840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4830" y="4732699"/>
              <a:ext cx="138404" cy="93749"/>
            </a:xfrm>
            <a:custGeom>
              <a:avLst/>
              <a:pathLst>
                <a:path w="138404" h="93749">
                  <a:moveTo>
                    <a:pt x="0" y="0"/>
                  </a:moveTo>
                  <a:lnTo>
                    <a:pt x="138404" y="937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4830" y="4732699"/>
              <a:ext cx="138404" cy="93749"/>
            </a:xfrm>
            <a:custGeom>
              <a:avLst/>
              <a:pathLst>
                <a:path w="138404" h="93749">
                  <a:moveTo>
                    <a:pt x="0" y="0"/>
                  </a:moveTo>
                  <a:lnTo>
                    <a:pt x="138404" y="937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72" y="4732699"/>
              <a:ext cx="334325" cy="260911"/>
            </a:xfrm>
            <a:custGeom>
              <a:avLst/>
              <a:pathLst>
                <a:path w="334325" h="260911">
                  <a:moveTo>
                    <a:pt x="28757" y="0"/>
                  </a:moveTo>
                  <a:lnTo>
                    <a:pt x="25852" y="4438"/>
                  </a:lnTo>
                  <a:lnTo>
                    <a:pt x="23090" y="8967"/>
                  </a:lnTo>
                  <a:lnTo>
                    <a:pt x="20472" y="13580"/>
                  </a:lnTo>
                  <a:lnTo>
                    <a:pt x="18003" y="18275"/>
                  </a:lnTo>
                  <a:lnTo>
                    <a:pt x="15683" y="23046"/>
                  </a:lnTo>
                  <a:lnTo>
                    <a:pt x="13516" y="27887"/>
                  </a:lnTo>
                  <a:lnTo>
                    <a:pt x="11504" y="32796"/>
                  </a:lnTo>
                  <a:lnTo>
                    <a:pt x="9648" y="37765"/>
                  </a:lnTo>
                  <a:lnTo>
                    <a:pt x="7951" y="42791"/>
                  </a:lnTo>
                  <a:lnTo>
                    <a:pt x="6414" y="47868"/>
                  </a:lnTo>
                  <a:lnTo>
                    <a:pt x="5040" y="52991"/>
                  </a:lnTo>
                  <a:lnTo>
                    <a:pt x="3828" y="58156"/>
                  </a:lnTo>
                  <a:lnTo>
                    <a:pt x="2781" y="63356"/>
                  </a:lnTo>
                  <a:lnTo>
                    <a:pt x="1899" y="68587"/>
                  </a:lnTo>
                  <a:lnTo>
                    <a:pt x="1184" y="73843"/>
                  </a:lnTo>
                  <a:lnTo>
                    <a:pt x="636" y="79119"/>
                  </a:lnTo>
                  <a:lnTo>
                    <a:pt x="256" y="84410"/>
                  </a:lnTo>
                  <a:lnTo>
                    <a:pt x="43" y="89711"/>
                  </a:lnTo>
                  <a:lnTo>
                    <a:pt x="0" y="95015"/>
                  </a:lnTo>
                  <a:lnTo>
                    <a:pt x="124" y="100318"/>
                  </a:lnTo>
                  <a:lnTo>
                    <a:pt x="416" y="105615"/>
                  </a:lnTo>
                  <a:lnTo>
                    <a:pt x="877" y="110900"/>
                  </a:lnTo>
                  <a:lnTo>
                    <a:pt x="1505" y="116167"/>
                  </a:lnTo>
                  <a:lnTo>
                    <a:pt x="2299" y="121412"/>
                  </a:lnTo>
                  <a:lnTo>
                    <a:pt x="3260" y="126629"/>
                  </a:lnTo>
                  <a:lnTo>
                    <a:pt x="4386" y="131812"/>
                  </a:lnTo>
                  <a:lnTo>
                    <a:pt x="5675" y="136958"/>
                  </a:lnTo>
                  <a:lnTo>
                    <a:pt x="7128" y="142060"/>
                  </a:lnTo>
                  <a:lnTo>
                    <a:pt x="8741" y="147113"/>
                  </a:lnTo>
                  <a:lnTo>
                    <a:pt x="10514" y="152113"/>
                  </a:lnTo>
                  <a:lnTo>
                    <a:pt x="12445" y="157054"/>
                  </a:lnTo>
                  <a:lnTo>
                    <a:pt x="14531" y="161931"/>
                  </a:lnTo>
                  <a:lnTo>
                    <a:pt x="16771" y="166739"/>
                  </a:lnTo>
                  <a:lnTo>
                    <a:pt x="19163" y="171474"/>
                  </a:lnTo>
                  <a:lnTo>
                    <a:pt x="21703" y="176131"/>
                  </a:lnTo>
                  <a:lnTo>
                    <a:pt x="24390" y="180704"/>
                  </a:lnTo>
                  <a:lnTo>
                    <a:pt x="27221" y="185190"/>
                  </a:lnTo>
                  <a:lnTo>
                    <a:pt x="30193" y="189585"/>
                  </a:lnTo>
                  <a:lnTo>
                    <a:pt x="33303" y="193882"/>
                  </a:lnTo>
                  <a:lnTo>
                    <a:pt x="36547" y="198079"/>
                  </a:lnTo>
                  <a:lnTo>
                    <a:pt x="39923" y="202171"/>
                  </a:lnTo>
                  <a:lnTo>
                    <a:pt x="43427" y="206153"/>
                  </a:lnTo>
                  <a:lnTo>
                    <a:pt x="47056" y="210022"/>
                  </a:lnTo>
                  <a:lnTo>
                    <a:pt x="50805" y="213775"/>
                  </a:lnTo>
                  <a:lnTo>
                    <a:pt x="54672" y="217406"/>
                  </a:lnTo>
                  <a:lnTo>
                    <a:pt x="58652" y="220913"/>
                  </a:lnTo>
                  <a:lnTo>
                    <a:pt x="62742" y="224292"/>
                  </a:lnTo>
                  <a:lnTo>
                    <a:pt x="66936" y="227539"/>
                  </a:lnTo>
                  <a:lnTo>
                    <a:pt x="71232" y="230652"/>
                  </a:lnTo>
                  <a:lnTo>
                    <a:pt x="75624" y="233627"/>
                  </a:lnTo>
                  <a:lnTo>
                    <a:pt x="80108" y="236460"/>
                  </a:lnTo>
                  <a:lnTo>
                    <a:pt x="84680" y="239151"/>
                  </a:lnTo>
                  <a:lnTo>
                    <a:pt x="89334" y="241695"/>
                  </a:lnTo>
                  <a:lnTo>
                    <a:pt x="94068" y="244089"/>
                  </a:lnTo>
                  <a:lnTo>
                    <a:pt x="98875" y="246333"/>
                  </a:lnTo>
                  <a:lnTo>
                    <a:pt x="103750" y="248423"/>
                  </a:lnTo>
                  <a:lnTo>
                    <a:pt x="108690" y="250357"/>
                  </a:lnTo>
                  <a:lnTo>
                    <a:pt x="113688" y="252133"/>
                  </a:lnTo>
                  <a:lnTo>
                    <a:pt x="118740" y="253750"/>
                  </a:lnTo>
                  <a:lnTo>
                    <a:pt x="123841" y="255206"/>
                  </a:lnTo>
                  <a:lnTo>
                    <a:pt x="128986" y="256499"/>
                  </a:lnTo>
                  <a:lnTo>
                    <a:pt x="134169" y="257629"/>
                  </a:lnTo>
                  <a:lnTo>
                    <a:pt x="139385" y="258593"/>
                  </a:lnTo>
                  <a:lnTo>
                    <a:pt x="144629" y="259391"/>
                  </a:lnTo>
                  <a:lnTo>
                    <a:pt x="149896" y="260023"/>
                  </a:lnTo>
                  <a:lnTo>
                    <a:pt x="155180" y="260487"/>
                  </a:lnTo>
                  <a:lnTo>
                    <a:pt x="160477" y="260783"/>
                  </a:lnTo>
                  <a:lnTo>
                    <a:pt x="165780" y="260911"/>
                  </a:lnTo>
                  <a:lnTo>
                    <a:pt x="171084" y="260871"/>
                  </a:lnTo>
                  <a:lnTo>
                    <a:pt x="176385" y="260662"/>
                  </a:lnTo>
                  <a:lnTo>
                    <a:pt x="181676" y="260286"/>
                  </a:lnTo>
                  <a:lnTo>
                    <a:pt x="186953" y="259741"/>
                  </a:lnTo>
                  <a:lnTo>
                    <a:pt x="192209" y="259030"/>
                  </a:lnTo>
                  <a:lnTo>
                    <a:pt x="197441" y="258152"/>
                  </a:lnTo>
                  <a:lnTo>
                    <a:pt x="202642" y="257108"/>
                  </a:lnTo>
                  <a:lnTo>
                    <a:pt x="207807" y="255900"/>
                  </a:lnTo>
                  <a:lnTo>
                    <a:pt x="212931" y="254529"/>
                  </a:lnTo>
                  <a:lnTo>
                    <a:pt x="218010" y="252996"/>
                  </a:lnTo>
                  <a:lnTo>
                    <a:pt x="223037" y="251302"/>
                  </a:lnTo>
                  <a:lnTo>
                    <a:pt x="228007" y="249450"/>
                  </a:lnTo>
                  <a:lnTo>
                    <a:pt x="232917" y="247441"/>
                  </a:lnTo>
                  <a:lnTo>
                    <a:pt x="237760" y="245278"/>
                  </a:lnTo>
                  <a:lnTo>
                    <a:pt x="242532" y="242961"/>
                  </a:lnTo>
                  <a:lnTo>
                    <a:pt x="247229" y="240495"/>
                  </a:lnTo>
                  <a:lnTo>
                    <a:pt x="251844" y="237881"/>
                  </a:lnTo>
                  <a:lnTo>
                    <a:pt x="256375" y="235121"/>
                  </a:lnTo>
                  <a:lnTo>
                    <a:pt x="260816" y="232220"/>
                  </a:lnTo>
                  <a:lnTo>
                    <a:pt x="265162" y="229178"/>
                  </a:lnTo>
                  <a:lnTo>
                    <a:pt x="269409" y="226001"/>
                  </a:lnTo>
                  <a:lnTo>
                    <a:pt x="273554" y="222690"/>
                  </a:lnTo>
                  <a:lnTo>
                    <a:pt x="277592" y="219250"/>
                  </a:lnTo>
                  <a:lnTo>
                    <a:pt x="281518" y="215683"/>
                  </a:lnTo>
                  <a:lnTo>
                    <a:pt x="285329" y="211993"/>
                  </a:lnTo>
                  <a:lnTo>
                    <a:pt x="289021" y="208184"/>
                  </a:lnTo>
                  <a:lnTo>
                    <a:pt x="292591" y="204260"/>
                  </a:lnTo>
                  <a:lnTo>
                    <a:pt x="296034" y="200225"/>
                  </a:lnTo>
                  <a:lnTo>
                    <a:pt x="299347" y="196082"/>
                  </a:lnTo>
                  <a:lnTo>
                    <a:pt x="302528" y="191837"/>
                  </a:lnTo>
                  <a:lnTo>
                    <a:pt x="305572" y="187492"/>
                  </a:lnTo>
                  <a:lnTo>
                    <a:pt x="308476" y="183054"/>
                  </a:lnTo>
                  <a:lnTo>
                    <a:pt x="311239" y="178525"/>
                  </a:lnTo>
                  <a:lnTo>
                    <a:pt x="313856" y="173911"/>
                  </a:lnTo>
                  <a:lnTo>
                    <a:pt x="316325" y="169216"/>
                  </a:lnTo>
                  <a:lnTo>
                    <a:pt x="318645" y="164446"/>
                  </a:lnTo>
                  <a:lnTo>
                    <a:pt x="320812" y="159604"/>
                  </a:lnTo>
                  <a:lnTo>
                    <a:pt x="322824" y="154695"/>
                  </a:lnTo>
                  <a:lnTo>
                    <a:pt x="324679" y="149726"/>
                  </a:lnTo>
                  <a:lnTo>
                    <a:pt x="326376" y="144700"/>
                  </a:lnTo>
                  <a:lnTo>
                    <a:pt x="327912" y="139623"/>
                  </a:lnTo>
                  <a:lnTo>
                    <a:pt x="329287" y="134499"/>
                  </a:lnTo>
                  <a:lnTo>
                    <a:pt x="330498" y="129335"/>
                  </a:lnTo>
                  <a:lnTo>
                    <a:pt x="331545" y="124134"/>
                  </a:lnTo>
                  <a:lnTo>
                    <a:pt x="332426" y="118904"/>
                  </a:lnTo>
                  <a:lnTo>
                    <a:pt x="333141" y="113647"/>
                  </a:lnTo>
                  <a:lnTo>
                    <a:pt x="333689" y="108371"/>
                  </a:lnTo>
                  <a:lnTo>
                    <a:pt x="334069" y="103080"/>
                  </a:lnTo>
                  <a:lnTo>
                    <a:pt x="334281" y="97780"/>
                  </a:lnTo>
                  <a:lnTo>
                    <a:pt x="334325" y="92475"/>
                  </a:lnTo>
                  <a:lnTo>
                    <a:pt x="334200" y="87172"/>
                  </a:lnTo>
                  <a:lnTo>
                    <a:pt x="333907" y="81876"/>
                  </a:lnTo>
                  <a:lnTo>
                    <a:pt x="333447" y="76591"/>
                  </a:lnTo>
                  <a:lnTo>
                    <a:pt x="332819" y="71324"/>
                  </a:lnTo>
                  <a:lnTo>
                    <a:pt x="332024" y="66079"/>
                  </a:lnTo>
                  <a:lnTo>
                    <a:pt x="331063" y="60862"/>
                  </a:lnTo>
                  <a:lnTo>
                    <a:pt x="329937" y="55678"/>
                  </a:lnTo>
                  <a:lnTo>
                    <a:pt x="328647" y="50533"/>
                  </a:lnTo>
                  <a:lnTo>
                    <a:pt x="327194" y="45431"/>
                  </a:lnTo>
                  <a:lnTo>
                    <a:pt x="325581" y="40378"/>
                  </a:lnTo>
                  <a:lnTo>
                    <a:pt x="323808" y="35378"/>
                  </a:lnTo>
                  <a:lnTo>
                    <a:pt x="321877" y="30438"/>
                  </a:lnTo>
                  <a:lnTo>
                    <a:pt x="319790" y="25561"/>
                  </a:lnTo>
                  <a:lnTo>
                    <a:pt x="317550" y="20752"/>
                  </a:lnTo>
                  <a:lnTo>
                    <a:pt x="167162" y="937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50387" cy="167167"/>
            </a:xfrm>
            <a:custGeom>
              <a:avLst/>
              <a:pathLst>
                <a:path w="150387" h="167167">
                  <a:moveTo>
                    <a:pt x="150387" y="94170"/>
                  </a:moveTo>
                  <a:lnTo>
                    <a:pt x="147904" y="89261"/>
                  </a:lnTo>
                  <a:lnTo>
                    <a:pt x="145260" y="84437"/>
                  </a:lnTo>
                  <a:lnTo>
                    <a:pt x="142460" y="79702"/>
                  </a:lnTo>
                  <a:lnTo>
                    <a:pt x="139505" y="75062"/>
                  </a:lnTo>
                  <a:lnTo>
                    <a:pt x="136399" y="70522"/>
                  </a:lnTo>
                  <a:lnTo>
                    <a:pt x="133145" y="66086"/>
                  </a:lnTo>
                  <a:lnTo>
                    <a:pt x="129747" y="61760"/>
                  </a:lnTo>
                  <a:lnTo>
                    <a:pt x="126208" y="57548"/>
                  </a:lnTo>
                  <a:lnTo>
                    <a:pt x="122533" y="53455"/>
                  </a:lnTo>
                  <a:lnTo>
                    <a:pt x="118725" y="49485"/>
                  </a:lnTo>
                  <a:lnTo>
                    <a:pt x="114789" y="45642"/>
                  </a:lnTo>
                  <a:lnTo>
                    <a:pt x="110728" y="41931"/>
                  </a:lnTo>
                  <a:lnTo>
                    <a:pt x="106548" y="38355"/>
                  </a:lnTo>
                  <a:lnTo>
                    <a:pt x="102252" y="34919"/>
                  </a:lnTo>
                  <a:lnTo>
                    <a:pt x="97845" y="31627"/>
                  </a:lnTo>
                  <a:lnTo>
                    <a:pt x="93332" y="28481"/>
                  </a:lnTo>
                  <a:lnTo>
                    <a:pt x="88719" y="25485"/>
                  </a:lnTo>
                  <a:lnTo>
                    <a:pt x="84009" y="22642"/>
                  </a:lnTo>
                  <a:lnTo>
                    <a:pt x="79208" y="19956"/>
                  </a:lnTo>
                  <a:lnTo>
                    <a:pt x="74322" y="17430"/>
                  </a:lnTo>
                  <a:lnTo>
                    <a:pt x="69355" y="15066"/>
                  </a:lnTo>
                  <a:lnTo>
                    <a:pt x="64312" y="12866"/>
                  </a:lnTo>
                  <a:lnTo>
                    <a:pt x="59201" y="10833"/>
                  </a:lnTo>
                  <a:lnTo>
                    <a:pt x="54025" y="8970"/>
                  </a:lnTo>
                  <a:lnTo>
                    <a:pt x="48790" y="7278"/>
                  </a:lnTo>
                  <a:lnTo>
                    <a:pt x="43503" y="5759"/>
                  </a:lnTo>
                  <a:lnTo>
                    <a:pt x="38169" y="4415"/>
                  </a:lnTo>
                  <a:lnTo>
                    <a:pt x="32793" y="3248"/>
                  </a:lnTo>
                  <a:lnTo>
                    <a:pt x="27382" y="2257"/>
                  </a:lnTo>
                  <a:lnTo>
                    <a:pt x="21941" y="1446"/>
                  </a:lnTo>
                  <a:lnTo>
                    <a:pt x="16477" y="814"/>
                  </a:lnTo>
                  <a:lnTo>
                    <a:pt x="10994" y="361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87434" y="4213821"/>
              <a:ext cx="141037" cy="167167"/>
            </a:xfrm>
            <a:custGeom>
              <a:avLst/>
              <a:pathLst>
                <a:path w="141037" h="167167">
                  <a:moveTo>
                    <a:pt x="141037" y="0"/>
                  </a:moveTo>
                  <a:lnTo>
                    <a:pt x="135443" y="93"/>
                  </a:lnTo>
                  <a:lnTo>
                    <a:pt x="129855" y="374"/>
                  </a:lnTo>
                  <a:lnTo>
                    <a:pt x="124280" y="842"/>
                  </a:lnTo>
                  <a:lnTo>
                    <a:pt x="118723" y="1495"/>
                  </a:lnTo>
                  <a:lnTo>
                    <a:pt x="113192" y="2335"/>
                  </a:lnTo>
                  <a:lnTo>
                    <a:pt x="107691" y="3359"/>
                  </a:lnTo>
                  <a:lnTo>
                    <a:pt x="102228" y="4567"/>
                  </a:lnTo>
                  <a:lnTo>
                    <a:pt x="96808" y="5957"/>
                  </a:lnTo>
                  <a:lnTo>
                    <a:pt x="91438" y="7527"/>
                  </a:lnTo>
                  <a:lnTo>
                    <a:pt x="86124" y="9276"/>
                  </a:lnTo>
                  <a:lnTo>
                    <a:pt x="80871" y="11202"/>
                  </a:lnTo>
                  <a:lnTo>
                    <a:pt x="75685" y="13303"/>
                  </a:lnTo>
                  <a:lnTo>
                    <a:pt x="70573" y="15576"/>
                  </a:lnTo>
                  <a:lnTo>
                    <a:pt x="65540" y="18019"/>
                  </a:lnTo>
                  <a:lnTo>
                    <a:pt x="60591" y="20629"/>
                  </a:lnTo>
                  <a:lnTo>
                    <a:pt x="55732" y="23403"/>
                  </a:lnTo>
                  <a:lnTo>
                    <a:pt x="50969" y="26339"/>
                  </a:lnTo>
                  <a:lnTo>
                    <a:pt x="46306" y="29432"/>
                  </a:lnTo>
                  <a:lnTo>
                    <a:pt x="41750" y="32679"/>
                  </a:lnTo>
                  <a:lnTo>
                    <a:pt x="37305" y="36077"/>
                  </a:lnTo>
                  <a:lnTo>
                    <a:pt x="32976" y="39622"/>
                  </a:lnTo>
                  <a:lnTo>
                    <a:pt x="28769" y="43309"/>
                  </a:lnTo>
                  <a:lnTo>
                    <a:pt x="24687" y="47136"/>
                  </a:lnTo>
                  <a:lnTo>
                    <a:pt x="20735" y="51096"/>
                  </a:lnTo>
                  <a:lnTo>
                    <a:pt x="16918" y="55187"/>
                  </a:lnTo>
                  <a:lnTo>
                    <a:pt x="13240" y="59404"/>
                  </a:lnTo>
                  <a:lnTo>
                    <a:pt x="9706" y="63741"/>
                  </a:lnTo>
                  <a:lnTo>
                    <a:pt x="6318" y="68193"/>
                  </a:lnTo>
                  <a:lnTo>
                    <a:pt x="3082" y="72757"/>
                  </a:lnTo>
                  <a:lnTo>
                    <a:pt x="0" y="77427"/>
                  </a:lnTo>
                  <a:lnTo>
                    <a:pt x="14103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87434" y="4291248"/>
              <a:ext cx="141037" cy="89740"/>
            </a:xfrm>
            <a:custGeom>
              <a:avLst/>
              <a:pathLst>
                <a:path w="141037" h="89740">
                  <a:moveTo>
                    <a:pt x="0" y="0"/>
                  </a:moveTo>
                  <a:lnTo>
                    <a:pt x="141037" y="897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5" y="4274491"/>
              <a:ext cx="334331" cy="273647"/>
            </a:xfrm>
            <a:custGeom>
              <a:avLst/>
              <a:pathLst>
                <a:path w="334331" h="273647">
                  <a:moveTo>
                    <a:pt x="26128" y="16757"/>
                  </a:moveTo>
                  <a:lnTo>
                    <a:pt x="23360" y="21264"/>
                  </a:lnTo>
                  <a:lnTo>
                    <a:pt x="20735" y="25857"/>
                  </a:lnTo>
                  <a:lnTo>
                    <a:pt x="18256" y="30531"/>
                  </a:lnTo>
                  <a:lnTo>
                    <a:pt x="15927" y="35281"/>
                  </a:lnTo>
                  <a:lnTo>
                    <a:pt x="13750" y="40102"/>
                  </a:lnTo>
                  <a:lnTo>
                    <a:pt x="11726" y="44989"/>
                  </a:lnTo>
                  <a:lnTo>
                    <a:pt x="9857" y="49939"/>
                  </a:lnTo>
                  <a:lnTo>
                    <a:pt x="8146" y="54945"/>
                  </a:lnTo>
                  <a:lnTo>
                    <a:pt x="6595" y="60002"/>
                  </a:lnTo>
                  <a:lnTo>
                    <a:pt x="5204" y="65106"/>
                  </a:lnTo>
                  <a:lnTo>
                    <a:pt x="3975" y="70252"/>
                  </a:lnTo>
                  <a:lnTo>
                    <a:pt x="2910" y="75434"/>
                  </a:lnTo>
                  <a:lnTo>
                    <a:pt x="2010" y="80646"/>
                  </a:lnTo>
                  <a:lnTo>
                    <a:pt x="1274" y="85885"/>
                  </a:lnTo>
                  <a:lnTo>
                    <a:pt x="705" y="91145"/>
                  </a:lnTo>
                  <a:lnTo>
                    <a:pt x="303" y="96420"/>
                  </a:lnTo>
                  <a:lnTo>
                    <a:pt x="67" y="101704"/>
                  </a:lnTo>
                  <a:lnTo>
                    <a:pt x="0" y="106994"/>
                  </a:lnTo>
                  <a:lnTo>
                    <a:pt x="99" y="112283"/>
                  </a:lnTo>
                  <a:lnTo>
                    <a:pt x="366" y="117567"/>
                  </a:lnTo>
                  <a:lnTo>
                    <a:pt x="799" y="122839"/>
                  </a:lnTo>
                  <a:lnTo>
                    <a:pt x="1400" y="128095"/>
                  </a:lnTo>
                  <a:lnTo>
                    <a:pt x="2166" y="133329"/>
                  </a:lnTo>
                  <a:lnTo>
                    <a:pt x="3098" y="138537"/>
                  </a:lnTo>
                  <a:lnTo>
                    <a:pt x="4194" y="143712"/>
                  </a:lnTo>
                  <a:lnTo>
                    <a:pt x="5453" y="148850"/>
                  </a:lnTo>
                  <a:lnTo>
                    <a:pt x="6874" y="153946"/>
                  </a:lnTo>
                  <a:lnTo>
                    <a:pt x="8456" y="158994"/>
                  </a:lnTo>
                  <a:lnTo>
                    <a:pt x="10196" y="163990"/>
                  </a:lnTo>
                  <a:lnTo>
                    <a:pt x="12094" y="168928"/>
                  </a:lnTo>
                  <a:lnTo>
                    <a:pt x="14147" y="173803"/>
                  </a:lnTo>
                  <a:lnTo>
                    <a:pt x="16354" y="178612"/>
                  </a:lnTo>
                  <a:lnTo>
                    <a:pt x="18711" y="183347"/>
                  </a:lnTo>
                  <a:lnTo>
                    <a:pt x="21217" y="188006"/>
                  </a:lnTo>
                  <a:lnTo>
                    <a:pt x="23869" y="192584"/>
                  </a:lnTo>
                  <a:lnTo>
                    <a:pt x="26665" y="197075"/>
                  </a:lnTo>
                  <a:lnTo>
                    <a:pt x="29601" y="201475"/>
                  </a:lnTo>
                  <a:lnTo>
                    <a:pt x="32676" y="205780"/>
                  </a:lnTo>
                  <a:lnTo>
                    <a:pt x="35884" y="209986"/>
                  </a:lnTo>
                  <a:lnTo>
                    <a:pt x="39225" y="214088"/>
                  </a:lnTo>
                  <a:lnTo>
                    <a:pt x="42693" y="218083"/>
                  </a:lnTo>
                  <a:lnTo>
                    <a:pt x="46286" y="221965"/>
                  </a:lnTo>
                  <a:lnTo>
                    <a:pt x="50001" y="225733"/>
                  </a:lnTo>
                  <a:lnTo>
                    <a:pt x="53832" y="229380"/>
                  </a:lnTo>
                  <a:lnTo>
                    <a:pt x="57777" y="232905"/>
                  </a:lnTo>
                  <a:lnTo>
                    <a:pt x="61832" y="236303"/>
                  </a:lnTo>
                  <a:lnTo>
                    <a:pt x="65992" y="239571"/>
                  </a:lnTo>
                  <a:lnTo>
                    <a:pt x="70253" y="242705"/>
                  </a:lnTo>
                  <a:lnTo>
                    <a:pt x="74611" y="245704"/>
                  </a:lnTo>
                  <a:lnTo>
                    <a:pt x="79063" y="248563"/>
                  </a:lnTo>
                  <a:lnTo>
                    <a:pt x="83602" y="251279"/>
                  </a:lnTo>
                  <a:lnTo>
                    <a:pt x="88225" y="253851"/>
                  </a:lnTo>
                  <a:lnTo>
                    <a:pt x="92927" y="256275"/>
                  </a:lnTo>
                  <a:lnTo>
                    <a:pt x="97704" y="258549"/>
                  </a:lnTo>
                  <a:lnTo>
                    <a:pt x="102550" y="260671"/>
                  </a:lnTo>
                  <a:lnTo>
                    <a:pt x="107460" y="262638"/>
                  </a:lnTo>
                  <a:lnTo>
                    <a:pt x="112431" y="264449"/>
                  </a:lnTo>
                  <a:lnTo>
                    <a:pt x="117456" y="266102"/>
                  </a:lnTo>
                  <a:lnTo>
                    <a:pt x="122531" y="267595"/>
                  </a:lnTo>
                  <a:lnTo>
                    <a:pt x="127651" y="268927"/>
                  </a:lnTo>
                  <a:lnTo>
                    <a:pt x="132810" y="270096"/>
                  </a:lnTo>
                  <a:lnTo>
                    <a:pt x="138004" y="271101"/>
                  </a:lnTo>
                  <a:lnTo>
                    <a:pt x="143227" y="271941"/>
                  </a:lnTo>
                  <a:lnTo>
                    <a:pt x="148474" y="272616"/>
                  </a:lnTo>
                  <a:lnTo>
                    <a:pt x="153740" y="273124"/>
                  </a:lnTo>
                  <a:lnTo>
                    <a:pt x="159019" y="273466"/>
                  </a:lnTo>
                  <a:lnTo>
                    <a:pt x="164306" y="273640"/>
                  </a:lnTo>
                  <a:lnTo>
                    <a:pt x="169596" y="273647"/>
                  </a:lnTo>
                  <a:lnTo>
                    <a:pt x="174884" y="273486"/>
                  </a:lnTo>
                  <a:lnTo>
                    <a:pt x="180164" y="273158"/>
                  </a:lnTo>
                  <a:lnTo>
                    <a:pt x="185431" y="272663"/>
                  </a:lnTo>
                  <a:lnTo>
                    <a:pt x="190680" y="272002"/>
                  </a:lnTo>
                  <a:lnTo>
                    <a:pt x="195905" y="271175"/>
                  </a:lnTo>
                  <a:lnTo>
                    <a:pt x="201101" y="270184"/>
                  </a:lnTo>
                  <a:lnTo>
                    <a:pt x="206264" y="269028"/>
                  </a:lnTo>
                  <a:lnTo>
                    <a:pt x="211387" y="267709"/>
                  </a:lnTo>
                  <a:lnTo>
                    <a:pt x="216466" y="266229"/>
                  </a:lnTo>
                  <a:lnTo>
                    <a:pt x="221495" y="264590"/>
                  </a:lnTo>
                  <a:lnTo>
                    <a:pt x="226470" y="262791"/>
                  </a:lnTo>
                  <a:lnTo>
                    <a:pt x="231386" y="260837"/>
                  </a:lnTo>
                  <a:lnTo>
                    <a:pt x="236238" y="258727"/>
                  </a:lnTo>
                  <a:lnTo>
                    <a:pt x="241020" y="256465"/>
                  </a:lnTo>
                  <a:lnTo>
                    <a:pt x="245728" y="254053"/>
                  </a:lnTo>
                  <a:lnTo>
                    <a:pt x="250358" y="251494"/>
                  </a:lnTo>
                  <a:lnTo>
                    <a:pt x="254904" y="248789"/>
                  </a:lnTo>
                  <a:lnTo>
                    <a:pt x="259363" y="245941"/>
                  </a:lnTo>
                  <a:lnTo>
                    <a:pt x="263729" y="242954"/>
                  </a:lnTo>
                  <a:lnTo>
                    <a:pt x="267998" y="239830"/>
                  </a:lnTo>
                  <a:lnTo>
                    <a:pt x="272167" y="236573"/>
                  </a:lnTo>
                  <a:lnTo>
                    <a:pt x="276230" y="233186"/>
                  </a:lnTo>
                  <a:lnTo>
                    <a:pt x="280184" y="229671"/>
                  </a:lnTo>
                  <a:lnTo>
                    <a:pt x="284025" y="226033"/>
                  </a:lnTo>
                  <a:lnTo>
                    <a:pt x="287749" y="222276"/>
                  </a:lnTo>
                  <a:lnTo>
                    <a:pt x="291352" y="218403"/>
                  </a:lnTo>
                  <a:lnTo>
                    <a:pt x="294830" y="214417"/>
                  </a:lnTo>
                  <a:lnTo>
                    <a:pt x="298181" y="210323"/>
                  </a:lnTo>
                  <a:lnTo>
                    <a:pt x="301401" y="206126"/>
                  </a:lnTo>
                  <a:lnTo>
                    <a:pt x="304486" y="201829"/>
                  </a:lnTo>
                  <a:lnTo>
                    <a:pt x="307434" y="197436"/>
                  </a:lnTo>
                  <a:lnTo>
                    <a:pt x="310241" y="192952"/>
                  </a:lnTo>
                  <a:lnTo>
                    <a:pt x="312905" y="188381"/>
                  </a:lnTo>
                  <a:lnTo>
                    <a:pt x="315423" y="183729"/>
                  </a:lnTo>
                  <a:lnTo>
                    <a:pt x="317793" y="178999"/>
                  </a:lnTo>
                  <a:lnTo>
                    <a:pt x="320011" y="174197"/>
                  </a:lnTo>
                  <a:lnTo>
                    <a:pt x="322077" y="169327"/>
                  </a:lnTo>
                  <a:lnTo>
                    <a:pt x="323988" y="164393"/>
                  </a:lnTo>
                  <a:lnTo>
                    <a:pt x="325741" y="159402"/>
                  </a:lnTo>
                  <a:lnTo>
                    <a:pt x="327336" y="154358"/>
                  </a:lnTo>
                  <a:lnTo>
                    <a:pt x="328770" y="149266"/>
                  </a:lnTo>
                  <a:lnTo>
                    <a:pt x="330042" y="144131"/>
                  </a:lnTo>
                  <a:lnTo>
                    <a:pt x="331151" y="138959"/>
                  </a:lnTo>
                  <a:lnTo>
                    <a:pt x="332097" y="133754"/>
                  </a:lnTo>
                  <a:lnTo>
                    <a:pt x="332876" y="128521"/>
                  </a:lnTo>
                  <a:lnTo>
                    <a:pt x="333490" y="123267"/>
                  </a:lnTo>
                  <a:lnTo>
                    <a:pt x="333938" y="117996"/>
                  </a:lnTo>
                  <a:lnTo>
                    <a:pt x="334218" y="112713"/>
                  </a:lnTo>
                  <a:lnTo>
                    <a:pt x="334331" y="107424"/>
                  </a:lnTo>
                  <a:lnTo>
                    <a:pt x="334277" y="102134"/>
                  </a:lnTo>
                  <a:lnTo>
                    <a:pt x="334055" y="96849"/>
                  </a:lnTo>
                  <a:lnTo>
                    <a:pt x="333666" y="91573"/>
                  </a:lnTo>
                  <a:lnTo>
                    <a:pt x="333111" y="86312"/>
                  </a:lnTo>
                  <a:lnTo>
                    <a:pt x="332389" y="81071"/>
                  </a:lnTo>
                  <a:lnTo>
                    <a:pt x="331502" y="75856"/>
                  </a:lnTo>
                  <a:lnTo>
                    <a:pt x="330450" y="70672"/>
                  </a:lnTo>
                  <a:lnTo>
                    <a:pt x="329234" y="65523"/>
                  </a:lnTo>
                  <a:lnTo>
                    <a:pt x="327857" y="60415"/>
                  </a:lnTo>
                  <a:lnTo>
                    <a:pt x="326318" y="55354"/>
                  </a:lnTo>
                  <a:lnTo>
                    <a:pt x="324620" y="50344"/>
                  </a:lnTo>
                  <a:lnTo>
                    <a:pt x="322765" y="45389"/>
                  </a:lnTo>
                  <a:lnTo>
                    <a:pt x="320753" y="40497"/>
                  </a:lnTo>
                  <a:lnTo>
                    <a:pt x="318588" y="35670"/>
                  </a:lnTo>
                  <a:lnTo>
                    <a:pt x="316271" y="30914"/>
                  </a:lnTo>
                  <a:lnTo>
                    <a:pt x="313805" y="26234"/>
                  </a:lnTo>
                  <a:lnTo>
                    <a:pt x="311192" y="21634"/>
                  </a:lnTo>
                  <a:lnTo>
                    <a:pt x="308434" y="17120"/>
                  </a:lnTo>
                  <a:lnTo>
                    <a:pt x="305535" y="12694"/>
                  </a:lnTo>
                  <a:lnTo>
                    <a:pt x="302498" y="8363"/>
                  </a:lnTo>
                  <a:lnTo>
                    <a:pt x="299325" y="4130"/>
                  </a:lnTo>
                  <a:lnTo>
                    <a:pt x="296020" y="0"/>
                  </a:lnTo>
                  <a:lnTo>
                    <a:pt x="167166" y="1064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28853" cy="167167"/>
            </a:xfrm>
            <a:custGeom>
              <a:avLst/>
              <a:pathLst>
                <a:path w="128853" h="167167">
                  <a:moveTo>
                    <a:pt x="128853" y="60670"/>
                  </a:moveTo>
                  <a:lnTo>
                    <a:pt x="125314" y="56527"/>
                  </a:lnTo>
                  <a:lnTo>
                    <a:pt x="121642" y="52501"/>
                  </a:lnTo>
                  <a:lnTo>
                    <a:pt x="117840" y="48598"/>
                  </a:lnTo>
                  <a:lnTo>
                    <a:pt x="113913" y="44820"/>
                  </a:lnTo>
                  <a:lnTo>
                    <a:pt x="109865" y="41173"/>
                  </a:lnTo>
                  <a:lnTo>
                    <a:pt x="105701" y="37659"/>
                  </a:lnTo>
                  <a:lnTo>
                    <a:pt x="101424" y="34283"/>
                  </a:lnTo>
                  <a:lnTo>
                    <a:pt x="97039" y="31048"/>
                  </a:lnTo>
                  <a:lnTo>
                    <a:pt x="92551" y="27958"/>
                  </a:lnTo>
                  <a:lnTo>
                    <a:pt x="87965" y="25016"/>
                  </a:lnTo>
                  <a:lnTo>
                    <a:pt x="83286" y="22224"/>
                  </a:lnTo>
                  <a:lnTo>
                    <a:pt x="78518" y="19587"/>
                  </a:lnTo>
                  <a:lnTo>
                    <a:pt x="73666" y="17106"/>
                  </a:lnTo>
                  <a:lnTo>
                    <a:pt x="68736" y="14785"/>
                  </a:lnTo>
                  <a:lnTo>
                    <a:pt x="63734" y="12626"/>
                  </a:lnTo>
                  <a:lnTo>
                    <a:pt x="58663" y="10631"/>
                  </a:lnTo>
                  <a:lnTo>
                    <a:pt x="53530" y="8802"/>
                  </a:lnTo>
                  <a:lnTo>
                    <a:pt x="48341" y="7142"/>
                  </a:lnTo>
                  <a:lnTo>
                    <a:pt x="43100" y="5651"/>
                  </a:lnTo>
                  <a:lnTo>
                    <a:pt x="37813" y="4332"/>
                  </a:lnTo>
                  <a:lnTo>
                    <a:pt x="32486" y="3186"/>
                  </a:lnTo>
                  <a:lnTo>
                    <a:pt x="27124" y="2215"/>
                  </a:lnTo>
                  <a:lnTo>
                    <a:pt x="21734" y="1418"/>
                  </a:lnTo>
                  <a:lnTo>
                    <a:pt x="16321" y="798"/>
                  </a:lnTo>
                  <a:lnTo>
                    <a:pt x="10890" y="355"/>
                  </a:lnTo>
                  <a:lnTo>
                    <a:pt x="544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2057" y="3707720"/>
              <a:ext cx="166953" cy="167167"/>
            </a:xfrm>
            <a:custGeom>
              <a:avLst/>
              <a:pathLst>
                <a:path w="166953" h="167167">
                  <a:moveTo>
                    <a:pt x="166953" y="0"/>
                  </a:moveTo>
                  <a:lnTo>
                    <a:pt x="161547" y="87"/>
                  </a:lnTo>
                  <a:lnTo>
                    <a:pt x="156147" y="349"/>
                  </a:lnTo>
                  <a:lnTo>
                    <a:pt x="150757" y="786"/>
                  </a:lnTo>
                  <a:lnTo>
                    <a:pt x="145385" y="1397"/>
                  </a:lnTo>
                  <a:lnTo>
                    <a:pt x="140035" y="2181"/>
                  </a:lnTo>
                  <a:lnTo>
                    <a:pt x="134714" y="3138"/>
                  </a:lnTo>
                  <a:lnTo>
                    <a:pt x="129426" y="4266"/>
                  </a:lnTo>
                  <a:lnTo>
                    <a:pt x="124178" y="5565"/>
                  </a:lnTo>
                  <a:lnTo>
                    <a:pt x="118974" y="7033"/>
                  </a:lnTo>
                  <a:lnTo>
                    <a:pt x="113820" y="8668"/>
                  </a:lnTo>
                  <a:lnTo>
                    <a:pt x="108722" y="10470"/>
                  </a:lnTo>
                  <a:lnTo>
                    <a:pt x="103685" y="12435"/>
                  </a:lnTo>
                  <a:lnTo>
                    <a:pt x="98714" y="14562"/>
                  </a:lnTo>
                  <a:lnTo>
                    <a:pt x="93815" y="16848"/>
                  </a:lnTo>
                  <a:lnTo>
                    <a:pt x="88992" y="19292"/>
                  </a:lnTo>
                  <a:lnTo>
                    <a:pt x="84250" y="21891"/>
                  </a:lnTo>
                  <a:lnTo>
                    <a:pt x="79595" y="24641"/>
                  </a:lnTo>
                  <a:lnTo>
                    <a:pt x="75032" y="27541"/>
                  </a:lnTo>
                  <a:lnTo>
                    <a:pt x="70564" y="30587"/>
                  </a:lnTo>
                  <a:lnTo>
                    <a:pt x="66198" y="33776"/>
                  </a:lnTo>
                  <a:lnTo>
                    <a:pt x="61937" y="37104"/>
                  </a:lnTo>
                  <a:lnTo>
                    <a:pt x="57785" y="40568"/>
                  </a:lnTo>
                  <a:lnTo>
                    <a:pt x="53748" y="44165"/>
                  </a:lnTo>
                  <a:lnTo>
                    <a:pt x="49829" y="47890"/>
                  </a:lnTo>
                  <a:lnTo>
                    <a:pt x="46033" y="51740"/>
                  </a:lnTo>
                  <a:lnTo>
                    <a:pt x="42364" y="55711"/>
                  </a:lnTo>
                  <a:lnTo>
                    <a:pt x="38824" y="59799"/>
                  </a:lnTo>
                  <a:lnTo>
                    <a:pt x="35419" y="63998"/>
                  </a:lnTo>
                  <a:lnTo>
                    <a:pt x="32152" y="68306"/>
                  </a:lnTo>
                  <a:lnTo>
                    <a:pt x="29025" y="72717"/>
                  </a:lnTo>
                  <a:lnTo>
                    <a:pt x="26043" y="77227"/>
                  </a:lnTo>
                  <a:lnTo>
                    <a:pt x="23208" y="81831"/>
                  </a:lnTo>
                  <a:lnTo>
                    <a:pt x="20523" y="86525"/>
                  </a:lnTo>
                  <a:lnTo>
                    <a:pt x="17992" y="91303"/>
                  </a:lnTo>
                  <a:lnTo>
                    <a:pt x="15616" y="96160"/>
                  </a:lnTo>
                  <a:lnTo>
                    <a:pt x="13399" y="101091"/>
                  </a:lnTo>
                  <a:lnTo>
                    <a:pt x="11342" y="106091"/>
                  </a:lnTo>
                  <a:lnTo>
                    <a:pt x="9449" y="111156"/>
                  </a:lnTo>
                  <a:lnTo>
                    <a:pt x="7720" y="116279"/>
                  </a:lnTo>
                  <a:lnTo>
                    <a:pt x="6157" y="121455"/>
                  </a:lnTo>
                  <a:lnTo>
                    <a:pt x="4763" y="126679"/>
                  </a:lnTo>
                  <a:lnTo>
                    <a:pt x="3539" y="131945"/>
                  </a:lnTo>
                  <a:lnTo>
                    <a:pt x="2485" y="137249"/>
                  </a:lnTo>
                  <a:lnTo>
                    <a:pt x="1603" y="142583"/>
                  </a:lnTo>
                  <a:lnTo>
                    <a:pt x="895" y="147943"/>
                  </a:lnTo>
                  <a:lnTo>
                    <a:pt x="360" y="153324"/>
                  </a:lnTo>
                  <a:lnTo>
                    <a:pt x="0" y="158719"/>
                  </a:lnTo>
                  <a:lnTo>
                    <a:pt x="16695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58" y="3708005"/>
              <a:ext cx="334305" cy="334050"/>
            </a:xfrm>
            <a:custGeom>
              <a:avLst/>
              <a:pathLst>
                <a:path w="334305" h="334050">
                  <a:moveTo>
                    <a:pt x="199" y="158434"/>
                  </a:moveTo>
                  <a:lnTo>
                    <a:pt x="15" y="163744"/>
                  </a:lnTo>
                  <a:lnTo>
                    <a:pt x="0" y="169058"/>
                  </a:lnTo>
                  <a:lnTo>
                    <a:pt x="153" y="174369"/>
                  </a:lnTo>
                  <a:lnTo>
                    <a:pt x="475" y="179673"/>
                  </a:lnTo>
                  <a:lnTo>
                    <a:pt x="966" y="184964"/>
                  </a:lnTo>
                  <a:lnTo>
                    <a:pt x="1625" y="190237"/>
                  </a:lnTo>
                  <a:lnTo>
                    <a:pt x="2451" y="195486"/>
                  </a:lnTo>
                  <a:lnTo>
                    <a:pt x="3443" y="200706"/>
                  </a:lnTo>
                  <a:lnTo>
                    <a:pt x="4601" y="205892"/>
                  </a:lnTo>
                  <a:lnTo>
                    <a:pt x="5923" y="211039"/>
                  </a:lnTo>
                  <a:lnTo>
                    <a:pt x="7407" y="216141"/>
                  </a:lnTo>
                  <a:lnTo>
                    <a:pt x="9054" y="221193"/>
                  </a:lnTo>
                  <a:lnTo>
                    <a:pt x="10860" y="226190"/>
                  </a:lnTo>
                  <a:lnTo>
                    <a:pt x="12824" y="231127"/>
                  </a:lnTo>
                  <a:lnTo>
                    <a:pt x="14943" y="236000"/>
                  </a:lnTo>
                  <a:lnTo>
                    <a:pt x="17217" y="240803"/>
                  </a:lnTo>
                  <a:lnTo>
                    <a:pt x="19642" y="245531"/>
                  </a:lnTo>
                  <a:lnTo>
                    <a:pt x="22216" y="250179"/>
                  </a:lnTo>
                  <a:lnTo>
                    <a:pt x="24937" y="254743"/>
                  </a:lnTo>
                  <a:lnTo>
                    <a:pt x="27801" y="259219"/>
                  </a:lnTo>
                  <a:lnTo>
                    <a:pt x="30806" y="263601"/>
                  </a:lnTo>
                  <a:lnTo>
                    <a:pt x="33949" y="267886"/>
                  </a:lnTo>
                  <a:lnTo>
                    <a:pt x="37226" y="272068"/>
                  </a:lnTo>
                  <a:lnTo>
                    <a:pt x="40635" y="276145"/>
                  </a:lnTo>
                  <a:lnTo>
                    <a:pt x="44172" y="280110"/>
                  </a:lnTo>
                  <a:lnTo>
                    <a:pt x="47832" y="283962"/>
                  </a:lnTo>
                  <a:lnTo>
                    <a:pt x="51614" y="287695"/>
                  </a:lnTo>
                  <a:lnTo>
                    <a:pt x="55512" y="291306"/>
                  </a:lnTo>
                  <a:lnTo>
                    <a:pt x="59523" y="294791"/>
                  </a:lnTo>
                  <a:lnTo>
                    <a:pt x="63642" y="298147"/>
                  </a:lnTo>
                  <a:lnTo>
                    <a:pt x="67867" y="301371"/>
                  </a:lnTo>
                  <a:lnTo>
                    <a:pt x="72191" y="304459"/>
                  </a:lnTo>
                  <a:lnTo>
                    <a:pt x="76612" y="307407"/>
                  </a:lnTo>
                  <a:lnTo>
                    <a:pt x="81124" y="310214"/>
                  </a:lnTo>
                  <a:lnTo>
                    <a:pt x="85722" y="312876"/>
                  </a:lnTo>
                  <a:lnTo>
                    <a:pt x="90404" y="315390"/>
                  </a:lnTo>
                  <a:lnTo>
                    <a:pt x="95162" y="317754"/>
                  </a:lnTo>
                  <a:lnTo>
                    <a:pt x="99994" y="319966"/>
                  </a:lnTo>
                  <a:lnTo>
                    <a:pt x="104893" y="322023"/>
                  </a:lnTo>
                  <a:lnTo>
                    <a:pt x="109855" y="323923"/>
                  </a:lnTo>
                  <a:lnTo>
                    <a:pt x="114875" y="325665"/>
                  </a:lnTo>
                  <a:lnTo>
                    <a:pt x="119948" y="327246"/>
                  </a:lnTo>
                  <a:lnTo>
                    <a:pt x="125069" y="328666"/>
                  </a:lnTo>
                  <a:lnTo>
                    <a:pt x="130232" y="329921"/>
                  </a:lnTo>
                  <a:lnTo>
                    <a:pt x="135432" y="331013"/>
                  </a:lnTo>
                  <a:lnTo>
                    <a:pt x="140665" y="331938"/>
                  </a:lnTo>
                  <a:lnTo>
                    <a:pt x="145924" y="332696"/>
                  </a:lnTo>
                  <a:lnTo>
                    <a:pt x="151205" y="333287"/>
                  </a:lnTo>
                  <a:lnTo>
                    <a:pt x="156501" y="333710"/>
                  </a:lnTo>
                  <a:lnTo>
                    <a:pt x="161809" y="333964"/>
                  </a:lnTo>
                  <a:lnTo>
                    <a:pt x="167122" y="334050"/>
                  </a:lnTo>
                  <a:lnTo>
                    <a:pt x="172435" y="333966"/>
                  </a:lnTo>
                  <a:lnTo>
                    <a:pt x="177743" y="333714"/>
                  </a:lnTo>
                  <a:lnTo>
                    <a:pt x="183040" y="333293"/>
                  </a:lnTo>
                  <a:lnTo>
                    <a:pt x="188320" y="332704"/>
                  </a:lnTo>
                  <a:lnTo>
                    <a:pt x="193580" y="331948"/>
                  </a:lnTo>
                  <a:lnTo>
                    <a:pt x="198813" y="331024"/>
                  </a:lnTo>
                  <a:lnTo>
                    <a:pt x="204014" y="329935"/>
                  </a:lnTo>
                  <a:lnTo>
                    <a:pt x="209177" y="328681"/>
                  </a:lnTo>
                  <a:lnTo>
                    <a:pt x="214298" y="327264"/>
                  </a:lnTo>
                  <a:lnTo>
                    <a:pt x="219372" y="325684"/>
                  </a:lnTo>
                  <a:lnTo>
                    <a:pt x="224392" y="323945"/>
                  </a:lnTo>
                  <a:lnTo>
                    <a:pt x="229355" y="322046"/>
                  </a:lnTo>
                  <a:lnTo>
                    <a:pt x="234255" y="319991"/>
                  </a:lnTo>
                  <a:lnTo>
                    <a:pt x="239088" y="317781"/>
                  </a:lnTo>
                  <a:lnTo>
                    <a:pt x="243847" y="315418"/>
                  </a:lnTo>
                  <a:lnTo>
                    <a:pt x="248529" y="312906"/>
                  </a:lnTo>
                  <a:lnTo>
                    <a:pt x="253129" y="310245"/>
                  </a:lnTo>
                  <a:lnTo>
                    <a:pt x="257642" y="307441"/>
                  </a:lnTo>
                  <a:lnTo>
                    <a:pt x="262064" y="304494"/>
                  </a:lnTo>
                  <a:lnTo>
                    <a:pt x="266389" y="301408"/>
                  </a:lnTo>
                  <a:lnTo>
                    <a:pt x="270615" y="298186"/>
                  </a:lnTo>
                  <a:lnTo>
                    <a:pt x="274736" y="294831"/>
                  </a:lnTo>
                  <a:lnTo>
                    <a:pt x="278748" y="291347"/>
                  </a:lnTo>
                  <a:lnTo>
                    <a:pt x="282647" y="287738"/>
                  </a:lnTo>
                  <a:lnTo>
                    <a:pt x="286430" y="284006"/>
                  </a:lnTo>
                  <a:lnTo>
                    <a:pt x="290092" y="280156"/>
                  </a:lnTo>
                  <a:lnTo>
                    <a:pt x="293630" y="276191"/>
                  </a:lnTo>
                  <a:lnTo>
                    <a:pt x="297040" y="272116"/>
                  </a:lnTo>
                  <a:lnTo>
                    <a:pt x="300319" y="267935"/>
                  </a:lnTo>
                  <a:lnTo>
                    <a:pt x="303464" y="263652"/>
                  </a:lnTo>
                  <a:lnTo>
                    <a:pt x="306470" y="259270"/>
                  </a:lnTo>
                  <a:lnTo>
                    <a:pt x="309336" y="254796"/>
                  </a:lnTo>
                  <a:lnTo>
                    <a:pt x="312059" y="250233"/>
                  </a:lnTo>
                  <a:lnTo>
                    <a:pt x="314634" y="245585"/>
                  </a:lnTo>
                  <a:lnTo>
                    <a:pt x="317061" y="240858"/>
                  </a:lnTo>
                  <a:lnTo>
                    <a:pt x="319337" y="236056"/>
                  </a:lnTo>
                  <a:lnTo>
                    <a:pt x="321458" y="231184"/>
                  </a:lnTo>
                  <a:lnTo>
                    <a:pt x="323424" y="226248"/>
                  </a:lnTo>
                  <a:lnTo>
                    <a:pt x="325232" y="221251"/>
                  </a:lnTo>
                  <a:lnTo>
                    <a:pt x="326880" y="216200"/>
                  </a:lnTo>
                  <a:lnTo>
                    <a:pt x="328367" y="211098"/>
                  </a:lnTo>
                  <a:lnTo>
                    <a:pt x="329690" y="205952"/>
                  </a:lnTo>
                  <a:lnTo>
                    <a:pt x="330850" y="200766"/>
                  </a:lnTo>
                  <a:lnTo>
                    <a:pt x="331844" y="195547"/>
                  </a:lnTo>
                  <a:lnTo>
                    <a:pt x="332672" y="190298"/>
                  </a:lnTo>
                  <a:lnTo>
                    <a:pt x="333333" y="185025"/>
                  </a:lnTo>
                  <a:lnTo>
                    <a:pt x="333825" y="179735"/>
                  </a:lnTo>
                  <a:lnTo>
                    <a:pt x="334150" y="174431"/>
                  </a:lnTo>
                  <a:lnTo>
                    <a:pt x="334305" y="169120"/>
                  </a:lnTo>
                  <a:lnTo>
                    <a:pt x="334292" y="163806"/>
                  </a:lnTo>
                  <a:lnTo>
                    <a:pt x="334110" y="158495"/>
                  </a:lnTo>
                  <a:lnTo>
                    <a:pt x="333759" y="153193"/>
                  </a:lnTo>
                  <a:lnTo>
                    <a:pt x="333240" y="147905"/>
                  </a:lnTo>
                  <a:lnTo>
                    <a:pt x="332553" y="142636"/>
                  </a:lnTo>
                  <a:lnTo>
                    <a:pt x="331698" y="137392"/>
                  </a:lnTo>
                  <a:lnTo>
                    <a:pt x="330678" y="132177"/>
                  </a:lnTo>
                  <a:lnTo>
                    <a:pt x="329492" y="126997"/>
                  </a:lnTo>
                  <a:lnTo>
                    <a:pt x="328143" y="121858"/>
                  </a:lnTo>
                  <a:lnTo>
                    <a:pt x="326630" y="116764"/>
                  </a:lnTo>
                  <a:lnTo>
                    <a:pt x="324957" y="111721"/>
                  </a:lnTo>
                  <a:lnTo>
                    <a:pt x="323124" y="106733"/>
                  </a:lnTo>
                  <a:lnTo>
                    <a:pt x="321134" y="101806"/>
                  </a:lnTo>
                  <a:lnTo>
                    <a:pt x="318988" y="96945"/>
                  </a:lnTo>
                  <a:lnTo>
                    <a:pt x="316688" y="92155"/>
                  </a:lnTo>
                  <a:lnTo>
                    <a:pt x="314238" y="87440"/>
                  </a:lnTo>
                  <a:lnTo>
                    <a:pt x="311638" y="82806"/>
                  </a:lnTo>
                  <a:lnTo>
                    <a:pt x="308893" y="78256"/>
                  </a:lnTo>
                  <a:lnTo>
                    <a:pt x="306005" y="73796"/>
                  </a:lnTo>
                  <a:lnTo>
                    <a:pt x="302976" y="69430"/>
                  </a:lnTo>
                  <a:lnTo>
                    <a:pt x="299810" y="65162"/>
                  </a:lnTo>
                  <a:lnTo>
                    <a:pt x="296511" y="60998"/>
                  </a:lnTo>
                  <a:lnTo>
                    <a:pt x="293080" y="56940"/>
                  </a:lnTo>
                  <a:lnTo>
                    <a:pt x="289522" y="52993"/>
                  </a:lnTo>
                  <a:lnTo>
                    <a:pt x="285841" y="49162"/>
                  </a:lnTo>
                  <a:lnTo>
                    <a:pt x="282039" y="45449"/>
                  </a:lnTo>
                  <a:lnTo>
                    <a:pt x="278122" y="41859"/>
                  </a:lnTo>
                  <a:lnTo>
                    <a:pt x="274092" y="38395"/>
                  </a:lnTo>
                  <a:lnTo>
                    <a:pt x="269954" y="35061"/>
                  </a:lnTo>
                  <a:lnTo>
                    <a:pt x="265713" y="31861"/>
                  </a:lnTo>
                  <a:lnTo>
                    <a:pt x="261372" y="28796"/>
                  </a:lnTo>
                  <a:lnTo>
                    <a:pt x="256936" y="25872"/>
                  </a:lnTo>
                  <a:lnTo>
                    <a:pt x="252409" y="23089"/>
                  </a:lnTo>
                  <a:lnTo>
                    <a:pt x="247795" y="20452"/>
                  </a:lnTo>
                  <a:lnTo>
                    <a:pt x="243101" y="17963"/>
                  </a:lnTo>
                  <a:lnTo>
                    <a:pt x="238329" y="15625"/>
                  </a:lnTo>
                  <a:lnTo>
                    <a:pt x="233486" y="13439"/>
                  </a:lnTo>
                  <a:lnTo>
                    <a:pt x="228576" y="11408"/>
                  </a:lnTo>
                  <a:lnTo>
                    <a:pt x="223604" y="9535"/>
                  </a:lnTo>
                  <a:lnTo>
                    <a:pt x="218574" y="7820"/>
                  </a:lnTo>
                  <a:lnTo>
                    <a:pt x="213493" y="6266"/>
                  </a:lnTo>
                  <a:lnTo>
                    <a:pt x="208365" y="4874"/>
                  </a:lnTo>
                  <a:lnTo>
                    <a:pt x="203195" y="3646"/>
                  </a:lnTo>
                  <a:lnTo>
                    <a:pt x="197989" y="2583"/>
                  </a:lnTo>
                  <a:lnTo>
                    <a:pt x="192751" y="1686"/>
                  </a:lnTo>
                  <a:lnTo>
                    <a:pt x="187488" y="956"/>
                  </a:lnTo>
                  <a:lnTo>
                    <a:pt x="182204" y="394"/>
                  </a:lnTo>
                  <a:lnTo>
                    <a:pt x="176905" y="0"/>
                  </a:lnTo>
                  <a:lnTo>
                    <a:pt x="167153" y="1668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9752" cy="167167"/>
            </a:xfrm>
            <a:custGeom>
              <a:avLst/>
              <a:pathLst>
                <a:path w="9752" h="167167">
                  <a:moveTo>
                    <a:pt x="9752" y="28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2025-06-05T13:01:55Z</dcterms:modified>
  <cp:category/>
</cp:coreProperties>
</file>