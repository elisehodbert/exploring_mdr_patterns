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3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7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02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0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1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4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2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6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33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2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02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86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5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6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2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6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7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22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34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2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0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33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09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2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0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09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3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3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5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2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38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2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3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2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1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4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7722" y="3170392"/>
              <a:ext cx="86056" cy="167167"/>
            </a:xfrm>
            <a:custGeom>
              <a:avLst/>
              <a:pathLst>
                <a:path w="86056" h="167167">
                  <a:moveTo>
                    <a:pt x="86056" y="0"/>
                  </a:moveTo>
                  <a:lnTo>
                    <a:pt x="80407" y="95"/>
                  </a:lnTo>
                  <a:lnTo>
                    <a:pt x="74765" y="381"/>
                  </a:lnTo>
                  <a:lnTo>
                    <a:pt x="69135" y="858"/>
                  </a:lnTo>
                  <a:lnTo>
                    <a:pt x="63525" y="1525"/>
                  </a:lnTo>
                  <a:lnTo>
                    <a:pt x="57941" y="2381"/>
                  </a:lnTo>
                  <a:lnTo>
                    <a:pt x="52389" y="3425"/>
                  </a:lnTo>
                  <a:lnTo>
                    <a:pt x="46875" y="4656"/>
                  </a:lnTo>
                  <a:lnTo>
                    <a:pt x="41406" y="6073"/>
                  </a:lnTo>
                  <a:lnTo>
                    <a:pt x="35987" y="7674"/>
                  </a:lnTo>
                  <a:lnTo>
                    <a:pt x="30627" y="9457"/>
                  </a:lnTo>
                  <a:lnTo>
                    <a:pt x="25329" y="11420"/>
                  </a:lnTo>
                  <a:lnTo>
                    <a:pt x="20101" y="13561"/>
                  </a:lnTo>
                  <a:lnTo>
                    <a:pt x="14948" y="15877"/>
                  </a:lnTo>
                  <a:lnTo>
                    <a:pt x="9876" y="18367"/>
                  </a:lnTo>
                  <a:lnTo>
                    <a:pt x="4891" y="21026"/>
                  </a:lnTo>
                  <a:lnTo>
                    <a:pt x="0" y="23852"/>
                  </a:lnTo>
                  <a:lnTo>
                    <a:pt x="860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816632" y="3170394"/>
              <a:ext cx="334300" cy="334333"/>
            </a:xfrm>
            <a:custGeom>
              <a:avLst/>
              <a:pathLst>
                <a:path w="334300" h="334333">
                  <a:moveTo>
                    <a:pt x="81090" y="23850"/>
                  </a:moveTo>
                  <a:lnTo>
                    <a:pt x="76591" y="26650"/>
                  </a:lnTo>
                  <a:lnTo>
                    <a:pt x="72182" y="29591"/>
                  </a:lnTo>
                  <a:lnTo>
                    <a:pt x="67869" y="32670"/>
                  </a:lnTo>
                  <a:lnTo>
                    <a:pt x="63656" y="35885"/>
                  </a:lnTo>
                  <a:lnTo>
                    <a:pt x="59547" y="39231"/>
                  </a:lnTo>
                  <a:lnTo>
                    <a:pt x="55546" y="42706"/>
                  </a:lnTo>
                  <a:lnTo>
                    <a:pt x="51657" y="46306"/>
                  </a:lnTo>
                  <a:lnTo>
                    <a:pt x="47884" y="50027"/>
                  </a:lnTo>
                  <a:lnTo>
                    <a:pt x="44231" y="53866"/>
                  </a:lnTo>
                  <a:lnTo>
                    <a:pt x="40702" y="57819"/>
                  </a:lnTo>
                  <a:lnTo>
                    <a:pt x="37299" y="61882"/>
                  </a:lnTo>
                  <a:lnTo>
                    <a:pt x="34027" y="66051"/>
                  </a:lnTo>
                  <a:lnTo>
                    <a:pt x="30889" y="70321"/>
                  </a:lnTo>
                  <a:lnTo>
                    <a:pt x="27888" y="74689"/>
                  </a:lnTo>
                  <a:lnTo>
                    <a:pt x="25027" y="79149"/>
                  </a:lnTo>
                  <a:lnTo>
                    <a:pt x="22308" y="83698"/>
                  </a:lnTo>
                  <a:lnTo>
                    <a:pt x="19735" y="88331"/>
                  </a:lnTo>
                  <a:lnTo>
                    <a:pt x="17311" y="93043"/>
                  </a:lnTo>
                  <a:lnTo>
                    <a:pt x="15036" y="97830"/>
                  </a:lnTo>
                  <a:lnTo>
                    <a:pt x="12915" y="102686"/>
                  </a:lnTo>
                  <a:lnTo>
                    <a:pt x="10949" y="107607"/>
                  </a:lnTo>
                  <a:lnTo>
                    <a:pt x="9139" y="112588"/>
                  </a:lnTo>
                  <a:lnTo>
                    <a:pt x="7489" y="117624"/>
                  </a:lnTo>
                  <a:lnTo>
                    <a:pt x="5999" y="122710"/>
                  </a:lnTo>
                  <a:lnTo>
                    <a:pt x="4671" y="127840"/>
                  </a:lnTo>
                  <a:lnTo>
                    <a:pt x="3506" y="133010"/>
                  </a:lnTo>
                  <a:lnTo>
                    <a:pt x="2505" y="138214"/>
                  </a:lnTo>
                  <a:lnTo>
                    <a:pt x="1670" y="143447"/>
                  </a:lnTo>
                  <a:lnTo>
                    <a:pt x="1002" y="148704"/>
                  </a:lnTo>
                  <a:lnTo>
                    <a:pt x="500" y="153980"/>
                  </a:lnTo>
                  <a:lnTo>
                    <a:pt x="166" y="159268"/>
                  </a:lnTo>
                  <a:lnTo>
                    <a:pt x="0" y="164565"/>
                  </a:lnTo>
                  <a:lnTo>
                    <a:pt x="1" y="169865"/>
                  </a:lnTo>
                  <a:lnTo>
                    <a:pt x="171" y="175161"/>
                  </a:lnTo>
                  <a:lnTo>
                    <a:pt x="508" y="180450"/>
                  </a:lnTo>
                  <a:lnTo>
                    <a:pt x="1013" y="185725"/>
                  </a:lnTo>
                  <a:lnTo>
                    <a:pt x="1685" y="190982"/>
                  </a:lnTo>
                  <a:lnTo>
                    <a:pt x="2523" y="196215"/>
                  </a:lnTo>
                  <a:lnTo>
                    <a:pt x="3526" y="201418"/>
                  </a:lnTo>
                  <a:lnTo>
                    <a:pt x="4694" y="206587"/>
                  </a:lnTo>
                  <a:lnTo>
                    <a:pt x="6025" y="211717"/>
                  </a:lnTo>
                  <a:lnTo>
                    <a:pt x="7518" y="216801"/>
                  </a:lnTo>
                  <a:lnTo>
                    <a:pt x="9172" y="221836"/>
                  </a:lnTo>
                  <a:lnTo>
                    <a:pt x="10984" y="226816"/>
                  </a:lnTo>
                  <a:lnTo>
                    <a:pt x="12953" y="231736"/>
                  </a:lnTo>
                  <a:lnTo>
                    <a:pt x="15077" y="236591"/>
                  </a:lnTo>
                  <a:lnTo>
                    <a:pt x="17354" y="241376"/>
                  </a:lnTo>
                  <a:lnTo>
                    <a:pt x="19782" y="246087"/>
                  </a:lnTo>
                  <a:lnTo>
                    <a:pt x="22358" y="250718"/>
                  </a:lnTo>
                  <a:lnTo>
                    <a:pt x="25079" y="255266"/>
                  </a:lnTo>
                  <a:lnTo>
                    <a:pt x="27943" y="259724"/>
                  </a:lnTo>
                  <a:lnTo>
                    <a:pt x="30946" y="264090"/>
                  </a:lnTo>
                  <a:lnTo>
                    <a:pt x="34087" y="268359"/>
                  </a:lnTo>
                  <a:lnTo>
                    <a:pt x="37362" y="272526"/>
                  </a:lnTo>
                  <a:lnTo>
                    <a:pt x="40766" y="276586"/>
                  </a:lnTo>
                  <a:lnTo>
                    <a:pt x="44298" y="280537"/>
                  </a:lnTo>
                  <a:lnTo>
                    <a:pt x="47953" y="284374"/>
                  </a:lnTo>
                  <a:lnTo>
                    <a:pt x="51729" y="288093"/>
                  </a:lnTo>
                  <a:lnTo>
                    <a:pt x="55620" y="291691"/>
                  </a:lnTo>
                  <a:lnTo>
                    <a:pt x="59623" y="295164"/>
                  </a:lnTo>
                  <a:lnTo>
                    <a:pt x="63734" y="298507"/>
                  </a:lnTo>
                  <a:lnTo>
                    <a:pt x="67949" y="301719"/>
                  </a:lnTo>
                  <a:lnTo>
                    <a:pt x="72264" y="304796"/>
                  </a:lnTo>
                  <a:lnTo>
                    <a:pt x="76674" y="307734"/>
                  </a:lnTo>
                  <a:lnTo>
                    <a:pt x="81175" y="310531"/>
                  </a:lnTo>
                  <a:lnTo>
                    <a:pt x="85763" y="313184"/>
                  </a:lnTo>
                  <a:lnTo>
                    <a:pt x="90432" y="315691"/>
                  </a:lnTo>
                  <a:lnTo>
                    <a:pt x="95178" y="318048"/>
                  </a:lnTo>
                  <a:lnTo>
                    <a:pt x="99997" y="320253"/>
                  </a:lnTo>
                  <a:lnTo>
                    <a:pt x="104883" y="322305"/>
                  </a:lnTo>
                  <a:lnTo>
                    <a:pt x="109832" y="324200"/>
                  </a:lnTo>
                  <a:lnTo>
                    <a:pt x="114838" y="325938"/>
                  </a:lnTo>
                  <a:lnTo>
                    <a:pt x="119897" y="327516"/>
                  </a:lnTo>
                  <a:lnTo>
                    <a:pt x="125003" y="328933"/>
                  </a:lnTo>
                  <a:lnTo>
                    <a:pt x="130152" y="330188"/>
                  </a:lnTo>
                  <a:lnTo>
                    <a:pt x="135338" y="331279"/>
                  </a:lnTo>
                  <a:lnTo>
                    <a:pt x="140556" y="332204"/>
                  </a:lnTo>
                  <a:lnTo>
                    <a:pt x="145801" y="332964"/>
                  </a:lnTo>
                  <a:lnTo>
                    <a:pt x="151067" y="333558"/>
                  </a:lnTo>
                  <a:lnTo>
                    <a:pt x="156349" y="333984"/>
                  </a:lnTo>
                  <a:lnTo>
                    <a:pt x="161642" y="334242"/>
                  </a:lnTo>
                  <a:lnTo>
                    <a:pt x="166941" y="334333"/>
                  </a:lnTo>
                  <a:lnTo>
                    <a:pt x="172239" y="334255"/>
                  </a:lnTo>
                  <a:lnTo>
                    <a:pt x="177533" y="334010"/>
                  </a:lnTo>
                  <a:lnTo>
                    <a:pt x="182816" y="333597"/>
                  </a:lnTo>
                  <a:lnTo>
                    <a:pt x="188084" y="333017"/>
                  </a:lnTo>
                  <a:lnTo>
                    <a:pt x="193330" y="332270"/>
                  </a:lnTo>
                  <a:lnTo>
                    <a:pt x="198551" y="331357"/>
                  </a:lnTo>
                  <a:lnTo>
                    <a:pt x="203739" y="330279"/>
                  </a:lnTo>
                  <a:lnTo>
                    <a:pt x="208891" y="329037"/>
                  </a:lnTo>
                  <a:lnTo>
                    <a:pt x="214001" y="327632"/>
                  </a:lnTo>
                  <a:lnTo>
                    <a:pt x="219064" y="326067"/>
                  </a:lnTo>
                  <a:lnTo>
                    <a:pt x="224074" y="324341"/>
                  </a:lnTo>
                  <a:lnTo>
                    <a:pt x="229028" y="322458"/>
                  </a:lnTo>
                  <a:lnTo>
                    <a:pt x="233919" y="320418"/>
                  </a:lnTo>
                  <a:lnTo>
                    <a:pt x="238743" y="318225"/>
                  </a:lnTo>
                  <a:lnTo>
                    <a:pt x="243495" y="315879"/>
                  </a:lnTo>
                  <a:lnTo>
                    <a:pt x="248171" y="313385"/>
                  </a:lnTo>
                  <a:lnTo>
                    <a:pt x="252765" y="310743"/>
                  </a:lnTo>
                  <a:lnTo>
                    <a:pt x="257273" y="307957"/>
                  </a:lnTo>
                  <a:lnTo>
                    <a:pt x="261690" y="305030"/>
                  </a:lnTo>
                  <a:lnTo>
                    <a:pt x="266012" y="301964"/>
                  </a:lnTo>
                  <a:lnTo>
                    <a:pt x="270235" y="298762"/>
                  </a:lnTo>
                  <a:lnTo>
                    <a:pt x="274355" y="295428"/>
                  </a:lnTo>
                  <a:lnTo>
                    <a:pt x="278366" y="291966"/>
                  </a:lnTo>
                  <a:lnTo>
                    <a:pt x="282266" y="288378"/>
                  </a:lnTo>
                  <a:lnTo>
                    <a:pt x="286051" y="284668"/>
                  </a:lnTo>
                  <a:lnTo>
                    <a:pt x="289715" y="280840"/>
                  </a:lnTo>
                  <a:lnTo>
                    <a:pt x="293257" y="276898"/>
                  </a:lnTo>
                  <a:lnTo>
                    <a:pt x="296672" y="272845"/>
                  </a:lnTo>
                  <a:lnTo>
                    <a:pt x="299956" y="268687"/>
                  </a:lnTo>
                  <a:lnTo>
                    <a:pt x="303108" y="264426"/>
                  </a:lnTo>
                  <a:lnTo>
                    <a:pt x="306122" y="260067"/>
                  </a:lnTo>
                  <a:lnTo>
                    <a:pt x="308997" y="255616"/>
                  </a:lnTo>
                  <a:lnTo>
                    <a:pt x="311729" y="251075"/>
                  </a:lnTo>
                  <a:lnTo>
                    <a:pt x="314316" y="246450"/>
                  </a:lnTo>
                  <a:lnTo>
                    <a:pt x="316755" y="241745"/>
                  </a:lnTo>
                  <a:lnTo>
                    <a:pt x="319044" y="236966"/>
                  </a:lnTo>
                  <a:lnTo>
                    <a:pt x="321180" y="232116"/>
                  </a:lnTo>
                  <a:lnTo>
                    <a:pt x="323162" y="227201"/>
                  </a:lnTo>
                  <a:lnTo>
                    <a:pt x="324986" y="222225"/>
                  </a:lnTo>
                  <a:lnTo>
                    <a:pt x="326652" y="217195"/>
                  </a:lnTo>
                  <a:lnTo>
                    <a:pt x="328158" y="212114"/>
                  </a:lnTo>
                  <a:lnTo>
                    <a:pt x="329502" y="206988"/>
                  </a:lnTo>
                  <a:lnTo>
                    <a:pt x="330682" y="201821"/>
                  </a:lnTo>
                  <a:lnTo>
                    <a:pt x="331699" y="196620"/>
                  </a:lnTo>
                  <a:lnTo>
                    <a:pt x="332550" y="191390"/>
                  </a:lnTo>
                  <a:lnTo>
                    <a:pt x="333234" y="186135"/>
                  </a:lnTo>
                  <a:lnTo>
                    <a:pt x="333752" y="180861"/>
                  </a:lnTo>
                  <a:lnTo>
                    <a:pt x="334103" y="175573"/>
                  </a:lnTo>
                  <a:lnTo>
                    <a:pt x="334285" y="170277"/>
                  </a:lnTo>
                  <a:lnTo>
                    <a:pt x="334300" y="164977"/>
                  </a:lnTo>
                  <a:lnTo>
                    <a:pt x="334146" y="159680"/>
                  </a:lnTo>
                  <a:lnTo>
                    <a:pt x="333825" y="154391"/>
                  </a:lnTo>
                  <a:lnTo>
                    <a:pt x="333337" y="149114"/>
                  </a:lnTo>
                  <a:lnTo>
                    <a:pt x="332681" y="143855"/>
                  </a:lnTo>
                  <a:lnTo>
                    <a:pt x="331859" y="138620"/>
                  </a:lnTo>
                  <a:lnTo>
                    <a:pt x="330871" y="133413"/>
                  </a:lnTo>
                  <a:lnTo>
                    <a:pt x="329719" y="128241"/>
                  </a:lnTo>
                  <a:lnTo>
                    <a:pt x="328404" y="123107"/>
                  </a:lnTo>
                  <a:lnTo>
                    <a:pt x="326926" y="118018"/>
                  </a:lnTo>
                  <a:lnTo>
                    <a:pt x="325288" y="112978"/>
                  </a:lnTo>
                  <a:lnTo>
                    <a:pt x="323491" y="107993"/>
                  </a:lnTo>
                  <a:lnTo>
                    <a:pt x="321537" y="103067"/>
                  </a:lnTo>
                  <a:lnTo>
                    <a:pt x="319428" y="98205"/>
                  </a:lnTo>
                  <a:lnTo>
                    <a:pt x="317165" y="93413"/>
                  </a:lnTo>
                  <a:lnTo>
                    <a:pt x="314752" y="88695"/>
                  </a:lnTo>
                  <a:lnTo>
                    <a:pt x="312191" y="84056"/>
                  </a:lnTo>
                  <a:lnTo>
                    <a:pt x="309483" y="79500"/>
                  </a:lnTo>
                  <a:lnTo>
                    <a:pt x="306633" y="75033"/>
                  </a:lnTo>
                  <a:lnTo>
                    <a:pt x="303643" y="70658"/>
                  </a:lnTo>
                  <a:lnTo>
                    <a:pt x="300515" y="66379"/>
                  </a:lnTo>
                  <a:lnTo>
                    <a:pt x="297254" y="62203"/>
                  </a:lnTo>
                  <a:lnTo>
                    <a:pt x="293861" y="58131"/>
                  </a:lnTo>
                  <a:lnTo>
                    <a:pt x="290341" y="54170"/>
                  </a:lnTo>
                  <a:lnTo>
                    <a:pt x="286698" y="50322"/>
                  </a:lnTo>
                  <a:lnTo>
                    <a:pt x="282934" y="46591"/>
                  </a:lnTo>
                  <a:lnTo>
                    <a:pt x="279054" y="42981"/>
                  </a:lnTo>
                  <a:lnTo>
                    <a:pt x="275062" y="39497"/>
                  </a:lnTo>
                  <a:lnTo>
                    <a:pt x="270961" y="36140"/>
                  </a:lnTo>
                  <a:lnTo>
                    <a:pt x="266756" y="32915"/>
                  </a:lnTo>
                  <a:lnTo>
                    <a:pt x="262450" y="29826"/>
                  </a:lnTo>
                  <a:lnTo>
                    <a:pt x="258049" y="26874"/>
                  </a:lnTo>
                  <a:lnTo>
                    <a:pt x="253556" y="24063"/>
                  </a:lnTo>
                  <a:lnTo>
                    <a:pt x="248977" y="21396"/>
                  </a:lnTo>
                  <a:lnTo>
                    <a:pt x="244316" y="18875"/>
                  </a:lnTo>
                  <a:lnTo>
                    <a:pt x="239576" y="16504"/>
                  </a:lnTo>
                  <a:lnTo>
                    <a:pt x="234764" y="14284"/>
                  </a:lnTo>
                  <a:lnTo>
                    <a:pt x="229885" y="12217"/>
                  </a:lnTo>
                  <a:lnTo>
                    <a:pt x="224942" y="10307"/>
                  </a:lnTo>
                  <a:lnTo>
                    <a:pt x="219941" y="8553"/>
                  </a:lnTo>
                  <a:lnTo>
                    <a:pt x="214887" y="6960"/>
                  </a:lnTo>
                  <a:lnTo>
                    <a:pt x="209785" y="5527"/>
                  </a:lnTo>
                  <a:lnTo>
                    <a:pt x="204640" y="4257"/>
                  </a:lnTo>
                  <a:lnTo>
                    <a:pt x="199457" y="3150"/>
                  </a:lnTo>
                  <a:lnTo>
                    <a:pt x="194242" y="2208"/>
                  </a:lnTo>
                  <a:lnTo>
                    <a:pt x="189000" y="1433"/>
                  </a:lnTo>
                  <a:lnTo>
                    <a:pt x="183736" y="823"/>
                  </a:lnTo>
                  <a:lnTo>
                    <a:pt x="178455" y="381"/>
                  </a:lnTo>
                  <a:lnTo>
                    <a:pt x="173162" y="106"/>
                  </a:lnTo>
                  <a:lnTo>
                    <a:pt x="167864" y="0"/>
                  </a:lnTo>
                  <a:lnTo>
                    <a:pt x="16714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83779" y="3170392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1844" y="2633064"/>
              <a:ext cx="167166" cy="243825"/>
            </a:xfrm>
            <a:custGeom>
              <a:avLst/>
              <a:pathLst>
                <a:path w="167166" h="243825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49" y="769"/>
                  </a:lnTo>
                  <a:lnTo>
                    <a:pt x="145835" y="1366"/>
                  </a:lnTo>
                  <a:lnTo>
                    <a:pt x="140544" y="2133"/>
                  </a:lnTo>
                  <a:lnTo>
                    <a:pt x="135279" y="3069"/>
                  </a:lnTo>
                  <a:lnTo>
                    <a:pt x="130047" y="4173"/>
                  </a:lnTo>
                  <a:lnTo>
                    <a:pt x="124853" y="5443"/>
                  </a:lnTo>
                  <a:lnTo>
                    <a:pt x="119703" y="6879"/>
                  </a:lnTo>
                  <a:lnTo>
                    <a:pt x="114601" y="8479"/>
                  </a:lnTo>
                  <a:lnTo>
                    <a:pt x="109553" y="10241"/>
                  </a:lnTo>
                  <a:lnTo>
                    <a:pt x="104563" y="12164"/>
                  </a:lnTo>
                  <a:lnTo>
                    <a:pt x="99638" y="14246"/>
                  </a:lnTo>
                  <a:lnTo>
                    <a:pt x="94782" y="16483"/>
                  </a:lnTo>
                  <a:lnTo>
                    <a:pt x="90000" y="18876"/>
                  </a:lnTo>
                  <a:lnTo>
                    <a:pt x="85297" y="21419"/>
                  </a:lnTo>
                  <a:lnTo>
                    <a:pt x="80677" y="24112"/>
                  </a:lnTo>
                  <a:lnTo>
                    <a:pt x="76146" y="26951"/>
                  </a:lnTo>
                  <a:lnTo>
                    <a:pt x="71709" y="29934"/>
                  </a:lnTo>
                  <a:lnTo>
                    <a:pt x="67368" y="33057"/>
                  </a:lnTo>
                  <a:lnTo>
                    <a:pt x="63130" y="36318"/>
                  </a:lnTo>
                  <a:lnTo>
                    <a:pt x="58999" y="39712"/>
                  </a:lnTo>
                  <a:lnTo>
                    <a:pt x="54978" y="43236"/>
                  </a:lnTo>
                  <a:lnTo>
                    <a:pt x="51072" y="46888"/>
                  </a:lnTo>
                  <a:lnTo>
                    <a:pt x="47284" y="50662"/>
                  </a:lnTo>
                  <a:lnTo>
                    <a:pt x="43620" y="54556"/>
                  </a:lnTo>
                  <a:lnTo>
                    <a:pt x="40081" y="58565"/>
                  </a:lnTo>
                  <a:lnTo>
                    <a:pt x="36673" y="62685"/>
                  </a:lnTo>
                  <a:lnTo>
                    <a:pt x="33398" y="66911"/>
                  </a:lnTo>
                  <a:lnTo>
                    <a:pt x="30260" y="71241"/>
                  </a:lnTo>
                  <a:lnTo>
                    <a:pt x="27263" y="75668"/>
                  </a:lnTo>
                  <a:lnTo>
                    <a:pt x="24408" y="80190"/>
                  </a:lnTo>
                  <a:lnTo>
                    <a:pt x="21699" y="84800"/>
                  </a:lnTo>
                  <a:lnTo>
                    <a:pt x="19139" y="89494"/>
                  </a:lnTo>
                  <a:lnTo>
                    <a:pt x="16731" y="94268"/>
                  </a:lnTo>
                  <a:lnTo>
                    <a:pt x="14476" y="99116"/>
                  </a:lnTo>
                  <a:lnTo>
                    <a:pt x="12378" y="104035"/>
                  </a:lnTo>
                  <a:lnTo>
                    <a:pt x="10438" y="109017"/>
                  </a:lnTo>
                  <a:lnTo>
                    <a:pt x="8659" y="114059"/>
                  </a:lnTo>
                  <a:lnTo>
                    <a:pt x="7041" y="119156"/>
                  </a:lnTo>
                  <a:lnTo>
                    <a:pt x="5588" y="124302"/>
                  </a:lnTo>
                  <a:lnTo>
                    <a:pt x="4300" y="129491"/>
                  </a:lnTo>
                  <a:lnTo>
                    <a:pt x="3178" y="134719"/>
                  </a:lnTo>
                  <a:lnTo>
                    <a:pt x="2224" y="139980"/>
                  </a:lnTo>
                  <a:lnTo>
                    <a:pt x="1439" y="145269"/>
                  </a:lnTo>
                  <a:lnTo>
                    <a:pt x="823" y="150581"/>
                  </a:lnTo>
                  <a:lnTo>
                    <a:pt x="378" y="155909"/>
                  </a:lnTo>
                  <a:lnTo>
                    <a:pt x="103" y="161249"/>
                  </a:lnTo>
                  <a:lnTo>
                    <a:pt x="0" y="166595"/>
                  </a:lnTo>
                  <a:lnTo>
                    <a:pt x="67" y="171942"/>
                  </a:lnTo>
                  <a:lnTo>
                    <a:pt x="305" y="177284"/>
                  </a:lnTo>
                  <a:lnTo>
                    <a:pt x="714" y="182615"/>
                  </a:lnTo>
                  <a:lnTo>
                    <a:pt x="1293" y="187930"/>
                  </a:lnTo>
                  <a:lnTo>
                    <a:pt x="2042" y="193225"/>
                  </a:lnTo>
                  <a:lnTo>
                    <a:pt x="2960" y="198492"/>
                  </a:lnTo>
                  <a:lnTo>
                    <a:pt x="4046" y="203728"/>
                  </a:lnTo>
                  <a:lnTo>
                    <a:pt x="5298" y="208926"/>
                  </a:lnTo>
                  <a:lnTo>
                    <a:pt x="6717" y="214082"/>
                  </a:lnTo>
                  <a:lnTo>
                    <a:pt x="8299" y="219189"/>
                  </a:lnTo>
                  <a:lnTo>
                    <a:pt x="10044" y="224243"/>
                  </a:lnTo>
                  <a:lnTo>
                    <a:pt x="11950" y="229239"/>
                  </a:lnTo>
                  <a:lnTo>
                    <a:pt x="14015" y="234171"/>
                  </a:lnTo>
                  <a:lnTo>
                    <a:pt x="16236" y="239035"/>
                  </a:lnTo>
                  <a:lnTo>
                    <a:pt x="18612" y="24382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70457" y="2800231"/>
              <a:ext cx="148554" cy="76658"/>
            </a:xfrm>
            <a:custGeom>
              <a:avLst/>
              <a:pathLst>
                <a:path w="148554" h="76658">
                  <a:moveTo>
                    <a:pt x="0" y="76658"/>
                  </a:moveTo>
                  <a:lnTo>
                    <a:pt x="1485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70457" y="2647633"/>
              <a:ext cx="315719" cy="319750"/>
            </a:xfrm>
            <a:custGeom>
              <a:avLst/>
              <a:pathLst>
                <a:path w="315719" h="319750">
                  <a:moveTo>
                    <a:pt x="0" y="229256"/>
                  </a:moveTo>
                  <a:lnTo>
                    <a:pt x="2512" y="233940"/>
                  </a:lnTo>
                  <a:lnTo>
                    <a:pt x="5171" y="238541"/>
                  </a:lnTo>
                  <a:lnTo>
                    <a:pt x="7976" y="243056"/>
                  </a:lnTo>
                  <a:lnTo>
                    <a:pt x="10922" y="247479"/>
                  </a:lnTo>
                  <a:lnTo>
                    <a:pt x="14008" y="251807"/>
                  </a:lnTo>
                  <a:lnTo>
                    <a:pt x="17230" y="256034"/>
                  </a:lnTo>
                  <a:lnTo>
                    <a:pt x="20585" y="260156"/>
                  </a:lnTo>
                  <a:lnTo>
                    <a:pt x="24069" y="264170"/>
                  </a:lnTo>
                  <a:lnTo>
                    <a:pt x="27678" y="268071"/>
                  </a:lnTo>
                  <a:lnTo>
                    <a:pt x="31410" y="271855"/>
                  </a:lnTo>
                  <a:lnTo>
                    <a:pt x="35261" y="275519"/>
                  </a:lnTo>
                  <a:lnTo>
                    <a:pt x="39226" y="279058"/>
                  </a:lnTo>
                  <a:lnTo>
                    <a:pt x="43301" y="282470"/>
                  </a:lnTo>
                  <a:lnTo>
                    <a:pt x="47483" y="285750"/>
                  </a:lnTo>
                  <a:lnTo>
                    <a:pt x="51767" y="288896"/>
                  </a:lnTo>
                  <a:lnTo>
                    <a:pt x="56149" y="291904"/>
                  </a:lnTo>
                  <a:lnTo>
                    <a:pt x="60624" y="294771"/>
                  </a:lnTo>
                  <a:lnTo>
                    <a:pt x="65188" y="297494"/>
                  </a:lnTo>
                  <a:lnTo>
                    <a:pt x="69836" y="300071"/>
                  </a:lnTo>
                  <a:lnTo>
                    <a:pt x="74564" y="302499"/>
                  </a:lnTo>
                  <a:lnTo>
                    <a:pt x="79367" y="304775"/>
                  </a:lnTo>
                  <a:lnTo>
                    <a:pt x="84239" y="306898"/>
                  </a:lnTo>
                  <a:lnTo>
                    <a:pt x="89177" y="308865"/>
                  </a:lnTo>
                  <a:lnTo>
                    <a:pt x="94175" y="310673"/>
                  </a:lnTo>
                  <a:lnTo>
                    <a:pt x="99227" y="312322"/>
                  </a:lnTo>
                  <a:lnTo>
                    <a:pt x="104330" y="313809"/>
                  </a:lnTo>
                  <a:lnTo>
                    <a:pt x="109477" y="315134"/>
                  </a:lnTo>
                  <a:lnTo>
                    <a:pt x="114664" y="316294"/>
                  </a:lnTo>
                  <a:lnTo>
                    <a:pt x="119885" y="317288"/>
                  </a:lnTo>
                  <a:lnTo>
                    <a:pt x="125135" y="318116"/>
                  </a:lnTo>
                  <a:lnTo>
                    <a:pt x="130408" y="318777"/>
                  </a:lnTo>
                  <a:lnTo>
                    <a:pt x="135700" y="319270"/>
                  </a:lnTo>
                  <a:lnTo>
                    <a:pt x="141005" y="319595"/>
                  </a:lnTo>
                  <a:lnTo>
                    <a:pt x="146318" y="319750"/>
                  </a:lnTo>
                  <a:lnTo>
                    <a:pt x="151633" y="319737"/>
                  </a:lnTo>
                  <a:lnTo>
                    <a:pt x="156945" y="319554"/>
                  </a:lnTo>
                  <a:lnTo>
                    <a:pt x="162248" y="319203"/>
                  </a:lnTo>
                  <a:lnTo>
                    <a:pt x="167537" y="318684"/>
                  </a:lnTo>
                  <a:lnTo>
                    <a:pt x="172807" y="317996"/>
                  </a:lnTo>
                  <a:lnTo>
                    <a:pt x="178053" y="317142"/>
                  </a:lnTo>
                  <a:lnTo>
                    <a:pt x="183269" y="316121"/>
                  </a:lnTo>
                  <a:lnTo>
                    <a:pt x="188450" y="314935"/>
                  </a:lnTo>
                  <a:lnTo>
                    <a:pt x="193590" y="313584"/>
                  </a:lnTo>
                  <a:lnTo>
                    <a:pt x="198685" y="312071"/>
                  </a:lnTo>
                  <a:lnTo>
                    <a:pt x="203730" y="310397"/>
                  </a:lnTo>
                  <a:lnTo>
                    <a:pt x="208718" y="308563"/>
                  </a:lnTo>
                  <a:lnTo>
                    <a:pt x="213646" y="306572"/>
                  </a:lnTo>
                  <a:lnTo>
                    <a:pt x="218508" y="304425"/>
                  </a:lnTo>
                  <a:lnTo>
                    <a:pt x="223299" y="302124"/>
                  </a:lnTo>
                  <a:lnTo>
                    <a:pt x="228014" y="299672"/>
                  </a:lnTo>
                  <a:lnTo>
                    <a:pt x="232650" y="297072"/>
                  </a:lnTo>
                  <a:lnTo>
                    <a:pt x="237200" y="294326"/>
                  </a:lnTo>
                  <a:lnTo>
                    <a:pt x="241661" y="291436"/>
                  </a:lnTo>
                  <a:lnTo>
                    <a:pt x="246027" y="288406"/>
                  </a:lnTo>
                  <a:lnTo>
                    <a:pt x="250295" y="285239"/>
                  </a:lnTo>
                  <a:lnTo>
                    <a:pt x="254461" y="281937"/>
                  </a:lnTo>
                  <a:lnTo>
                    <a:pt x="258519" y="278505"/>
                  </a:lnTo>
                  <a:lnTo>
                    <a:pt x="262466" y="274946"/>
                  </a:lnTo>
                  <a:lnTo>
                    <a:pt x="266297" y="271263"/>
                  </a:lnTo>
                  <a:lnTo>
                    <a:pt x="270010" y="267460"/>
                  </a:lnTo>
                  <a:lnTo>
                    <a:pt x="273600" y="263541"/>
                  </a:lnTo>
                  <a:lnTo>
                    <a:pt x="277064" y="259509"/>
                  </a:lnTo>
                  <a:lnTo>
                    <a:pt x="280398" y="255370"/>
                  </a:lnTo>
                  <a:lnTo>
                    <a:pt x="283598" y="251127"/>
                  </a:lnTo>
                  <a:lnTo>
                    <a:pt x="286662" y="246784"/>
                  </a:lnTo>
                  <a:lnTo>
                    <a:pt x="289586" y="242346"/>
                  </a:lnTo>
                  <a:lnTo>
                    <a:pt x="292368" y="237817"/>
                  </a:lnTo>
                  <a:lnTo>
                    <a:pt x="295005" y="233202"/>
                  </a:lnTo>
                  <a:lnTo>
                    <a:pt x="297493" y="228506"/>
                  </a:lnTo>
                  <a:lnTo>
                    <a:pt x="299831" y="223733"/>
                  </a:lnTo>
                  <a:lnTo>
                    <a:pt x="302016" y="218888"/>
                  </a:lnTo>
                  <a:lnTo>
                    <a:pt x="304046" y="213976"/>
                  </a:lnTo>
                  <a:lnTo>
                    <a:pt x="305918" y="209002"/>
                  </a:lnTo>
                  <a:lnTo>
                    <a:pt x="307632" y="203971"/>
                  </a:lnTo>
                  <a:lnTo>
                    <a:pt x="309184" y="198888"/>
                  </a:lnTo>
                  <a:lnTo>
                    <a:pt x="310575" y="193758"/>
                  </a:lnTo>
                  <a:lnTo>
                    <a:pt x="311801" y="188587"/>
                  </a:lnTo>
                  <a:lnTo>
                    <a:pt x="312863" y="183379"/>
                  </a:lnTo>
                  <a:lnTo>
                    <a:pt x="313758" y="178140"/>
                  </a:lnTo>
                  <a:lnTo>
                    <a:pt x="314487" y="172875"/>
                  </a:lnTo>
                  <a:lnTo>
                    <a:pt x="315048" y="167590"/>
                  </a:lnTo>
                  <a:lnTo>
                    <a:pt x="315440" y="162290"/>
                  </a:lnTo>
                  <a:lnTo>
                    <a:pt x="315664" y="156980"/>
                  </a:lnTo>
                  <a:lnTo>
                    <a:pt x="315719" y="151665"/>
                  </a:lnTo>
                  <a:lnTo>
                    <a:pt x="315605" y="146351"/>
                  </a:lnTo>
                  <a:lnTo>
                    <a:pt x="315322" y="141044"/>
                  </a:lnTo>
                  <a:lnTo>
                    <a:pt x="314870" y="135748"/>
                  </a:lnTo>
                  <a:lnTo>
                    <a:pt x="314250" y="130470"/>
                  </a:lnTo>
                  <a:lnTo>
                    <a:pt x="313463" y="125213"/>
                  </a:lnTo>
                  <a:lnTo>
                    <a:pt x="312509" y="119985"/>
                  </a:lnTo>
                  <a:lnTo>
                    <a:pt x="311390" y="114789"/>
                  </a:lnTo>
                  <a:lnTo>
                    <a:pt x="310105" y="109632"/>
                  </a:lnTo>
                  <a:lnTo>
                    <a:pt x="308658" y="104518"/>
                  </a:lnTo>
                  <a:lnTo>
                    <a:pt x="307049" y="99453"/>
                  </a:lnTo>
                  <a:lnTo>
                    <a:pt x="305279" y="94441"/>
                  </a:lnTo>
                  <a:lnTo>
                    <a:pt x="303351" y="89488"/>
                  </a:lnTo>
                  <a:lnTo>
                    <a:pt x="301267" y="84599"/>
                  </a:lnTo>
                  <a:lnTo>
                    <a:pt x="299028" y="79779"/>
                  </a:lnTo>
                  <a:lnTo>
                    <a:pt x="296637" y="75032"/>
                  </a:lnTo>
                  <a:lnTo>
                    <a:pt x="294096" y="70364"/>
                  </a:lnTo>
                  <a:lnTo>
                    <a:pt x="291408" y="65779"/>
                  </a:lnTo>
                  <a:lnTo>
                    <a:pt x="288576" y="61281"/>
                  </a:lnTo>
                  <a:lnTo>
                    <a:pt x="285603" y="56876"/>
                  </a:lnTo>
                  <a:lnTo>
                    <a:pt x="282490" y="52568"/>
                  </a:lnTo>
                  <a:lnTo>
                    <a:pt x="279243" y="48360"/>
                  </a:lnTo>
                  <a:lnTo>
                    <a:pt x="275863" y="44259"/>
                  </a:lnTo>
                  <a:lnTo>
                    <a:pt x="272355" y="40266"/>
                  </a:lnTo>
                  <a:lnTo>
                    <a:pt x="268721" y="36387"/>
                  </a:lnTo>
                  <a:lnTo>
                    <a:pt x="264966" y="32626"/>
                  </a:lnTo>
                  <a:lnTo>
                    <a:pt x="261093" y="28986"/>
                  </a:lnTo>
                  <a:lnTo>
                    <a:pt x="257107" y="25471"/>
                  </a:lnTo>
                  <a:lnTo>
                    <a:pt x="253011" y="22084"/>
                  </a:lnTo>
                  <a:lnTo>
                    <a:pt x="248809" y="18830"/>
                  </a:lnTo>
                  <a:lnTo>
                    <a:pt x="244506" y="15710"/>
                  </a:lnTo>
                  <a:lnTo>
                    <a:pt x="240106" y="12729"/>
                  </a:lnTo>
                  <a:lnTo>
                    <a:pt x="235613" y="9889"/>
                  </a:lnTo>
                  <a:lnTo>
                    <a:pt x="231032" y="7194"/>
                  </a:lnTo>
                  <a:lnTo>
                    <a:pt x="226368" y="4645"/>
                  </a:lnTo>
                  <a:lnTo>
                    <a:pt x="221626" y="2246"/>
                  </a:lnTo>
                  <a:lnTo>
                    <a:pt x="216809" y="0"/>
                  </a:lnTo>
                  <a:lnTo>
                    <a:pt x="148554" y="152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919011" y="2633064"/>
              <a:ext cx="68255" cy="167167"/>
            </a:xfrm>
            <a:custGeom>
              <a:avLst/>
              <a:pathLst>
                <a:path w="68255" h="167167">
                  <a:moveTo>
                    <a:pt x="68255" y="14569"/>
                  </a:moveTo>
                  <a:lnTo>
                    <a:pt x="62865" y="12271"/>
                  </a:lnTo>
                  <a:lnTo>
                    <a:pt x="57399" y="10163"/>
                  </a:lnTo>
                  <a:lnTo>
                    <a:pt x="51862" y="8248"/>
                  </a:lnTo>
                  <a:lnTo>
                    <a:pt x="46261" y="6528"/>
                  </a:lnTo>
                  <a:lnTo>
                    <a:pt x="40603" y="5006"/>
                  </a:lnTo>
                  <a:lnTo>
                    <a:pt x="34896" y="3682"/>
                  </a:lnTo>
                  <a:lnTo>
                    <a:pt x="29146" y="2560"/>
                  </a:lnTo>
                  <a:lnTo>
                    <a:pt x="23359" y="1640"/>
                  </a:lnTo>
                  <a:lnTo>
                    <a:pt x="17545" y="923"/>
                  </a:lnTo>
                  <a:lnTo>
                    <a:pt x="11708" y="410"/>
                  </a:lnTo>
                  <a:lnTo>
                    <a:pt x="5857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60217" y="2126963"/>
              <a:ext cx="68255" cy="167167"/>
            </a:xfrm>
            <a:custGeom>
              <a:avLst/>
              <a:pathLst>
                <a:path w="68255" h="167167">
                  <a:moveTo>
                    <a:pt x="68255" y="0"/>
                  </a:moveTo>
                  <a:lnTo>
                    <a:pt x="62397" y="102"/>
                  </a:lnTo>
                  <a:lnTo>
                    <a:pt x="56546" y="410"/>
                  </a:lnTo>
                  <a:lnTo>
                    <a:pt x="50710" y="923"/>
                  </a:lnTo>
                  <a:lnTo>
                    <a:pt x="44895" y="1640"/>
                  </a:lnTo>
                  <a:lnTo>
                    <a:pt x="39109" y="2560"/>
                  </a:lnTo>
                  <a:lnTo>
                    <a:pt x="33358" y="3682"/>
                  </a:lnTo>
                  <a:lnTo>
                    <a:pt x="27651" y="5006"/>
                  </a:lnTo>
                  <a:lnTo>
                    <a:pt x="21993" y="6528"/>
                  </a:lnTo>
                  <a:lnTo>
                    <a:pt x="16392" y="8248"/>
                  </a:lnTo>
                  <a:lnTo>
                    <a:pt x="10855" y="10163"/>
                  </a:lnTo>
                  <a:lnTo>
                    <a:pt x="5389" y="12271"/>
                  </a:lnTo>
                  <a:lnTo>
                    <a:pt x="0" y="14569"/>
                  </a:lnTo>
                  <a:lnTo>
                    <a:pt x="682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0217" y="2141533"/>
              <a:ext cx="68255" cy="152598"/>
            </a:xfrm>
            <a:custGeom>
              <a:avLst/>
              <a:pathLst>
                <a:path w="68255" h="152598">
                  <a:moveTo>
                    <a:pt x="0" y="0"/>
                  </a:moveTo>
                  <a:lnTo>
                    <a:pt x="68255" y="152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561305" y="2141533"/>
              <a:ext cx="225463" cy="319764"/>
            </a:xfrm>
            <a:custGeom>
              <a:avLst/>
              <a:pathLst>
                <a:path w="225463" h="319764">
                  <a:moveTo>
                    <a:pt x="98911" y="0"/>
                  </a:moveTo>
                  <a:lnTo>
                    <a:pt x="94055" y="2265"/>
                  </a:lnTo>
                  <a:lnTo>
                    <a:pt x="89275" y="4686"/>
                  </a:lnTo>
                  <a:lnTo>
                    <a:pt x="84574" y="7258"/>
                  </a:lnTo>
                  <a:lnTo>
                    <a:pt x="79959" y="9980"/>
                  </a:lnTo>
                  <a:lnTo>
                    <a:pt x="75433" y="12848"/>
                  </a:lnTo>
                  <a:lnTo>
                    <a:pt x="71001" y="15860"/>
                  </a:lnTo>
                  <a:lnTo>
                    <a:pt x="66668" y="19012"/>
                  </a:lnTo>
                  <a:lnTo>
                    <a:pt x="62439" y="22301"/>
                  </a:lnTo>
                  <a:lnTo>
                    <a:pt x="58316" y="25725"/>
                  </a:lnTo>
                  <a:lnTo>
                    <a:pt x="54306" y="29278"/>
                  </a:lnTo>
                  <a:lnTo>
                    <a:pt x="50412" y="32959"/>
                  </a:lnTo>
                  <a:lnTo>
                    <a:pt x="46638" y="36762"/>
                  </a:lnTo>
                  <a:lnTo>
                    <a:pt x="42987" y="40684"/>
                  </a:lnTo>
                  <a:lnTo>
                    <a:pt x="39464" y="44721"/>
                  </a:lnTo>
                  <a:lnTo>
                    <a:pt x="36073" y="48869"/>
                  </a:lnTo>
                  <a:lnTo>
                    <a:pt x="32816" y="53124"/>
                  </a:lnTo>
                  <a:lnTo>
                    <a:pt x="29697" y="57481"/>
                  </a:lnTo>
                  <a:lnTo>
                    <a:pt x="26719" y="61936"/>
                  </a:lnTo>
                  <a:lnTo>
                    <a:pt x="23885" y="66483"/>
                  </a:lnTo>
                  <a:lnTo>
                    <a:pt x="21199" y="71120"/>
                  </a:lnTo>
                  <a:lnTo>
                    <a:pt x="18663" y="75839"/>
                  </a:lnTo>
                  <a:lnTo>
                    <a:pt x="16279" y="80638"/>
                  </a:lnTo>
                  <a:lnTo>
                    <a:pt x="14050" y="85511"/>
                  </a:lnTo>
                  <a:lnTo>
                    <a:pt x="11979" y="90453"/>
                  </a:lnTo>
                  <a:lnTo>
                    <a:pt x="10067" y="95458"/>
                  </a:lnTo>
                  <a:lnTo>
                    <a:pt x="8316" y="100522"/>
                  </a:lnTo>
                  <a:lnTo>
                    <a:pt x="6729" y="105640"/>
                  </a:lnTo>
                  <a:lnTo>
                    <a:pt x="5307" y="110806"/>
                  </a:lnTo>
                  <a:lnTo>
                    <a:pt x="4050" y="116015"/>
                  </a:lnTo>
                  <a:lnTo>
                    <a:pt x="2962" y="121261"/>
                  </a:lnTo>
                  <a:lnTo>
                    <a:pt x="2042" y="126540"/>
                  </a:lnTo>
                  <a:lnTo>
                    <a:pt x="1291" y="131845"/>
                  </a:lnTo>
                  <a:lnTo>
                    <a:pt x="712" y="137172"/>
                  </a:lnTo>
                  <a:lnTo>
                    <a:pt x="303" y="142515"/>
                  </a:lnTo>
                  <a:lnTo>
                    <a:pt x="65" y="147868"/>
                  </a:lnTo>
                  <a:lnTo>
                    <a:pt x="0" y="153225"/>
                  </a:lnTo>
                  <a:lnTo>
                    <a:pt x="105" y="158583"/>
                  </a:lnTo>
                  <a:lnTo>
                    <a:pt x="383" y="163934"/>
                  </a:lnTo>
                  <a:lnTo>
                    <a:pt x="832" y="169273"/>
                  </a:lnTo>
                  <a:lnTo>
                    <a:pt x="1452" y="174595"/>
                  </a:lnTo>
                  <a:lnTo>
                    <a:pt x="2242" y="179895"/>
                  </a:lnTo>
                  <a:lnTo>
                    <a:pt x="3202" y="185166"/>
                  </a:lnTo>
                  <a:lnTo>
                    <a:pt x="4330" y="190405"/>
                  </a:lnTo>
                  <a:lnTo>
                    <a:pt x="5625" y="195604"/>
                  </a:lnTo>
                  <a:lnTo>
                    <a:pt x="7086" y="200759"/>
                  </a:lnTo>
                  <a:lnTo>
                    <a:pt x="8712" y="205865"/>
                  </a:lnTo>
                  <a:lnTo>
                    <a:pt x="10501" y="210915"/>
                  </a:lnTo>
                  <a:lnTo>
                    <a:pt x="12450" y="215906"/>
                  </a:lnTo>
                  <a:lnTo>
                    <a:pt x="14559" y="220832"/>
                  </a:lnTo>
                  <a:lnTo>
                    <a:pt x="16824" y="225688"/>
                  </a:lnTo>
                  <a:lnTo>
                    <a:pt x="19243" y="230469"/>
                  </a:lnTo>
                  <a:lnTo>
                    <a:pt x="21815" y="235170"/>
                  </a:lnTo>
                  <a:lnTo>
                    <a:pt x="24536" y="239786"/>
                  </a:lnTo>
                  <a:lnTo>
                    <a:pt x="27404" y="244312"/>
                  </a:lnTo>
                  <a:lnTo>
                    <a:pt x="30415" y="248744"/>
                  </a:lnTo>
                  <a:lnTo>
                    <a:pt x="33566" y="253077"/>
                  </a:lnTo>
                  <a:lnTo>
                    <a:pt x="36855" y="257307"/>
                  </a:lnTo>
                  <a:lnTo>
                    <a:pt x="40278" y="261430"/>
                  </a:lnTo>
                  <a:lnTo>
                    <a:pt x="43831" y="265441"/>
                  </a:lnTo>
                  <a:lnTo>
                    <a:pt x="47511" y="269335"/>
                  </a:lnTo>
                  <a:lnTo>
                    <a:pt x="51314" y="273110"/>
                  </a:lnTo>
                  <a:lnTo>
                    <a:pt x="55236" y="276761"/>
                  </a:lnTo>
                  <a:lnTo>
                    <a:pt x="59272" y="280285"/>
                  </a:lnTo>
                  <a:lnTo>
                    <a:pt x="63420" y="283677"/>
                  </a:lnTo>
                  <a:lnTo>
                    <a:pt x="67674" y="286935"/>
                  </a:lnTo>
                  <a:lnTo>
                    <a:pt x="72031" y="290054"/>
                  </a:lnTo>
                  <a:lnTo>
                    <a:pt x="76485" y="293032"/>
                  </a:lnTo>
                  <a:lnTo>
                    <a:pt x="81032" y="295867"/>
                  </a:lnTo>
                  <a:lnTo>
                    <a:pt x="85668" y="298553"/>
                  </a:lnTo>
                  <a:lnTo>
                    <a:pt x="90388" y="301090"/>
                  </a:lnTo>
                  <a:lnTo>
                    <a:pt x="95186" y="303475"/>
                  </a:lnTo>
                  <a:lnTo>
                    <a:pt x="100059" y="305704"/>
                  </a:lnTo>
                  <a:lnTo>
                    <a:pt x="105000" y="307776"/>
                  </a:lnTo>
                  <a:lnTo>
                    <a:pt x="110005" y="309689"/>
                  </a:lnTo>
                  <a:lnTo>
                    <a:pt x="115069" y="311440"/>
                  </a:lnTo>
                  <a:lnTo>
                    <a:pt x="120187" y="313028"/>
                  </a:lnTo>
                  <a:lnTo>
                    <a:pt x="125352" y="314451"/>
                  </a:lnTo>
                  <a:lnTo>
                    <a:pt x="130561" y="315708"/>
                  </a:lnTo>
                  <a:lnTo>
                    <a:pt x="135807" y="316797"/>
                  </a:lnTo>
                  <a:lnTo>
                    <a:pt x="141086" y="317718"/>
                  </a:lnTo>
                  <a:lnTo>
                    <a:pt x="146391" y="318469"/>
                  </a:lnTo>
                  <a:lnTo>
                    <a:pt x="151718" y="319050"/>
                  </a:lnTo>
                  <a:lnTo>
                    <a:pt x="157060" y="319459"/>
                  </a:lnTo>
                  <a:lnTo>
                    <a:pt x="162413" y="319697"/>
                  </a:lnTo>
                  <a:lnTo>
                    <a:pt x="167771" y="319764"/>
                  </a:lnTo>
                  <a:lnTo>
                    <a:pt x="173128" y="319659"/>
                  </a:lnTo>
                  <a:lnTo>
                    <a:pt x="178479" y="319382"/>
                  </a:lnTo>
                  <a:lnTo>
                    <a:pt x="183819" y="318934"/>
                  </a:lnTo>
                  <a:lnTo>
                    <a:pt x="189141" y="318314"/>
                  </a:lnTo>
                  <a:lnTo>
                    <a:pt x="194441" y="317525"/>
                  </a:lnTo>
                  <a:lnTo>
                    <a:pt x="199713" y="316566"/>
                  </a:lnTo>
                  <a:lnTo>
                    <a:pt x="204951" y="315439"/>
                  </a:lnTo>
                  <a:lnTo>
                    <a:pt x="210150" y="314144"/>
                  </a:lnTo>
                  <a:lnTo>
                    <a:pt x="215306" y="312684"/>
                  </a:lnTo>
                  <a:lnTo>
                    <a:pt x="220411" y="311058"/>
                  </a:lnTo>
                  <a:lnTo>
                    <a:pt x="225463" y="309271"/>
                  </a:lnTo>
                  <a:lnTo>
                    <a:pt x="167166" y="152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728472" y="2126963"/>
              <a:ext cx="167167" cy="323840"/>
            </a:xfrm>
            <a:custGeom>
              <a:avLst/>
              <a:pathLst>
                <a:path w="167167" h="323840">
                  <a:moveTo>
                    <a:pt x="58296" y="323840"/>
                  </a:moveTo>
                  <a:lnTo>
                    <a:pt x="63282" y="321894"/>
                  </a:lnTo>
                  <a:lnTo>
                    <a:pt x="68202" y="319789"/>
                  </a:lnTo>
                  <a:lnTo>
                    <a:pt x="73053" y="317527"/>
                  </a:lnTo>
                  <a:lnTo>
                    <a:pt x="77828" y="315112"/>
                  </a:lnTo>
                  <a:lnTo>
                    <a:pt x="82524" y="312545"/>
                  </a:lnTo>
                  <a:lnTo>
                    <a:pt x="87135" y="309828"/>
                  </a:lnTo>
                  <a:lnTo>
                    <a:pt x="91657" y="306966"/>
                  </a:lnTo>
                  <a:lnTo>
                    <a:pt x="96085" y="303960"/>
                  </a:lnTo>
                  <a:lnTo>
                    <a:pt x="100415" y="300815"/>
                  </a:lnTo>
                  <a:lnTo>
                    <a:pt x="104642" y="297532"/>
                  </a:lnTo>
                  <a:lnTo>
                    <a:pt x="108761" y="294115"/>
                  </a:lnTo>
                  <a:lnTo>
                    <a:pt x="112769" y="290569"/>
                  </a:lnTo>
                  <a:lnTo>
                    <a:pt x="116661" y="286896"/>
                  </a:lnTo>
                  <a:lnTo>
                    <a:pt x="120434" y="283100"/>
                  </a:lnTo>
                  <a:lnTo>
                    <a:pt x="124083" y="279185"/>
                  </a:lnTo>
                  <a:lnTo>
                    <a:pt x="127606" y="275156"/>
                  </a:lnTo>
                  <a:lnTo>
                    <a:pt x="130997" y="271016"/>
                  </a:lnTo>
                  <a:lnTo>
                    <a:pt x="134254" y="266770"/>
                  </a:lnTo>
                  <a:lnTo>
                    <a:pt x="137374" y="262421"/>
                  </a:lnTo>
                  <a:lnTo>
                    <a:pt x="140352" y="257975"/>
                  </a:lnTo>
                  <a:lnTo>
                    <a:pt x="143187" y="253436"/>
                  </a:lnTo>
                  <a:lnTo>
                    <a:pt x="145875" y="248808"/>
                  </a:lnTo>
                  <a:lnTo>
                    <a:pt x="148414" y="244096"/>
                  </a:lnTo>
                  <a:lnTo>
                    <a:pt x="150800" y="239306"/>
                  </a:lnTo>
                  <a:lnTo>
                    <a:pt x="153032" y="234442"/>
                  </a:lnTo>
                  <a:lnTo>
                    <a:pt x="155107" y="229509"/>
                  </a:lnTo>
                  <a:lnTo>
                    <a:pt x="157023" y="224512"/>
                  </a:lnTo>
                  <a:lnTo>
                    <a:pt x="158779" y="219456"/>
                  </a:lnTo>
                  <a:lnTo>
                    <a:pt x="160371" y="214347"/>
                  </a:lnTo>
                  <a:lnTo>
                    <a:pt x="161799" y="209189"/>
                  </a:lnTo>
                  <a:lnTo>
                    <a:pt x="163061" y="203988"/>
                  </a:lnTo>
                  <a:lnTo>
                    <a:pt x="164156" y="198750"/>
                  </a:lnTo>
                  <a:lnTo>
                    <a:pt x="165083" y="193479"/>
                  </a:lnTo>
                  <a:lnTo>
                    <a:pt x="165841" y="188181"/>
                  </a:lnTo>
                  <a:lnTo>
                    <a:pt x="166429" y="182862"/>
                  </a:lnTo>
                  <a:lnTo>
                    <a:pt x="166846" y="177526"/>
                  </a:lnTo>
                  <a:lnTo>
                    <a:pt x="167092" y="172180"/>
                  </a:lnTo>
                  <a:lnTo>
                    <a:pt x="167167" y="166829"/>
                  </a:lnTo>
                  <a:lnTo>
                    <a:pt x="167070" y="161478"/>
                  </a:lnTo>
                  <a:lnTo>
                    <a:pt x="166802" y="156133"/>
                  </a:lnTo>
                  <a:lnTo>
                    <a:pt x="166364" y="150799"/>
                  </a:lnTo>
                  <a:lnTo>
                    <a:pt x="165755" y="145482"/>
                  </a:lnTo>
                  <a:lnTo>
                    <a:pt x="164975" y="140187"/>
                  </a:lnTo>
                  <a:lnTo>
                    <a:pt x="164027" y="134920"/>
                  </a:lnTo>
                  <a:lnTo>
                    <a:pt x="162911" y="129686"/>
                  </a:lnTo>
                  <a:lnTo>
                    <a:pt x="161628" y="124491"/>
                  </a:lnTo>
                  <a:lnTo>
                    <a:pt x="160179" y="119339"/>
                  </a:lnTo>
                  <a:lnTo>
                    <a:pt x="158566" y="114236"/>
                  </a:lnTo>
                  <a:lnTo>
                    <a:pt x="156790" y="109187"/>
                  </a:lnTo>
                  <a:lnTo>
                    <a:pt x="154854" y="104198"/>
                  </a:lnTo>
                  <a:lnTo>
                    <a:pt x="152759" y="99273"/>
                  </a:lnTo>
                  <a:lnTo>
                    <a:pt x="150507" y="94418"/>
                  </a:lnTo>
                  <a:lnTo>
                    <a:pt x="148101" y="89638"/>
                  </a:lnTo>
                  <a:lnTo>
                    <a:pt x="145544" y="84937"/>
                  </a:lnTo>
                  <a:lnTo>
                    <a:pt x="142837" y="80320"/>
                  </a:lnTo>
                  <a:lnTo>
                    <a:pt x="139984" y="75792"/>
                  </a:lnTo>
                  <a:lnTo>
                    <a:pt x="136987" y="71358"/>
                  </a:lnTo>
                  <a:lnTo>
                    <a:pt x="133850" y="67022"/>
                  </a:lnTo>
                  <a:lnTo>
                    <a:pt x="130576" y="62789"/>
                  </a:lnTo>
                  <a:lnTo>
                    <a:pt x="127168" y="58662"/>
                  </a:lnTo>
                  <a:lnTo>
                    <a:pt x="123629" y="54647"/>
                  </a:lnTo>
                  <a:lnTo>
                    <a:pt x="119964" y="50748"/>
                  </a:lnTo>
                  <a:lnTo>
                    <a:pt x="116176" y="46967"/>
                  </a:lnTo>
                  <a:lnTo>
                    <a:pt x="112269" y="43310"/>
                  </a:lnTo>
                  <a:lnTo>
                    <a:pt x="108247" y="39780"/>
                  </a:lnTo>
                  <a:lnTo>
                    <a:pt x="104113" y="36380"/>
                  </a:lnTo>
                  <a:lnTo>
                    <a:pt x="99873" y="33114"/>
                  </a:lnTo>
                  <a:lnTo>
                    <a:pt x="95531" y="29986"/>
                  </a:lnTo>
                  <a:lnTo>
                    <a:pt x="91091" y="26998"/>
                  </a:lnTo>
                  <a:lnTo>
                    <a:pt x="86558" y="24154"/>
                  </a:lnTo>
                  <a:lnTo>
                    <a:pt x="81935" y="21457"/>
                  </a:lnTo>
                  <a:lnTo>
                    <a:pt x="77229" y="18909"/>
                  </a:lnTo>
                  <a:lnTo>
                    <a:pt x="72444" y="16512"/>
                  </a:lnTo>
                  <a:lnTo>
                    <a:pt x="67584" y="14271"/>
                  </a:lnTo>
                  <a:lnTo>
                    <a:pt x="62655" y="12186"/>
                  </a:lnTo>
                  <a:lnTo>
                    <a:pt x="57662" y="10259"/>
                  </a:lnTo>
                  <a:lnTo>
                    <a:pt x="52610" y="8494"/>
                  </a:lnTo>
                  <a:lnTo>
                    <a:pt x="47504" y="6891"/>
                  </a:lnTo>
                  <a:lnTo>
                    <a:pt x="42349" y="5453"/>
                  </a:lnTo>
                  <a:lnTo>
                    <a:pt x="37151" y="4180"/>
                  </a:lnTo>
                  <a:lnTo>
                    <a:pt x="31914" y="3074"/>
                  </a:lnTo>
                  <a:lnTo>
                    <a:pt x="26645" y="2137"/>
                  </a:lnTo>
                  <a:lnTo>
                    <a:pt x="21349" y="1368"/>
                  </a:lnTo>
                  <a:lnTo>
                    <a:pt x="16031" y="770"/>
                  </a:lnTo>
                  <a:lnTo>
                    <a:pt x="10696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84140" y="1681503"/>
              <a:ext cx="39094" cy="167167"/>
            </a:xfrm>
            <a:custGeom>
              <a:avLst/>
              <a:pathLst>
                <a:path w="39094" h="167167">
                  <a:moveTo>
                    <a:pt x="39094" y="0"/>
                  </a:moveTo>
                  <a:lnTo>
                    <a:pt x="32519" y="129"/>
                  </a:lnTo>
                  <a:lnTo>
                    <a:pt x="25954" y="517"/>
                  </a:lnTo>
                  <a:lnTo>
                    <a:pt x="19410" y="1162"/>
                  </a:lnTo>
                  <a:lnTo>
                    <a:pt x="12896" y="2065"/>
                  </a:lnTo>
                  <a:lnTo>
                    <a:pt x="6422" y="3223"/>
                  </a:lnTo>
                  <a:lnTo>
                    <a:pt x="0" y="4635"/>
                  </a:lnTo>
                  <a:lnTo>
                    <a:pt x="3909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4140" y="1686138"/>
              <a:ext cx="39094" cy="162531"/>
            </a:xfrm>
            <a:custGeom>
              <a:avLst/>
              <a:pathLst>
                <a:path w="39094" h="162531">
                  <a:moveTo>
                    <a:pt x="0" y="0"/>
                  </a:moveTo>
                  <a:lnTo>
                    <a:pt x="39094" y="1625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256071" y="1686138"/>
              <a:ext cx="334313" cy="329697"/>
            </a:xfrm>
            <a:custGeom>
              <a:avLst/>
              <a:pathLst>
                <a:path w="334313" h="329697">
                  <a:moveTo>
                    <a:pt x="128069" y="0"/>
                  </a:moveTo>
                  <a:lnTo>
                    <a:pt x="122950" y="1317"/>
                  </a:lnTo>
                  <a:lnTo>
                    <a:pt x="117874" y="2796"/>
                  </a:lnTo>
                  <a:lnTo>
                    <a:pt x="112848" y="4434"/>
                  </a:lnTo>
                  <a:lnTo>
                    <a:pt x="107876" y="6230"/>
                  </a:lnTo>
                  <a:lnTo>
                    <a:pt x="102964" y="8183"/>
                  </a:lnTo>
                  <a:lnTo>
                    <a:pt x="98115" y="10290"/>
                  </a:lnTo>
                  <a:lnTo>
                    <a:pt x="93336" y="12550"/>
                  </a:lnTo>
                  <a:lnTo>
                    <a:pt x="88630" y="14959"/>
                  </a:lnTo>
                  <a:lnTo>
                    <a:pt x="84004" y="17516"/>
                  </a:lnTo>
                  <a:lnTo>
                    <a:pt x="79460" y="20218"/>
                  </a:lnTo>
                  <a:lnTo>
                    <a:pt x="75004" y="23063"/>
                  </a:lnTo>
                  <a:lnTo>
                    <a:pt x="70640" y="26046"/>
                  </a:lnTo>
                  <a:lnTo>
                    <a:pt x="66372" y="29167"/>
                  </a:lnTo>
                  <a:lnTo>
                    <a:pt x="62206" y="32420"/>
                  </a:lnTo>
                  <a:lnTo>
                    <a:pt x="58144" y="35804"/>
                  </a:lnTo>
                  <a:lnTo>
                    <a:pt x="54192" y="39315"/>
                  </a:lnTo>
                  <a:lnTo>
                    <a:pt x="50352" y="42948"/>
                  </a:lnTo>
                  <a:lnTo>
                    <a:pt x="46629" y="46702"/>
                  </a:lnTo>
                  <a:lnTo>
                    <a:pt x="43027" y="50571"/>
                  </a:lnTo>
                  <a:lnTo>
                    <a:pt x="39549" y="54552"/>
                  </a:lnTo>
                  <a:lnTo>
                    <a:pt x="36199" y="58641"/>
                  </a:lnTo>
                  <a:lnTo>
                    <a:pt x="32979" y="62834"/>
                  </a:lnTo>
                  <a:lnTo>
                    <a:pt x="29894" y="67127"/>
                  </a:lnTo>
                  <a:lnTo>
                    <a:pt x="26946" y="71515"/>
                  </a:lnTo>
                  <a:lnTo>
                    <a:pt x="24138" y="75994"/>
                  </a:lnTo>
                  <a:lnTo>
                    <a:pt x="21473" y="80560"/>
                  </a:lnTo>
                  <a:lnTo>
                    <a:pt x="18954" y="85208"/>
                  </a:lnTo>
                  <a:lnTo>
                    <a:pt x="16583" y="89933"/>
                  </a:lnTo>
                  <a:lnTo>
                    <a:pt x="14363" y="94730"/>
                  </a:lnTo>
                  <a:lnTo>
                    <a:pt x="12296" y="99596"/>
                  </a:lnTo>
                  <a:lnTo>
                    <a:pt x="10383" y="104524"/>
                  </a:lnTo>
                  <a:lnTo>
                    <a:pt x="8627" y="109510"/>
                  </a:lnTo>
                  <a:lnTo>
                    <a:pt x="7030" y="114550"/>
                  </a:lnTo>
                  <a:lnTo>
                    <a:pt x="5593" y="119637"/>
                  </a:lnTo>
                  <a:lnTo>
                    <a:pt x="4317" y="124767"/>
                  </a:lnTo>
                  <a:lnTo>
                    <a:pt x="3205" y="129935"/>
                  </a:lnTo>
                  <a:lnTo>
                    <a:pt x="2256" y="135136"/>
                  </a:lnTo>
                  <a:lnTo>
                    <a:pt x="1472" y="140364"/>
                  </a:lnTo>
                  <a:lnTo>
                    <a:pt x="854" y="145614"/>
                  </a:lnTo>
                  <a:lnTo>
                    <a:pt x="402" y="150881"/>
                  </a:lnTo>
                  <a:lnTo>
                    <a:pt x="117" y="156160"/>
                  </a:lnTo>
                  <a:lnTo>
                    <a:pt x="0" y="161445"/>
                  </a:lnTo>
                  <a:lnTo>
                    <a:pt x="49" y="166731"/>
                  </a:lnTo>
                  <a:lnTo>
                    <a:pt x="265" y="172013"/>
                  </a:lnTo>
                  <a:lnTo>
                    <a:pt x="648" y="177286"/>
                  </a:lnTo>
                  <a:lnTo>
                    <a:pt x="1198" y="182544"/>
                  </a:lnTo>
                  <a:lnTo>
                    <a:pt x="1914" y="187781"/>
                  </a:lnTo>
                  <a:lnTo>
                    <a:pt x="2795" y="192994"/>
                  </a:lnTo>
                  <a:lnTo>
                    <a:pt x="3840" y="198176"/>
                  </a:lnTo>
                  <a:lnTo>
                    <a:pt x="5049" y="203322"/>
                  </a:lnTo>
                  <a:lnTo>
                    <a:pt x="6420" y="208428"/>
                  </a:lnTo>
                  <a:lnTo>
                    <a:pt x="7952" y="213488"/>
                  </a:lnTo>
                  <a:lnTo>
                    <a:pt x="9642" y="218497"/>
                  </a:lnTo>
                  <a:lnTo>
                    <a:pt x="11491" y="223449"/>
                  </a:lnTo>
                  <a:lnTo>
                    <a:pt x="13495" y="228341"/>
                  </a:lnTo>
                  <a:lnTo>
                    <a:pt x="15653" y="233167"/>
                  </a:lnTo>
                  <a:lnTo>
                    <a:pt x="17962" y="237923"/>
                  </a:lnTo>
                  <a:lnTo>
                    <a:pt x="20420" y="242603"/>
                  </a:lnTo>
                  <a:lnTo>
                    <a:pt x="23026" y="247203"/>
                  </a:lnTo>
                  <a:lnTo>
                    <a:pt x="25775" y="251718"/>
                  </a:lnTo>
                  <a:lnTo>
                    <a:pt x="28666" y="256144"/>
                  </a:lnTo>
                  <a:lnTo>
                    <a:pt x="31695" y="260476"/>
                  </a:lnTo>
                  <a:lnTo>
                    <a:pt x="34860" y="264711"/>
                  </a:lnTo>
                  <a:lnTo>
                    <a:pt x="38157" y="268843"/>
                  </a:lnTo>
                  <a:lnTo>
                    <a:pt x="41583" y="272869"/>
                  </a:lnTo>
                  <a:lnTo>
                    <a:pt x="45134" y="276785"/>
                  </a:lnTo>
                  <a:lnTo>
                    <a:pt x="48808" y="280586"/>
                  </a:lnTo>
                  <a:lnTo>
                    <a:pt x="52600" y="284270"/>
                  </a:lnTo>
                  <a:lnTo>
                    <a:pt x="56507" y="287831"/>
                  </a:lnTo>
                  <a:lnTo>
                    <a:pt x="60524" y="291267"/>
                  </a:lnTo>
                  <a:lnTo>
                    <a:pt x="64648" y="294575"/>
                  </a:lnTo>
                  <a:lnTo>
                    <a:pt x="68874" y="297750"/>
                  </a:lnTo>
                  <a:lnTo>
                    <a:pt x="73199" y="300791"/>
                  </a:lnTo>
                  <a:lnTo>
                    <a:pt x="77618" y="303693"/>
                  </a:lnTo>
                  <a:lnTo>
                    <a:pt x="82126" y="306454"/>
                  </a:lnTo>
                  <a:lnTo>
                    <a:pt x="86719" y="309070"/>
                  </a:lnTo>
                  <a:lnTo>
                    <a:pt x="91393" y="311541"/>
                  </a:lnTo>
                  <a:lnTo>
                    <a:pt x="96143" y="313862"/>
                  </a:lnTo>
                  <a:lnTo>
                    <a:pt x="100963" y="316032"/>
                  </a:lnTo>
                  <a:lnTo>
                    <a:pt x="105850" y="318049"/>
                  </a:lnTo>
                  <a:lnTo>
                    <a:pt x="110798" y="319910"/>
                  </a:lnTo>
                  <a:lnTo>
                    <a:pt x="115802" y="321613"/>
                  </a:lnTo>
                  <a:lnTo>
                    <a:pt x="120858" y="323158"/>
                  </a:lnTo>
                  <a:lnTo>
                    <a:pt x="125960" y="324541"/>
                  </a:lnTo>
                  <a:lnTo>
                    <a:pt x="131104" y="325763"/>
                  </a:lnTo>
                  <a:lnTo>
                    <a:pt x="136283" y="326822"/>
                  </a:lnTo>
                  <a:lnTo>
                    <a:pt x="141493" y="327716"/>
                  </a:lnTo>
                  <a:lnTo>
                    <a:pt x="146729" y="328445"/>
                  </a:lnTo>
                  <a:lnTo>
                    <a:pt x="151986" y="329008"/>
                  </a:lnTo>
                  <a:lnTo>
                    <a:pt x="157257" y="329405"/>
                  </a:lnTo>
                  <a:lnTo>
                    <a:pt x="162539" y="329635"/>
                  </a:lnTo>
                  <a:lnTo>
                    <a:pt x="167825" y="329697"/>
                  </a:lnTo>
                  <a:lnTo>
                    <a:pt x="173110" y="329593"/>
                  </a:lnTo>
                  <a:lnTo>
                    <a:pt x="178390" y="329321"/>
                  </a:lnTo>
                  <a:lnTo>
                    <a:pt x="183658" y="328883"/>
                  </a:lnTo>
                  <a:lnTo>
                    <a:pt x="188910" y="328278"/>
                  </a:lnTo>
                  <a:lnTo>
                    <a:pt x="194140" y="327508"/>
                  </a:lnTo>
                  <a:lnTo>
                    <a:pt x="199343" y="326572"/>
                  </a:lnTo>
                  <a:lnTo>
                    <a:pt x="204513" y="325473"/>
                  </a:lnTo>
                  <a:lnTo>
                    <a:pt x="209647" y="324210"/>
                  </a:lnTo>
                  <a:lnTo>
                    <a:pt x="214738" y="322786"/>
                  </a:lnTo>
                  <a:lnTo>
                    <a:pt x="219781" y="321202"/>
                  </a:lnTo>
                  <a:lnTo>
                    <a:pt x="224772" y="319459"/>
                  </a:lnTo>
                  <a:lnTo>
                    <a:pt x="229705" y="317559"/>
                  </a:lnTo>
                  <a:lnTo>
                    <a:pt x="234576" y="315504"/>
                  </a:lnTo>
                  <a:lnTo>
                    <a:pt x="239379" y="313295"/>
                  </a:lnTo>
                  <a:lnTo>
                    <a:pt x="244110" y="310937"/>
                  </a:lnTo>
                  <a:lnTo>
                    <a:pt x="248764" y="308429"/>
                  </a:lnTo>
                  <a:lnTo>
                    <a:pt x="253337" y="305776"/>
                  </a:lnTo>
                  <a:lnTo>
                    <a:pt x="257823" y="302980"/>
                  </a:lnTo>
                  <a:lnTo>
                    <a:pt x="262219" y="300043"/>
                  </a:lnTo>
                  <a:lnTo>
                    <a:pt x="266519" y="296969"/>
                  </a:lnTo>
                  <a:lnTo>
                    <a:pt x="270720" y="293760"/>
                  </a:lnTo>
                  <a:lnTo>
                    <a:pt x="274818" y="290420"/>
                  </a:lnTo>
                  <a:lnTo>
                    <a:pt x="278808" y="286952"/>
                  </a:lnTo>
                  <a:lnTo>
                    <a:pt x="282686" y="283359"/>
                  </a:lnTo>
                  <a:lnTo>
                    <a:pt x="286449" y="279646"/>
                  </a:lnTo>
                  <a:lnTo>
                    <a:pt x="290093" y="275816"/>
                  </a:lnTo>
                  <a:lnTo>
                    <a:pt x="293613" y="271872"/>
                  </a:lnTo>
                  <a:lnTo>
                    <a:pt x="297007" y="267819"/>
                  </a:lnTo>
                  <a:lnTo>
                    <a:pt x="300272" y="263661"/>
                  </a:lnTo>
                  <a:lnTo>
                    <a:pt x="303403" y="259401"/>
                  </a:lnTo>
                  <a:lnTo>
                    <a:pt x="306398" y="255045"/>
                  </a:lnTo>
                  <a:lnTo>
                    <a:pt x="309253" y="250596"/>
                  </a:lnTo>
                  <a:lnTo>
                    <a:pt x="311967" y="246060"/>
                  </a:lnTo>
                  <a:lnTo>
                    <a:pt x="314535" y="241439"/>
                  </a:lnTo>
                  <a:lnTo>
                    <a:pt x="316957" y="236740"/>
                  </a:lnTo>
                  <a:lnTo>
                    <a:pt x="319228" y="231966"/>
                  </a:lnTo>
                  <a:lnTo>
                    <a:pt x="321348" y="227123"/>
                  </a:lnTo>
                  <a:lnTo>
                    <a:pt x="323313" y="222216"/>
                  </a:lnTo>
                  <a:lnTo>
                    <a:pt x="325122" y="217248"/>
                  </a:lnTo>
                  <a:lnTo>
                    <a:pt x="326773" y="212226"/>
                  </a:lnTo>
                  <a:lnTo>
                    <a:pt x="328265" y="207155"/>
                  </a:lnTo>
                  <a:lnTo>
                    <a:pt x="329595" y="202039"/>
                  </a:lnTo>
                  <a:lnTo>
                    <a:pt x="330763" y="196883"/>
                  </a:lnTo>
                  <a:lnTo>
                    <a:pt x="331768" y="191693"/>
                  </a:lnTo>
                  <a:lnTo>
                    <a:pt x="332607" y="186473"/>
                  </a:lnTo>
                  <a:lnTo>
                    <a:pt x="333282" y="181230"/>
                  </a:lnTo>
                  <a:lnTo>
                    <a:pt x="333790" y="175968"/>
                  </a:lnTo>
                  <a:lnTo>
                    <a:pt x="334132" y="170693"/>
                  </a:lnTo>
                  <a:lnTo>
                    <a:pt x="334306" y="165409"/>
                  </a:lnTo>
                  <a:lnTo>
                    <a:pt x="334313" y="160123"/>
                  </a:lnTo>
                  <a:lnTo>
                    <a:pt x="334154" y="154839"/>
                  </a:lnTo>
                  <a:lnTo>
                    <a:pt x="333827" y="149562"/>
                  </a:lnTo>
                  <a:lnTo>
                    <a:pt x="333334" y="144299"/>
                  </a:lnTo>
                  <a:lnTo>
                    <a:pt x="332674" y="139054"/>
                  </a:lnTo>
                  <a:lnTo>
                    <a:pt x="331849" y="133832"/>
                  </a:lnTo>
                  <a:lnTo>
                    <a:pt x="330859" y="128639"/>
                  </a:lnTo>
                  <a:lnTo>
                    <a:pt x="329706" y="123480"/>
                  </a:lnTo>
                  <a:lnTo>
                    <a:pt x="328389" y="118360"/>
                  </a:lnTo>
                  <a:lnTo>
                    <a:pt x="326912" y="113284"/>
                  </a:lnTo>
                  <a:lnTo>
                    <a:pt x="325275" y="108258"/>
                  </a:lnTo>
                  <a:lnTo>
                    <a:pt x="323480" y="103285"/>
                  </a:lnTo>
                  <a:lnTo>
                    <a:pt x="321528" y="98372"/>
                  </a:lnTo>
                  <a:lnTo>
                    <a:pt x="319423" y="93523"/>
                  </a:lnTo>
                  <a:lnTo>
                    <a:pt x="317164" y="88743"/>
                  </a:lnTo>
                  <a:lnTo>
                    <a:pt x="314756" y="84037"/>
                  </a:lnTo>
                  <a:lnTo>
                    <a:pt x="312200" y="79410"/>
                  </a:lnTo>
                  <a:lnTo>
                    <a:pt x="309500" y="74865"/>
                  </a:lnTo>
                  <a:lnTo>
                    <a:pt x="306657" y="70408"/>
                  </a:lnTo>
                  <a:lnTo>
                    <a:pt x="303674" y="66044"/>
                  </a:lnTo>
                  <a:lnTo>
                    <a:pt x="300555" y="61776"/>
                  </a:lnTo>
                  <a:lnTo>
                    <a:pt x="297302" y="57608"/>
                  </a:lnTo>
                  <a:lnTo>
                    <a:pt x="293919" y="53546"/>
                  </a:lnTo>
                  <a:lnTo>
                    <a:pt x="290410" y="49592"/>
                  </a:lnTo>
                  <a:lnTo>
                    <a:pt x="286777" y="45752"/>
                  </a:lnTo>
                  <a:lnTo>
                    <a:pt x="283025" y="42028"/>
                  </a:lnTo>
                  <a:lnTo>
                    <a:pt x="279157" y="38425"/>
                  </a:lnTo>
                  <a:lnTo>
                    <a:pt x="275176" y="34945"/>
                  </a:lnTo>
                  <a:lnTo>
                    <a:pt x="271088" y="31594"/>
                  </a:lnTo>
                  <a:lnTo>
                    <a:pt x="266896" y="28373"/>
                  </a:lnTo>
                  <a:lnTo>
                    <a:pt x="262604" y="25287"/>
                  </a:lnTo>
                  <a:lnTo>
                    <a:pt x="258217" y="22338"/>
                  </a:lnTo>
                  <a:lnTo>
                    <a:pt x="253738" y="19529"/>
                  </a:lnTo>
                  <a:lnTo>
                    <a:pt x="249173" y="16863"/>
                  </a:lnTo>
                  <a:lnTo>
                    <a:pt x="244526" y="14342"/>
                  </a:lnTo>
                  <a:lnTo>
                    <a:pt x="239802" y="11970"/>
                  </a:lnTo>
                  <a:lnTo>
                    <a:pt x="235005" y="9749"/>
                  </a:lnTo>
                  <a:lnTo>
                    <a:pt x="230140" y="7680"/>
                  </a:lnTo>
                  <a:lnTo>
                    <a:pt x="167163" y="162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423235" y="1681503"/>
              <a:ext cx="62976" cy="167167"/>
            </a:xfrm>
            <a:custGeom>
              <a:avLst/>
              <a:pathLst>
                <a:path w="62976" h="167167">
                  <a:moveTo>
                    <a:pt x="62976" y="12316"/>
                  </a:moveTo>
                  <a:lnTo>
                    <a:pt x="57501" y="10200"/>
                  </a:lnTo>
                  <a:lnTo>
                    <a:pt x="51955" y="8278"/>
                  </a:lnTo>
                  <a:lnTo>
                    <a:pt x="46345" y="6552"/>
                  </a:lnTo>
                  <a:lnTo>
                    <a:pt x="40677" y="5024"/>
                  </a:lnTo>
                  <a:lnTo>
                    <a:pt x="34960" y="3696"/>
                  </a:lnTo>
                  <a:lnTo>
                    <a:pt x="29199" y="2569"/>
                  </a:lnTo>
                  <a:lnTo>
                    <a:pt x="23402" y="1646"/>
                  </a:lnTo>
                  <a:lnTo>
                    <a:pt x="17577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853881" y="1322571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6" y="2086"/>
                  </a:lnTo>
                  <a:lnTo>
                    <a:pt x="135617" y="3002"/>
                  </a:lnTo>
                  <a:lnTo>
                    <a:pt x="130441" y="4081"/>
                  </a:lnTo>
                  <a:lnTo>
                    <a:pt x="125301" y="5324"/>
                  </a:lnTo>
                  <a:lnTo>
                    <a:pt x="120203" y="6729"/>
                  </a:lnTo>
                  <a:lnTo>
                    <a:pt x="115152" y="8295"/>
                  </a:lnTo>
                  <a:lnTo>
                    <a:pt x="110153" y="10019"/>
                  </a:lnTo>
                  <a:lnTo>
                    <a:pt x="105211" y="11901"/>
                  </a:lnTo>
                  <a:lnTo>
                    <a:pt x="100331" y="13938"/>
                  </a:lnTo>
                  <a:lnTo>
                    <a:pt x="95518" y="16128"/>
                  </a:lnTo>
                  <a:lnTo>
                    <a:pt x="90776" y="18469"/>
                  </a:lnTo>
                  <a:lnTo>
                    <a:pt x="86111" y="20960"/>
                  </a:lnTo>
                  <a:lnTo>
                    <a:pt x="81527" y="23596"/>
                  </a:lnTo>
                  <a:lnTo>
                    <a:pt x="77029" y="26377"/>
                  </a:lnTo>
                  <a:lnTo>
                    <a:pt x="72621" y="29298"/>
                  </a:lnTo>
                  <a:lnTo>
                    <a:pt x="68308" y="32357"/>
                  </a:lnTo>
                  <a:lnTo>
                    <a:pt x="64093" y="35551"/>
                  </a:lnTo>
                  <a:lnTo>
                    <a:pt x="59982" y="38876"/>
                  </a:lnTo>
                  <a:lnTo>
                    <a:pt x="55978" y="42331"/>
                  </a:lnTo>
                  <a:lnTo>
                    <a:pt x="52085" y="45910"/>
                  </a:lnTo>
                  <a:lnTo>
                    <a:pt x="48307" y="49610"/>
                  </a:lnTo>
                  <a:lnTo>
                    <a:pt x="44648" y="53428"/>
                  </a:lnTo>
                  <a:lnTo>
                    <a:pt x="41112" y="57360"/>
                  </a:lnTo>
                  <a:lnTo>
                    <a:pt x="37702" y="61401"/>
                  </a:lnTo>
                  <a:lnTo>
                    <a:pt x="34421" y="65549"/>
                  </a:lnTo>
                  <a:lnTo>
                    <a:pt x="31274" y="69798"/>
                  </a:lnTo>
                  <a:lnTo>
                    <a:pt x="28262" y="74145"/>
                  </a:lnTo>
                  <a:lnTo>
                    <a:pt x="25389" y="78584"/>
                  </a:lnTo>
                  <a:lnTo>
                    <a:pt x="22658" y="83113"/>
                  </a:lnTo>
                  <a:lnTo>
                    <a:pt x="20072" y="87725"/>
                  </a:lnTo>
                  <a:lnTo>
                    <a:pt x="17633" y="92417"/>
                  </a:lnTo>
                  <a:lnTo>
                    <a:pt x="15344" y="97184"/>
                  </a:lnTo>
                  <a:lnTo>
                    <a:pt x="13206" y="102021"/>
                  </a:lnTo>
                  <a:lnTo>
                    <a:pt x="11222" y="106923"/>
                  </a:lnTo>
                  <a:lnTo>
                    <a:pt x="9395" y="111885"/>
                  </a:lnTo>
                  <a:lnTo>
                    <a:pt x="7725" y="116902"/>
                  </a:lnTo>
                  <a:lnTo>
                    <a:pt x="6215" y="121970"/>
                  </a:lnTo>
                  <a:lnTo>
                    <a:pt x="4866" y="127083"/>
                  </a:lnTo>
                  <a:lnTo>
                    <a:pt x="3680" y="132237"/>
                  </a:lnTo>
                  <a:lnTo>
                    <a:pt x="2657" y="137425"/>
                  </a:lnTo>
                  <a:lnTo>
                    <a:pt x="1798" y="142643"/>
                  </a:lnTo>
                  <a:lnTo>
                    <a:pt x="1105" y="147885"/>
                  </a:lnTo>
                  <a:lnTo>
                    <a:pt x="578" y="153147"/>
                  </a:lnTo>
                  <a:lnTo>
                    <a:pt x="218" y="158423"/>
                  </a:lnTo>
                  <a:lnTo>
                    <a:pt x="25" y="163707"/>
                  </a:lnTo>
                  <a:lnTo>
                    <a:pt x="0" y="168995"/>
                  </a:lnTo>
                  <a:lnTo>
                    <a:pt x="141" y="174281"/>
                  </a:lnTo>
                  <a:lnTo>
                    <a:pt x="450" y="179560"/>
                  </a:lnTo>
                  <a:lnTo>
                    <a:pt x="925" y="184827"/>
                  </a:lnTo>
                  <a:lnTo>
                    <a:pt x="1567" y="190076"/>
                  </a:lnTo>
                  <a:lnTo>
                    <a:pt x="2374" y="195302"/>
                  </a:lnTo>
                  <a:lnTo>
                    <a:pt x="3347" y="200500"/>
                  </a:lnTo>
                  <a:lnTo>
                    <a:pt x="4483" y="205665"/>
                  </a:lnTo>
                  <a:lnTo>
                    <a:pt x="5782" y="210791"/>
                  </a:lnTo>
                  <a:lnTo>
                    <a:pt x="7242" y="215873"/>
                  </a:lnTo>
                  <a:lnTo>
                    <a:pt x="8863" y="220907"/>
                  </a:lnTo>
                  <a:lnTo>
                    <a:pt x="10642" y="225886"/>
                  </a:lnTo>
                  <a:lnTo>
                    <a:pt x="12577" y="230808"/>
                  </a:lnTo>
                  <a:lnTo>
                    <a:pt x="14668" y="235665"/>
                  </a:lnTo>
                  <a:lnTo>
                    <a:pt x="16911" y="240454"/>
                  </a:lnTo>
                  <a:lnTo>
                    <a:pt x="19304" y="245169"/>
                  </a:lnTo>
                  <a:lnTo>
                    <a:pt x="21845" y="249807"/>
                  </a:lnTo>
                  <a:lnTo>
                    <a:pt x="24531" y="254362"/>
                  </a:lnTo>
                  <a:lnTo>
                    <a:pt x="27361" y="258829"/>
                  </a:lnTo>
                  <a:lnTo>
                    <a:pt x="30330" y="263205"/>
                  </a:lnTo>
                  <a:lnTo>
                    <a:pt x="33436" y="267485"/>
                  </a:lnTo>
                  <a:lnTo>
                    <a:pt x="36676" y="271664"/>
                  </a:lnTo>
                  <a:lnTo>
                    <a:pt x="40046" y="275739"/>
                  </a:lnTo>
                  <a:lnTo>
                    <a:pt x="43544" y="279705"/>
                  </a:lnTo>
                  <a:lnTo>
                    <a:pt x="47165" y="283558"/>
                  </a:lnTo>
                  <a:lnTo>
                    <a:pt x="50907" y="287295"/>
                  </a:lnTo>
                  <a:lnTo>
                    <a:pt x="54765" y="290912"/>
                  </a:lnTo>
                  <a:lnTo>
                    <a:pt x="58735" y="294405"/>
                  </a:lnTo>
                  <a:lnTo>
                    <a:pt x="62813" y="297771"/>
                  </a:lnTo>
                  <a:lnTo>
                    <a:pt x="66997" y="301006"/>
                  </a:lnTo>
                  <a:lnTo>
                    <a:pt x="71280" y="304107"/>
                  </a:lnTo>
                  <a:lnTo>
                    <a:pt x="75659" y="307071"/>
                  </a:lnTo>
                  <a:lnTo>
                    <a:pt x="80130" y="309895"/>
                  </a:lnTo>
                  <a:lnTo>
                    <a:pt x="84688" y="312576"/>
                  </a:lnTo>
                  <a:lnTo>
                    <a:pt x="89329" y="315112"/>
                  </a:lnTo>
                  <a:lnTo>
                    <a:pt x="94047" y="317499"/>
                  </a:lnTo>
                  <a:lnTo>
                    <a:pt x="98838" y="319737"/>
                  </a:lnTo>
                  <a:lnTo>
                    <a:pt x="103698" y="321821"/>
                  </a:lnTo>
                  <a:lnTo>
                    <a:pt x="108622" y="323751"/>
                  </a:lnTo>
                  <a:lnTo>
                    <a:pt x="113604" y="325524"/>
                  </a:lnTo>
                  <a:lnTo>
                    <a:pt x="118639" y="327139"/>
                  </a:lnTo>
                  <a:lnTo>
                    <a:pt x="123723" y="328593"/>
                  </a:lnTo>
                  <a:lnTo>
                    <a:pt x="128851" y="329886"/>
                  </a:lnTo>
                  <a:lnTo>
                    <a:pt x="134017" y="331016"/>
                  </a:lnTo>
                  <a:lnTo>
                    <a:pt x="139216" y="331983"/>
                  </a:lnTo>
                  <a:lnTo>
                    <a:pt x="144443" y="332784"/>
                  </a:lnTo>
                  <a:lnTo>
                    <a:pt x="149692" y="333420"/>
                  </a:lnTo>
                  <a:lnTo>
                    <a:pt x="154960" y="333889"/>
                  </a:lnTo>
                  <a:lnTo>
                    <a:pt x="160239" y="334191"/>
                  </a:lnTo>
                  <a:lnTo>
                    <a:pt x="165525" y="334326"/>
                  </a:lnTo>
                  <a:lnTo>
                    <a:pt x="170813" y="334294"/>
                  </a:lnTo>
                  <a:lnTo>
                    <a:pt x="176098" y="334095"/>
                  </a:lnTo>
                  <a:lnTo>
                    <a:pt x="181373" y="333729"/>
                  </a:lnTo>
                  <a:lnTo>
                    <a:pt x="186634" y="333196"/>
                  </a:lnTo>
                  <a:lnTo>
                    <a:pt x="191876" y="332497"/>
                  </a:lnTo>
                  <a:lnTo>
                    <a:pt x="197093" y="331632"/>
                  </a:lnTo>
                  <a:lnTo>
                    <a:pt x="202280" y="330603"/>
                  </a:lnTo>
                  <a:lnTo>
                    <a:pt x="207431" y="329410"/>
                  </a:lnTo>
                  <a:lnTo>
                    <a:pt x="212543" y="328055"/>
                  </a:lnTo>
                  <a:lnTo>
                    <a:pt x="217609" y="326539"/>
                  </a:lnTo>
                  <a:lnTo>
                    <a:pt x="222625" y="324864"/>
                  </a:lnTo>
                  <a:lnTo>
                    <a:pt x="227585" y="323030"/>
                  </a:lnTo>
                  <a:lnTo>
                    <a:pt x="232484" y="321041"/>
                  </a:lnTo>
                  <a:lnTo>
                    <a:pt x="237319" y="318898"/>
                  </a:lnTo>
                  <a:lnTo>
                    <a:pt x="242083" y="316603"/>
                  </a:lnTo>
                  <a:lnTo>
                    <a:pt x="246772" y="314158"/>
                  </a:lnTo>
                  <a:lnTo>
                    <a:pt x="251381" y="311566"/>
                  </a:lnTo>
                  <a:lnTo>
                    <a:pt x="255906" y="308830"/>
                  </a:lnTo>
                  <a:lnTo>
                    <a:pt x="260343" y="305952"/>
                  </a:lnTo>
                  <a:lnTo>
                    <a:pt x="264686" y="302935"/>
                  </a:lnTo>
                  <a:lnTo>
                    <a:pt x="268931" y="299783"/>
                  </a:lnTo>
                  <a:lnTo>
                    <a:pt x="273075" y="296497"/>
                  </a:lnTo>
                  <a:lnTo>
                    <a:pt x="277112" y="293083"/>
                  </a:lnTo>
                  <a:lnTo>
                    <a:pt x="281040" y="289542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0"/>
                  </a:lnTo>
                  <a:lnTo>
                    <a:pt x="308053" y="257129"/>
                  </a:lnTo>
                  <a:lnTo>
                    <a:pt x="310828" y="252628"/>
                  </a:lnTo>
                  <a:lnTo>
                    <a:pt x="313459" y="248041"/>
                  </a:lnTo>
                  <a:lnTo>
                    <a:pt x="315944" y="243373"/>
                  </a:lnTo>
                  <a:lnTo>
                    <a:pt x="318280" y="238628"/>
                  </a:lnTo>
                  <a:lnTo>
                    <a:pt x="320465" y="233813"/>
                  </a:lnTo>
                  <a:lnTo>
                    <a:pt x="322496" y="228930"/>
                  </a:lnTo>
                  <a:lnTo>
                    <a:pt x="324372" y="223986"/>
                  </a:lnTo>
                  <a:lnTo>
                    <a:pt x="326090" y="218985"/>
                  </a:lnTo>
                  <a:lnTo>
                    <a:pt x="327650" y="213932"/>
                  </a:lnTo>
                  <a:lnTo>
                    <a:pt x="329049" y="208833"/>
                  </a:lnTo>
                  <a:lnTo>
                    <a:pt x="330286" y="203691"/>
                  </a:lnTo>
                  <a:lnTo>
                    <a:pt x="331359" y="198513"/>
                  </a:lnTo>
                  <a:lnTo>
                    <a:pt x="332268" y="193304"/>
                  </a:lnTo>
                  <a:lnTo>
                    <a:pt x="333013" y="188069"/>
                  </a:lnTo>
                  <a:lnTo>
                    <a:pt x="333591" y="182812"/>
                  </a:lnTo>
                  <a:lnTo>
                    <a:pt x="334002" y="177540"/>
                  </a:lnTo>
                  <a:lnTo>
                    <a:pt x="334247" y="172258"/>
                  </a:lnTo>
                  <a:lnTo>
                    <a:pt x="334324" y="166970"/>
                  </a:lnTo>
                  <a:lnTo>
                    <a:pt x="334234" y="161683"/>
                  </a:lnTo>
                  <a:lnTo>
                    <a:pt x="333977" y="156401"/>
                  </a:lnTo>
                  <a:lnTo>
                    <a:pt x="333553" y="151130"/>
                  </a:lnTo>
                  <a:lnTo>
                    <a:pt x="332963" y="145875"/>
                  </a:lnTo>
                  <a:lnTo>
                    <a:pt x="332206" y="140641"/>
                  </a:lnTo>
                  <a:lnTo>
                    <a:pt x="331285" y="135434"/>
                  </a:lnTo>
                  <a:lnTo>
                    <a:pt x="330199" y="130259"/>
                  </a:lnTo>
                  <a:lnTo>
                    <a:pt x="328950" y="125120"/>
                  </a:lnTo>
                  <a:lnTo>
                    <a:pt x="327539" y="120024"/>
                  </a:lnTo>
                  <a:lnTo>
                    <a:pt x="325968" y="114975"/>
                  </a:lnTo>
                  <a:lnTo>
                    <a:pt x="324238" y="109978"/>
                  </a:lnTo>
                  <a:lnTo>
                    <a:pt x="322350" y="105038"/>
                  </a:lnTo>
                  <a:lnTo>
                    <a:pt x="320307" y="100160"/>
                  </a:lnTo>
                  <a:lnTo>
                    <a:pt x="318111" y="95350"/>
                  </a:lnTo>
                  <a:lnTo>
                    <a:pt x="315764" y="90611"/>
                  </a:lnTo>
                  <a:lnTo>
                    <a:pt x="313269" y="85949"/>
                  </a:lnTo>
                  <a:lnTo>
                    <a:pt x="310627" y="81368"/>
                  </a:lnTo>
                  <a:lnTo>
                    <a:pt x="307841" y="76873"/>
                  </a:lnTo>
                  <a:lnTo>
                    <a:pt x="304915" y="72469"/>
                  </a:lnTo>
                  <a:lnTo>
                    <a:pt x="301851" y="68159"/>
                  </a:lnTo>
                  <a:lnTo>
                    <a:pt x="298652" y="63948"/>
                  </a:lnTo>
                  <a:lnTo>
                    <a:pt x="295321" y="59841"/>
                  </a:lnTo>
                  <a:lnTo>
                    <a:pt x="291862" y="55841"/>
                  </a:lnTo>
                  <a:lnTo>
                    <a:pt x="288279" y="51952"/>
                  </a:lnTo>
                  <a:lnTo>
                    <a:pt x="284574" y="48179"/>
                  </a:lnTo>
                  <a:lnTo>
                    <a:pt x="280752" y="44525"/>
                  </a:lnTo>
                  <a:lnTo>
                    <a:pt x="276816" y="40993"/>
                  </a:lnTo>
                  <a:lnTo>
                    <a:pt x="272770" y="37588"/>
                  </a:lnTo>
                  <a:lnTo>
                    <a:pt x="268619" y="34312"/>
                  </a:lnTo>
                  <a:lnTo>
                    <a:pt x="264366" y="31169"/>
                  </a:lnTo>
                  <a:lnTo>
                    <a:pt x="260016" y="28163"/>
                  </a:lnTo>
                  <a:lnTo>
                    <a:pt x="255573" y="25295"/>
                  </a:lnTo>
                  <a:lnTo>
                    <a:pt x="251041" y="22570"/>
                  </a:lnTo>
                  <a:lnTo>
                    <a:pt x="246426" y="19989"/>
                  </a:lnTo>
                  <a:lnTo>
                    <a:pt x="241731" y="17555"/>
                  </a:lnTo>
                  <a:lnTo>
                    <a:pt x="236961" y="15271"/>
                  </a:lnTo>
                  <a:lnTo>
                    <a:pt x="232122" y="1313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5711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64965" cy="167167"/>
            </a:xfrm>
            <a:custGeom>
              <a:avLst/>
              <a:pathLst>
                <a:path w="64965" h="167167">
                  <a:moveTo>
                    <a:pt x="64965" y="13139"/>
                  </a:moveTo>
                  <a:lnTo>
                    <a:pt x="59334" y="10884"/>
                  </a:lnTo>
                  <a:lnTo>
                    <a:pt x="53626" y="8834"/>
                  </a:lnTo>
                  <a:lnTo>
                    <a:pt x="47846" y="6993"/>
                  </a:lnTo>
                  <a:lnTo>
                    <a:pt x="42004" y="5363"/>
                  </a:lnTo>
                  <a:lnTo>
                    <a:pt x="36107" y="3946"/>
                  </a:lnTo>
                  <a:lnTo>
                    <a:pt x="30162" y="2743"/>
                  </a:lnTo>
                  <a:lnTo>
                    <a:pt x="24177" y="1757"/>
                  </a:lnTo>
                  <a:lnTo>
                    <a:pt x="18161" y="989"/>
                  </a:lnTo>
                  <a:lnTo>
                    <a:pt x="12120" y="439"/>
                  </a:lnTo>
                  <a:lnTo>
                    <a:pt x="606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378107" y="1071028"/>
              <a:ext cx="334280" cy="334333"/>
            </a:xfrm>
            <a:custGeom>
              <a:avLst/>
              <a:pathLst>
                <a:path w="334280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49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3" y="16189"/>
                  </a:lnTo>
                  <a:lnTo>
                    <a:pt x="90634" y="18539"/>
                  </a:lnTo>
                  <a:lnTo>
                    <a:pt x="85963" y="21039"/>
                  </a:lnTo>
                  <a:lnTo>
                    <a:pt x="81373" y="23685"/>
                  </a:lnTo>
                  <a:lnTo>
                    <a:pt x="76869" y="26475"/>
                  </a:lnTo>
                  <a:lnTo>
                    <a:pt x="72456" y="29407"/>
                  </a:lnTo>
                  <a:lnTo>
                    <a:pt x="68137" y="32477"/>
                  </a:lnTo>
                  <a:lnTo>
                    <a:pt x="63919" y="35683"/>
                  </a:lnTo>
                  <a:lnTo>
                    <a:pt x="59804" y="39020"/>
                  </a:lnTo>
                  <a:lnTo>
                    <a:pt x="55797" y="42486"/>
                  </a:lnTo>
                  <a:lnTo>
                    <a:pt x="51902" y="46078"/>
                  </a:lnTo>
                  <a:lnTo>
                    <a:pt x="48122" y="49791"/>
                  </a:lnTo>
                  <a:lnTo>
                    <a:pt x="44462" y="53622"/>
                  </a:lnTo>
                  <a:lnTo>
                    <a:pt x="40926" y="57567"/>
                  </a:lnTo>
                  <a:lnTo>
                    <a:pt x="37516" y="61622"/>
                  </a:lnTo>
                  <a:lnTo>
                    <a:pt x="34236" y="65783"/>
                  </a:lnTo>
                  <a:lnTo>
                    <a:pt x="31090" y="70046"/>
                  </a:lnTo>
                  <a:lnTo>
                    <a:pt x="28081" y="74407"/>
                  </a:lnTo>
                  <a:lnTo>
                    <a:pt x="25211" y="78860"/>
                  </a:lnTo>
                  <a:lnTo>
                    <a:pt x="22484" y="83403"/>
                  </a:lnTo>
                  <a:lnTo>
                    <a:pt x="19902" y="88029"/>
                  </a:lnTo>
                  <a:lnTo>
                    <a:pt x="17468" y="92735"/>
                  </a:lnTo>
                  <a:lnTo>
                    <a:pt x="15184" y="97516"/>
                  </a:lnTo>
                  <a:lnTo>
                    <a:pt x="13053" y="102367"/>
                  </a:lnTo>
                  <a:lnTo>
                    <a:pt x="11077" y="107283"/>
                  </a:lnTo>
                  <a:lnTo>
                    <a:pt x="9258" y="112259"/>
                  </a:lnTo>
                  <a:lnTo>
                    <a:pt x="7597" y="117290"/>
                  </a:lnTo>
                  <a:lnTo>
                    <a:pt x="6097" y="122372"/>
                  </a:lnTo>
                  <a:lnTo>
                    <a:pt x="4758" y="127498"/>
                  </a:lnTo>
                  <a:lnTo>
                    <a:pt x="3583" y="132664"/>
                  </a:lnTo>
                  <a:lnTo>
                    <a:pt x="2571" y="137865"/>
                  </a:lnTo>
                  <a:lnTo>
                    <a:pt x="1725" y="143095"/>
                  </a:lnTo>
                  <a:lnTo>
                    <a:pt x="1046" y="148350"/>
                  </a:lnTo>
                  <a:lnTo>
                    <a:pt x="533" y="153623"/>
                  </a:lnTo>
                  <a:lnTo>
                    <a:pt x="187" y="158910"/>
                  </a:lnTo>
                  <a:lnTo>
                    <a:pt x="9" y="164205"/>
                  </a:lnTo>
                  <a:lnTo>
                    <a:pt x="0" y="169503"/>
                  </a:lnTo>
                  <a:lnTo>
                    <a:pt x="157" y="174799"/>
                  </a:lnTo>
                  <a:lnTo>
                    <a:pt x="483" y="180087"/>
                  </a:lnTo>
                  <a:lnTo>
                    <a:pt x="976" y="185363"/>
                  </a:lnTo>
                  <a:lnTo>
                    <a:pt x="1636" y="190620"/>
                  </a:lnTo>
                  <a:lnTo>
                    <a:pt x="2463" y="195853"/>
                  </a:lnTo>
                  <a:lnTo>
                    <a:pt x="3455" y="201058"/>
                  </a:lnTo>
                  <a:lnTo>
                    <a:pt x="4611" y="206228"/>
                  </a:lnTo>
                  <a:lnTo>
                    <a:pt x="5930" y="211359"/>
                  </a:lnTo>
                  <a:lnTo>
                    <a:pt x="7412" y="216446"/>
                  </a:lnTo>
                  <a:lnTo>
                    <a:pt x="9054" y="221484"/>
                  </a:lnTo>
                  <a:lnTo>
                    <a:pt x="10854" y="226467"/>
                  </a:lnTo>
                  <a:lnTo>
                    <a:pt x="12812" y="231390"/>
                  </a:lnTo>
                  <a:lnTo>
                    <a:pt x="14925" y="236249"/>
                  </a:lnTo>
                  <a:lnTo>
                    <a:pt x="17191" y="241038"/>
                  </a:lnTo>
                  <a:lnTo>
                    <a:pt x="19607" y="245753"/>
                  </a:lnTo>
                  <a:lnTo>
                    <a:pt x="22171" y="250389"/>
                  </a:lnTo>
                  <a:lnTo>
                    <a:pt x="24882" y="254942"/>
                  </a:lnTo>
                  <a:lnTo>
                    <a:pt x="27735" y="259406"/>
                  </a:lnTo>
                  <a:lnTo>
                    <a:pt x="30728" y="263778"/>
                  </a:lnTo>
                  <a:lnTo>
                    <a:pt x="33858" y="268053"/>
                  </a:lnTo>
                  <a:lnTo>
                    <a:pt x="37122" y="272226"/>
                  </a:lnTo>
                  <a:lnTo>
                    <a:pt x="40517" y="276294"/>
                  </a:lnTo>
                  <a:lnTo>
                    <a:pt x="44038" y="280252"/>
                  </a:lnTo>
                  <a:lnTo>
                    <a:pt x="47684" y="284097"/>
                  </a:lnTo>
                  <a:lnTo>
                    <a:pt x="51449" y="287824"/>
                  </a:lnTo>
                  <a:lnTo>
                    <a:pt x="55331" y="291430"/>
                  </a:lnTo>
                  <a:lnTo>
                    <a:pt x="59325" y="294911"/>
                  </a:lnTo>
                  <a:lnTo>
                    <a:pt x="63428" y="298264"/>
                  </a:lnTo>
                  <a:lnTo>
                    <a:pt x="67634" y="301485"/>
                  </a:lnTo>
                  <a:lnTo>
                    <a:pt x="71941" y="304572"/>
                  </a:lnTo>
                  <a:lnTo>
                    <a:pt x="76343" y="307520"/>
                  </a:lnTo>
                  <a:lnTo>
                    <a:pt x="80836" y="310327"/>
                  </a:lnTo>
                  <a:lnTo>
                    <a:pt x="85417" y="312990"/>
                  </a:lnTo>
                  <a:lnTo>
                    <a:pt x="90079" y="315507"/>
                  </a:lnTo>
                  <a:lnTo>
                    <a:pt x="94818" y="317875"/>
                  </a:lnTo>
                  <a:lnTo>
                    <a:pt x="99631" y="320092"/>
                  </a:lnTo>
                  <a:lnTo>
                    <a:pt x="104511" y="322155"/>
                  </a:lnTo>
                  <a:lnTo>
                    <a:pt x="109454" y="324062"/>
                  </a:lnTo>
                  <a:lnTo>
                    <a:pt x="114455" y="325812"/>
                  </a:lnTo>
                  <a:lnTo>
                    <a:pt x="119509" y="327402"/>
                  </a:lnTo>
                  <a:lnTo>
                    <a:pt x="124611" y="328831"/>
                  </a:lnTo>
                  <a:lnTo>
                    <a:pt x="129755" y="330098"/>
                  </a:lnTo>
                  <a:lnTo>
                    <a:pt x="134937" y="331201"/>
                  </a:lnTo>
                  <a:lnTo>
                    <a:pt x="140152" y="332140"/>
                  </a:lnTo>
                  <a:lnTo>
                    <a:pt x="145393" y="332912"/>
                  </a:lnTo>
                  <a:lnTo>
                    <a:pt x="150657" y="333519"/>
                  </a:lnTo>
                  <a:lnTo>
                    <a:pt x="155937" y="333958"/>
                  </a:lnTo>
                  <a:lnTo>
                    <a:pt x="161228" y="334229"/>
                  </a:lnTo>
                  <a:lnTo>
                    <a:pt x="166525" y="334333"/>
                  </a:lnTo>
                  <a:lnTo>
                    <a:pt x="171823" y="334269"/>
                  </a:lnTo>
                  <a:lnTo>
                    <a:pt x="177116" y="334037"/>
                  </a:lnTo>
                  <a:lnTo>
                    <a:pt x="182399" y="333637"/>
                  </a:lnTo>
                  <a:lnTo>
                    <a:pt x="187667" y="333071"/>
                  </a:lnTo>
                  <a:lnTo>
                    <a:pt x="192914" y="332337"/>
                  </a:lnTo>
                  <a:lnTo>
                    <a:pt x="198136" y="331438"/>
                  </a:lnTo>
                  <a:lnTo>
                    <a:pt x="203326" y="330373"/>
                  </a:lnTo>
                  <a:lnTo>
                    <a:pt x="208480" y="329145"/>
                  </a:lnTo>
                  <a:lnTo>
                    <a:pt x="213592" y="327754"/>
                  </a:lnTo>
                  <a:lnTo>
                    <a:pt x="218658" y="326201"/>
                  </a:lnTo>
                  <a:lnTo>
                    <a:pt x="223672" y="324489"/>
                  </a:lnTo>
                  <a:lnTo>
                    <a:pt x="228629" y="322619"/>
                  </a:lnTo>
                  <a:lnTo>
                    <a:pt x="233524" y="320593"/>
                  </a:lnTo>
                  <a:lnTo>
                    <a:pt x="238353" y="318412"/>
                  </a:lnTo>
                  <a:lnTo>
                    <a:pt x="243110" y="316080"/>
                  </a:lnTo>
                  <a:lnTo>
                    <a:pt x="247791" y="313598"/>
                  </a:lnTo>
                  <a:lnTo>
                    <a:pt x="252391" y="310969"/>
                  </a:lnTo>
                  <a:lnTo>
                    <a:pt x="256906" y="308195"/>
                  </a:lnTo>
                  <a:lnTo>
                    <a:pt x="261330" y="305280"/>
                  </a:lnTo>
                  <a:lnTo>
                    <a:pt x="265659" y="302226"/>
                  </a:lnTo>
                  <a:lnTo>
                    <a:pt x="269890" y="299037"/>
                  </a:lnTo>
                  <a:lnTo>
                    <a:pt x="274017" y="295715"/>
                  </a:lnTo>
                  <a:lnTo>
                    <a:pt x="278037" y="292263"/>
                  </a:lnTo>
                  <a:lnTo>
                    <a:pt x="281946" y="288687"/>
                  </a:lnTo>
                  <a:lnTo>
                    <a:pt x="285739" y="284988"/>
                  </a:lnTo>
                  <a:lnTo>
                    <a:pt x="289413" y="281170"/>
                  </a:lnTo>
                  <a:lnTo>
                    <a:pt x="292965" y="277239"/>
                  </a:lnTo>
                  <a:lnTo>
                    <a:pt x="296390" y="273196"/>
                  </a:lnTo>
                  <a:lnTo>
                    <a:pt x="299685" y="269047"/>
                  </a:lnTo>
                  <a:lnTo>
                    <a:pt x="302847" y="264796"/>
                  </a:lnTo>
                  <a:lnTo>
                    <a:pt x="305873" y="260447"/>
                  </a:lnTo>
                  <a:lnTo>
                    <a:pt x="308759" y="256004"/>
                  </a:lnTo>
                  <a:lnTo>
                    <a:pt x="311503" y="251472"/>
                  </a:lnTo>
                  <a:lnTo>
                    <a:pt x="314102" y="246855"/>
                  </a:lnTo>
                  <a:lnTo>
                    <a:pt x="316554" y="242158"/>
                  </a:lnTo>
                  <a:lnTo>
                    <a:pt x="318855" y="237386"/>
                  </a:lnTo>
                  <a:lnTo>
                    <a:pt x="321004" y="232543"/>
                  </a:lnTo>
                  <a:lnTo>
                    <a:pt x="322999" y="227634"/>
                  </a:lnTo>
                  <a:lnTo>
                    <a:pt x="324837" y="222665"/>
                  </a:lnTo>
                  <a:lnTo>
                    <a:pt x="326516" y="217640"/>
                  </a:lnTo>
                  <a:lnTo>
                    <a:pt x="328036" y="212564"/>
                  </a:lnTo>
                  <a:lnTo>
                    <a:pt x="329394" y="207443"/>
                  </a:lnTo>
                  <a:lnTo>
                    <a:pt x="330588" y="202281"/>
                  </a:lnTo>
                  <a:lnTo>
                    <a:pt x="331619" y="197084"/>
                  </a:lnTo>
                  <a:lnTo>
                    <a:pt x="332485" y="191857"/>
                  </a:lnTo>
                  <a:lnTo>
                    <a:pt x="333184" y="186605"/>
                  </a:lnTo>
                  <a:lnTo>
                    <a:pt x="333717" y="181334"/>
                  </a:lnTo>
                  <a:lnTo>
                    <a:pt x="334082" y="176048"/>
                  </a:lnTo>
                  <a:lnTo>
                    <a:pt x="334280" y="17075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7128" cy="3586"/>
            </a:xfrm>
            <a:custGeom>
              <a:avLst/>
              <a:pathLst>
                <a:path w="167128" h="3586">
                  <a:moveTo>
                    <a:pt x="167128" y="358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7142" cy="3586"/>
            </a:xfrm>
            <a:custGeom>
              <a:avLst/>
              <a:pathLst>
                <a:path w="167142" h="3586">
                  <a:moveTo>
                    <a:pt x="167128" y="3586"/>
                  </a:moveTo>
                  <a:lnTo>
                    <a:pt x="167142" y="2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071028"/>
              <a:ext cx="167148" cy="170037"/>
            </a:xfrm>
            <a:custGeom>
              <a:avLst/>
              <a:pathLst>
                <a:path w="167148" h="170037">
                  <a:moveTo>
                    <a:pt x="167142" y="170037"/>
                  </a:moveTo>
                  <a:lnTo>
                    <a:pt x="167148" y="164619"/>
                  </a:lnTo>
                  <a:lnTo>
                    <a:pt x="166977" y="159205"/>
                  </a:lnTo>
                  <a:lnTo>
                    <a:pt x="166632" y="153799"/>
                  </a:lnTo>
                  <a:lnTo>
                    <a:pt x="166111" y="148406"/>
                  </a:lnTo>
                  <a:lnTo>
                    <a:pt x="165416" y="143034"/>
                  </a:lnTo>
                  <a:lnTo>
                    <a:pt x="164547" y="137687"/>
                  </a:lnTo>
                  <a:lnTo>
                    <a:pt x="163505" y="132371"/>
                  </a:lnTo>
                  <a:lnTo>
                    <a:pt x="162292" y="127091"/>
                  </a:lnTo>
                  <a:lnTo>
                    <a:pt x="160908" y="121854"/>
                  </a:lnTo>
                  <a:lnTo>
                    <a:pt x="159356" y="116664"/>
                  </a:lnTo>
                  <a:lnTo>
                    <a:pt x="157636" y="111527"/>
                  </a:lnTo>
                  <a:lnTo>
                    <a:pt x="155750" y="106448"/>
                  </a:lnTo>
                  <a:lnTo>
                    <a:pt x="153701" y="101434"/>
                  </a:lnTo>
                  <a:lnTo>
                    <a:pt x="151490" y="96488"/>
                  </a:lnTo>
                  <a:lnTo>
                    <a:pt x="149121" y="91617"/>
                  </a:lnTo>
                  <a:lnTo>
                    <a:pt x="146594" y="86824"/>
                  </a:lnTo>
                  <a:lnTo>
                    <a:pt x="143914" y="82117"/>
                  </a:lnTo>
                  <a:lnTo>
                    <a:pt x="141083" y="77498"/>
                  </a:lnTo>
                  <a:lnTo>
                    <a:pt x="138103" y="72974"/>
                  </a:lnTo>
                  <a:lnTo>
                    <a:pt x="134979" y="68549"/>
                  </a:lnTo>
                  <a:lnTo>
                    <a:pt x="131712" y="64227"/>
                  </a:lnTo>
                  <a:lnTo>
                    <a:pt x="128308" y="60013"/>
                  </a:lnTo>
                  <a:lnTo>
                    <a:pt x="124768" y="55912"/>
                  </a:lnTo>
                  <a:lnTo>
                    <a:pt x="121098" y="51928"/>
                  </a:lnTo>
                  <a:lnTo>
                    <a:pt x="117301" y="48064"/>
                  </a:lnTo>
                  <a:lnTo>
                    <a:pt x="113380" y="44326"/>
                  </a:lnTo>
                  <a:lnTo>
                    <a:pt x="109340" y="40717"/>
                  </a:lnTo>
                  <a:lnTo>
                    <a:pt x="105185" y="37241"/>
                  </a:lnTo>
                  <a:lnTo>
                    <a:pt x="100920" y="33901"/>
                  </a:lnTo>
                  <a:lnTo>
                    <a:pt x="96549" y="30701"/>
                  </a:lnTo>
                  <a:lnTo>
                    <a:pt x="92077" y="27644"/>
                  </a:lnTo>
                  <a:lnTo>
                    <a:pt x="87508" y="24734"/>
                  </a:lnTo>
                  <a:lnTo>
                    <a:pt x="82847" y="21973"/>
                  </a:lnTo>
                  <a:lnTo>
                    <a:pt x="78099" y="19365"/>
                  </a:lnTo>
                  <a:lnTo>
                    <a:pt x="73269" y="16912"/>
                  </a:lnTo>
                  <a:lnTo>
                    <a:pt x="68362" y="14617"/>
                  </a:lnTo>
                  <a:lnTo>
                    <a:pt x="63383" y="12482"/>
                  </a:lnTo>
                  <a:lnTo>
                    <a:pt x="58337" y="10509"/>
                  </a:lnTo>
                  <a:lnTo>
                    <a:pt x="53231" y="8701"/>
                  </a:lnTo>
                  <a:lnTo>
                    <a:pt x="48068" y="7060"/>
                  </a:lnTo>
                  <a:lnTo>
                    <a:pt x="42855" y="5586"/>
                  </a:lnTo>
                  <a:lnTo>
                    <a:pt x="37597" y="4282"/>
                  </a:lnTo>
                  <a:lnTo>
                    <a:pt x="32300" y="3150"/>
                  </a:lnTo>
                  <a:lnTo>
                    <a:pt x="26968" y="2189"/>
                  </a:lnTo>
                  <a:lnTo>
                    <a:pt x="21609" y="1402"/>
                  </a:lnTo>
                  <a:lnTo>
                    <a:pt x="16226" y="789"/>
                  </a:lnTo>
                  <a:lnTo>
                    <a:pt x="10827" y="351"/>
                  </a:lnTo>
                  <a:lnTo>
                    <a:pt x="541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5338" y="941493"/>
              <a:ext cx="118205" cy="167167"/>
            </a:xfrm>
            <a:custGeom>
              <a:avLst/>
              <a:pathLst>
                <a:path w="118205" h="167167">
                  <a:moveTo>
                    <a:pt x="118205" y="0"/>
                  </a:moveTo>
                  <a:lnTo>
                    <a:pt x="112735" y="89"/>
                  </a:lnTo>
                  <a:lnTo>
                    <a:pt x="107271" y="357"/>
                  </a:lnTo>
                  <a:lnTo>
                    <a:pt x="101819" y="804"/>
                  </a:lnTo>
                  <a:lnTo>
                    <a:pt x="96385" y="1430"/>
                  </a:lnTo>
                  <a:lnTo>
                    <a:pt x="90974" y="2232"/>
                  </a:lnTo>
                  <a:lnTo>
                    <a:pt x="85592" y="3212"/>
                  </a:lnTo>
                  <a:lnTo>
                    <a:pt x="80245" y="4366"/>
                  </a:lnTo>
                  <a:lnTo>
                    <a:pt x="74939" y="5696"/>
                  </a:lnTo>
                  <a:lnTo>
                    <a:pt x="69679" y="7198"/>
                  </a:lnTo>
                  <a:lnTo>
                    <a:pt x="64471" y="8871"/>
                  </a:lnTo>
                  <a:lnTo>
                    <a:pt x="59320" y="10714"/>
                  </a:lnTo>
                  <a:lnTo>
                    <a:pt x="54233" y="12724"/>
                  </a:lnTo>
                  <a:lnTo>
                    <a:pt x="49214" y="14900"/>
                  </a:lnTo>
                  <a:lnTo>
                    <a:pt x="44268" y="17239"/>
                  </a:lnTo>
                  <a:lnTo>
                    <a:pt x="39403" y="19738"/>
                  </a:lnTo>
                  <a:lnTo>
                    <a:pt x="34621" y="22396"/>
                  </a:lnTo>
                  <a:lnTo>
                    <a:pt x="29929" y="25208"/>
                  </a:lnTo>
                  <a:lnTo>
                    <a:pt x="25331" y="28172"/>
                  </a:lnTo>
                  <a:lnTo>
                    <a:pt x="20833" y="31285"/>
                  </a:lnTo>
                  <a:lnTo>
                    <a:pt x="16440" y="34544"/>
                  </a:lnTo>
                  <a:lnTo>
                    <a:pt x="12155" y="37945"/>
                  </a:lnTo>
                  <a:lnTo>
                    <a:pt x="7984" y="41484"/>
                  </a:lnTo>
                  <a:lnTo>
                    <a:pt x="3930" y="45157"/>
                  </a:lnTo>
                  <a:lnTo>
                    <a:pt x="0" y="48962"/>
                  </a:lnTo>
                  <a:lnTo>
                    <a:pt x="11820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56379" y="961785"/>
              <a:ext cx="334331" cy="314025"/>
            </a:xfrm>
            <a:custGeom>
              <a:avLst/>
              <a:pathLst>
                <a:path w="334331" h="314025">
                  <a:moveTo>
                    <a:pt x="48959" y="28670"/>
                  </a:moveTo>
                  <a:lnTo>
                    <a:pt x="45278" y="32469"/>
                  </a:lnTo>
                  <a:lnTo>
                    <a:pt x="41719" y="36383"/>
                  </a:lnTo>
                  <a:lnTo>
                    <a:pt x="38286" y="40407"/>
                  </a:lnTo>
                  <a:lnTo>
                    <a:pt x="34982" y="44538"/>
                  </a:lnTo>
                  <a:lnTo>
                    <a:pt x="31810" y="48771"/>
                  </a:lnTo>
                  <a:lnTo>
                    <a:pt x="28774" y="53103"/>
                  </a:lnTo>
                  <a:lnTo>
                    <a:pt x="25876" y="57529"/>
                  </a:lnTo>
                  <a:lnTo>
                    <a:pt x="23120" y="62044"/>
                  </a:lnTo>
                  <a:lnTo>
                    <a:pt x="20508" y="66644"/>
                  </a:lnTo>
                  <a:lnTo>
                    <a:pt x="18043" y="71324"/>
                  </a:lnTo>
                  <a:lnTo>
                    <a:pt x="15728" y="76080"/>
                  </a:lnTo>
                  <a:lnTo>
                    <a:pt x="13563" y="80907"/>
                  </a:lnTo>
                  <a:lnTo>
                    <a:pt x="11553" y="85800"/>
                  </a:lnTo>
                  <a:lnTo>
                    <a:pt x="9699" y="90754"/>
                  </a:lnTo>
                  <a:lnTo>
                    <a:pt x="8002" y="95764"/>
                  </a:lnTo>
                  <a:lnTo>
                    <a:pt x="6464" y="100826"/>
                  </a:lnTo>
                  <a:lnTo>
                    <a:pt x="5088" y="105933"/>
                  </a:lnTo>
                  <a:lnTo>
                    <a:pt x="3874" y="111082"/>
                  </a:lnTo>
                  <a:lnTo>
                    <a:pt x="2823" y="116266"/>
                  </a:lnTo>
                  <a:lnTo>
                    <a:pt x="1937" y="121481"/>
                  </a:lnTo>
                  <a:lnTo>
                    <a:pt x="1216" y="126722"/>
                  </a:lnTo>
                  <a:lnTo>
                    <a:pt x="661" y="131983"/>
                  </a:lnTo>
                  <a:lnTo>
                    <a:pt x="274" y="137258"/>
                  </a:lnTo>
                  <a:lnTo>
                    <a:pt x="53" y="142543"/>
                  </a:lnTo>
                  <a:lnTo>
                    <a:pt x="0" y="147833"/>
                  </a:lnTo>
                  <a:lnTo>
                    <a:pt x="114" y="153122"/>
                  </a:lnTo>
                  <a:lnTo>
                    <a:pt x="395" y="158404"/>
                  </a:lnTo>
                  <a:lnTo>
                    <a:pt x="843" y="163675"/>
                  </a:lnTo>
                  <a:lnTo>
                    <a:pt x="1458" y="168929"/>
                  </a:lnTo>
                  <a:lnTo>
                    <a:pt x="2239" y="174161"/>
                  </a:lnTo>
                  <a:lnTo>
                    <a:pt x="3185" y="179365"/>
                  </a:lnTo>
                  <a:lnTo>
                    <a:pt x="4295" y="184537"/>
                  </a:lnTo>
                  <a:lnTo>
                    <a:pt x="5568" y="189671"/>
                  </a:lnTo>
                  <a:lnTo>
                    <a:pt x="7003" y="194763"/>
                  </a:lnTo>
                  <a:lnTo>
                    <a:pt x="8598" y="199806"/>
                  </a:lnTo>
                  <a:lnTo>
                    <a:pt x="10352" y="204797"/>
                  </a:lnTo>
                  <a:lnTo>
                    <a:pt x="12263" y="209729"/>
                  </a:lnTo>
                  <a:lnTo>
                    <a:pt x="14330" y="214599"/>
                  </a:lnTo>
                  <a:lnTo>
                    <a:pt x="16549" y="219401"/>
                  </a:lnTo>
                  <a:lnTo>
                    <a:pt x="18919" y="224130"/>
                  </a:lnTo>
                  <a:lnTo>
                    <a:pt x="21438" y="228782"/>
                  </a:lnTo>
                  <a:lnTo>
                    <a:pt x="24102" y="233352"/>
                  </a:lnTo>
                  <a:lnTo>
                    <a:pt x="26910" y="237835"/>
                  </a:lnTo>
                  <a:lnTo>
                    <a:pt x="29858" y="242227"/>
                  </a:lnTo>
                  <a:lnTo>
                    <a:pt x="32944" y="246523"/>
                  </a:lnTo>
                  <a:lnTo>
                    <a:pt x="36164" y="250720"/>
                  </a:lnTo>
                  <a:lnTo>
                    <a:pt x="39515" y="254813"/>
                  </a:lnTo>
                  <a:lnTo>
                    <a:pt x="42994" y="258798"/>
                  </a:lnTo>
                  <a:lnTo>
                    <a:pt x="46598" y="262671"/>
                  </a:lnTo>
                  <a:lnTo>
                    <a:pt x="50322" y="266427"/>
                  </a:lnTo>
                  <a:lnTo>
                    <a:pt x="54163" y="270064"/>
                  </a:lnTo>
                  <a:lnTo>
                    <a:pt x="58117" y="273578"/>
                  </a:lnTo>
                  <a:lnTo>
                    <a:pt x="62181" y="276965"/>
                  </a:lnTo>
                  <a:lnTo>
                    <a:pt x="66349" y="280221"/>
                  </a:lnTo>
                  <a:lnTo>
                    <a:pt x="70619" y="283344"/>
                  </a:lnTo>
                  <a:lnTo>
                    <a:pt x="74985" y="286331"/>
                  </a:lnTo>
                  <a:lnTo>
                    <a:pt x="79443" y="289177"/>
                  </a:lnTo>
                  <a:lnTo>
                    <a:pt x="83990" y="291882"/>
                  </a:lnTo>
                  <a:lnTo>
                    <a:pt x="88619" y="294441"/>
                  </a:lnTo>
                  <a:lnTo>
                    <a:pt x="93328" y="296852"/>
                  </a:lnTo>
                  <a:lnTo>
                    <a:pt x="98110" y="299113"/>
                  </a:lnTo>
                  <a:lnTo>
                    <a:pt x="102961" y="301222"/>
                  </a:lnTo>
                  <a:lnTo>
                    <a:pt x="107877" y="303176"/>
                  </a:lnTo>
                  <a:lnTo>
                    <a:pt x="112852" y="304973"/>
                  </a:lnTo>
                  <a:lnTo>
                    <a:pt x="117881" y="306613"/>
                  </a:lnTo>
                  <a:lnTo>
                    <a:pt x="122960" y="308092"/>
                  </a:lnTo>
                  <a:lnTo>
                    <a:pt x="128083" y="309410"/>
                  </a:lnTo>
                  <a:lnTo>
                    <a:pt x="133245" y="310565"/>
                  </a:lnTo>
                  <a:lnTo>
                    <a:pt x="138441" y="311556"/>
                  </a:lnTo>
                  <a:lnTo>
                    <a:pt x="143666" y="312383"/>
                  </a:lnTo>
                  <a:lnTo>
                    <a:pt x="148915" y="313043"/>
                  </a:lnTo>
                  <a:lnTo>
                    <a:pt x="154181" y="313537"/>
                  </a:lnTo>
                  <a:lnTo>
                    <a:pt x="159461" y="313865"/>
                  </a:lnTo>
                  <a:lnTo>
                    <a:pt x="164749" y="314025"/>
                  </a:lnTo>
                  <a:lnTo>
                    <a:pt x="170038" y="314018"/>
                  </a:lnTo>
                  <a:lnTo>
                    <a:pt x="175325" y="313843"/>
                  </a:lnTo>
                  <a:lnTo>
                    <a:pt x="180604" y="313501"/>
                  </a:lnTo>
                  <a:lnTo>
                    <a:pt x="185869" y="312992"/>
                  </a:lnTo>
                  <a:lnTo>
                    <a:pt x="191116" y="312317"/>
                  </a:lnTo>
                  <a:lnTo>
                    <a:pt x="196339" y="311477"/>
                  </a:lnTo>
                  <a:lnTo>
                    <a:pt x="201532" y="310471"/>
                  </a:lnTo>
                  <a:lnTo>
                    <a:pt x="206691" y="309302"/>
                  </a:lnTo>
                  <a:lnTo>
                    <a:pt x="211810" y="307970"/>
                  </a:lnTo>
                  <a:lnTo>
                    <a:pt x="216885" y="306477"/>
                  </a:lnTo>
                  <a:lnTo>
                    <a:pt x="221910" y="304824"/>
                  </a:lnTo>
                  <a:lnTo>
                    <a:pt x="226880" y="303013"/>
                  </a:lnTo>
                  <a:lnTo>
                    <a:pt x="231790" y="301045"/>
                  </a:lnTo>
                  <a:lnTo>
                    <a:pt x="236636" y="298923"/>
                  </a:lnTo>
                  <a:lnTo>
                    <a:pt x="241412" y="296649"/>
                  </a:lnTo>
                  <a:lnTo>
                    <a:pt x="246114" y="294225"/>
                  </a:lnTo>
                  <a:lnTo>
                    <a:pt x="250736" y="291653"/>
                  </a:lnTo>
                  <a:lnTo>
                    <a:pt x="255275" y="288936"/>
                  </a:lnTo>
                  <a:lnTo>
                    <a:pt x="259726" y="286077"/>
                  </a:lnTo>
                  <a:lnTo>
                    <a:pt x="264084" y="283079"/>
                  </a:lnTo>
                  <a:lnTo>
                    <a:pt x="268345" y="279944"/>
                  </a:lnTo>
                  <a:lnTo>
                    <a:pt x="272504" y="276676"/>
                  </a:lnTo>
                  <a:lnTo>
                    <a:pt x="276559" y="273278"/>
                  </a:lnTo>
                  <a:lnTo>
                    <a:pt x="280503" y="269754"/>
                  </a:lnTo>
                  <a:lnTo>
                    <a:pt x="284334" y="266106"/>
                  </a:lnTo>
                  <a:lnTo>
                    <a:pt x="288048" y="262339"/>
                  </a:lnTo>
                  <a:lnTo>
                    <a:pt x="291641" y="258457"/>
                  </a:lnTo>
                  <a:lnTo>
                    <a:pt x="295109" y="254462"/>
                  </a:lnTo>
                  <a:lnTo>
                    <a:pt x="298449" y="250360"/>
                  </a:lnTo>
                  <a:lnTo>
                    <a:pt x="301658" y="246155"/>
                  </a:lnTo>
                  <a:lnTo>
                    <a:pt x="304731" y="241850"/>
                  </a:lnTo>
                  <a:lnTo>
                    <a:pt x="307667" y="237450"/>
                  </a:lnTo>
                  <a:lnTo>
                    <a:pt x="310463" y="232959"/>
                  </a:lnTo>
                  <a:lnTo>
                    <a:pt x="313115" y="228382"/>
                  </a:lnTo>
                  <a:lnTo>
                    <a:pt x="315621" y="223723"/>
                  </a:lnTo>
                  <a:lnTo>
                    <a:pt x="317978" y="218987"/>
                  </a:lnTo>
                  <a:lnTo>
                    <a:pt x="320184" y="214180"/>
                  </a:lnTo>
                  <a:lnTo>
                    <a:pt x="322237" y="209304"/>
                  </a:lnTo>
                  <a:lnTo>
                    <a:pt x="324134" y="204367"/>
                  </a:lnTo>
                  <a:lnTo>
                    <a:pt x="325875" y="199371"/>
                  </a:lnTo>
                  <a:lnTo>
                    <a:pt x="327456" y="194323"/>
                  </a:lnTo>
                  <a:lnTo>
                    <a:pt x="328877" y="189228"/>
                  </a:lnTo>
                  <a:lnTo>
                    <a:pt x="330137" y="184090"/>
                  </a:lnTo>
                  <a:lnTo>
                    <a:pt x="331232" y="178915"/>
                  </a:lnTo>
                  <a:lnTo>
                    <a:pt x="332164" y="173708"/>
                  </a:lnTo>
                  <a:lnTo>
                    <a:pt x="332930" y="168474"/>
                  </a:lnTo>
                  <a:lnTo>
                    <a:pt x="333531" y="163218"/>
                  </a:lnTo>
                  <a:lnTo>
                    <a:pt x="333965" y="157946"/>
                  </a:lnTo>
                  <a:lnTo>
                    <a:pt x="334231" y="152663"/>
                  </a:lnTo>
                  <a:lnTo>
                    <a:pt x="334331" y="147374"/>
                  </a:lnTo>
                  <a:lnTo>
                    <a:pt x="334263" y="142085"/>
                  </a:lnTo>
                  <a:lnTo>
                    <a:pt x="334028" y="136800"/>
                  </a:lnTo>
                  <a:lnTo>
                    <a:pt x="333625" y="131526"/>
                  </a:lnTo>
                  <a:lnTo>
                    <a:pt x="333057" y="126267"/>
                  </a:lnTo>
                  <a:lnTo>
                    <a:pt x="332321" y="121028"/>
                  </a:lnTo>
                  <a:lnTo>
                    <a:pt x="331421" y="115816"/>
                  </a:lnTo>
                  <a:lnTo>
                    <a:pt x="330356" y="110634"/>
                  </a:lnTo>
                  <a:lnTo>
                    <a:pt x="329128" y="105489"/>
                  </a:lnTo>
                  <a:lnTo>
                    <a:pt x="327737" y="100385"/>
                  </a:lnTo>
                  <a:lnTo>
                    <a:pt x="326186" y="95328"/>
                  </a:lnTo>
                  <a:lnTo>
                    <a:pt x="324475" y="90322"/>
                  </a:lnTo>
                  <a:lnTo>
                    <a:pt x="322607" y="85373"/>
                  </a:lnTo>
                  <a:lnTo>
                    <a:pt x="320583" y="80486"/>
                  </a:lnTo>
                  <a:lnTo>
                    <a:pt x="318406" y="75665"/>
                  </a:lnTo>
                  <a:lnTo>
                    <a:pt x="316077" y="70915"/>
                  </a:lnTo>
                  <a:lnTo>
                    <a:pt x="313599" y="66242"/>
                  </a:lnTo>
                  <a:lnTo>
                    <a:pt x="310975" y="61649"/>
                  </a:lnTo>
                  <a:lnTo>
                    <a:pt x="308206" y="57141"/>
                  </a:lnTo>
                  <a:lnTo>
                    <a:pt x="305296" y="52724"/>
                  </a:lnTo>
                  <a:lnTo>
                    <a:pt x="302248" y="48400"/>
                  </a:lnTo>
                  <a:lnTo>
                    <a:pt x="299065" y="44176"/>
                  </a:lnTo>
                  <a:lnTo>
                    <a:pt x="295750" y="40054"/>
                  </a:lnTo>
                  <a:lnTo>
                    <a:pt x="292305" y="36039"/>
                  </a:lnTo>
                  <a:lnTo>
                    <a:pt x="288736" y="32135"/>
                  </a:lnTo>
                  <a:lnTo>
                    <a:pt x="285045" y="28346"/>
                  </a:lnTo>
                  <a:lnTo>
                    <a:pt x="281235" y="24675"/>
                  </a:lnTo>
                  <a:lnTo>
                    <a:pt x="277312" y="21127"/>
                  </a:lnTo>
                  <a:lnTo>
                    <a:pt x="273278" y="17705"/>
                  </a:lnTo>
                  <a:lnTo>
                    <a:pt x="269138" y="14413"/>
                  </a:lnTo>
                  <a:lnTo>
                    <a:pt x="264896" y="11252"/>
                  </a:lnTo>
                  <a:lnTo>
                    <a:pt x="260556" y="8228"/>
                  </a:lnTo>
                  <a:lnTo>
                    <a:pt x="256122" y="5343"/>
                  </a:lnTo>
                  <a:lnTo>
                    <a:pt x="251600" y="2599"/>
                  </a:lnTo>
                  <a:lnTo>
                    <a:pt x="246993" y="0"/>
                  </a:lnTo>
                  <a:lnTo>
                    <a:pt x="167164" y="146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79828" cy="167167"/>
            </a:xfrm>
            <a:custGeom>
              <a:avLst/>
              <a:pathLst>
                <a:path w="79828" h="167167">
                  <a:moveTo>
                    <a:pt x="79828" y="20292"/>
                  </a:moveTo>
                  <a:lnTo>
                    <a:pt x="74556" y="17546"/>
                  </a:lnTo>
                  <a:lnTo>
                    <a:pt x="69189" y="14990"/>
                  </a:lnTo>
                  <a:lnTo>
                    <a:pt x="63735" y="12626"/>
                  </a:lnTo>
                  <a:lnTo>
                    <a:pt x="58200" y="10458"/>
                  </a:lnTo>
                  <a:lnTo>
                    <a:pt x="52592" y="8488"/>
                  </a:lnTo>
                  <a:lnTo>
                    <a:pt x="46917" y="6719"/>
                  </a:lnTo>
                  <a:lnTo>
                    <a:pt x="41183" y="5152"/>
                  </a:lnTo>
                  <a:lnTo>
                    <a:pt x="35397" y="3790"/>
                  </a:lnTo>
                  <a:lnTo>
                    <a:pt x="29566" y="2635"/>
                  </a:lnTo>
                  <a:lnTo>
                    <a:pt x="23698" y="1688"/>
                  </a:lnTo>
                  <a:lnTo>
                    <a:pt x="17799" y="950"/>
                  </a:lnTo>
                  <a:lnTo>
                    <a:pt x="11879" y="422"/>
                  </a:lnTo>
                  <a:lnTo>
                    <a:pt x="5943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3599" y="941493"/>
              <a:ext cx="102616" cy="167167"/>
            </a:xfrm>
            <a:custGeom>
              <a:avLst/>
              <a:pathLst>
                <a:path w="102616" h="167167">
                  <a:moveTo>
                    <a:pt x="102616" y="0"/>
                  </a:moveTo>
                  <a:lnTo>
                    <a:pt x="97093" y="91"/>
                  </a:lnTo>
                  <a:lnTo>
                    <a:pt x="91576" y="364"/>
                  </a:lnTo>
                  <a:lnTo>
                    <a:pt x="86070" y="820"/>
                  </a:lnTo>
                  <a:lnTo>
                    <a:pt x="80583" y="1458"/>
                  </a:lnTo>
                  <a:lnTo>
                    <a:pt x="75120" y="2276"/>
                  </a:lnTo>
                  <a:lnTo>
                    <a:pt x="69687" y="3275"/>
                  </a:lnTo>
                  <a:lnTo>
                    <a:pt x="64290" y="4452"/>
                  </a:lnTo>
                  <a:lnTo>
                    <a:pt x="58934" y="5808"/>
                  </a:lnTo>
                  <a:lnTo>
                    <a:pt x="53627" y="7339"/>
                  </a:lnTo>
                  <a:lnTo>
                    <a:pt x="48373" y="9045"/>
                  </a:lnTo>
                  <a:lnTo>
                    <a:pt x="43178" y="10923"/>
                  </a:lnTo>
                  <a:lnTo>
                    <a:pt x="38048" y="12973"/>
                  </a:lnTo>
                  <a:lnTo>
                    <a:pt x="32989" y="15190"/>
                  </a:lnTo>
                  <a:lnTo>
                    <a:pt x="28005" y="17574"/>
                  </a:lnTo>
                  <a:lnTo>
                    <a:pt x="23103" y="20121"/>
                  </a:lnTo>
                  <a:lnTo>
                    <a:pt x="18288" y="22828"/>
                  </a:lnTo>
                  <a:lnTo>
                    <a:pt x="13565" y="25693"/>
                  </a:lnTo>
                  <a:lnTo>
                    <a:pt x="8939" y="28713"/>
                  </a:lnTo>
                  <a:lnTo>
                    <a:pt x="4416" y="31883"/>
                  </a:lnTo>
                  <a:lnTo>
                    <a:pt x="0" y="35202"/>
                  </a:lnTo>
                  <a:lnTo>
                    <a:pt x="1026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3599" y="976695"/>
              <a:ext cx="102616" cy="131964"/>
            </a:xfrm>
            <a:custGeom>
              <a:avLst/>
              <a:pathLst>
                <a:path w="102616" h="131964">
                  <a:moveTo>
                    <a:pt x="0" y="0"/>
                  </a:moveTo>
                  <a:lnTo>
                    <a:pt x="102616" y="131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068" y="976695"/>
              <a:ext cx="167146" cy="291214"/>
            </a:xfrm>
            <a:custGeom>
              <a:avLst/>
              <a:pathLst>
                <a:path w="167146" h="291214">
                  <a:moveTo>
                    <a:pt x="64530" y="0"/>
                  </a:moveTo>
                  <a:lnTo>
                    <a:pt x="60368" y="3343"/>
                  </a:lnTo>
                  <a:lnTo>
                    <a:pt x="56316" y="6818"/>
                  </a:lnTo>
                  <a:lnTo>
                    <a:pt x="52376" y="10421"/>
                  </a:lnTo>
                  <a:lnTo>
                    <a:pt x="48554" y="14148"/>
                  </a:lnTo>
                  <a:lnTo>
                    <a:pt x="44852" y="17995"/>
                  </a:lnTo>
                  <a:lnTo>
                    <a:pt x="41276" y="21958"/>
                  </a:lnTo>
                  <a:lnTo>
                    <a:pt x="37827" y="26033"/>
                  </a:lnTo>
                  <a:lnTo>
                    <a:pt x="34511" y="30216"/>
                  </a:lnTo>
                  <a:lnTo>
                    <a:pt x="31330" y="34503"/>
                  </a:lnTo>
                  <a:lnTo>
                    <a:pt x="28287" y="38890"/>
                  </a:lnTo>
                  <a:lnTo>
                    <a:pt x="25386" y="43371"/>
                  </a:lnTo>
                  <a:lnTo>
                    <a:pt x="22629" y="47943"/>
                  </a:lnTo>
                  <a:lnTo>
                    <a:pt x="20020" y="52600"/>
                  </a:lnTo>
                  <a:lnTo>
                    <a:pt x="17561" y="57338"/>
                  </a:lnTo>
                  <a:lnTo>
                    <a:pt x="15254" y="62153"/>
                  </a:lnTo>
                  <a:lnTo>
                    <a:pt x="13103" y="67038"/>
                  </a:lnTo>
                  <a:lnTo>
                    <a:pt x="11108" y="71990"/>
                  </a:lnTo>
                  <a:lnTo>
                    <a:pt x="9272" y="77003"/>
                  </a:lnTo>
                  <a:lnTo>
                    <a:pt x="7598" y="82072"/>
                  </a:lnTo>
                  <a:lnTo>
                    <a:pt x="6086" y="87192"/>
                  </a:lnTo>
                  <a:lnTo>
                    <a:pt x="4739" y="92358"/>
                  </a:lnTo>
                  <a:lnTo>
                    <a:pt x="3557" y="97564"/>
                  </a:lnTo>
                  <a:lnTo>
                    <a:pt x="2542" y="102805"/>
                  </a:lnTo>
                  <a:lnTo>
                    <a:pt x="1695" y="108075"/>
                  </a:lnTo>
                  <a:lnTo>
                    <a:pt x="1016" y="113370"/>
                  </a:lnTo>
                  <a:lnTo>
                    <a:pt x="507" y="118685"/>
                  </a:lnTo>
                  <a:lnTo>
                    <a:pt x="168" y="124012"/>
                  </a:lnTo>
                  <a:lnTo>
                    <a:pt x="0" y="129348"/>
                  </a:lnTo>
                  <a:lnTo>
                    <a:pt x="1" y="134686"/>
                  </a:lnTo>
                  <a:lnTo>
                    <a:pt x="173" y="140022"/>
                  </a:lnTo>
                  <a:lnTo>
                    <a:pt x="516" y="145350"/>
                  </a:lnTo>
                  <a:lnTo>
                    <a:pt x="1028" y="150663"/>
                  </a:lnTo>
                  <a:lnTo>
                    <a:pt x="1710" y="155958"/>
                  </a:lnTo>
                  <a:lnTo>
                    <a:pt x="2560" y="161228"/>
                  </a:lnTo>
                  <a:lnTo>
                    <a:pt x="3579" y="166469"/>
                  </a:lnTo>
                  <a:lnTo>
                    <a:pt x="4764" y="171674"/>
                  </a:lnTo>
                  <a:lnTo>
                    <a:pt x="6115" y="176839"/>
                  </a:lnTo>
                  <a:lnTo>
                    <a:pt x="7630" y="181958"/>
                  </a:lnTo>
                  <a:lnTo>
                    <a:pt x="9307" y="187026"/>
                  </a:lnTo>
                  <a:lnTo>
                    <a:pt x="11146" y="192037"/>
                  </a:lnTo>
                  <a:lnTo>
                    <a:pt x="13144" y="196988"/>
                  </a:lnTo>
                  <a:lnTo>
                    <a:pt x="15298" y="201872"/>
                  </a:lnTo>
                  <a:lnTo>
                    <a:pt x="17608" y="206685"/>
                  </a:lnTo>
                  <a:lnTo>
                    <a:pt x="20070" y="211422"/>
                  </a:lnTo>
                  <a:lnTo>
                    <a:pt x="22682" y="216078"/>
                  </a:lnTo>
                  <a:lnTo>
                    <a:pt x="25442" y="220648"/>
                  </a:lnTo>
                  <a:lnTo>
                    <a:pt x="28346" y="225127"/>
                  </a:lnTo>
                  <a:lnTo>
                    <a:pt x="31391" y="229512"/>
                  </a:lnTo>
                  <a:lnTo>
                    <a:pt x="34575" y="233797"/>
                  </a:lnTo>
                  <a:lnTo>
                    <a:pt x="37894" y="237978"/>
                  </a:lnTo>
                  <a:lnTo>
                    <a:pt x="41345" y="242051"/>
                  </a:lnTo>
                  <a:lnTo>
                    <a:pt x="44924" y="246011"/>
                  </a:lnTo>
                  <a:lnTo>
                    <a:pt x="48628" y="249856"/>
                  </a:lnTo>
                  <a:lnTo>
                    <a:pt x="52453" y="253580"/>
                  </a:lnTo>
                  <a:lnTo>
                    <a:pt x="56395" y="257180"/>
                  </a:lnTo>
                  <a:lnTo>
                    <a:pt x="60450" y="260653"/>
                  </a:lnTo>
                  <a:lnTo>
                    <a:pt x="64613" y="263994"/>
                  </a:lnTo>
                  <a:lnTo>
                    <a:pt x="68881" y="267201"/>
                  </a:lnTo>
                  <a:lnTo>
                    <a:pt x="73249" y="270270"/>
                  </a:lnTo>
                  <a:lnTo>
                    <a:pt x="77713" y="273197"/>
                  </a:lnTo>
                  <a:lnTo>
                    <a:pt x="82269" y="275981"/>
                  </a:lnTo>
                  <a:lnTo>
                    <a:pt x="86910" y="278618"/>
                  </a:lnTo>
                  <a:lnTo>
                    <a:pt x="91634" y="281105"/>
                  </a:lnTo>
                  <a:lnTo>
                    <a:pt x="96435" y="283440"/>
                  </a:lnTo>
                  <a:lnTo>
                    <a:pt x="101307" y="285621"/>
                  </a:lnTo>
                  <a:lnTo>
                    <a:pt x="106247" y="287644"/>
                  </a:lnTo>
                  <a:lnTo>
                    <a:pt x="111249" y="289510"/>
                  </a:lnTo>
                  <a:lnTo>
                    <a:pt x="116308" y="291214"/>
                  </a:lnTo>
                  <a:lnTo>
                    <a:pt x="167146" y="131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35377" y="941493"/>
              <a:ext cx="218003" cy="334325"/>
            </a:xfrm>
            <a:custGeom>
              <a:avLst/>
              <a:pathLst>
                <a:path w="218003" h="334325">
                  <a:moveTo>
                    <a:pt x="0" y="326417"/>
                  </a:moveTo>
                  <a:lnTo>
                    <a:pt x="5113" y="327959"/>
                  </a:lnTo>
                  <a:lnTo>
                    <a:pt x="10272" y="329338"/>
                  </a:lnTo>
                  <a:lnTo>
                    <a:pt x="15474" y="330551"/>
                  </a:lnTo>
                  <a:lnTo>
                    <a:pt x="20711" y="331597"/>
                  </a:lnTo>
                  <a:lnTo>
                    <a:pt x="25979" y="332476"/>
                  </a:lnTo>
                  <a:lnTo>
                    <a:pt x="31272" y="333185"/>
                  </a:lnTo>
                  <a:lnTo>
                    <a:pt x="36586" y="333726"/>
                  </a:lnTo>
                  <a:lnTo>
                    <a:pt x="41914" y="334096"/>
                  </a:lnTo>
                  <a:lnTo>
                    <a:pt x="47251" y="334296"/>
                  </a:lnTo>
                  <a:lnTo>
                    <a:pt x="52591" y="334325"/>
                  </a:lnTo>
                  <a:lnTo>
                    <a:pt x="57930" y="334184"/>
                  </a:lnTo>
                  <a:lnTo>
                    <a:pt x="63262" y="333872"/>
                  </a:lnTo>
                  <a:lnTo>
                    <a:pt x="68581" y="333390"/>
                  </a:lnTo>
                  <a:lnTo>
                    <a:pt x="73882" y="332738"/>
                  </a:lnTo>
                  <a:lnTo>
                    <a:pt x="79159" y="331918"/>
                  </a:lnTo>
                  <a:lnTo>
                    <a:pt x="84408" y="330929"/>
                  </a:lnTo>
                  <a:lnTo>
                    <a:pt x="89622" y="329773"/>
                  </a:lnTo>
                  <a:lnTo>
                    <a:pt x="94796" y="328451"/>
                  </a:lnTo>
                  <a:lnTo>
                    <a:pt x="99926" y="326965"/>
                  </a:lnTo>
                  <a:lnTo>
                    <a:pt x="105006" y="325315"/>
                  </a:lnTo>
                  <a:lnTo>
                    <a:pt x="110030" y="323504"/>
                  </a:lnTo>
                  <a:lnTo>
                    <a:pt x="114994" y="321533"/>
                  </a:lnTo>
                  <a:lnTo>
                    <a:pt x="119892" y="319405"/>
                  </a:lnTo>
                  <a:lnTo>
                    <a:pt x="124720" y="317121"/>
                  </a:lnTo>
                  <a:lnTo>
                    <a:pt x="129473" y="314685"/>
                  </a:lnTo>
                  <a:lnTo>
                    <a:pt x="134145" y="312097"/>
                  </a:lnTo>
                  <a:lnTo>
                    <a:pt x="138732" y="309362"/>
                  </a:lnTo>
                  <a:lnTo>
                    <a:pt x="143230" y="306482"/>
                  </a:lnTo>
                  <a:lnTo>
                    <a:pt x="147633" y="303459"/>
                  </a:lnTo>
                  <a:lnTo>
                    <a:pt x="151937" y="300298"/>
                  </a:lnTo>
                  <a:lnTo>
                    <a:pt x="156139" y="297000"/>
                  </a:lnTo>
                  <a:lnTo>
                    <a:pt x="160232" y="293570"/>
                  </a:lnTo>
                  <a:lnTo>
                    <a:pt x="164214" y="290011"/>
                  </a:lnTo>
                  <a:lnTo>
                    <a:pt x="168081" y="286327"/>
                  </a:lnTo>
                  <a:lnTo>
                    <a:pt x="171827" y="282520"/>
                  </a:lnTo>
                  <a:lnTo>
                    <a:pt x="175451" y="278597"/>
                  </a:lnTo>
                  <a:lnTo>
                    <a:pt x="178947" y="274559"/>
                  </a:lnTo>
                  <a:lnTo>
                    <a:pt x="182312" y="270412"/>
                  </a:lnTo>
                  <a:lnTo>
                    <a:pt x="185543" y="266159"/>
                  </a:lnTo>
                  <a:lnTo>
                    <a:pt x="188636" y="261806"/>
                  </a:lnTo>
                  <a:lnTo>
                    <a:pt x="191589" y="257355"/>
                  </a:lnTo>
                  <a:lnTo>
                    <a:pt x="194398" y="252813"/>
                  </a:lnTo>
                  <a:lnTo>
                    <a:pt x="197061" y="248183"/>
                  </a:lnTo>
                  <a:lnTo>
                    <a:pt x="199574" y="243471"/>
                  </a:lnTo>
                  <a:lnTo>
                    <a:pt x="201936" y="238681"/>
                  </a:lnTo>
                  <a:lnTo>
                    <a:pt x="204143" y="233817"/>
                  </a:lnTo>
                  <a:lnTo>
                    <a:pt x="206194" y="228886"/>
                  </a:lnTo>
                  <a:lnTo>
                    <a:pt x="208087" y="223892"/>
                  </a:lnTo>
                  <a:lnTo>
                    <a:pt x="209818" y="218840"/>
                  </a:lnTo>
                  <a:lnTo>
                    <a:pt x="211388" y="213735"/>
                  </a:lnTo>
                  <a:lnTo>
                    <a:pt x="212794" y="208582"/>
                  </a:lnTo>
                  <a:lnTo>
                    <a:pt x="214034" y="203388"/>
                  </a:lnTo>
                  <a:lnTo>
                    <a:pt x="215108" y="198156"/>
                  </a:lnTo>
                  <a:lnTo>
                    <a:pt x="216014" y="192892"/>
                  </a:lnTo>
                  <a:lnTo>
                    <a:pt x="216751" y="187603"/>
                  </a:lnTo>
                  <a:lnTo>
                    <a:pt x="217319" y="182292"/>
                  </a:lnTo>
                  <a:lnTo>
                    <a:pt x="217718" y="176966"/>
                  </a:lnTo>
                  <a:lnTo>
                    <a:pt x="217945" y="171631"/>
                  </a:lnTo>
                  <a:lnTo>
                    <a:pt x="218003" y="166290"/>
                  </a:lnTo>
                  <a:lnTo>
                    <a:pt x="217889" y="160950"/>
                  </a:lnTo>
                  <a:lnTo>
                    <a:pt x="217606" y="155617"/>
                  </a:lnTo>
                  <a:lnTo>
                    <a:pt x="217152" y="150296"/>
                  </a:lnTo>
                  <a:lnTo>
                    <a:pt x="216528" y="144992"/>
                  </a:lnTo>
                  <a:lnTo>
                    <a:pt x="215735" y="139710"/>
                  </a:lnTo>
                  <a:lnTo>
                    <a:pt x="214773" y="134456"/>
                  </a:lnTo>
                  <a:lnTo>
                    <a:pt x="213645" y="129236"/>
                  </a:lnTo>
                  <a:lnTo>
                    <a:pt x="212350" y="124055"/>
                  </a:lnTo>
                  <a:lnTo>
                    <a:pt x="210891" y="118917"/>
                  </a:lnTo>
                  <a:lnTo>
                    <a:pt x="209268" y="113829"/>
                  </a:lnTo>
                  <a:lnTo>
                    <a:pt x="207483" y="108795"/>
                  </a:lnTo>
                  <a:lnTo>
                    <a:pt x="205538" y="103821"/>
                  </a:lnTo>
                  <a:lnTo>
                    <a:pt x="203436" y="98912"/>
                  </a:lnTo>
                  <a:lnTo>
                    <a:pt x="201177" y="94072"/>
                  </a:lnTo>
                  <a:lnTo>
                    <a:pt x="198766" y="89307"/>
                  </a:lnTo>
                  <a:lnTo>
                    <a:pt x="196203" y="84621"/>
                  </a:lnTo>
                  <a:lnTo>
                    <a:pt x="193492" y="80019"/>
                  </a:lnTo>
                  <a:lnTo>
                    <a:pt x="190635" y="75507"/>
                  </a:lnTo>
                  <a:lnTo>
                    <a:pt x="187636" y="71088"/>
                  </a:lnTo>
                  <a:lnTo>
                    <a:pt x="184497" y="66767"/>
                  </a:lnTo>
                  <a:lnTo>
                    <a:pt x="181221" y="62548"/>
                  </a:lnTo>
                  <a:lnTo>
                    <a:pt x="177813" y="58437"/>
                  </a:lnTo>
                  <a:lnTo>
                    <a:pt x="174275" y="54436"/>
                  </a:lnTo>
                  <a:lnTo>
                    <a:pt x="170611" y="50551"/>
                  </a:lnTo>
                  <a:lnTo>
                    <a:pt x="166824" y="46784"/>
                  </a:lnTo>
                  <a:lnTo>
                    <a:pt x="162919" y="43140"/>
                  </a:lnTo>
                  <a:lnTo>
                    <a:pt x="158900" y="39623"/>
                  </a:lnTo>
                  <a:lnTo>
                    <a:pt x="154771" y="36236"/>
                  </a:lnTo>
                  <a:lnTo>
                    <a:pt x="150535" y="32983"/>
                  </a:lnTo>
                  <a:lnTo>
                    <a:pt x="146198" y="29867"/>
                  </a:lnTo>
                  <a:lnTo>
                    <a:pt x="141763" y="26890"/>
                  </a:lnTo>
                  <a:lnTo>
                    <a:pt x="137236" y="24057"/>
                  </a:lnTo>
                  <a:lnTo>
                    <a:pt x="132620" y="21371"/>
                  </a:lnTo>
                  <a:lnTo>
                    <a:pt x="127921" y="18832"/>
                  </a:lnTo>
                  <a:lnTo>
                    <a:pt x="123143" y="16446"/>
                  </a:lnTo>
                  <a:lnTo>
                    <a:pt x="118291" y="14213"/>
                  </a:lnTo>
                  <a:lnTo>
                    <a:pt x="113371" y="12136"/>
                  </a:lnTo>
                  <a:lnTo>
                    <a:pt x="108387" y="10218"/>
                  </a:lnTo>
                  <a:lnTo>
                    <a:pt x="103344" y="8459"/>
                  </a:lnTo>
                  <a:lnTo>
                    <a:pt x="98247" y="6863"/>
                  </a:lnTo>
                  <a:lnTo>
                    <a:pt x="93102" y="5430"/>
                  </a:lnTo>
                  <a:lnTo>
                    <a:pt x="87914" y="4163"/>
                  </a:lnTo>
                  <a:lnTo>
                    <a:pt x="82688" y="3062"/>
                  </a:lnTo>
                  <a:lnTo>
                    <a:pt x="77429" y="2128"/>
                  </a:lnTo>
                  <a:lnTo>
                    <a:pt x="72144" y="1363"/>
                  </a:lnTo>
                  <a:lnTo>
                    <a:pt x="66836" y="767"/>
                  </a:lnTo>
                  <a:lnTo>
                    <a:pt x="61512" y="341"/>
                  </a:lnTo>
                  <a:lnTo>
                    <a:pt x="56178" y="85"/>
                  </a:lnTo>
                  <a:lnTo>
                    <a:pt x="50838" y="0"/>
                  </a:lnTo>
                  <a:lnTo>
                    <a:pt x="508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797344" y="1071028"/>
              <a:ext cx="167156" cy="326417"/>
            </a:xfrm>
            <a:custGeom>
              <a:avLst/>
              <a:pathLst>
                <a:path w="167156" h="32641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19" y="761"/>
                  </a:lnTo>
                  <a:lnTo>
                    <a:pt x="145932" y="1352"/>
                  </a:lnTo>
                  <a:lnTo>
                    <a:pt x="140666" y="2112"/>
                  </a:lnTo>
                  <a:lnTo>
                    <a:pt x="135428" y="3038"/>
                  </a:lnTo>
                  <a:lnTo>
                    <a:pt x="130221" y="4131"/>
                  </a:lnTo>
                  <a:lnTo>
                    <a:pt x="125051" y="5389"/>
                  </a:lnTo>
                  <a:lnTo>
                    <a:pt x="119925" y="6811"/>
                  </a:lnTo>
                  <a:lnTo>
                    <a:pt x="114846" y="8395"/>
                  </a:lnTo>
                  <a:lnTo>
                    <a:pt x="109820" y="10140"/>
                  </a:lnTo>
                  <a:lnTo>
                    <a:pt x="104852" y="12044"/>
                  </a:lnTo>
                  <a:lnTo>
                    <a:pt x="99948" y="14105"/>
                  </a:lnTo>
                  <a:lnTo>
                    <a:pt x="95111" y="16321"/>
                  </a:lnTo>
                  <a:lnTo>
                    <a:pt x="90347" y="18690"/>
                  </a:lnTo>
                  <a:lnTo>
                    <a:pt x="85662" y="21210"/>
                  </a:lnTo>
                  <a:lnTo>
                    <a:pt x="81058" y="23877"/>
                  </a:lnTo>
                  <a:lnTo>
                    <a:pt x="76542" y="26689"/>
                  </a:lnTo>
                  <a:lnTo>
                    <a:pt x="72118" y="29644"/>
                  </a:lnTo>
                  <a:lnTo>
                    <a:pt x="67790" y="32738"/>
                  </a:lnTo>
                  <a:lnTo>
                    <a:pt x="63562" y="35968"/>
                  </a:lnTo>
                  <a:lnTo>
                    <a:pt x="59440" y="39331"/>
                  </a:lnTo>
                  <a:lnTo>
                    <a:pt x="55427" y="42823"/>
                  </a:lnTo>
                  <a:lnTo>
                    <a:pt x="51526" y="46441"/>
                  </a:lnTo>
                  <a:lnTo>
                    <a:pt x="47743" y="50182"/>
                  </a:lnTo>
                  <a:lnTo>
                    <a:pt x="44081" y="54041"/>
                  </a:lnTo>
                  <a:lnTo>
                    <a:pt x="40544" y="58015"/>
                  </a:lnTo>
                  <a:lnTo>
                    <a:pt x="37134" y="62099"/>
                  </a:lnTo>
                  <a:lnTo>
                    <a:pt x="33857" y="66290"/>
                  </a:lnTo>
                  <a:lnTo>
                    <a:pt x="30714" y="70583"/>
                  </a:lnTo>
                  <a:lnTo>
                    <a:pt x="27710" y="74973"/>
                  </a:lnTo>
                  <a:lnTo>
                    <a:pt x="24847" y="79458"/>
                  </a:lnTo>
                  <a:lnTo>
                    <a:pt x="22128" y="84030"/>
                  </a:lnTo>
                  <a:lnTo>
                    <a:pt x="19556" y="88688"/>
                  </a:lnTo>
                  <a:lnTo>
                    <a:pt x="17133" y="93424"/>
                  </a:lnTo>
                  <a:lnTo>
                    <a:pt x="14863" y="98235"/>
                  </a:lnTo>
                  <a:lnTo>
                    <a:pt x="12746" y="103117"/>
                  </a:lnTo>
                  <a:lnTo>
                    <a:pt x="10786" y="108063"/>
                  </a:lnTo>
                  <a:lnTo>
                    <a:pt x="8985" y="113068"/>
                  </a:lnTo>
                  <a:lnTo>
                    <a:pt x="7343" y="118129"/>
                  </a:lnTo>
                  <a:lnTo>
                    <a:pt x="5864" y="123239"/>
                  </a:lnTo>
                  <a:lnTo>
                    <a:pt x="4547" y="128394"/>
                  </a:lnTo>
                  <a:lnTo>
                    <a:pt x="3396" y="133588"/>
                  </a:lnTo>
                  <a:lnTo>
                    <a:pt x="2410" y="138816"/>
                  </a:lnTo>
                  <a:lnTo>
                    <a:pt x="1592" y="144073"/>
                  </a:lnTo>
                  <a:lnTo>
                    <a:pt x="941" y="149353"/>
                  </a:lnTo>
                  <a:lnTo>
                    <a:pt x="458" y="154652"/>
                  </a:lnTo>
                  <a:lnTo>
                    <a:pt x="144" y="159962"/>
                  </a:lnTo>
                  <a:lnTo>
                    <a:pt x="0" y="165281"/>
                  </a:lnTo>
                  <a:lnTo>
                    <a:pt x="24" y="170601"/>
                  </a:lnTo>
                  <a:lnTo>
                    <a:pt x="218" y="175917"/>
                  </a:lnTo>
                  <a:lnTo>
                    <a:pt x="581" y="181225"/>
                  </a:lnTo>
                  <a:lnTo>
                    <a:pt x="1113" y="186519"/>
                  </a:lnTo>
                  <a:lnTo>
                    <a:pt x="1813" y="191793"/>
                  </a:lnTo>
                  <a:lnTo>
                    <a:pt x="2680" y="197042"/>
                  </a:lnTo>
                  <a:lnTo>
                    <a:pt x="3714" y="202260"/>
                  </a:lnTo>
                  <a:lnTo>
                    <a:pt x="4913" y="207444"/>
                  </a:lnTo>
                  <a:lnTo>
                    <a:pt x="6277" y="212586"/>
                  </a:lnTo>
                  <a:lnTo>
                    <a:pt x="7804" y="217682"/>
                  </a:lnTo>
                  <a:lnTo>
                    <a:pt x="9492" y="222728"/>
                  </a:lnTo>
                  <a:lnTo>
                    <a:pt x="11340" y="227717"/>
                  </a:lnTo>
                  <a:lnTo>
                    <a:pt x="13346" y="232644"/>
                  </a:lnTo>
                  <a:lnTo>
                    <a:pt x="15507" y="237506"/>
                  </a:lnTo>
                  <a:lnTo>
                    <a:pt x="17822" y="242296"/>
                  </a:lnTo>
                  <a:lnTo>
                    <a:pt x="20289" y="247010"/>
                  </a:lnTo>
                  <a:lnTo>
                    <a:pt x="22904" y="251643"/>
                  </a:lnTo>
                  <a:lnTo>
                    <a:pt x="25665" y="256190"/>
                  </a:lnTo>
                  <a:lnTo>
                    <a:pt x="28569" y="260648"/>
                  </a:lnTo>
                  <a:lnTo>
                    <a:pt x="31614" y="265010"/>
                  </a:lnTo>
                  <a:lnTo>
                    <a:pt x="34796" y="269274"/>
                  </a:lnTo>
                  <a:lnTo>
                    <a:pt x="38113" y="273434"/>
                  </a:lnTo>
                  <a:lnTo>
                    <a:pt x="41560" y="277487"/>
                  </a:lnTo>
                  <a:lnTo>
                    <a:pt x="45134" y="281427"/>
                  </a:lnTo>
                  <a:lnTo>
                    <a:pt x="48831" y="285252"/>
                  </a:lnTo>
                  <a:lnTo>
                    <a:pt x="52649" y="288958"/>
                  </a:lnTo>
                  <a:lnTo>
                    <a:pt x="56583" y="292540"/>
                  </a:lnTo>
                  <a:lnTo>
                    <a:pt x="60628" y="295995"/>
                  </a:lnTo>
                  <a:lnTo>
                    <a:pt x="64782" y="299320"/>
                  </a:lnTo>
                  <a:lnTo>
                    <a:pt x="69039" y="302511"/>
                  </a:lnTo>
                  <a:lnTo>
                    <a:pt x="73395" y="305564"/>
                  </a:lnTo>
                  <a:lnTo>
                    <a:pt x="77847" y="308478"/>
                  </a:lnTo>
                  <a:lnTo>
                    <a:pt x="82389" y="311248"/>
                  </a:lnTo>
                  <a:lnTo>
                    <a:pt x="87016" y="313873"/>
                  </a:lnTo>
                  <a:lnTo>
                    <a:pt x="91725" y="316348"/>
                  </a:lnTo>
                  <a:lnTo>
                    <a:pt x="96511" y="318673"/>
                  </a:lnTo>
                  <a:lnTo>
                    <a:pt x="101368" y="320845"/>
                  </a:lnTo>
                  <a:lnTo>
                    <a:pt x="106291" y="322860"/>
                  </a:lnTo>
                  <a:lnTo>
                    <a:pt x="111276" y="324718"/>
                  </a:lnTo>
                  <a:lnTo>
                    <a:pt x="116318" y="32641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13663" y="1238196"/>
              <a:ext cx="50838" cy="159249"/>
            </a:xfrm>
            <a:custGeom>
              <a:avLst/>
              <a:pathLst>
                <a:path w="50838" h="159249">
                  <a:moveTo>
                    <a:pt x="0" y="159249"/>
                  </a:moveTo>
                  <a:lnTo>
                    <a:pt x="508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13663" y="1085017"/>
              <a:ext cx="218001" cy="320335"/>
            </a:xfrm>
            <a:custGeom>
              <a:avLst/>
              <a:pathLst>
                <a:path w="218001" h="320335">
                  <a:moveTo>
                    <a:pt x="0" y="312427"/>
                  </a:moveTo>
                  <a:lnTo>
                    <a:pt x="5118" y="313972"/>
                  </a:lnTo>
                  <a:lnTo>
                    <a:pt x="10284" y="315352"/>
                  </a:lnTo>
                  <a:lnTo>
                    <a:pt x="15491" y="316566"/>
                  </a:lnTo>
                  <a:lnTo>
                    <a:pt x="20734" y="317612"/>
                  </a:lnTo>
                  <a:lnTo>
                    <a:pt x="26008" y="318491"/>
                  </a:lnTo>
                  <a:lnTo>
                    <a:pt x="31307" y="319201"/>
                  </a:lnTo>
                  <a:lnTo>
                    <a:pt x="36627" y="319740"/>
                  </a:lnTo>
                  <a:lnTo>
                    <a:pt x="41961" y="320109"/>
                  </a:lnTo>
                  <a:lnTo>
                    <a:pt x="47303" y="320308"/>
                  </a:lnTo>
                  <a:lnTo>
                    <a:pt x="52650" y="320335"/>
                  </a:lnTo>
                  <a:lnTo>
                    <a:pt x="57995" y="320192"/>
                  </a:lnTo>
                  <a:lnTo>
                    <a:pt x="63332" y="319878"/>
                  </a:lnTo>
                  <a:lnTo>
                    <a:pt x="68657" y="319393"/>
                  </a:lnTo>
                  <a:lnTo>
                    <a:pt x="73963" y="318738"/>
                  </a:lnTo>
                  <a:lnTo>
                    <a:pt x="79246" y="317914"/>
                  </a:lnTo>
                  <a:lnTo>
                    <a:pt x="84500" y="316921"/>
                  </a:lnTo>
                  <a:lnTo>
                    <a:pt x="89719" y="315761"/>
                  </a:lnTo>
                  <a:lnTo>
                    <a:pt x="94898" y="314434"/>
                  </a:lnTo>
                  <a:lnTo>
                    <a:pt x="100033" y="312943"/>
                  </a:lnTo>
                  <a:lnTo>
                    <a:pt x="105117" y="311288"/>
                  </a:lnTo>
                  <a:lnTo>
                    <a:pt x="110145" y="309471"/>
                  </a:lnTo>
                  <a:lnTo>
                    <a:pt x="115113" y="307494"/>
                  </a:lnTo>
                  <a:lnTo>
                    <a:pt x="120015" y="305360"/>
                  </a:lnTo>
                  <a:lnTo>
                    <a:pt x="124847" y="303070"/>
                  </a:lnTo>
                  <a:lnTo>
                    <a:pt x="129602" y="300626"/>
                  </a:lnTo>
                  <a:lnTo>
                    <a:pt x="134277" y="298032"/>
                  </a:lnTo>
                  <a:lnTo>
                    <a:pt x="138867" y="295290"/>
                  </a:lnTo>
                  <a:lnTo>
                    <a:pt x="143367" y="292402"/>
                  </a:lnTo>
                  <a:lnTo>
                    <a:pt x="147772" y="289372"/>
                  </a:lnTo>
                  <a:lnTo>
                    <a:pt x="152078" y="286202"/>
                  </a:lnTo>
                  <a:lnTo>
                    <a:pt x="156280" y="282896"/>
                  </a:lnTo>
                  <a:lnTo>
                    <a:pt x="160374" y="279458"/>
                  </a:lnTo>
                  <a:lnTo>
                    <a:pt x="164357" y="275890"/>
                  </a:lnTo>
                  <a:lnTo>
                    <a:pt x="168223" y="272197"/>
                  </a:lnTo>
                  <a:lnTo>
                    <a:pt x="171969" y="268382"/>
                  </a:lnTo>
                  <a:lnTo>
                    <a:pt x="175591" y="264450"/>
                  </a:lnTo>
                  <a:lnTo>
                    <a:pt x="179086" y="260403"/>
                  </a:lnTo>
                  <a:lnTo>
                    <a:pt x="182449" y="256247"/>
                  </a:lnTo>
                  <a:lnTo>
                    <a:pt x="185678" y="251985"/>
                  </a:lnTo>
                  <a:lnTo>
                    <a:pt x="188769" y="247623"/>
                  </a:lnTo>
                  <a:lnTo>
                    <a:pt x="191719" y="243163"/>
                  </a:lnTo>
                  <a:lnTo>
                    <a:pt x="194525" y="238612"/>
                  </a:lnTo>
                  <a:lnTo>
                    <a:pt x="197183" y="233973"/>
                  </a:lnTo>
                  <a:lnTo>
                    <a:pt x="199692" y="229252"/>
                  </a:lnTo>
                  <a:lnTo>
                    <a:pt x="202049" y="224453"/>
                  </a:lnTo>
                  <a:lnTo>
                    <a:pt x="204251" y="219581"/>
                  </a:lnTo>
                  <a:lnTo>
                    <a:pt x="206296" y="214640"/>
                  </a:lnTo>
                  <a:lnTo>
                    <a:pt x="208182" y="209638"/>
                  </a:lnTo>
                  <a:lnTo>
                    <a:pt x="209907" y="204577"/>
                  </a:lnTo>
                  <a:lnTo>
                    <a:pt x="211469" y="199464"/>
                  </a:lnTo>
                  <a:lnTo>
                    <a:pt x="212867" y="194303"/>
                  </a:lnTo>
                  <a:lnTo>
                    <a:pt x="214100" y="189100"/>
                  </a:lnTo>
                  <a:lnTo>
                    <a:pt x="215165" y="183861"/>
                  </a:lnTo>
                  <a:lnTo>
                    <a:pt x="216062" y="178590"/>
                  </a:lnTo>
                  <a:lnTo>
                    <a:pt x="216790" y="173293"/>
                  </a:lnTo>
                  <a:lnTo>
                    <a:pt x="217349" y="167976"/>
                  </a:lnTo>
                  <a:lnTo>
                    <a:pt x="217737" y="162643"/>
                  </a:lnTo>
                  <a:lnTo>
                    <a:pt x="217954" y="157301"/>
                  </a:lnTo>
                  <a:lnTo>
                    <a:pt x="218001" y="151954"/>
                  </a:lnTo>
                  <a:lnTo>
                    <a:pt x="217876" y="146609"/>
                  </a:lnTo>
                  <a:lnTo>
                    <a:pt x="217580" y="141271"/>
                  </a:lnTo>
                  <a:lnTo>
                    <a:pt x="217114" y="135944"/>
                  </a:lnTo>
                  <a:lnTo>
                    <a:pt x="216478" y="130636"/>
                  </a:lnTo>
                  <a:lnTo>
                    <a:pt x="215673" y="125350"/>
                  </a:lnTo>
                  <a:lnTo>
                    <a:pt x="214698" y="120093"/>
                  </a:lnTo>
                  <a:lnTo>
                    <a:pt x="213557" y="114870"/>
                  </a:lnTo>
                  <a:lnTo>
                    <a:pt x="212248" y="109686"/>
                  </a:lnTo>
                  <a:lnTo>
                    <a:pt x="210775" y="104546"/>
                  </a:lnTo>
                  <a:lnTo>
                    <a:pt x="209138" y="99456"/>
                  </a:lnTo>
                  <a:lnTo>
                    <a:pt x="207339" y="94421"/>
                  </a:lnTo>
                  <a:lnTo>
                    <a:pt x="205380" y="89446"/>
                  </a:lnTo>
                  <a:lnTo>
                    <a:pt x="203263" y="84537"/>
                  </a:lnTo>
                  <a:lnTo>
                    <a:pt x="200989" y="79697"/>
                  </a:lnTo>
                  <a:lnTo>
                    <a:pt x="198563" y="74933"/>
                  </a:lnTo>
                  <a:lnTo>
                    <a:pt x="195985" y="70249"/>
                  </a:lnTo>
                  <a:lnTo>
                    <a:pt x="193259" y="65650"/>
                  </a:lnTo>
                  <a:lnTo>
                    <a:pt x="190387" y="61140"/>
                  </a:lnTo>
                  <a:lnTo>
                    <a:pt x="187372" y="56724"/>
                  </a:lnTo>
                  <a:lnTo>
                    <a:pt x="184218" y="52407"/>
                  </a:lnTo>
                  <a:lnTo>
                    <a:pt x="180927" y="48193"/>
                  </a:lnTo>
                  <a:lnTo>
                    <a:pt x="177503" y="44087"/>
                  </a:lnTo>
                  <a:lnTo>
                    <a:pt x="173949" y="40092"/>
                  </a:lnTo>
                  <a:lnTo>
                    <a:pt x="170270" y="36213"/>
                  </a:lnTo>
                  <a:lnTo>
                    <a:pt x="166468" y="32453"/>
                  </a:lnTo>
                  <a:lnTo>
                    <a:pt x="162548" y="28817"/>
                  </a:lnTo>
                  <a:lnTo>
                    <a:pt x="158514" y="25308"/>
                  </a:lnTo>
                  <a:lnTo>
                    <a:pt x="154370" y="21930"/>
                  </a:lnTo>
                  <a:lnTo>
                    <a:pt x="150120" y="18686"/>
                  </a:lnTo>
                  <a:lnTo>
                    <a:pt x="145768" y="15580"/>
                  </a:lnTo>
                  <a:lnTo>
                    <a:pt x="141319" y="12615"/>
                  </a:lnTo>
                  <a:lnTo>
                    <a:pt x="136778" y="9793"/>
                  </a:lnTo>
                  <a:lnTo>
                    <a:pt x="132148" y="7118"/>
                  </a:lnTo>
                  <a:lnTo>
                    <a:pt x="127436" y="4592"/>
                  </a:lnTo>
                  <a:lnTo>
                    <a:pt x="122645" y="2219"/>
                  </a:lnTo>
                  <a:lnTo>
                    <a:pt x="117780" y="0"/>
                  </a:lnTo>
                  <a:lnTo>
                    <a:pt x="50838" y="153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66942" cy="167167"/>
            </a:xfrm>
            <a:custGeom>
              <a:avLst/>
              <a:pathLst>
                <a:path w="66942" h="167167">
                  <a:moveTo>
                    <a:pt x="66942" y="13989"/>
                  </a:move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94806" y="1322571"/>
              <a:ext cx="93914" cy="167167"/>
            </a:xfrm>
            <a:custGeom>
              <a:avLst/>
              <a:pathLst>
                <a:path w="93914" h="167167">
                  <a:moveTo>
                    <a:pt x="93914" y="0"/>
                  </a:moveTo>
                  <a:lnTo>
                    <a:pt x="88049" y="102"/>
                  </a:lnTo>
                  <a:lnTo>
                    <a:pt x="82191" y="411"/>
                  </a:lnTo>
                  <a:lnTo>
                    <a:pt x="76348" y="925"/>
                  </a:lnTo>
                  <a:lnTo>
                    <a:pt x="70526" y="1644"/>
                  </a:lnTo>
                  <a:lnTo>
                    <a:pt x="64733" y="2566"/>
                  </a:lnTo>
                  <a:lnTo>
                    <a:pt x="58976" y="3691"/>
                  </a:lnTo>
                  <a:lnTo>
                    <a:pt x="53262" y="5018"/>
                  </a:lnTo>
                  <a:lnTo>
                    <a:pt x="47599" y="6544"/>
                  </a:lnTo>
                  <a:lnTo>
                    <a:pt x="41992" y="8268"/>
                  </a:lnTo>
                  <a:lnTo>
                    <a:pt x="36449" y="10187"/>
                  </a:lnTo>
                  <a:lnTo>
                    <a:pt x="30977" y="12300"/>
                  </a:lnTo>
                  <a:lnTo>
                    <a:pt x="25582" y="14603"/>
                  </a:lnTo>
                  <a:lnTo>
                    <a:pt x="20271" y="17095"/>
                  </a:lnTo>
                  <a:lnTo>
                    <a:pt x="15051" y="19771"/>
                  </a:lnTo>
                  <a:lnTo>
                    <a:pt x="9929" y="22628"/>
                  </a:lnTo>
                  <a:lnTo>
                    <a:pt x="4909" y="25664"/>
                  </a:lnTo>
                  <a:lnTo>
                    <a:pt x="0" y="28874"/>
                  </a:lnTo>
                  <a:lnTo>
                    <a:pt x="9391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4806" y="1351446"/>
              <a:ext cx="93914" cy="138293"/>
            </a:xfrm>
            <a:custGeom>
              <a:avLst/>
              <a:pathLst>
                <a:path w="93914" h="138293">
                  <a:moveTo>
                    <a:pt x="0" y="0"/>
                  </a:moveTo>
                  <a:lnTo>
                    <a:pt x="93914" y="1382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21565" y="1351446"/>
              <a:ext cx="334311" cy="305460"/>
            </a:xfrm>
            <a:custGeom>
              <a:avLst/>
              <a:pathLst>
                <a:path w="334311" h="305460">
                  <a:moveTo>
                    <a:pt x="73240" y="0"/>
                  </a:moveTo>
                  <a:lnTo>
                    <a:pt x="68889" y="3057"/>
                  </a:lnTo>
                  <a:lnTo>
                    <a:pt x="64637" y="6251"/>
                  </a:lnTo>
                  <a:lnTo>
                    <a:pt x="60489" y="9578"/>
                  </a:lnTo>
                  <a:lnTo>
                    <a:pt x="56449" y="13036"/>
                  </a:lnTo>
                  <a:lnTo>
                    <a:pt x="52521" y="16621"/>
                  </a:lnTo>
                  <a:lnTo>
                    <a:pt x="48709" y="20329"/>
                  </a:lnTo>
                  <a:lnTo>
                    <a:pt x="45016" y="24156"/>
                  </a:lnTo>
                  <a:lnTo>
                    <a:pt x="41448" y="28099"/>
                  </a:lnTo>
                  <a:lnTo>
                    <a:pt x="38006" y="32153"/>
                  </a:lnTo>
                  <a:lnTo>
                    <a:pt x="34696" y="36315"/>
                  </a:lnTo>
                  <a:lnTo>
                    <a:pt x="31519" y="40580"/>
                  </a:lnTo>
                  <a:lnTo>
                    <a:pt x="28480" y="44943"/>
                  </a:lnTo>
                  <a:lnTo>
                    <a:pt x="25581" y="49402"/>
                  </a:lnTo>
                  <a:lnTo>
                    <a:pt x="22825" y="53950"/>
                  </a:lnTo>
                  <a:lnTo>
                    <a:pt x="20215" y="58583"/>
                  </a:lnTo>
                  <a:lnTo>
                    <a:pt x="17754" y="63297"/>
                  </a:lnTo>
                  <a:lnTo>
                    <a:pt x="15444" y="68088"/>
                  </a:lnTo>
                  <a:lnTo>
                    <a:pt x="13288" y="72949"/>
                  </a:lnTo>
                  <a:lnTo>
                    <a:pt x="11287" y="77876"/>
                  </a:lnTo>
                  <a:lnTo>
                    <a:pt x="9444" y="82864"/>
                  </a:lnTo>
                  <a:lnTo>
                    <a:pt x="7761" y="87909"/>
                  </a:lnTo>
                  <a:lnTo>
                    <a:pt x="6239" y="93004"/>
                  </a:lnTo>
                  <a:lnTo>
                    <a:pt x="4880" y="98146"/>
                  </a:lnTo>
                  <a:lnTo>
                    <a:pt x="3685" y="103328"/>
                  </a:lnTo>
                  <a:lnTo>
                    <a:pt x="2656" y="108545"/>
                  </a:lnTo>
                  <a:lnTo>
                    <a:pt x="1793" y="113792"/>
                  </a:lnTo>
                  <a:lnTo>
                    <a:pt x="1097" y="119065"/>
                  </a:lnTo>
                  <a:lnTo>
                    <a:pt x="569" y="124356"/>
                  </a:lnTo>
                  <a:lnTo>
                    <a:pt x="210" y="129662"/>
                  </a:lnTo>
                  <a:lnTo>
                    <a:pt x="20" y="134977"/>
                  </a:lnTo>
                  <a:lnTo>
                    <a:pt x="0" y="140294"/>
                  </a:lnTo>
                  <a:lnTo>
                    <a:pt x="148" y="145610"/>
                  </a:lnTo>
                  <a:lnTo>
                    <a:pt x="465" y="150919"/>
                  </a:lnTo>
                  <a:lnTo>
                    <a:pt x="951" y="156214"/>
                  </a:lnTo>
                  <a:lnTo>
                    <a:pt x="1605" y="161492"/>
                  </a:lnTo>
                  <a:lnTo>
                    <a:pt x="2427" y="166746"/>
                  </a:lnTo>
                  <a:lnTo>
                    <a:pt x="3415" y="171971"/>
                  </a:lnTo>
                  <a:lnTo>
                    <a:pt x="4569" y="177162"/>
                  </a:lnTo>
                  <a:lnTo>
                    <a:pt x="5888" y="182314"/>
                  </a:lnTo>
                  <a:lnTo>
                    <a:pt x="7370" y="187422"/>
                  </a:lnTo>
                  <a:lnTo>
                    <a:pt x="9013" y="192479"/>
                  </a:lnTo>
                  <a:lnTo>
                    <a:pt x="10817" y="197482"/>
                  </a:lnTo>
                  <a:lnTo>
                    <a:pt x="12779" y="202425"/>
                  </a:lnTo>
                  <a:lnTo>
                    <a:pt x="14897" y="207303"/>
                  </a:lnTo>
                  <a:lnTo>
                    <a:pt x="17169" y="212111"/>
                  </a:lnTo>
                  <a:lnTo>
                    <a:pt x="19593" y="216844"/>
                  </a:lnTo>
                  <a:lnTo>
                    <a:pt x="22166" y="221498"/>
                  </a:lnTo>
                  <a:lnTo>
                    <a:pt x="24886" y="226068"/>
                  </a:lnTo>
                  <a:lnTo>
                    <a:pt x="27750" y="230549"/>
                  </a:lnTo>
                  <a:lnTo>
                    <a:pt x="30755" y="234936"/>
                  </a:lnTo>
                  <a:lnTo>
                    <a:pt x="33898" y="239226"/>
                  </a:lnTo>
                  <a:lnTo>
                    <a:pt x="37176" y="243413"/>
                  </a:lnTo>
                  <a:lnTo>
                    <a:pt x="40585" y="247495"/>
                  </a:lnTo>
                  <a:lnTo>
                    <a:pt x="44123" y="251465"/>
                  </a:lnTo>
                  <a:lnTo>
                    <a:pt x="47785" y="255321"/>
                  </a:lnTo>
                  <a:lnTo>
                    <a:pt x="51568" y="259059"/>
                  </a:lnTo>
                  <a:lnTo>
                    <a:pt x="55467" y="262675"/>
                  </a:lnTo>
                  <a:lnTo>
                    <a:pt x="59480" y="266164"/>
                  </a:lnTo>
                  <a:lnTo>
                    <a:pt x="63602" y="269524"/>
                  </a:lnTo>
                  <a:lnTo>
                    <a:pt x="67829" y="272752"/>
                  </a:lnTo>
                  <a:lnTo>
                    <a:pt x="72156" y="275843"/>
                  </a:lnTo>
                  <a:lnTo>
                    <a:pt x="76579" y="278795"/>
                  </a:lnTo>
                  <a:lnTo>
                    <a:pt x="81094" y="281605"/>
                  </a:lnTo>
                  <a:lnTo>
                    <a:pt x="85696" y="284270"/>
                  </a:lnTo>
                  <a:lnTo>
                    <a:pt x="90381" y="286787"/>
                  </a:lnTo>
                  <a:lnTo>
                    <a:pt x="95143" y="289154"/>
                  </a:lnTo>
                  <a:lnTo>
                    <a:pt x="99978" y="291368"/>
                  </a:lnTo>
                  <a:lnTo>
                    <a:pt x="104881" y="293428"/>
                  </a:lnTo>
                  <a:lnTo>
                    <a:pt x="109847" y="295330"/>
                  </a:lnTo>
                  <a:lnTo>
                    <a:pt x="114871" y="297073"/>
                  </a:lnTo>
                  <a:lnTo>
                    <a:pt x="119948" y="298656"/>
                  </a:lnTo>
                  <a:lnTo>
                    <a:pt x="125072" y="300077"/>
                  </a:lnTo>
                  <a:lnTo>
                    <a:pt x="130240" y="301333"/>
                  </a:lnTo>
                  <a:lnTo>
                    <a:pt x="135444" y="302425"/>
                  </a:lnTo>
                  <a:lnTo>
                    <a:pt x="140681" y="303351"/>
                  </a:lnTo>
                  <a:lnTo>
                    <a:pt x="145945" y="304109"/>
                  </a:lnTo>
                  <a:lnTo>
                    <a:pt x="151230" y="304700"/>
                  </a:lnTo>
                  <a:lnTo>
                    <a:pt x="156531" y="305122"/>
                  </a:lnTo>
                  <a:lnTo>
                    <a:pt x="161843" y="305376"/>
                  </a:lnTo>
                  <a:lnTo>
                    <a:pt x="167160" y="305460"/>
                  </a:lnTo>
                  <a:lnTo>
                    <a:pt x="172477" y="305375"/>
                  </a:lnTo>
                  <a:lnTo>
                    <a:pt x="177789" y="305122"/>
                  </a:lnTo>
                  <a:lnTo>
                    <a:pt x="183090" y="304699"/>
                  </a:lnTo>
                  <a:lnTo>
                    <a:pt x="188375" y="304108"/>
                  </a:lnTo>
                  <a:lnTo>
                    <a:pt x="193639" y="303349"/>
                  </a:lnTo>
                  <a:lnTo>
                    <a:pt x="198875" y="302423"/>
                  </a:lnTo>
                  <a:lnTo>
                    <a:pt x="204080" y="301331"/>
                  </a:lnTo>
                  <a:lnTo>
                    <a:pt x="209247" y="300074"/>
                  </a:lnTo>
                  <a:lnTo>
                    <a:pt x="214372" y="298653"/>
                  </a:lnTo>
                  <a:lnTo>
                    <a:pt x="219449" y="297070"/>
                  </a:lnTo>
                  <a:lnTo>
                    <a:pt x="224473" y="295327"/>
                  </a:lnTo>
                  <a:lnTo>
                    <a:pt x="229438" y="293424"/>
                  </a:lnTo>
                  <a:lnTo>
                    <a:pt x="234341" y="291364"/>
                  </a:lnTo>
                  <a:lnTo>
                    <a:pt x="239176" y="289150"/>
                  </a:lnTo>
                  <a:lnTo>
                    <a:pt x="243938" y="286783"/>
                  </a:lnTo>
                  <a:lnTo>
                    <a:pt x="248623" y="284265"/>
                  </a:lnTo>
                  <a:lnTo>
                    <a:pt x="253224" y="281600"/>
                  </a:lnTo>
                  <a:lnTo>
                    <a:pt x="257739" y="278790"/>
                  </a:lnTo>
                  <a:lnTo>
                    <a:pt x="262162" y="275837"/>
                  </a:lnTo>
                  <a:lnTo>
                    <a:pt x="266489" y="272746"/>
                  </a:lnTo>
                  <a:lnTo>
                    <a:pt x="270716" y="269518"/>
                  </a:lnTo>
                  <a:lnTo>
                    <a:pt x="274837" y="266158"/>
                  </a:lnTo>
                  <a:lnTo>
                    <a:pt x="278850" y="262668"/>
                  </a:lnTo>
                  <a:lnTo>
                    <a:pt x="282749" y="259052"/>
                  </a:lnTo>
                  <a:lnTo>
                    <a:pt x="286532" y="255314"/>
                  </a:lnTo>
                  <a:lnTo>
                    <a:pt x="290194" y="251458"/>
                  </a:lnTo>
                  <a:lnTo>
                    <a:pt x="293731" y="247487"/>
                  </a:lnTo>
                  <a:lnTo>
                    <a:pt x="297140" y="243406"/>
                  </a:lnTo>
                  <a:lnTo>
                    <a:pt x="300418" y="239218"/>
                  </a:lnTo>
                  <a:lnTo>
                    <a:pt x="303561" y="234928"/>
                  </a:lnTo>
                  <a:lnTo>
                    <a:pt x="306566" y="230540"/>
                  </a:lnTo>
                  <a:lnTo>
                    <a:pt x="309429" y="226059"/>
                  </a:lnTo>
                  <a:lnTo>
                    <a:pt x="312149" y="221489"/>
                  </a:lnTo>
                  <a:lnTo>
                    <a:pt x="314722" y="216835"/>
                  </a:lnTo>
                  <a:lnTo>
                    <a:pt x="317146" y="212102"/>
                  </a:lnTo>
                  <a:lnTo>
                    <a:pt x="319417" y="207294"/>
                  </a:lnTo>
                  <a:lnTo>
                    <a:pt x="321535" y="202416"/>
                  </a:lnTo>
                  <a:lnTo>
                    <a:pt x="323497" y="197473"/>
                  </a:lnTo>
                  <a:lnTo>
                    <a:pt x="325300" y="192470"/>
                  </a:lnTo>
                  <a:lnTo>
                    <a:pt x="326943" y="187412"/>
                  </a:lnTo>
                  <a:lnTo>
                    <a:pt x="328425" y="182305"/>
                  </a:lnTo>
                  <a:lnTo>
                    <a:pt x="329743" y="177153"/>
                  </a:lnTo>
                  <a:lnTo>
                    <a:pt x="330897" y="171961"/>
                  </a:lnTo>
                  <a:lnTo>
                    <a:pt x="331885" y="166736"/>
                  </a:lnTo>
                  <a:lnTo>
                    <a:pt x="332706" y="161482"/>
                  </a:lnTo>
                  <a:lnTo>
                    <a:pt x="333360" y="156204"/>
                  </a:lnTo>
                  <a:lnTo>
                    <a:pt x="333846" y="150909"/>
                  </a:lnTo>
                  <a:lnTo>
                    <a:pt x="334163" y="145600"/>
                  </a:lnTo>
                  <a:lnTo>
                    <a:pt x="334311" y="140284"/>
                  </a:lnTo>
                  <a:lnTo>
                    <a:pt x="334289" y="134967"/>
                  </a:lnTo>
                  <a:lnTo>
                    <a:pt x="334099" y="129652"/>
                  </a:lnTo>
                  <a:lnTo>
                    <a:pt x="333740" y="124346"/>
                  </a:lnTo>
                  <a:lnTo>
                    <a:pt x="333212" y="119055"/>
                  </a:lnTo>
                  <a:lnTo>
                    <a:pt x="332516" y="113782"/>
                  </a:lnTo>
                  <a:lnTo>
                    <a:pt x="331652" y="108535"/>
                  </a:lnTo>
                  <a:lnTo>
                    <a:pt x="330623" y="103318"/>
                  </a:lnTo>
                  <a:lnTo>
                    <a:pt x="329428" y="98136"/>
                  </a:lnTo>
                  <a:lnTo>
                    <a:pt x="328068" y="92995"/>
                  </a:lnTo>
                  <a:lnTo>
                    <a:pt x="326546" y="87899"/>
                  </a:lnTo>
                  <a:lnTo>
                    <a:pt x="324862" y="82855"/>
                  </a:lnTo>
                  <a:lnTo>
                    <a:pt x="323019" y="77867"/>
                  </a:lnTo>
                  <a:lnTo>
                    <a:pt x="321018" y="72939"/>
                  </a:lnTo>
                  <a:lnTo>
                    <a:pt x="318862" y="68078"/>
                  </a:lnTo>
                  <a:lnTo>
                    <a:pt x="167155" y="1382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151706" cy="167167"/>
            </a:xfrm>
            <a:custGeom>
              <a:avLst/>
              <a:pathLst>
                <a:path w="151706" h="167167">
                  <a:moveTo>
                    <a:pt x="151706" y="96953"/>
                  </a:moveTo>
                  <a:lnTo>
                    <a:pt x="149345" y="92061"/>
                  </a:lnTo>
                  <a:lnTo>
                    <a:pt x="146826" y="87248"/>
                  </a:lnTo>
                  <a:lnTo>
                    <a:pt x="144152" y="82520"/>
                  </a:lnTo>
                  <a:lnTo>
                    <a:pt x="141326" y="77882"/>
                  </a:lnTo>
                  <a:lnTo>
                    <a:pt x="138350" y="73337"/>
                  </a:lnTo>
                  <a:lnTo>
                    <a:pt x="135229" y="68892"/>
                  </a:lnTo>
                  <a:lnTo>
                    <a:pt x="131964" y="64550"/>
                  </a:lnTo>
                  <a:lnTo>
                    <a:pt x="128561" y="60317"/>
                  </a:lnTo>
                  <a:lnTo>
                    <a:pt x="125022" y="56196"/>
                  </a:lnTo>
                  <a:lnTo>
                    <a:pt x="121350" y="52193"/>
                  </a:lnTo>
                  <a:lnTo>
                    <a:pt x="117551" y="48311"/>
                  </a:lnTo>
                  <a:lnTo>
                    <a:pt x="113627" y="44555"/>
                  </a:lnTo>
                  <a:lnTo>
                    <a:pt x="109584" y="40928"/>
                  </a:lnTo>
                  <a:lnTo>
                    <a:pt x="105424" y="37434"/>
                  </a:lnTo>
                  <a:lnTo>
                    <a:pt x="101154" y="34078"/>
                  </a:lnTo>
                  <a:lnTo>
                    <a:pt x="96776" y="30861"/>
                  </a:lnTo>
                  <a:lnTo>
                    <a:pt x="92297" y="27789"/>
                  </a:lnTo>
                  <a:lnTo>
                    <a:pt x="87720" y="24864"/>
                  </a:lnTo>
                  <a:lnTo>
                    <a:pt x="83050" y="22089"/>
                  </a:lnTo>
                  <a:lnTo>
                    <a:pt x="78293" y="19468"/>
                  </a:lnTo>
                  <a:lnTo>
                    <a:pt x="73453" y="17002"/>
                  </a:lnTo>
                  <a:lnTo>
                    <a:pt x="68535" y="14695"/>
                  </a:lnTo>
                  <a:lnTo>
                    <a:pt x="63545" y="12548"/>
                  </a:lnTo>
                  <a:lnTo>
                    <a:pt x="58488" y="10566"/>
                  </a:lnTo>
                  <a:lnTo>
                    <a:pt x="53370" y="8748"/>
                  </a:lnTo>
                  <a:lnTo>
                    <a:pt x="48195" y="7098"/>
                  </a:lnTo>
                  <a:lnTo>
                    <a:pt x="42969" y="5616"/>
                  </a:lnTo>
                  <a:lnTo>
                    <a:pt x="37697" y="4306"/>
                  </a:lnTo>
                  <a:lnTo>
                    <a:pt x="32386" y="3167"/>
                  </a:lnTo>
                  <a:lnTo>
                    <a:pt x="27041" y="2201"/>
                  </a:lnTo>
                  <a:lnTo>
                    <a:pt x="21667" y="1410"/>
                  </a:lnTo>
                  <a:lnTo>
                    <a:pt x="16270" y="793"/>
                  </a:lnTo>
                  <a:lnTo>
                    <a:pt x="10856" y="352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34321" y="1681503"/>
              <a:ext cx="52203" cy="167167"/>
            </a:xfrm>
            <a:custGeom>
              <a:avLst/>
              <a:pathLst>
                <a:path w="52203" h="167167">
                  <a:moveTo>
                    <a:pt x="52203" y="0"/>
                  </a:moveTo>
                  <a:lnTo>
                    <a:pt x="46305" y="104"/>
                  </a:lnTo>
                  <a:lnTo>
                    <a:pt x="40414" y="416"/>
                  </a:lnTo>
                  <a:lnTo>
                    <a:pt x="34539" y="935"/>
                  </a:lnTo>
                  <a:lnTo>
                    <a:pt x="28685" y="1662"/>
                  </a:lnTo>
                  <a:lnTo>
                    <a:pt x="22860" y="2595"/>
                  </a:lnTo>
                  <a:lnTo>
                    <a:pt x="17072" y="3732"/>
                  </a:lnTo>
                  <a:lnTo>
                    <a:pt x="11328" y="5074"/>
                  </a:lnTo>
                  <a:lnTo>
                    <a:pt x="5635" y="6617"/>
                  </a:lnTo>
                  <a:lnTo>
                    <a:pt x="0" y="8360"/>
                  </a:lnTo>
                  <a:lnTo>
                    <a:pt x="522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34321" y="1689863"/>
              <a:ext cx="52203" cy="158807"/>
            </a:xfrm>
            <a:custGeom>
              <a:avLst/>
              <a:pathLst>
                <a:path w="52203" h="158807">
                  <a:moveTo>
                    <a:pt x="0" y="0"/>
                  </a:moveTo>
                  <a:lnTo>
                    <a:pt x="52203" y="158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19378" y="1681503"/>
              <a:ext cx="334293" cy="334334"/>
            </a:xfrm>
            <a:custGeom>
              <a:avLst/>
              <a:pathLst>
                <a:path w="334293" h="334334">
                  <a:moveTo>
                    <a:pt x="114943" y="8360"/>
                  </a:moveTo>
                  <a:lnTo>
                    <a:pt x="109931" y="10096"/>
                  </a:lnTo>
                  <a:lnTo>
                    <a:pt x="104977" y="11990"/>
                  </a:lnTo>
                  <a:lnTo>
                    <a:pt x="100085" y="14041"/>
                  </a:lnTo>
                  <a:lnTo>
                    <a:pt x="95260" y="16245"/>
                  </a:lnTo>
                  <a:lnTo>
                    <a:pt x="90508" y="18602"/>
                  </a:lnTo>
                  <a:lnTo>
                    <a:pt x="85833" y="21108"/>
                  </a:lnTo>
                  <a:lnTo>
                    <a:pt x="81240" y="23762"/>
                  </a:lnTo>
                  <a:lnTo>
                    <a:pt x="76734" y="26559"/>
                  </a:lnTo>
                  <a:lnTo>
                    <a:pt x="72318" y="29499"/>
                  </a:lnTo>
                  <a:lnTo>
                    <a:pt x="67998" y="32576"/>
                  </a:lnTo>
                  <a:lnTo>
                    <a:pt x="63778" y="35790"/>
                  </a:lnTo>
                  <a:lnTo>
                    <a:pt x="59662" y="39135"/>
                  </a:lnTo>
                  <a:lnTo>
                    <a:pt x="55654" y="42610"/>
                  </a:lnTo>
                  <a:lnTo>
                    <a:pt x="51759" y="46210"/>
                  </a:lnTo>
                  <a:lnTo>
                    <a:pt x="47979" y="49932"/>
                  </a:lnTo>
                  <a:lnTo>
                    <a:pt x="44320" y="53771"/>
                  </a:lnTo>
                  <a:lnTo>
                    <a:pt x="40784" y="57725"/>
                  </a:lnTo>
                  <a:lnTo>
                    <a:pt x="37375" y="61790"/>
                  </a:lnTo>
                  <a:lnTo>
                    <a:pt x="34097" y="65960"/>
                  </a:lnTo>
                  <a:lnTo>
                    <a:pt x="30953" y="70232"/>
                  </a:lnTo>
                  <a:lnTo>
                    <a:pt x="27946" y="74602"/>
                  </a:lnTo>
                  <a:lnTo>
                    <a:pt x="25080" y="79065"/>
                  </a:lnTo>
                  <a:lnTo>
                    <a:pt x="22356" y="83616"/>
                  </a:lnTo>
                  <a:lnTo>
                    <a:pt x="19778" y="88252"/>
                  </a:lnTo>
                  <a:lnTo>
                    <a:pt x="17349" y="92967"/>
                  </a:lnTo>
                  <a:lnTo>
                    <a:pt x="15070" y="97757"/>
                  </a:lnTo>
                  <a:lnTo>
                    <a:pt x="12944" y="102617"/>
                  </a:lnTo>
                  <a:lnTo>
                    <a:pt x="10974" y="107542"/>
                  </a:lnTo>
                  <a:lnTo>
                    <a:pt x="9161" y="112527"/>
                  </a:lnTo>
                  <a:lnTo>
                    <a:pt x="7507" y="117566"/>
                  </a:lnTo>
                  <a:lnTo>
                    <a:pt x="6014" y="122656"/>
                  </a:lnTo>
                  <a:lnTo>
                    <a:pt x="4683" y="127791"/>
                  </a:lnTo>
                  <a:lnTo>
                    <a:pt x="3515" y="132965"/>
                  </a:lnTo>
                  <a:lnTo>
                    <a:pt x="2512" y="138174"/>
                  </a:lnTo>
                  <a:lnTo>
                    <a:pt x="1675" y="143412"/>
                  </a:lnTo>
                  <a:lnTo>
                    <a:pt x="1005" y="148673"/>
                  </a:lnTo>
                  <a:lnTo>
                    <a:pt x="502" y="153954"/>
                  </a:lnTo>
                  <a:lnTo>
                    <a:pt x="167" y="159247"/>
                  </a:lnTo>
                  <a:lnTo>
                    <a:pt x="0" y="164549"/>
                  </a:lnTo>
                  <a:lnTo>
                    <a:pt x="1" y="169853"/>
                  </a:lnTo>
                  <a:lnTo>
                    <a:pt x="170" y="175155"/>
                  </a:lnTo>
                  <a:lnTo>
                    <a:pt x="507" y="180449"/>
                  </a:lnTo>
                  <a:lnTo>
                    <a:pt x="1013" y="185729"/>
                  </a:lnTo>
                  <a:lnTo>
                    <a:pt x="1685" y="190990"/>
                  </a:lnTo>
                  <a:lnTo>
                    <a:pt x="2524" y="196228"/>
                  </a:lnTo>
                  <a:lnTo>
                    <a:pt x="3529" y="201436"/>
                  </a:lnTo>
                  <a:lnTo>
                    <a:pt x="4699" y="206610"/>
                  </a:lnTo>
                  <a:lnTo>
                    <a:pt x="6032" y="211744"/>
                  </a:lnTo>
                  <a:lnTo>
                    <a:pt x="7527" y="216833"/>
                  </a:lnTo>
                  <a:lnTo>
                    <a:pt x="9184" y="221872"/>
                  </a:lnTo>
                  <a:lnTo>
                    <a:pt x="10999" y="226856"/>
                  </a:lnTo>
                  <a:lnTo>
                    <a:pt x="12971" y="231780"/>
                  </a:lnTo>
                  <a:lnTo>
                    <a:pt x="15099" y="236639"/>
                  </a:lnTo>
                  <a:lnTo>
                    <a:pt x="17379" y="241428"/>
                  </a:lnTo>
                  <a:lnTo>
                    <a:pt x="19811" y="246142"/>
                  </a:lnTo>
                  <a:lnTo>
                    <a:pt x="22390" y="250777"/>
                  </a:lnTo>
                  <a:lnTo>
                    <a:pt x="25116" y="255328"/>
                  </a:lnTo>
                  <a:lnTo>
                    <a:pt x="27985" y="259789"/>
                  </a:lnTo>
                  <a:lnTo>
                    <a:pt x="30993" y="264158"/>
                  </a:lnTo>
                  <a:lnTo>
                    <a:pt x="34139" y="268429"/>
                  </a:lnTo>
                  <a:lnTo>
                    <a:pt x="37419" y="272598"/>
                  </a:lnTo>
                  <a:lnTo>
                    <a:pt x="40829" y="276660"/>
                  </a:lnTo>
                  <a:lnTo>
                    <a:pt x="44366" y="280613"/>
                  </a:lnTo>
                  <a:lnTo>
                    <a:pt x="48027" y="284451"/>
                  </a:lnTo>
                  <a:lnTo>
                    <a:pt x="51808" y="288171"/>
                  </a:lnTo>
                  <a:lnTo>
                    <a:pt x="55705" y="291770"/>
                  </a:lnTo>
                  <a:lnTo>
                    <a:pt x="59715" y="295243"/>
                  </a:lnTo>
                  <a:lnTo>
                    <a:pt x="63832" y="298587"/>
                  </a:lnTo>
                  <a:lnTo>
                    <a:pt x="68054" y="301798"/>
                  </a:lnTo>
                  <a:lnTo>
                    <a:pt x="72375" y="304874"/>
                  </a:lnTo>
                  <a:lnTo>
                    <a:pt x="76792" y="307812"/>
                  </a:lnTo>
                  <a:lnTo>
                    <a:pt x="81299" y="310608"/>
                  </a:lnTo>
                  <a:lnTo>
                    <a:pt x="85893" y="313259"/>
                  </a:lnTo>
                  <a:lnTo>
                    <a:pt x="90569" y="315763"/>
                  </a:lnTo>
                  <a:lnTo>
                    <a:pt x="95322" y="318118"/>
                  </a:lnTo>
                  <a:lnTo>
                    <a:pt x="100148" y="320321"/>
                  </a:lnTo>
                  <a:lnTo>
                    <a:pt x="105040" y="322369"/>
                  </a:lnTo>
                  <a:lnTo>
                    <a:pt x="109996" y="324262"/>
                  </a:lnTo>
                  <a:lnTo>
                    <a:pt x="115009" y="325996"/>
                  </a:lnTo>
                  <a:lnTo>
                    <a:pt x="120074" y="327570"/>
                  </a:lnTo>
                  <a:lnTo>
                    <a:pt x="125187" y="328983"/>
                  </a:lnTo>
                  <a:lnTo>
                    <a:pt x="130342" y="330232"/>
                  </a:lnTo>
                  <a:lnTo>
                    <a:pt x="135534" y="331318"/>
                  </a:lnTo>
                  <a:lnTo>
                    <a:pt x="140758" y="332238"/>
                  </a:lnTo>
                  <a:lnTo>
                    <a:pt x="146008" y="332993"/>
                  </a:lnTo>
                  <a:lnTo>
                    <a:pt x="151280" y="333580"/>
                  </a:lnTo>
                  <a:lnTo>
                    <a:pt x="156567" y="333999"/>
                  </a:lnTo>
                  <a:lnTo>
                    <a:pt x="161866" y="334251"/>
                  </a:lnTo>
                  <a:lnTo>
                    <a:pt x="167169" y="334334"/>
                  </a:lnTo>
                  <a:lnTo>
                    <a:pt x="172473" y="334250"/>
                  </a:lnTo>
                  <a:lnTo>
                    <a:pt x="177771" y="333996"/>
                  </a:lnTo>
                  <a:lnTo>
                    <a:pt x="183059" y="333575"/>
                  </a:lnTo>
                  <a:lnTo>
                    <a:pt x="188330" y="332987"/>
                  </a:lnTo>
                  <a:lnTo>
                    <a:pt x="193581" y="332231"/>
                  </a:lnTo>
                  <a:lnTo>
                    <a:pt x="198804" y="331309"/>
                  </a:lnTo>
                  <a:lnTo>
                    <a:pt x="203996" y="330222"/>
                  </a:lnTo>
                  <a:lnTo>
                    <a:pt x="209151" y="328971"/>
                  </a:lnTo>
                  <a:lnTo>
                    <a:pt x="214263" y="327557"/>
                  </a:lnTo>
                  <a:lnTo>
                    <a:pt x="219328" y="325981"/>
                  </a:lnTo>
                  <a:lnTo>
                    <a:pt x="224340" y="324246"/>
                  </a:lnTo>
                  <a:lnTo>
                    <a:pt x="229295" y="322352"/>
                  </a:lnTo>
                  <a:lnTo>
                    <a:pt x="234187" y="320302"/>
                  </a:lnTo>
                  <a:lnTo>
                    <a:pt x="239012" y="318098"/>
                  </a:lnTo>
                  <a:lnTo>
                    <a:pt x="243764" y="315742"/>
                  </a:lnTo>
                  <a:lnTo>
                    <a:pt x="248439" y="313237"/>
                  </a:lnTo>
                  <a:lnTo>
                    <a:pt x="253033" y="310584"/>
                  </a:lnTo>
                  <a:lnTo>
                    <a:pt x="257540" y="307787"/>
                  </a:lnTo>
                  <a:lnTo>
                    <a:pt x="261956" y="304848"/>
                  </a:lnTo>
                  <a:lnTo>
                    <a:pt x="266276" y="301771"/>
                  </a:lnTo>
                  <a:lnTo>
                    <a:pt x="270497" y="298558"/>
                  </a:lnTo>
                  <a:lnTo>
                    <a:pt x="274613" y="295213"/>
                  </a:lnTo>
                  <a:lnTo>
                    <a:pt x="278622" y="291739"/>
                  </a:lnTo>
                  <a:lnTo>
                    <a:pt x="282518" y="288140"/>
                  </a:lnTo>
                  <a:lnTo>
                    <a:pt x="286298" y="284419"/>
                  </a:lnTo>
                  <a:lnTo>
                    <a:pt x="289958" y="280579"/>
                  </a:lnTo>
                  <a:lnTo>
                    <a:pt x="293494" y="276626"/>
                  </a:lnTo>
                  <a:lnTo>
                    <a:pt x="296903" y="272562"/>
                  </a:lnTo>
                  <a:lnTo>
                    <a:pt x="300182" y="268392"/>
                  </a:lnTo>
                  <a:lnTo>
                    <a:pt x="303326" y="264121"/>
                  </a:lnTo>
                  <a:lnTo>
                    <a:pt x="306334" y="259751"/>
                  </a:lnTo>
                  <a:lnTo>
                    <a:pt x="309201" y="255289"/>
                  </a:lnTo>
                  <a:lnTo>
                    <a:pt x="311925" y="250737"/>
                  </a:lnTo>
                  <a:lnTo>
                    <a:pt x="314504" y="246102"/>
                  </a:lnTo>
                  <a:lnTo>
                    <a:pt x="316934" y="241387"/>
                  </a:lnTo>
                  <a:lnTo>
                    <a:pt x="319213" y="236598"/>
                  </a:lnTo>
                  <a:lnTo>
                    <a:pt x="321340" y="231738"/>
                  </a:lnTo>
                  <a:lnTo>
                    <a:pt x="323311" y="226814"/>
                  </a:lnTo>
                  <a:lnTo>
                    <a:pt x="325124" y="221829"/>
                  </a:lnTo>
                  <a:lnTo>
                    <a:pt x="326779" y="216789"/>
                  </a:lnTo>
                  <a:lnTo>
                    <a:pt x="328273" y="211700"/>
                  </a:lnTo>
                  <a:lnTo>
                    <a:pt x="329605" y="206565"/>
                  </a:lnTo>
                  <a:lnTo>
                    <a:pt x="330773" y="201391"/>
                  </a:lnTo>
                  <a:lnTo>
                    <a:pt x="331776" y="196183"/>
                  </a:lnTo>
                  <a:lnTo>
                    <a:pt x="332614" y="190945"/>
                  </a:lnTo>
                  <a:lnTo>
                    <a:pt x="333285" y="185683"/>
                  </a:lnTo>
                  <a:lnTo>
                    <a:pt x="333789" y="180403"/>
                  </a:lnTo>
                  <a:lnTo>
                    <a:pt x="334125" y="175109"/>
                  </a:lnTo>
                  <a:lnTo>
                    <a:pt x="334293" y="169808"/>
                  </a:lnTo>
                  <a:lnTo>
                    <a:pt x="334293" y="164503"/>
                  </a:lnTo>
                  <a:lnTo>
                    <a:pt x="334124" y="159202"/>
                  </a:lnTo>
                  <a:lnTo>
                    <a:pt x="333787" y="153908"/>
                  </a:lnTo>
                  <a:lnTo>
                    <a:pt x="333283" y="148628"/>
                  </a:lnTo>
                  <a:lnTo>
                    <a:pt x="332611" y="143366"/>
                  </a:lnTo>
                  <a:lnTo>
                    <a:pt x="331772" y="138129"/>
                  </a:lnTo>
                  <a:lnTo>
                    <a:pt x="330768" y="132920"/>
                  </a:lnTo>
                  <a:lnTo>
                    <a:pt x="329599" y="127746"/>
                  </a:lnTo>
                  <a:lnTo>
                    <a:pt x="328267" y="122612"/>
                  </a:lnTo>
                  <a:lnTo>
                    <a:pt x="326772" y="117523"/>
                  </a:lnTo>
                  <a:lnTo>
                    <a:pt x="325117" y="112483"/>
                  </a:lnTo>
                  <a:lnTo>
                    <a:pt x="323302" y="107499"/>
                  </a:lnTo>
                  <a:lnTo>
                    <a:pt x="321331" y="102575"/>
                  </a:lnTo>
                  <a:lnTo>
                    <a:pt x="319204" y="97716"/>
                  </a:lnTo>
                  <a:lnTo>
                    <a:pt x="316924" y="92926"/>
                  </a:lnTo>
                  <a:lnTo>
                    <a:pt x="314493" y="88212"/>
                  </a:lnTo>
                  <a:lnTo>
                    <a:pt x="311914" y="83577"/>
                  </a:lnTo>
                  <a:lnTo>
                    <a:pt x="309189" y="79026"/>
                  </a:lnTo>
                  <a:lnTo>
                    <a:pt x="306321" y="74564"/>
                  </a:lnTo>
                  <a:lnTo>
                    <a:pt x="303313" y="70195"/>
                  </a:lnTo>
                  <a:lnTo>
                    <a:pt x="300168" y="65923"/>
                  </a:lnTo>
                  <a:lnTo>
                    <a:pt x="296889" y="61754"/>
                  </a:lnTo>
                  <a:lnTo>
                    <a:pt x="293479" y="57691"/>
                  </a:lnTo>
                  <a:lnTo>
                    <a:pt x="289942" y="53738"/>
                  </a:lnTo>
                  <a:lnTo>
                    <a:pt x="286282" y="49899"/>
                  </a:lnTo>
                  <a:lnTo>
                    <a:pt x="282501" y="46178"/>
                  </a:lnTo>
                  <a:lnTo>
                    <a:pt x="278605" y="42579"/>
                  </a:lnTo>
                  <a:lnTo>
                    <a:pt x="274596" y="39106"/>
                  </a:lnTo>
                  <a:lnTo>
                    <a:pt x="270479" y="35761"/>
                  </a:lnTo>
                  <a:lnTo>
                    <a:pt x="266258" y="32549"/>
                  </a:lnTo>
                  <a:lnTo>
                    <a:pt x="261937" y="29473"/>
                  </a:lnTo>
                  <a:lnTo>
                    <a:pt x="257520" y="26534"/>
                  </a:lnTo>
                  <a:lnTo>
                    <a:pt x="253013" y="23738"/>
                  </a:lnTo>
                  <a:lnTo>
                    <a:pt x="248419" y="21086"/>
                  </a:lnTo>
                  <a:lnTo>
                    <a:pt x="243744" y="18581"/>
                  </a:lnTo>
                  <a:lnTo>
                    <a:pt x="238991" y="16226"/>
                  </a:lnTo>
                  <a:lnTo>
                    <a:pt x="234166" y="14022"/>
                  </a:lnTo>
                  <a:lnTo>
                    <a:pt x="229274" y="11973"/>
                  </a:lnTo>
                  <a:lnTo>
                    <a:pt x="224319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8" y="5357"/>
                  </a:lnTo>
                  <a:lnTo>
                    <a:pt x="203974" y="4106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76980" y="2126963"/>
              <a:ext cx="104307" cy="167167"/>
            </a:xfrm>
            <a:custGeom>
              <a:avLst/>
              <a:pathLst>
                <a:path w="104307" h="167167">
                  <a:moveTo>
                    <a:pt x="104307" y="0"/>
                  </a:moveTo>
                  <a:lnTo>
                    <a:pt x="98676" y="94"/>
                  </a:lnTo>
                  <a:lnTo>
                    <a:pt x="93051" y="379"/>
                  </a:lnTo>
                  <a:lnTo>
                    <a:pt x="87440" y="853"/>
                  </a:lnTo>
                  <a:lnTo>
                    <a:pt x="81847" y="1515"/>
                  </a:lnTo>
                  <a:lnTo>
                    <a:pt x="76280" y="2366"/>
                  </a:lnTo>
                  <a:lnTo>
                    <a:pt x="70745" y="3403"/>
                  </a:lnTo>
                  <a:lnTo>
                    <a:pt x="65247" y="4627"/>
                  </a:lnTo>
                  <a:lnTo>
                    <a:pt x="59795" y="6035"/>
                  </a:lnTo>
                  <a:lnTo>
                    <a:pt x="54392" y="7625"/>
                  </a:lnTo>
                  <a:lnTo>
                    <a:pt x="49047" y="9397"/>
                  </a:lnTo>
                  <a:lnTo>
                    <a:pt x="43764" y="11348"/>
                  </a:lnTo>
                  <a:lnTo>
                    <a:pt x="38549" y="13476"/>
                  </a:lnTo>
                  <a:lnTo>
                    <a:pt x="33410" y="15778"/>
                  </a:lnTo>
                  <a:lnTo>
                    <a:pt x="28350" y="18252"/>
                  </a:lnTo>
                  <a:lnTo>
                    <a:pt x="23377" y="20895"/>
                  </a:lnTo>
                  <a:lnTo>
                    <a:pt x="18496" y="23704"/>
                  </a:lnTo>
                  <a:lnTo>
                    <a:pt x="13713" y="26676"/>
                  </a:lnTo>
                  <a:lnTo>
                    <a:pt x="9032" y="29808"/>
                  </a:lnTo>
                  <a:lnTo>
                    <a:pt x="4459" y="33095"/>
                  </a:lnTo>
                  <a:lnTo>
                    <a:pt x="0" y="36534"/>
                  </a:lnTo>
                  <a:lnTo>
                    <a:pt x="1043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6980" y="2163498"/>
              <a:ext cx="104307" cy="130632"/>
            </a:xfrm>
            <a:custGeom>
              <a:avLst/>
              <a:pathLst>
                <a:path w="104307" h="130632">
                  <a:moveTo>
                    <a:pt x="0" y="0"/>
                  </a:moveTo>
                  <a:lnTo>
                    <a:pt x="104307" y="1306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14126" y="2127642"/>
              <a:ext cx="334319" cy="333653"/>
            </a:xfrm>
            <a:custGeom>
              <a:avLst/>
              <a:pathLst>
                <a:path w="334319" h="333653">
                  <a:moveTo>
                    <a:pt x="62853" y="35856"/>
                  </a:moveTo>
                  <a:lnTo>
                    <a:pt x="58763" y="39229"/>
                  </a:lnTo>
                  <a:lnTo>
                    <a:pt x="54781" y="42731"/>
                  </a:lnTo>
                  <a:lnTo>
                    <a:pt x="50913" y="46357"/>
                  </a:lnTo>
                  <a:lnTo>
                    <a:pt x="47161" y="50105"/>
                  </a:lnTo>
                  <a:lnTo>
                    <a:pt x="43531" y="53969"/>
                  </a:lnTo>
                  <a:lnTo>
                    <a:pt x="40024" y="57946"/>
                  </a:lnTo>
                  <a:lnTo>
                    <a:pt x="36646" y="62033"/>
                  </a:lnTo>
                  <a:lnTo>
                    <a:pt x="33399" y="66225"/>
                  </a:lnTo>
                  <a:lnTo>
                    <a:pt x="30286" y="70517"/>
                  </a:lnTo>
                  <a:lnTo>
                    <a:pt x="27312" y="74907"/>
                  </a:lnTo>
                  <a:lnTo>
                    <a:pt x="24477" y="79388"/>
                  </a:lnTo>
                  <a:lnTo>
                    <a:pt x="21787" y="83957"/>
                  </a:lnTo>
                  <a:lnTo>
                    <a:pt x="19243" y="88609"/>
                  </a:lnTo>
                  <a:lnTo>
                    <a:pt x="16847" y="93339"/>
                  </a:lnTo>
                  <a:lnTo>
                    <a:pt x="14603" y="98143"/>
                  </a:lnTo>
                  <a:lnTo>
                    <a:pt x="12512" y="103016"/>
                  </a:lnTo>
                  <a:lnTo>
                    <a:pt x="10577" y="107952"/>
                  </a:lnTo>
                  <a:lnTo>
                    <a:pt x="8799" y="112948"/>
                  </a:lnTo>
                  <a:lnTo>
                    <a:pt x="7181" y="117997"/>
                  </a:lnTo>
                  <a:lnTo>
                    <a:pt x="5723" y="123095"/>
                  </a:lnTo>
                  <a:lnTo>
                    <a:pt x="4428" y="128237"/>
                  </a:lnTo>
                  <a:lnTo>
                    <a:pt x="3297" y="133417"/>
                  </a:lnTo>
                  <a:lnTo>
                    <a:pt x="2331" y="138630"/>
                  </a:lnTo>
                  <a:lnTo>
                    <a:pt x="1530" y="143872"/>
                  </a:lnTo>
                  <a:lnTo>
                    <a:pt x="896" y="149136"/>
                  </a:lnTo>
                  <a:lnTo>
                    <a:pt x="429" y="154418"/>
                  </a:lnTo>
                  <a:lnTo>
                    <a:pt x="130" y="159712"/>
                  </a:lnTo>
                  <a:lnTo>
                    <a:pt x="0" y="165012"/>
                  </a:lnTo>
                  <a:lnTo>
                    <a:pt x="37" y="170315"/>
                  </a:lnTo>
                  <a:lnTo>
                    <a:pt x="242" y="175613"/>
                  </a:lnTo>
                  <a:lnTo>
                    <a:pt x="616" y="180902"/>
                  </a:lnTo>
                  <a:lnTo>
                    <a:pt x="1156" y="186177"/>
                  </a:lnTo>
                  <a:lnTo>
                    <a:pt x="1864" y="191431"/>
                  </a:lnTo>
                  <a:lnTo>
                    <a:pt x="2739" y="196661"/>
                  </a:lnTo>
                  <a:lnTo>
                    <a:pt x="3778" y="201861"/>
                  </a:lnTo>
                  <a:lnTo>
                    <a:pt x="4982" y="207024"/>
                  </a:lnTo>
                  <a:lnTo>
                    <a:pt x="6349" y="212147"/>
                  </a:lnTo>
                  <a:lnTo>
                    <a:pt x="7878" y="217224"/>
                  </a:lnTo>
                  <a:lnTo>
                    <a:pt x="9567" y="222250"/>
                  </a:lnTo>
                  <a:lnTo>
                    <a:pt x="11415" y="227220"/>
                  </a:lnTo>
                  <a:lnTo>
                    <a:pt x="13420" y="232129"/>
                  </a:lnTo>
                  <a:lnTo>
                    <a:pt x="15579" y="236972"/>
                  </a:lnTo>
                  <a:lnTo>
                    <a:pt x="17890" y="241744"/>
                  </a:lnTo>
                  <a:lnTo>
                    <a:pt x="20352" y="246440"/>
                  </a:lnTo>
                  <a:lnTo>
                    <a:pt x="22962" y="251056"/>
                  </a:lnTo>
                  <a:lnTo>
                    <a:pt x="25716" y="255586"/>
                  </a:lnTo>
                  <a:lnTo>
                    <a:pt x="28613" y="260027"/>
                  </a:lnTo>
                  <a:lnTo>
                    <a:pt x="31649" y="264374"/>
                  </a:lnTo>
                  <a:lnTo>
                    <a:pt x="34822" y="268623"/>
                  </a:lnTo>
                  <a:lnTo>
                    <a:pt x="38127" y="272768"/>
                  </a:lnTo>
                  <a:lnTo>
                    <a:pt x="41563" y="276807"/>
                  </a:lnTo>
                  <a:lnTo>
                    <a:pt x="45125" y="280735"/>
                  </a:lnTo>
                  <a:lnTo>
                    <a:pt x="48810" y="284548"/>
                  </a:lnTo>
                  <a:lnTo>
                    <a:pt x="52613" y="288242"/>
                  </a:lnTo>
                  <a:lnTo>
                    <a:pt x="56532" y="291813"/>
                  </a:lnTo>
                  <a:lnTo>
                    <a:pt x="60562" y="295259"/>
                  </a:lnTo>
                  <a:lnTo>
                    <a:pt x="64700" y="298575"/>
                  </a:lnTo>
                  <a:lnTo>
                    <a:pt x="68941" y="301758"/>
                  </a:lnTo>
                  <a:lnTo>
                    <a:pt x="73280" y="304805"/>
                  </a:lnTo>
                  <a:lnTo>
                    <a:pt x="77714" y="307713"/>
                  </a:lnTo>
                  <a:lnTo>
                    <a:pt x="82238" y="310478"/>
                  </a:lnTo>
                  <a:lnTo>
                    <a:pt x="86847" y="313099"/>
                  </a:lnTo>
                  <a:lnTo>
                    <a:pt x="91537" y="315573"/>
                  </a:lnTo>
                  <a:lnTo>
                    <a:pt x="96303" y="317896"/>
                  </a:lnTo>
                  <a:lnTo>
                    <a:pt x="101141" y="320067"/>
                  </a:lnTo>
                  <a:lnTo>
                    <a:pt x="106045" y="322083"/>
                  </a:lnTo>
                  <a:lnTo>
                    <a:pt x="111010" y="323943"/>
                  </a:lnTo>
                  <a:lnTo>
                    <a:pt x="116032" y="325645"/>
                  </a:lnTo>
                  <a:lnTo>
                    <a:pt x="121105" y="327186"/>
                  </a:lnTo>
                  <a:lnTo>
                    <a:pt x="126225" y="328566"/>
                  </a:lnTo>
                  <a:lnTo>
                    <a:pt x="131385" y="329783"/>
                  </a:lnTo>
                  <a:lnTo>
                    <a:pt x="136582" y="330835"/>
                  </a:lnTo>
                  <a:lnTo>
                    <a:pt x="141810" y="331723"/>
                  </a:lnTo>
                  <a:lnTo>
                    <a:pt x="147063" y="332443"/>
                  </a:lnTo>
                  <a:lnTo>
                    <a:pt x="152336" y="332997"/>
                  </a:lnTo>
                  <a:lnTo>
                    <a:pt x="157624" y="333384"/>
                  </a:lnTo>
                  <a:lnTo>
                    <a:pt x="162922" y="333602"/>
                  </a:lnTo>
                  <a:lnTo>
                    <a:pt x="168224" y="333653"/>
                  </a:lnTo>
                  <a:lnTo>
                    <a:pt x="173525" y="333535"/>
                  </a:lnTo>
                  <a:lnTo>
                    <a:pt x="178820" y="333249"/>
                  </a:lnTo>
                  <a:lnTo>
                    <a:pt x="184103" y="332795"/>
                  </a:lnTo>
                  <a:lnTo>
                    <a:pt x="189368" y="332174"/>
                  </a:lnTo>
                  <a:lnTo>
                    <a:pt x="194612" y="331387"/>
                  </a:lnTo>
                  <a:lnTo>
                    <a:pt x="199828" y="330433"/>
                  </a:lnTo>
                  <a:lnTo>
                    <a:pt x="205011" y="329314"/>
                  </a:lnTo>
                  <a:lnTo>
                    <a:pt x="210156" y="328032"/>
                  </a:lnTo>
                  <a:lnTo>
                    <a:pt x="215257" y="326587"/>
                  </a:lnTo>
                  <a:lnTo>
                    <a:pt x="220311" y="324981"/>
                  </a:lnTo>
                  <a:lnTo>
                    <a:pt x="225310" y="323216"/>
                  </a:lnTo>
                  <a:lnTo>
                    <a:pt x="230252" y="321293"/>
                  </a:lnTo>
                  <a:lnTo>
                    <a:pt x="235129" y="319214"/>
                  </a:lnTo>
                  <a:lnTo>
                    <a:pt x="239939" y="316982"/>
                  </a:lnTo>
                  <a:lnTo>
                    <a:pt x="244675" y="314598"/>
                  </a:lnTo>
                  <a:lnTo>
                    <a:pt x="249333" y="312065"/>
                  </a:lnTo>
                  <a:lnTo>
                    <a:pt x="253909" y="309386"/>
                  </a:lnTo>
                  <a:lnTo>
                    <a:pt x="258397" y="306563"/>
                  </a:lnTo>
                  <a:lnTo>
                    <a:pt x="262794" y="303599"/>
                  </a:lnTo>
                  <a:lnTo>
                    <a:pt x="267094" y="300497"/>
                  </a:lnTo>
                  <a:lnTo>
                    <a:pt x="271294" y="297260"/>
                  </a:lnTo>
                  <a:lnTo>
                    <a:pt x="275389" y="293892"/>
                  </a:lnTo>
                  <a:lnTo>
                    <a:pt x="279375" y="290395"/>
                  </a:lnTo>
                  <a:lnTo>
                    <a:pt x="283248" y="286774"/>
                  </a:lnTo>
                  <a:lnTo>
                    <a:pt x="287004" y="283032"/>
                  </a:lnTo>
                  <a:lnTo>
                    <a:pt x="290640" y="279173"/>
                  </a:lnTo>
                  <a:lnTo>
                    <a:pt x="294152" y="275200"/>
                  </a:lnTo>
                  <a:lnTo>
                    <a:pt x="297536" y="271118"/>
                  </a:lnTo>
                  <a:lnTo>
                    <a:pt x="300788" y="266930"/>
                  </a:lnTo>
                  <a:lnTo>
                    <a:pt x="303907" y="262642"/>
                  </a:lnTo>
                  <a:lnTo>
                    <a:pt x="306887" y="258257"/>
                  </a:lnTo>
                  <a:lnTo>
                    <a:pt x="309727" y="253779"/>
                  </a:lnTo>
                  <a:lnTo>
                    <a:pt x="312424" y="249214"/>
                  </a:lnTo>
                  <a:lnTo>
                    <a:pt x="314974" y="244565"/>
                  </a:lnTo>
                  <a:lnTo>
                    <a:pt x="317376" y="239838"/>
                  </a:lnTo>
                  <a:lnTo>
                    <a:pt x="319627" y="235037"/>
                  </a:lnTo>
                  <a:lnTo>
                    <a:pt x="321724" y="230167"/>
                  </a:lnTo>
                  <a:lnTo>
                    <a:pt x="323666" y="225233"/>
                  </a:lnTo>
                  <a:lnTo>
                    <a:pt x="325450" y="220240"/>
                  </a:lnTo>
                  <a:lnTo>
                    <a:pt x="327075" y="215193"/>
                  </a:lnTo>
                  <a:lnTo>
                    <a:pt x="328540" y="210097"/>
                  </a:lnTo>
                  <a:lnTo>
                    <a:pt x="329841" y="204957"/>
                  </a:lnTo>
                  <a:lnTo>
                    <a:pt x="330980" y="199778"/>
                  </a:lnTo>
                  <a:lnTo>
                    <a:pt x="331953" y="194566"/>
                  </a:lnTo>
                  <a:lnTo>
                    <a:pt x="332761" y="189326"/>
                  </a:lnTo>
                  <a:lnTo>
                    <a:pt x="333402" y="184062"/>
                  </a:lnTo>
                  <a:lnTo>
                    <a:pt x="333875" y="178781"/>
                  </a:lnTo>
                  <a:lnTo>
                    <a:pt x="334181" y="173488"/>
                  </a:lnTo>
                  <a:lnTo>
                    <a:pt x="334319" y="168187"/>
                  </a:lnTo>
                  <a:lnTo>
                    <a:pt x="334289" y="162885"/>
                  </a:lnTo>
                  <a:lnTo>
                    <a:pt x="334091" y="157586"/>
                  </a:lnTo>
                  <a:lnTo>
                    <a:pt x="333724" y="152297"/>
                  </a:lnTo>
                  <a:lnTo>
                    <a:pt x="333191" y="147021"/>
                  </a:lnTo>
                  <a:lnTo>
                    <a:pt x="332490" y="141766"/>
                  </a:lnTo>
                  <a:lnTo>
                    <a:pt x="331622" y="136535"/>
                  </a:lnTo>
                  <a:lnTo>
                    <a:pt x="330590" y="131334"/>
                  </a:lnTo>
                  <a:lnTo>
                    <a:pt x="329393" y="126169"/>
                  </a:lnTo>
                  <a:lnTo>
                    <a:pt x="328032" y="121044"/>
                  </a:lnTo>
                  <a:lnTo>
                    <a:pt x="326510" y="115965"/>
                  </a:lnTo>
                  <a:lnTo>
                    <a:pt x="324828" y="110936"/>
                  </a:lnTo>
                  <a:lnTo>
                    <a:pt x="322986" y="105964"/>
                  </a:lnTo>
                  <a:lnTo>
                    <a:pt x="320989" y="101053"/>
                  </a:lnTo>
                  <a:lnTo>
                    <a:pt x="318836" y="96207"/>
                  </a:lnTo>
                  <a:lnTo>
                    <a:pt x="316531" y="91432"/>
                  </a:lnTo>
                  <a:lnTo>
                    <a:pt x="314075" y="86732"/>
                  </a:lnTo>
                  <a:lnTo>
                    <a:pt x="311472" y="82113"/>
                  </a:lnTo>
                  <a:lnTo>
                    <a:pt x="308723" y="77579"/>
                  </a:lnTo>
                  <a:lnTo>
                    <a:pt x="305832" y="73134"/>
                  </a:lnTo>
                  <a:lnTo>
                    <a:pt x="302802" y="68783"/>
                  </a:lnTo>
                  <a:lnTo>
                    <a:pt x="299635" y="64530"/>
                  </a:lnTo>
                  <a:lnTo>
                    <a:pt x="296335" y="60380"/>
                  </a:lnTo>
                  <a:lnTo>
                    <a:pt x="292905" y="56337"/>
                  </a:lnTo>
                  <a:lnTo>
                    <a:pt x="289348" y="52405"/>
                  </a:lnTo>
                  <a:lnTo>
                    <a:pt x="285668" y="48587"/>
                  </a:lnTo>
                  <a:lnTo>
                    <a:pt x="281870" y="44888"/>
                  </a:lnTo>
                  <a:lnTo>
                    <a:pt x="277955" y="41311"/>
                  </a:lnTo>
                  <a:lnTo>
                    <a:pt x="273930" y="37860"/>
                  </a:lnTo>
                  <a:lnTo>
                    <a:pt x="269797" y="34539"/>
                  </a:lnTo>
                  <a:lnTo>
                    <a:pt x="265560" y="31350"/>
                  </a:lnTo>
                  <a:lnTo>
                    <a:pt x="261225" y="28297"/>
                  </a:lnTo>
                  <a:lnTo>
                    <a:pt x="256795" y="25384"/>
                  </a:lnTo>
                  <a:lnTo>
                    <a:pt x="252275" y="22612"/>
                  </a:lnTo>
                  <a:lnTo>
                    <a:pt x="247669" y="19985"/>
                  </a:lnTo>
                  <a:lnTo>
                    <a:pt x="242982" y="17505"/>
                  </a:lnTo>
                  <a:lnTo>
                    <a:pt x="238219" y="15176"/>
                  </a:lnTo>
                  <a:lnTo>
                    <a:pt x="233385" y="12998"/>
                  </a:lnTo>
                  <a:lnTo>
                    <a:pt x="228484" y="10975"/>
                  </a:lnTo>
                  <a:lnTo>
                    <a:pt x="223521" y="9108"/>
                  </a:lnTo>
                  <a:lnTo>
                    <a:pt x="218501" y="7400"/>
                  </a:lnTo>
                  <a:lnTo>
                    <a:pt x="213430" y="5852"/>
                  </a:lnTo>
                  <a:lnTo>
                    <a:pt x="208312" y="4465"/>
                  </a:lnTo>
                  <a:lnTo>
                    <a:pt x="203153" y="3242"/>
                  </a:lnTo>
                  <a:lnTo>
                    <a:pt x="197957" y="2182"/>
                  </a:lnTo>
                  <a:lnTo>
                    <a:pt x="192731" y="1288"/>
                  </a:lnTo>
                  <a:lnTo>
                    <a:pt x="187479" y="560"/>
                  </a:lnTo>
                  <a:lnTo>
                    <a:pt x="182206" y="0"/>
                  </a:lnTo>
                  <a:lnTo>
                    <a:pt x="167160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15046" cy="167167"/>
            </a:xfrm>
            <a:custGeom>
              <a:avLst/>
              <a:pathLst>
                <a:path w="15046" h="167167">
                  <a:moveTo>
                    <a:pt x="15046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23601" y="2633064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4" y="757"/>
                  </a:lnTo>
                  <a:lnTo>
                    <a:pt x="145981" y="1345"/>
                  </a:lnTo>
                  <a:lnTo>
                    <a:pt x="140730" y="2100"/>
                  </a:lnTo>
                  <a:lnTo>
                    <a:pt x="135505" y="3021"/>
                  </a:lnTo>
                  <a:lnTo>
                    <a:pt x="130312" y="4108"/>
                  </a:lnTo>
                  <a:lnTo>
                    <a:pt x="125157" y="5359"/>
                  </a:lnTo>
                  <a:lnTo>
                    <a:pt x="120043" y="6773"/>
                  </a:lnTo>
                  <a:lnTo>
                    <a:pt x="114977" y="8348"/>
                  </a:lnTo>
                  <a:lnTo>
                    <a:pt x="109964" y="10084"/>
                  </a:lnTo>
                  <a:lnTo>
                    <a:pt x="105008" y="11978"/>
                  </a:lnTo>
                  <a:lnTo>
                    <a:pt x="100114" y="14028"/>
                  </a:lnTo>
                  <a:lnTo>
                    <a:pt x="95289" y="16232"/>
                  </a:lnTo>
                  <a:lnTo>
                    <a:pt x="90535" y="18588"/>
                  </a:lnTo>
                  <a:lnTo>
                    <a:pt x="85859" y="21094"/>
                  </a:lnTo>
                  <a:lnTo>
                    <a:pt x="81265" y="23747"/>
                  </a:lnTo>
                  <a:lnTo>
                    <a:pt x="76757" y="26545"/>
                  </a:lnTo>
                  <a:lnTo>
                    <a:pt x="72340" y="29484"/>
                  </a:lnTo>
                  <a:lnTo>
                    <a:pt x="68019" y="32562"/>
                  </a:lnTo>
                  <a:lnTo>
                    <a:pt x="63797" y="35775"/>
                  </a:lnTo>
                  <a:lnTo>
                    <a:pt x="59680" y="39121"/>
                  </a:lnTo>
                  <a:lnTo>
                    <a:pt x="55671" y="42595"/>
                  </a:lnTo>
                  <a:lnTo>
                    <a:pt x="51774" y="46196"/>
                  </a:lnTo>
                  <a:lnTo>
                    <a:pt x="47993" y="49918"/>
                  </a:lnTo>
                  <a:lnTo>
                    <a:pt x="44333" y="53758"/>
                  </a:lnTo>
                  <a:lnTo>
                    <a:pt x="40796" y="57712"/>
                  </a:lnTo>
                  <a:lnTo>
                    <a:pt x="37386" y="61777"/>
                  </a:lnTo>
                  <a:lnTo>
                    <a:pt x="34107" y="65947"/>
                  </a:lnTo>
                  <a:lnTo>
                    <a:pt x="30962" y="70220"/>
                  </a:lnTo>
                  <a:lnTo>
                    <a:pt x="27954" y="74590"/>
                  </a:lnTo>
                  <a:lnTo>
                    <a:pt x="25087" y="79054"/>
                  </a:lnTo>
                  <a:lnTo>
                    <a:pt x="22362" y="83606"/>
                  </a:lnTo>
                  <a:lnTo>
                    <a:pt x="19783" y="88243"/>
                  </a:lnTo>
                  <a:lnTo>
                    <a:pt x="17353" y="92959"/>
                  </a:lnTo>
                  <a:lnTo>
                    <a:pt x="15074" y="97749"/>
                  </a:lnTo>
                  <a:lnTo>
                    <a:pt x="12947" y="102610"/>
                  </a:lnTo>
                  <a:lnTo>
                    <a:pt x="10976" y="107536"/>
                  </a:lnTo>
                  <a:lnTo>
                    <a:pt x="9163" y="112522"/>
                  </a:lnTo>
                  <a:lnTo>
                    <a:pt x="7508" y="117562"/>
                  </a:lnTo>
                  <a:lnTo>
                    <a:pt x="6015" y="122653"/>
                  </a:lnTo>
                  <a:lnTo>
                    <a:pt x="4683" y="127789"/>
                  </a:lnTo>
                  <a:lnTo>
                    <a:pt x="3516" y="132964"/>
                  </a:lnTo>
                  <a:lnTo>
                    <a:pt x="2513" y="138174"/>
                  </a:lnTo>
                  <a:lnTo>
                    <a:pt x="1675" y="143412"/>
                  </a:lnTo>
                  <a:lnTo>
                    <a:pt x="1005" y="148675"/>
                  </a:lnTo>
                  <a:lnTo>
                    <a:pt x="502" y="153957"/>
                  </a:lnTo>
                  <a:lnTo>
                    <a:pt x="167" y="159251"/>
                  </a:lnTo>
                  <a:lnTo>
                    <a:pt x="0" y="164554"/>
                  </a:lnTo>
                  <a:lnTo>
                    <a:pt x="1" y="169859"/>
                  </a:lnTo>
                  <a:lnTo>
                    <a:pt x="170" y="175162"/>
                  </a:lnTo>
                  <a:lnTo>
                    <a:pt x="508" y="180457"/>
                  </a:lnTo>
                  <a:lnTo>
                    <a:pt x="1014" y="185738"/>
                  </a:lnTo>
                  <a:lnTo>
                    <a:pt x="1687" y="191000"/>
                  </a:lnTo>
                  <a:lnTo>
                    <a:pt x="2526" y="196239"/>
                  </a:lnTo>
                  <a:lnTo>
                    <a:pt x="3532" y="201448"/>
                  </a:lnTo>
                  <a:lnTo>
                    <a:pt x="4702" y="206623"/>
                  </a:lnTo>
                  <a:lnTo>
                    <a:pt x="6036" y="211758"/>
                  </a:lnTo>
                  <a:lnTo>
                    <a:pt x="7532" y="216848"/>
                  </a:lnTo>
                  <a:lnTo>
                    <a:pt x="9189" y="221888"/>
                  </a:lnTo>
                  <a:lnTo>
                    <a:pt x="11005" y="226873"/>
                  </a:lnTo>
                  <a:lnTo>
                    <a:pt x="12978" y="231797"/>
                  </a:lnTo>
                  <a:lnTo>
                    <a:pt x="15107" y="236657"/>
                  </a:lnTo>
                  <a:lnTo>
                    <a:pt x="17388" y="241447"/>
                  </a:lnTo>
                  <a:lnTo>
                    <a:pt x="19821" y="246161"/>
                  </a:lnTo>
                  <a:lnTo>
                    <a:pt x="22402" y="250797"/>
                  </a:lnTo>
                  <a:lnTo>
                    <a:pt x="25129" y="255348"/>
                  </a:lnTo>
                  <a:lnTo>
                    <a:pt x="27998" y="259810"/>
                  </a:lnTo>
                  <a:lnTo>
                    <a:pt x="31008" y="264179"/>
                  </a:lnTo>
                  <a:lnTo>
                    <a:pt x="34155" y="268450"/>
                  </a:lnTo>
                  <a:lnTo>
                    <a:pt x="37436" y="272619"/>
                  </a:lnTo>
                  <a:lnTo>
                    <a:pt x="40848" y="276682"/>
                  </a:lnTo>
                  <a:lnTo>
                    <a:pt x="44387" y="280635"/>
                  </a:lnTo>
                  <a:lnTo>
                    <a:pt x="48049" y="284473"/>
                  </a:lnTo>
                  <a:lnTo>
                    <a:pt x="51831" y="288193"/>
                  </a:lnTo>
                  <a:lnTo>
                    <a:pt x="55730" y="291792"/>
                  </a:lnTo>
                  <a:lnTo>
                    <a:pt x="59741" y="295264"/>
                  </a:lnTo>
                  <a:lnTo>
                    <a:pt x="63860" y="298608"/>
                  </a:lnTo>
                  <a:lnTo>
                    <a:pt x="68083" y="301820"/>
                  </a:lnTo>
                  <a:lnTo>
                    <a:pt x="72406" y="304895"/>
                  </a:lnTo>
                  <a:lnTo>
                    <a:pt x="76824" y="307832"/>
                  </a:lnTo>
                  <a:lnTo>
                    <a:pt x="81333" y="310628"/>
                  </a:lnTo>
                  <a:lnTo>
                    <a:pt x="85929" y="313279"/>
                  </a:lnTo>
                  <a:lnTo>
                    <a:pt x="90606" y="315782"/>
                  </a:lnTo>
                  <a:lnTo>
                    <a:pt x="95361" y="318136"/>
                  </a:lnTo>
                  <a:lnTo>
                    <a:pt x="100187" y="320338"/>
                  </a:lnTo>
                  <a:lnTo>
                    <a:pt x="105082" y="322386"/>
                  </a:lnTo>
                  <a:lnTo>
                    <a:pt x="110038" y="324277"/>
                  </a:lnTo>
                  <a:lnTo>
                    <a:pt x="115053" y="326010"/>
                  </a:lnTo>
                  <a:lnTo>
                    <a:pt x="120120" y="327583"/>
                  </a:lnTo>
                  <a:lnTo>
                    <a:pt x="125234" y="328995"/>
                  </a:lnTo>
                  <a:lnTo>
                    <a:pt x="130390" y="330243"/>
                  </a:lnTo>
                  <a:lnTo>
                    <a:pt x="135583" y="331328"/>
                  </a:lnTo>
                  <a:lnTo>
                    <a:pt x="140809" y="332247"/>
                  </a:lnTo>
                  <a:lnTo>
                    <a:pt x="146060" y="332999"/>
                  </a:lnTo>
                  <a:lnTo>
                    <a:pt x="151333" y="333585"/>
                  </a:lnTo>
                  <a:lnTo>
                    <a:pt x="156622" y="334003"/>
                  </a:lnTo>
                  <a:lnTo>
                    <a:pt x="161922" y="334253"/>
                  </a:lnTo>
                  <a:lnTo>
                    <a:pt x="167226" y="334334"/>
                  </a:lnTo>
                  <a:lnTo>
                    <a:pt x="172531" y="334248"/>
                  </a:lnTo>
                  <a:lnTo>
                    <a:pt x="177830" y="333993"/>
                  </a:lnTo>
                  <a:lnTo>
                    <a:pt x="183119" y="333570"/>
                  </a:lnTo>
                  <a:lnTo>
                    <a:pt x="188391" y="332979"/>
                  </a:lnTo>
                  <a:lnTo>
                    <a:pt x="193642" y="332221"/>
                  </a:lnTo>
                  <a:lnTo>
                    <a:pt x="198866" y="331297"/>
                  </a:lnTo>
                  <a:lnTo>
                    <a:pt x="204059" y="330208"/>
                  </a:lnTo>
                  <a:lnTo>
                    <a:pt x="209214" y="328955"/>
                  </a:lnTo>
                  <a:lnTo>
                    <a:pt x="214326" y="327538"/>
                  </a:lnTo>
                  <a:lnTo>
                    <a:pt x="219392" y="325960"/>
                  </a:lnTo>
                  <a:lnTo>
                    <a:pt x="224404" y="324223"/>
                  </a:lnTo>
                  <a:lnTo>
                    <a:pt x="229359" y="322327"/>
                  </a:lnTo>
                  <a:lnTo>
                    <a:pt x="234252" y="320274"/>
                  </a:lnTo>
                  <a:lnTo>
                    <a:pt x="239076" y="318068"/>
                  </a:lnTo>
                  <a:lnTo>
                    <a:pt x="243829" y="315709"/>
                  </a:lnTo>
                  <a:lnTo>
                    <a:pt x="248504" y="313201"/>
                  </a:lnTo>
                  <a:lnTo>
                    <a:pt x="253097" y="310546"/>
                  </a:lnTo>
                  <a:lnTo>
                    <a:pt x="257603" y="307746"/>
                  </a:lnTo>
                  <a:lnTo>
                    <a:pt x="262019" y="304805"/>
                  </a:lnTo>
                  <a:lnTo>
                    <a:pt x="266339" y="301725"/>
                  </a:lnTo>
                  <a:lnTo>
                    <a:pt x="270559" y="298510"/>
                  </a:lnTo>
                  <a:lnTo>
                    <a:pt x="274674" y="295162"/>
                  </a:lnTo>
                  <a:lnTo>
                    <a:pt x="278682" y="291685"/>
                  </a:lnTo>
                  <a:lnTo>
                    <a:pt x="282577" y="288083"/>
                  </a:lnTo>
                  <a:lnTo>
                    <a:pt x="286356" y="284360"/>
                  </a:lnTo>
                  <a:lnTo>
                    <a:pt x="290015" y="280518"/>
                  </a:lnTo>
                  <a:lnTo>
                    <a:pt x="293550" y="276562"/>
                  </a:lnTo>
                  <a:lnTo>
                    <a:pt x="296957" y="272495"/>
                  </a:lnTo>
                  <a:lnTo>
                    <a:pt x="300234" y="268323"/>
                  </a:lnTo>
                  <a:lnTo>
                    <a:pt x="303377" y="264049"/>
                  </a:lnTo>
                  <a:lnTo>
                    <a:pt x="306383" y="259677"/>
                  </a:lnTo>
                  <a:lnTo>
                    <a:pt x="309249" y="255212"/>
                  </a:lnTo>
                  <a:lnTo>
                    <a:pt x="311971" y="250659"/>
                  </a:lnTo>
                  <a:lnTo>
                    <a:pt x="314547" y="246021"/>
                  </a:lnTo>
                  <a:lnTo>
                    <a:pt x="316975" y="241304"/>
                  </a:lnTo>
                  <a:lnTo>
                    <a:pt x="319253" y="236512"/>
                  </a:lnTo>
                  <a:lnTo>
                    <a:pt x="321376" y="231650"/>
                  </a:lnTo>
                  <a:lnTo>
                    <a:pt x="323345" y="226724"/>
                  </a:lnTo>
                  <a:lnTo>
                    <a:pt x="325156" y="221737"/>
                  </a:lnTo>
                  <a:lnTo>
                    <a:pt x="326808" y="216695"/>
                  </a:lnTo>
                  <a:lnTo>
                    <a:pt x="328300" y="211604"/>
                  </a:lnTo>
                  <a:lnTo>
                    <a:pt x="329629" y="206468"/>
                  </a:lnTo>
                  <a:lnTo>
                    <a:pt x="330794" y="201292"/>
                  </a:lnTo>
                  <a:lnTo>
                    <a:pt x="331794" y="196082"/>
                  </a:lnTo>
                  <a:lnTo>
                    <a:pt x="332629" y="190843"/>
                  </a:lnTo>
                  <a:lnTo>
                    <a:pt x="333297" y="185579"/>
                  </a:lnTo>
                  <a:lnTo>
                    <a:pt x="333797" y="180298"/>
                  </a:lnTo>
                  <a:lnTo>
                    <a:pt x="334130" y="175003"/>
                  </a:lnTo>
                  <a:lnTo>
                    <a:pt x="334295" y="169700"/>
                  </a:lnTo>
                  <a:lnTo>
                    <a:pt x="334291" y="164395"/>
                  </a:lnTo>
                  <a:lnTo>
                    <a:pt x="334119" y="159092"/>
                  </a:lnTo>
                  <a:lnTo>
                    <a:pt x="333779" y="153798"/>
                  </a:lnTo>
                  <a:lnTo>
                    <a:pt x="333270" y="148517"/>
                  </a:lnTo>
                  <a:lnTo>
                    <a:pt x="332595" y="143255"/>
                  </a:lnTo>
                  <a:lnTo>
                    <a:pt x="331753" y="138017"/>
                  </a:lnTo>
                  <a:lnTo>
                    <a:pt x="330745" y="132808"/>
                  </a:lnTo>
                  <a:lnTo>
                    <a:pt x="329572" y="127634"/>
                  </a:lnTo>
                  <a:lnTo>
                    <a:pt x="328236" y="122499"/>
                  </a:lnTo>
                  <a:lnTo>
                    <a:pt x="326737" y="117410"/>
                  </a:lnTo>
                  <a:lnTo>
                    <a:pt x="325078" y="112371"/>
                  </a:lnTo>
                  <a:lnTo>
                    <a:pt x="323260" y="107387"/>
                  </a:lnTo>
                  <a:lnTo>
                    <a:pt x="321284" y="102463"/>
                  </a:lnTo>
                  <a:lnTo>
                    <a:pt x="319153" y="9760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0669"/>
              <a:ext cx="152006" cy="69562"/>
            </a:xfrm>
            <a:custGeom>
              <a:avLst/>
              <a:pathLst>
                <a:path w="152006" h="69562">
                  <a:moveTo>
                    <a:pt x="152006" y="0"/>
                  </a:moveTo>
                  <a:lnTo>
                    <a:pt x="0" y="69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9330"/>
              <a:ext cx="152006" cy="160900"/>
            </a:xfrm>
            <a:custGeom>
              <a:avLst/>
              <a:pathLst>
                <a:path w="152006" h="160900">
                  <a:moveTo>
                    <a:pt x="152006" y="91338"/>
                  </a:moveTo>
                  <a:lnTo>
                    <a:pt x="149603" y="86309"/>
                  </a:lnTo>
                  <a:lnTo>
                    <a:pt x="147033" y="81363"/>
                  </a:lnTo>
                  <a:lnTo>
                    <a:pt x="144299" y="76506"/>
                  </a:lnTo>
                  <a:lnTo>
                    <a:pt x="141406" y="71742"/>
                  </a:lnTo>
                  <a:lnTo>
                    <a:pt x="138355" y="67077"/>
                  </a:lnTo>
                  <a:lnTo>
                    <a:pt x="135150" y="62517"/>
                  </a:lnTo>
                  <a:lnTo>
                    <a:pt x="131795" y="58066"/>
                  </a:lnTo>
                  <a:lnTo>
                    <a:pt x="128293" y="53729"/>
                  </a:lnTo>
                  <a:lnTo>
                    <a:pt x="124649" y="49512"/>
                  </a:lnTo>
                  <a:lnTo>
                    <a:pt x="120866" y="45418"/>
                  </a:lnTo>
                  <a:lnTo>
                    <a:pt x="116949" y="41453"/>
                  </a:lnTo>
                  <a:lnTo>
                    <a:pt x="112902" y="37621"/>
                  </a:lnTo>
                  <a:lnTo>
                    <a:pt x="108730" y="33925"/>
                  </a:lnTo>
                  <a:lnTo>
                    <a:pt x="104436" y="30371"/>
                  </a:lnTo>
                  <a:lnTo>
                    <a:pt x="100027" y="26962"/>
                  </a:lnTo>
                  <a:lnTo>
                    <a:pt x="95506" y="23702"/>
                  </a:lnTo>
                  <a:lnTo>
                    <a:pt x="90879" y="20594"/>
                  </a:lnTo>
                  <a:lnTo>
                    <a:pt x="86151" y="17642"/>
                  </a:lnTo>
                  <a:lnTo>
                    <a:pt x="81327" y="14850"/>
                  </a:lnTo>
                  <a:lnTo>
                    <a:pt x="76413" y="12220"/>
                  </a:lnTo>
                  <a:lnTo>
                    <a:pt x="71414" y="9755"/>
                  </a:lnTo>
                  <a:lnTo>
                    <a:pt x="66335" y="7458"/>
                  </a:lnTo>
                  <a:lnTo>
                    <a:pt x="61183" y="5332"/>
                  </a:lnTo>
                  <a:lnTo>
                    <a:pt x="55962" y="3379"/>
                  </a:lnTo>
                  <a:lnTo>
                    <a:pt x="50680" y="1601"/>
                  </a:lnTo>
                  <a:lnTo>
                    <a:pt x="45341" y="0"/>
                  </a:lnTo>
                  <a:lnTo>
                    <a:pt x="0" y="160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45341" cy="167167"/>
            </a:xfrm>
            <a:custGeom>
              <a:avLst/>
              <a:pathLst>
                <a:path w="45341" h="167167">
                  <a:moveTo>
                    <a:pt x="45341" y="6266"/>
                  </a:moveTo>
                  <a:lnTo>
                    <a:pt x="38994" y="4611"/>
                  </a:lnTo>
                  <a:lnTo>
                    <a:pt x="32587" y="3207"/>
                  </a:lnTo>
                  <a:lnTo>
                    <a:pt x="26130" y="2054"/>
                  </a:lnTo>
                  <a:lnTo>
                    <a:pt x="19633" y="1156"/>
                  </a:lnTo>
                  <a:lnTo>
                    <a:pt x="13105" y="514"/>
                  </a:lnTo>
                  <a:lnTo>
                    <a:pt x="6557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1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7" y="6778"/>
                  </a:lnTo>
                  <a:lnTo>
                    <a:pt x="114960" y="8355"/>
                  </a:lnTo>
                  <a:lnTo>
                    <a:pt x="109944" y="10091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3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6" y="35801"/>
                  </a:lnTo>
                  <a:lnTo>
                    <a:pt x="59648" y="39149"/>
                  </a:lnTo>
                  <a:lnTo>
                    <a:pt x="55638" y="42626"/>
                  </a:lnTo>
                  <a:lnTo>
                    <a:pt x="51741" y="46229"/>
                  </a:lnTo>
                  <a:lnTo>
                    <a:pt x="47960" y="49953"/>
                  </a:lnTo>
                  <a:lnTo>
                    <a:pt x="44299" y="53796"/>
                  </a:lnTo>
                  <a:lnTo>
                    <a:pt x="40762" y="57753"/>
                  </a:lnTo>
                  <a:lnTo>
                    <a:pt x="37352" y="61820"/>
                  </a:lnTo>
                  <a:lnTo>
                    <a:pt x="34073" y="65993"/>
                  </a:lnTo>
                  <a:lnTo>
                    <a:pt x="30929" y="70269"/>
                  </a:lnTo>
                  <a:lnTo>
                    <a:pt x="27921" y="74642"/>
                  </a:lnTo>
                  <a:lnTo>
                    <a:pt x="25054" y="79108"/>
                  </a:lnTo>
                  <a:lnTo>
                    <a:pt x="22331" y="83663"/>
                  </a:lnTo>
                  <a:lnTo>
                    <a:pt x="19753" y="88303"/>
                  </a:lnTo>
                  <a:lnTo>
                    <a:pt x="17323" y="93021"/>
                  </a:lnTo>
                  <a:lnTo>
                    <a:pt x="15045" y="97815"/>
                  </a:lnTo>
                  <a:lnTo>
                    <a:pt x="12920" y="102678"/>
                  </a:lnTo>
                  <a:lnTo>
                    <a:pt x="10951" y="107607"/>
                  </a:lnTo>
                  <a:lnTo>
                    <a:pt x="9139" y="112595"/>
                  </a:lnTo>
                  <a:lnTo>
                    <a:pt x="7486" y="117639"/>
                  </a:lnTo>
                  <a:lnTo>
                    <a:pt x="5994" y="122732"/>
                  </a:lnTo>
                  <a:lnTo>
                    <a:pt x="4665" y="127870"/>
                  </a:lnTo>
                  <a:lnTo>
                    <a:pt x="3499" y="133048"/>
                  </a:lnTo>
                  <a:lnTo>
                    <a:pt x="2499" y="138260"/>
                  </a:lnTo>
                  <a:lnTo>
                    <a:pt x="1664" y="143501"/>
                  </a:lnTo>
                  <a:lnTo>
                    <a:pt x="996" y="148767"/>
                  </a:lnTo>
                  <a:lnTo>
                    <a:pt x="496" y="154050"/>
                  </a:lnTo>
                  <a:lnTo>
                    <a:pt x="164" y="159347"/>
                  </a:lnTo>
                  <a:lnTo>
                    <a:pt x="0" y="164652"/>
                  </a:lnTo>
                  <a:lnTo>
                    <a:pt x="4" y="169959"/>
                  </a:lnTo>
                  <a:lnTo>
                    <a:pt x="177" y="175264"/>
                  </a:lnTo>
                  <a:lnTo>
                    <a:pt x="518" y="180560"/>
                  </a:lnTo>
                  <a:lnTo>
                    <a:pt x="1027" y="185843"/>
                  </a:lnTo>
                  <a:lnTo>
                    <a:pt x="1704" y="191107"/>
                  </a:lnTo>
                  <a:lnTo>
                    <a:pt x="2547" y="196347"/>
                  </a:lnTo>
                  <a:lnTo>
                    <a:pt x="3556" y="201558"/>
                  </a:lnTo>
                  <a:lnTo>
                    <a:pt x="4731" y="206734"/>
                  </a:lnTo>
                  <a:lnTo>
                    <a:pt x="6068" y="211869"/>
                  </a:lnTo>
                  <a:lnTo>
                    <a:pt x="7569" y="216960"/>
                  </a:lnTo>
                  <a:lnTo>
                    <a:pt x="9230" y="222001"/>
                  </a:lnTo>
                  <a:lnTo>
                    <a:pt x="11050" y="226987"/>
                  </a:lnTo>
                  <a:lnTo>
                    <a:pt x="13028" y="231912"/>
                  </a:lnTo>
                  <a:lnTo>
                    <a:pt x="15161" y="236772"/>
                  </a:lnTo>
                  <a:lnTo>
                    <a:pt x="17447" y="241561"/>
                  </a:lnTo>
                  <a:lnTo>
                    <a:pt x="19884" y="246276"/>
                  </a:lnTo>
                  <a:lnTo>
                    <a:pt x="22469" y="250911"/>
                  </a:lnTo>
                  <a:lnTo>
                    <a:pt x="25201" y="255462"/>
                  </a:lnTo>
                  <a:lnTo>
                    <a:pt x="28075" y="259923"/>
                  </a:lnTo>
                  <a:lnTo>
                    <a:pt x="31090" y="264291"/>
                  </a:lnTo>
                  <a:lnTo>
                    <a:pt x="34242" y="268561"/>
                  </a:lnTo>
                  <a:lnTo>
                    <a:pt x="37527" y="272729"/>
                  </a:lnTo>
                  <a:lnTo>
                    <a:pt x="40944" y="276791"/>
                  </a:lnTo>
                  <a:lnTo>
                    <a:pt x="44487" y="280742"/>
                  </a:lnTo>
                  <a:lnTo>
                    <a:pt x="48154" y="284579"/>
                  </a:lnTo>
                  <a:lnTo>
                    <a:pt x="51942" y="288297"/>
                  </a:lnTo>
                  <a:lnTo>
                    <a:pt x="55845" y="291893"/>
                  </a:lnTo>
                  <a:lnTo>
                    <a:pt x="59860" y="295363"/>
                  </a:lnTo>
                  <a:lnTo>
                    <a:pt x="63984" y="298705"/>
                  </a:lnTo>
                  <a:lnTo>
                    <a:pt x="68212" y="301913"/>
                  </a:lnTo>
                  <a:lnTo>
                    <a:pt x="72539" y="304986"/>
                  </a:lnTo>
                  <a:lnTo>
                    <a:pt x="76962" y="307920"/>
                  </a:lnTo>
                  <a:lnTo>
                    <a:pt x="81475" y="310712"/>
                  </a:lnTo>
                  <a:lnTo>
                    <a:pt x="86075" y="313359"/>
                  </a:lnTo>
                  <a:lnTo>
                    <a:pt x="90757" y="315859"/>
                  </a:lnTo>
                  <a:lnTo>
                    <a:pt x="95516" y="318209"/>
                  </a:lnTo>
                  <a:lnTo>
                    <a:pt x="100347" y="320407"/>
                  </a:lnTo>
                  <a:lnTo>
                    <a:pt x="105245" y="322450"/>
                  </a:lnTo>
                  <a:lnTo>
                    <a:pt x="110205" y="324337"/>
                  </a:lnTo>
                  <a:lnTo>
                    <a:pt x="115223" y="326066"/>
                  </a:lnTo>
                  <a:lnTo>
                    <a:pt x="120294" y="327634"/>
                  </a:lnTo>
                  <a:lnTo>
                    <a:pt x="125411" y="329040"/>
                  </a:lnTo>
                  <a:lnTo>
                    <a:pt x="130571" y="330284"/>
                  </a:lnTo>
                  <a:lnTo>
                    <a:pt x="135768" y="331363"/>
                  </a:lnTo>
                  <a:lnTo>
                    <a:pt x="140996" y="332276"/>
                  </a:lnTo>
                  <a:lnTo>
                    <a:pt x="146250" y="333023"/>
                  </a:lnTo>
                  <a:lnTo>
                    <a:pt x="151526" y="333603"/>
                  </a:lnTo>
                  <a:lnTo>
                    <a:pt x="156817" y="334015"/>
                  </a:lnTo>
                  <a:lnTo>
                    <a:pt x="162119" y="334259"/>
                  </a:lnTo>
                  <a:lnTo>
                    <a:pt x="167426" y="334334"/>
                  </a:lnTo>
                  <a:lnTo>
                    <a:pt x="172732" y="334241"/>
                  </a:lnTo>
                  <a:lnTo>
                    <a:pt x="178033" y="333980"/>
                  </a:lnTo>
                  <a:lnTo>
                    <a:pt x="183323" y="333550"/>
                  </a:lnTo>
                  <a:lnTo>
                    <a:pt x="188597" y="332953"/>
                  </a:lnTo>
                  <a:lnTo>
                    <a:pt x="193849" y="332188"/>
                  </a:lnTo>
                  <a:lnTo>
                    <a:pt x="199074" y="331257"/>
                  </a:lnTo>
                  <a:lnTo>
                    <a:pt x="204267" y="330161"/>
                  </a:lnTo>
                  <a:lnTo>
                    <a:pt x="209422" y="328901"/>
                  </a:lnTo>
                  <a:lnTo>
                    <a:pt x="214535" y="327477"/>
                  </a:lnTo>
                  <a:lnTo>
                    <a:pt x="219600" y="325892"/>
                  </a:lnTo>
                  <a:lnTo>
                    <a:pt x="224613" y="324147"/>
                  </a:lnTo>
                  <a:lnTo>
                    <a:pt x="229567" y="322244"/>
                  </a:lnTo>
                  <a:lnTo>
                    <a:pt x="234458" y="320184"/>
                  </a:lnTo>
                  <a:lnTo>
                    <a:pt x="239282" y="317970"/>
                  </a:lnTo>
                  <a:lnTo>
                    <a:pt x="244033" y="315604"/>
                  </a:lnTo>
                  <a:lnTo>
                    <a:pt x="248706" y="313089"/>
                  </a:lnTo>
                  <a:lnTo>
                    <a:pt x="253297" y="310426"/>
                  </a:lnTo>
                  <a:lnTo>
                    <a:pt x="257802" y="307619"/>
                  </a:lnTo>
                  <a:lnTo>
                    <a:pt x="262214" y="304671"/>
                  </a:lnTo>
                  <a:lnTo>
                    <a:pt x="266532" y="301584"/>
                  </a:lnTo>
                  <a:lnTo>
                    <a:pt x="270748" y="298361"/>
                  </a:lnTo>
                  <a:lnTo>
                    <a:pt x="274861" y="295006"/>
                  </a:lnTo>
                  <a:lnTo>
                    <a:pt x="278865" y="291522"/>
                  </a:lnTo>
                  <a:lnTo>
                    <a:pt x="282756" y="287913"/>
                  </a:lnTo>
                  <a:lnTo>
                    <a:pt x="286531" y="284183"/>
                  </a:lnTo>
                  <a:lnTo>
                    <a:pt x="290185" y="280334"/>
                  </a:lnTo>
                  <a:lnTo>
                    <a:pt x="293716" y="276371"/>
                  </a:lnTo>
                  <a:lnTo>
                    <a:pt x="297119" y="272298"/>
                  </a:lnTo>
                  <a:lnTo>
                    <a:pt x="300391" y="268119"/>
                  </a:lnTo>
                  <a:lnTo>
                    <a:pt x="303528" y="263839"/>
                  </a:lnTo>
                  <a:lnTo>
                    <a:pt x="306528" y="259460"/>
                  </a:lnTo>
                  <a:lnTo>
                    <a:pt x="309388" y="254989"/>
                  </a:lnTo>
                  <a:lnTo>
                    <a:pt x="312104" y="250430"/>
                  </a:lnTo>
                  <a:lnTo>
                    <a:pt x="314674" y="245786"/>
                  </a:lnTo>
                  <a:lnTo>
                    <a:pt x="317096" y="241063"/>
                  </a:lnTo>
                  <a:lnTo>
                    <a:pt x="319366" y="236266"/>
                  </a:lnTo>
                  <a:lnTo>
                    <a:pt x="321483" y="231399"/>
                  </a:lnTo>
                  <a:lnTo>
                    <a:pt x="323444" y="226468"/>
                  </a:lnTo>
                  <a:lnTo>
                    <a:pt x="325248" y="221476"/>
                  </a:lnTo>
                  <a:lnTo>
                    <a:pt x="326892" y="216430"/>
                  </a:lnTo>
                  <a:lnTo>
                    <a:pt x="328375" y="211334"/>
                  </a:lnTo>
                  <a:lnTo>
                    <a:pt x="329696" y="206194"/>
                  </a:lnTo>
                  <a:lnTo>
                    <a:pt x="330853" y="201014"/>
                  </a:lnTo>
                  <a:lnTo>
                    <a:pt x="331845" y="195800"/>
                  </a:lnTo>
                  <a:lnTo>
                    <a:pt x="332671" y="190557"/>
                  </a:lnTo>
                  <a:lnTo>
                    <a:pt x="333330" y="185291"/>
                  </a:lnTo>
                  <a:lnTo>
                    <a:pt x="333822" y="180007"/>
                  </a:lnTo>
                  <a:lnTo>
                    <a:pt x="334145" y="174709"/>
                  </a:lnTo>
                  <a:lnTo>
                    <a:pt x="334300" y="169404"/>
                  </a:lnTo>
                  <a:lnTo>
                    <a:pt x="334287" y="164097"/>
                  </a:lnTo>
                  <a:lnTo>
                    <a:pt x="334106" y="158793"/>
                  </a:lnTo>
                  <a:lnTo>
                    <a:pt x="333756" y="153497"/>
                  </a:lnTo>
                  <a:lnTo>
                    <a:pt x="333238" y="148215"/>
                  </a:lnTo>
                  <a:lnTo>
                    <a:pt x="332552" y="142952"/>
                  </a:lnTo>
                  <a:lnTo>
                    <a:pt x="331700" y="137713"/>
                  </a:lnTo>
                  <a:lnTo>
                    <a:pt x="330682" y="132504"/>
                  </a:lnTo>
                  <a:lnTo>
                    <a:pt x="329500" y="127331"/>
                  </a:lnTo>
                  <a:lnTo>
                    <a:pt x="328153" y="122197"/>
                  </a:lnTo>
                  <a:lnTo>
                    <a:pt x="326644" y="117108"/>
                  </a:lnTo>
                  <a:lnTo>
                    <a:pt x="324975" y="112071"/>
                  </a:lnTo>
                  <a:lnTo>
                    <a:pt x="323146" y="107088"/>
                  </a:lnTo>
                  <a:lnTo>
                    <a:pt x="321161" y="102166"/>
                  </a:lnTo>
                  <a:lnTo>
                    <a:pt x="319020" y="97310"/>
                  </a:lnTo>
                  <a:lnTo>
                    <a:pt x="316725" y="92524"/>
                  </a:lnTo>
                  <a:lnTo>
                    <a:pt x="314280" y="87813"/>
                  </a:lnTo>
                  <a:lnTo>
                    <a:pt x="311687" y="83183"/>
                  </a:lnTo>
                  <a:lnTo>
                    <a:pt x="308948" y="78637"/>
                  </a:lnTo>
                  <a:lnTo>
                    <a:pt x="306067" y="74180"/>
                  </a:lnTo>
                  <a:lnTo>
                    <a:pt x="303045" y="69817"/>
                  </a:lnTo>
                  <a:lnTo>
                    <a:pt x="299886" y="65552"/>
                  </a:lnTo>
                  <a:lnTo>
                    <a:pt x="296593" y="61389"/>
                  </a:lnTo>
                  <a:lnTo>
                    <a:pt x="293170" y="57333"/>
                  </a:lnTo>
                  <a:lnTo>
                    <a:pt x="289620" y="53388"/>
                  </a:lnTo>
                  <a:lnTo>
                    <a:pt x="285946" y="49558"/>
                  </a:lnTo>
                  <a:lnTo>
                    <a:pt x="282153" y="45846"/>
                  </a:lnTo>
                  <a:lnTo>
                    <a:pt x="278244" y="42256"/>
                  </a:lnTo>
                  <a:lnTo>
                    <a:pt x="274222" y="38792"/>
                  </a:lnTo>
                  <a:lnTo>
                    <a:pt x="270093" y="35458"/>
                  </a:lnTo>
                  <a:lnTo>
                    <a:pt x="265860" y="32257"/>
                  </a:lnTo>
                  <a:lnTo>
                    <a:pt x="261528" y="29191"/>
                  </a:lnTo>
                  <a:lnTo>
                    <a:pt x="257100" y="26264"/>
                  </a:lnTo>
                  <a:lnTo>
                    <a:pt x="252582" y="23480"/>
                  </a:lnTo>
                  <a:lnTo>
                    <a:pt x="247978" y="20840"/>
                  </a:lnTo>
                  <a:lnTo>
                    <a:pt x="243292" y="18348"/>
                  </a:lnTo>
                  <a:lnTo>
                    <a:pt x="238529" y="16006"/>
                  </a:lnTo>
                  <a:lnTo>
                    <a:pt x="233695" y="13816"/>
                  </a:lnTo>
                  <a:lnTo>
                    <a:pt x="228793" y="1178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217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7054"/>
              <a:ext cx="61645" cy="160505"/>
            </a:xfrm>
            <a:custGeom>
              <a:avLst/>
              <a:pathLst>
                <a:path w="61645" h="160505">
                  <a:moveTo>
                    <a:pt x="61645" y="5119"/>
                  </a:moveTo>
                  <a:lnTo>
                    <a:pt x="54243" y="2383"/>
                  </a:lnTo>
                  <a:lnTo>
                    <a:pt x="46720" y="0"/>
                  </a:lnTo>
                  <a:lnTo>
                    <a:pt x="0" y="1605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46720" cy="167167"/>
            </a:xfrm>
            <a:custGeom>
              <a:avLst/>
              <a:pathLst>
                <a:path w="46720" h="167167">
                  <a:moveTo>
                    <a:pt x="46720" y="6661"/>
                  </a:moveTo>
                  <a:lnTo>
                    <a:pt x="41009" y="5108"/>
                  </a:lnTo>
                  <a:lnTo>
                    <a:pt x="35247" y="3758"/>
                  </a:lnTo>
                  <a:lnTo>
                    <a:pt x="29440" y="2612"/>
                  </a:lnTo>
                  <a:lnTo>
                    <a:pt x="23596" y="1673"/>
                  </a:lnTo>
                  <a:lnTo>
                    <a:pt x="17723" y="942"/>
                  </a:lnTo>
                  <a:lnTo>
                    <a:pt x="11828" y="418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5820" y="4659281"/>
              <a:ext cx="160704" cy="167167"/>
            </a:xfrm>
            <a:custGeom>
              <a:avLst/>
              <a:pathLst>
                <a:path w="160704" h="167167">
                  <a:moveTo>
                    <a:pt x="160704" y="0"/>
                  </a:moveTo>
                  <a:lnTo>
                    <a:pt x="155306" y="87"/>
                  </a:lnTo>
                  <a:lnTo>
                    <a:pt x="149914" y="348"/>
                  </a:lnTo>
                  <a:lnTo>
                    <a:pt x="144533" y="783"/>
                  </a:lnTo>
                  <a:lnTo>
                    <a:pt x="139169" y="1392"/>
                  </a:lnTo>
                  <a:lnTo>
                    <a:pt x="133828" y="2174"/>
                  </a:lnTo>
                  <a:lnTo>
                    <a:pt x="128514" y="3128"/>
                  </a:lnTo>
                  <a:lnTo>
                    <a:pt x="123234" y="4253"/>
                  </a:lnTo>
                  <a:lnTo>
                    <a:pt x="117993" y="5548"/>
                  </a:lnTo>
                  <a:lnTo>
                    <a:pt x="112796" y="7011"/>
                  </a:lnTo>
                  <a:lnTo>
                    <a:pt x="107650" y="8642"/>
                  </a:lnTo>
                  <a:lnTo>
                    <a:pt x="102559" y="10438"/>
                  </a:lnTo>
                  <a:lnTo>
                    <a:pt x="97528" y="12397"/>
                  </a:lnTo>
                  <a:lnTo>
                    <a:pt x="92564" y="14518"/>
                  </a:lnTo>
                  <a:lnTo>
                    <a:pt x="87670" y="16797"/>
                  </a:lnTo>
                  <a:lnTo>
                    <a:pt x="82853" y="19234"/>
                  </a:lnTo>
                  <a:lnTo>
                    <a:pt x="78117" y="21825"/>
                  </a:lnTo>
                  <a:lnTo>
                    <a:pt x="73467" y="24568"/>
                  </a:lnTo>
                  <a:lnTo>
                    <a:pt x="68908" y="27459"/>
                  </a:lnTo>
                  <a:lnTo>
                    <a:pt x="64444" y="30496"/>
                  </a:lnTo>
                  <a:lnTo>
                    <a:pt x="60081" y="33675"/>
                  </a:lnTo>
                  <a:lnTo>
                    <a:pt x="55823" y="36994"/>
                  </a:lnTo>
                  <a:lnTo>
                    <a:pt x="51675" y="40449"/>
                  </a:lnTo>
                  <a:lnTo>
                    <a:pt x="47640" y="44035"/>
                  </a:lnTo>
                  <a:lnTo>
                    <a:pt x="43723" y="47750"/>
                  </a:lnTo>
                  <a:lnTo>
                    <a:pt x="39928" y="51590"/>
                  </a:lnTo>
                  <a:lnTo>
                    <a:pt x="36259" y="55550"/>
                  </a:lnTo>
                  <a:lnTo>
                    <a:pt x="32720" y="59627"/>
                  </a:lnTo>
                  <a:lnTo>
                    <a:pt x="29314" y="63816"/>
                  </a:lnTo>
                  <a:lnTo>
                    <a:pt x="26045" y="68112"/>
                  </a:lnTo>
                  <a:lnTo>
                    <a:pt x="22917" y="72512"/>
                  </a:lnTo>
                  <a:lnTo>
                    <a:pt x="19932" y="77010"/>
                  </a:lnTo>
                  <a:lnTo>
                    <a:pt x="17095" y="81603"/>
                  </a:lnTo>
                  <a:lnTo>
                    <a:pt x="14407" y="86285"/>
                  </a:lnTo>
                  <a:lnTo>
                    <a:pt x="11871" y="91051"/>
                  </a:lnTo>
                  <a:lnTo>
                    <a:pt x="9491" y="95896"/>
                  </a:lnTo>
                  <a:lnTo>
                    <a:pt x="7269" y="100816"/>
                  </a:lnTo>
                  <a:lnTo>
                    <a:pt x="5206" y="105805"/>
                  </a:lnTo>
                  <a:lnTo>
                    <a:pt x="3306" y="110858"/>
                  </a:lnTo>
                  <a:lnTo>
                    <a:pt x="1570" y="115970"/>
                  </a:lnTo>
                  <a:lnTo>
                    <a:pt x="0" y="121135"/>
                  </a:lnTo>
                  <a:lnTo>
                    <a:pt x="16070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5820" y="4780417"/>
              <a:ext cx="160704" cy="46031"/>
            </a:xfrm>
            <a:custGeom>
              <a:avLst/>
              <a:pathLst>
                <a:path w="160704" h="46031">
                  <a:moveTo>
                    <a:pt x="0" y="0"/>
                  </a:moveTo>
                  <a:lnTo>
                    <a:pt x="160704" y="460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575" y="4780417"/>
              <a:ext cx="164949" cy="46031"/>
            </a:xfrm>
            <a:custGeom>
              <a:avLst/>
              <a:pathLst>
                <a:path w="164949" h="46031">
                  <a:moveTo>
                    <a:pt x="4244" y="0"/>
                  </a:moveTo>
                  <a:lnTo>
                    <a:pt x="1848" y="9383"/>
                  </a:lnTo>
                  <a:lnTo>
                    <a:pt x="0" y="18889"/>
                  </a:lnTo>
                  <a:lnTo>
                    <a:pt x="164949" y="460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59" y="4659281"/>
              <a:ext cx="334320" cy="334330"/>
            </a:xfrm>
            <a:custGeom>
              <a:avLst/>
              <a:pathLst>
                <a:path w="334320" h="334330">
                  <a:moveTo>
                    <a:pt x="2216" y="140025"/>
                  </a:moveTo>
                  <a:lnTo>
                    <a:pt x="1439" y="145259"/>
                  </a:lnTo>
                  <a:lnTo>
                    <a:pt x="829" y="150516"/>
                  </a:lnTo>
                  <a:lnTo>
                    <a:pt x="385" y="155790"/>
                  </a:lnTo>
                  <a:lnTo>
                    <a:pt x="109" y="161075"/>
                  </a:lnTo>
                  <a:lnTo>
                    <a:pt x="0" y="166366"/>
                  </a:lnTo>
                  <a:lnTo>
                    <a:pt x="58" y="171657"/>
                  </a:lnTo>
                  <a:lnTo>
                    <a:pt x="284" y="176945"/>
                  </a:lnTo>
                  <a:lnTo>
                    <a:pt x="677" y="182222"/>
                  </a:lnTo>
                  <a:lnTo>
                    <a:pt x="1237" y="187485"/>
                  </a:lnTo>
                  <a:lnTo>
                    <a:pt x="1963" y="192727"/>
                  </a:lnTo>
                  <a:lnTo>
                    <a:pt x="2855" y="197943"/>
                  </a:lnTo>
                  <a:lnTo>
                    <a:pt x="3912" y="203129"/>
                  </a:lnTo>
                  <a:lnTo>
                    <a:pt x="5132" y="208278"/>
                  </a:lnTo>
                  <a:lnTo>
                    <a:pt x="6514" y="213387"/>
                  </a:lnTo>
                  <a:lnTo>
                    <a:pt x="8058" y="218449"/>
                  </a:lnTo>
                  <a:lnTo>
                    <a:pt x="9761" y="223459"/>
                  </a:lnTo>
                  <a:lnTo>
                    <a:pt x="11621" y="228413"/>
                  </a:lnTo>
                  <a:lnTo>
                    <a:pt x="13638" y="233306"/>
                  </a:lnTo>
                  <a:lnTo>
                    <a:pt x="15809" y="238133"/>
                  </a:lnTo>
                  <a:lnTo>
                    <a:pt x="18131" y="242888"/>
                  </a:lnTo>
                  <a:lnTo>
                    <a:pt x="20602" y="247568"/>
                  </a:lnTo>
                  <a:lnTo>
                    <a:pt x="23221" y="252167"/>
                  </a:lnTo>
                  <a:lnTo>
                    <a:pt x="25983" y="256681"/>
                  </a:lnTo>
                  <a:lnTo>
                    <a:pt x="28888" y="261105"/>
                  </a:lnTo>
                  <a:lnTo>
                    <a:pt x="31930" y="265435"/>
                  </a:lnTo>
                  <a:lnTo>
                    <a:pt x="35109" y="269666"/>
                  </a:lnTo>
                  <a:lnTo>
                    <a:pt x="38419" y="273795"/>
                  </a:lnTo>
                  <a:lnTo>
                    <a:pt x="41859" y="277817"/>
                  </a:lnTo>
                  <a:lnTo>
                    <a:pt x="45424" y="281727"/>
                  </a:lnTo>
                  <a:lnTo>
                    <a:pt x="49111" y="285524"/>
                  </a:lnTo>
                  <a:lnTo>
                    <a:pt x="52917" y="289201"/>
                  </a:lnTo>
                  <a:lnTo>
                    <a:pt x="56837" y="292756"/>
                  </a:lnTo>
                  <a:lnTo>
                    <a:pt x="60868" y="296186"/>
                  </a:lnTo>
                  <a:lnTo>
                    <a:pt x="65005" y="299486"/>
                  </a:lnTo>
                  <a:lnTo>
                    <a:pt x="69244" y="302653"/>
                  </a:lnTo>
                  <a:lnTo>
                    <a:pt x="73582" y="305685"/>
                  </a:lnTo>
                  <a:lnTo>
                    <a:pt x="78014" y="308578"/>
                  </a:lnTo>
                  <a:lnTo>
                    <a:pt x="82535" y="311329"/>
                  </a:lnTo>
                  <a:lnTo>
                    <a:pt x="87140" y="313935"/>
                  </a:lnTo>
                  <a:lnTo>
                    <a:pt x="91826" y="316395"/>
                  </a:lnTo>
                  <a:lnTo>
                    <a:pt x="96587" y="318705"/>
                  </a:lnTo>
                  <a:lnTo>
                    <a:pt x="101419" y="320863"/>
                  </a:lnTo>
                  <a:lnTo>
                    <a:pt x="106317" y="322867"/>
                  </a:lnTo>
                  <a:lnTo>
                    <a:pt x="111276" y="324715"/>
                  </a:lnTo>
                  <a:lnTo>
                    <a:pt x="116291" y="326405"/>
                  </a:lnTo>
                  <a:lnTo>
                    <a:pt x="121357" y="327936"/>
                  </a:lnTo>
                  <a:lnTo>
                    <a:pt x="126469" y="329305"/>
                  </a:lnTo>
                  <a:lnTo>
                    <a:pt x="131622" y="330512"/>
                  </a:lnTo>
                  <a:lnTo>
                    <a:pt x="136810" y="331555"/>
                  </a:lnTo>
                  <a:lnTo>
                    <a:pt x="142029" y="332434"/>
                  </a:lnTo>
                  <a:lnTo>
                    <a:pt x="147273" y="333147"/>
                  </a:lnTo>
                  <a:lnTo>
                    <a:pt x="152537" y="333693"/>
                  </a:lnTo>
                  <a:lnTo>
                    <a:pt x="157815" y="334073"/>
                  </a:lnTo>
                  <a:lnTo>
                    <a:pt x="163103" y="334285"/>
                  </a:lnTo>
                  <a:lnTo>
                    <a:pt x="168395" y="334330"/>
                  </a:lnTo>
                  <a:lnTo>
                    <a:pt x="173686" y="334207"/>
                  </a:lnTo>
                  <a:lnTo>
                    <a:pt x="178970" y="333917"/>
                  </a:lnTo>
                  <a:lnTo>
                    <a:pt x="184242" y="333460"/>
                  </a:lnTo>
                  <a:lnTo>
                    <a:pt x="189497" y="332836"/>
                  </a:lnTo>
                  <a:lnTo>
                    <a:pt x="194730" y="332046"/>
                  </a:lnTo>
                  <a:lnTo>
                    <a:pt x="199935" y="331091"/>
                  </a:lnTo>
                  <a:lnTo>
                    <a:pt x="205108" y="329971"/>
                  </a:lnTo>
                  <a:lnTo>
                    <a:pt x="210242" y="328689"/>
                  </a:lnTo>
                  <a:lnTo>
                    <a:pt x="215333" y="327244"/>
                  </a:lnTo>
                  <a:lnTo>
                    <a:pt x="220376" y="325639"/>
                  </a:lnTo>
                  <a:lnTo>
                    <a:pt x="225366" y="323876"/>
                  </a:lnTo>
                  <a:lnTo>
                    <a:pt x="230297" y="321955"/>
                  </a:lnTo>
                  <a:lnTo>
                    <a:pt x="235165" y="319879"/>
                  </a:lnTo>
                  <a:lnTo>
                    <a:pt x="239965" y="317650"/>
                  </a:lnTo>
                  <a:lnTo>
                    <a:pt x="244692" y="315270"/>
                  </a:lnTo>
                  <a:lnTo>
                    <a:pt x="249341" y="312742"/>
                  </a:lnTo>
                  <a:lnTo>
                    <a:pt x="253908" y="310068"/>
                  </a:lnTo>
                  <a:lnTo>
                    <a:pt x="258387" y="307251"/>
                  </a:lnTo>
                  <a:lnTo>
                    <a:pt x="262776" y="304293"/>
                  </a:lnTo>
                  <a:lnTo>
                    <a:pt x="267069" y="301198"/>
                  </a:lnTo>
                  <a:lnTo>
                    <a:pt x="271261" y="297968"/>
                  </a:lnTo>
                  <a:lnTo>
                    <a:pt x="275349" y="294608"/>
                  </a:lnTo>
                  <a:lnTo>
                    <a:pt x="279329" y="291119"/>
                  </a:lnTo>
                  <a:lnTo>
                    <a:pt x="283196" y="287507"/>
                  </a:lnTo>
                  <a:lnTo>
                    <a:pt x="286947" y="283774"/>
                  </a:lnTo>
                  <a:lnTo>
                    <a:pt x="290578" y="279924"/>
                  </a:lnTo>
                  <a:lnTo>
                    <a:pt x="294086" y="275961"/>
                  </a:lnTo>
                  <a:lnTo>
                    <a:pt x="297466" y="271889"/>
                  </a:lnTo>
                  <a:lnTo>
                    <a:pt x="300715" y="267712"/>
                  </a:lnTo>
                  <a:lnTo>
                    <a:pt x="303831" y="263434"/>
                  </a:lnTo>
                  <a:lnTo>
                    <a:pt x="306810" y="259060"/>
                  </a:lnTo>
                  <a:lnTo>
                    <a:pt x="309649" y="254594"/>
                  </a:lnTo>
                  <a:lnTo>
                    <a:pt x="312344" y="250040"/>
                  </a:lnTo>
                  <a:lnTo>
                    <a:pt x="314895" y="245403"/>
                  </a:lnTo>
                  <a:lnTo>
                    <a:pt x="317297" y="240687"/>
                  </a:lnTo>
                  <a:lnTo>
                    <a:pt x="319549" y="235898"/>
                  </a:lnTo>
                  <a:lnTo>
                    <a:pt x="321649" y="231040"/>
                  </a:lnTo>
                  <a:lnTo>
                    <a:pt x="323593" y="226118"/>
                  </a:lnTo>
                  <a:lnTo>
                    <a:pt x="325381" y="221137"/>
                  </a:lnTo>
                  <a:lnTo>
                    <a:pt x="327010" y="216102"/>
                  </a:lnTo>
                  <a:lnTo>
                    <a:pt x="328479" y="211018"/>
                  </a:lnTo>
                  <a:lnTo>
                    <a:pt x="329786" y="205890"/>
                  </a:lnTo>
                  <a:lnTo>
                    <a:pt x="330930" y="200723"/>
                  </a:lnTo>
                  <a:lnTo>
                    <a:pt x="331910" y="195522"/>
                  </a:lnTo>
                  <a:lnTo>
                    <a:pt x="332725" y="190293"/>
                  </a:lnTo>
                  <a:lnTo>
                    <a:pt x="333374" y="185041"/>
                  </a:lnTo>
                  <a:lnTo>
                    <a:pt x="333857" y="179771"/>
                  </a:lnTo>
                  <a:lnTo>
                    <a:pt x="334172" y="174488"/>
                  </a:lnTo>
                  <a:lnTo>
                    <a:pt x="334320" y="169198"/>
                  </a:lnTo>
                  <a:lnTo>
                    <a:pt x="334301" y="163906"/>
                  </a:lnTo>
                  <a:lnTo>
                    <a:pt x="334114" y="158617"/>
                  </a:lnTo>
                  <a:lnTo>
                    <a:pt x="333759" y="153337"/>
                  </a:lnTo>
                  <a:lnTo>
                    <a:pt x="333238" y="148071"/>
                  </a:lnTo>
                  <a:lnTo>
                    <a:pt x="332550" y="142823"/>
                  </a:lnTo>
                  <a:lnTo>
                    <a:pt x="331697" y="137600"/>
                  </a:lnTo>
                  <a:lnTo>
                    <a:pt x="330679" y="132407"/>
                  </a:lnTo>
                  <a:lnTo>
                    <a:pt x="329496" y="127249"/>
                  </a:lnTo>
                  <a:lnTo>
                    <a:pt x="328152" y="122130"/>
                  </a:lnTo>
                  <a:lnTo>
                    <a:pt x="326645" y="117057"/>
                  </a:lnTo>
                  <a:lnTo>
                    <a:pt x="324979" y="112034"/>
                  </a:lnTo>
                  <a:lnTo>
                    <a:pt x="323155" y="107066"/>
                  </a:lnTo>
                  <a:lnTo>
                    <a:pt x="321174" y="102159"/>
                  </a:lnTo>
                  <a:lnTo>
                    <a:pt x="319040" y="97317"/>
                  </a:lnTo>
                  <a:lnTo>
                    <a:pt x="316752" y="92544"/>
                  </a:lnTo>
                  <a:lnTo>
                    <a:pt x="314315" y="87847"/>
                  </a:lnTo>
                  <a:lnTo>
                    <a:pt x="311731" y="83228"/>
                  </a:lnTo>
                  <a:lnTo>
                    <a:pt x="309001" y="78694"/>
                  </a:lnTo>
                  <a:lnTo>
                    <a:pt x="306130" y="74249"/>
                  </a:lnTo>
                  <a:lnTo>
                    <a:pt x="303119" y="69897"/>
                  </a:lnTo>
                  <a:lnTo>
                    <a:pt x="299972" y="65642"/>
                  </a:lnTo>
                  <a:lnTo>
                    <a:pt x="296692" y="61489"/>
                  </a:lnTo>
                  <a:lnTo>
                    <a:pt x="293282" y="57442"/>
                  </a:lnTo>
                  <a:lnTo>
                    <a:pt x="289745" y="53505"/>
                  </a:lnTo>
                  <a:lnTo>
                    <a:pt x="286086" y="49682"/>
                  </a:lnTo>
                  <a:lnTo>
                    <a:pt x="282308" y="45977"/>
                  </a:lnTo>
                  <a:lnTo>
                    <a:pt x="278414" y="42393"/>
                  </a:lnTo>
                  <a:lnTo>
                    <a:pt x="274409" y="38934"/>
                  </a:lnTo>
                  <a:lnTo>
                    <a:pt x="270296" y="35603"/>
                  </a:lnTo>
                  <a:lnTo>
                    <a:pt x="266080" y="32405"/>
                  </a:lnTo>
                  <a:lnTo>
                    <a:pt x="261764" y="29341"/>
                  </a:lnTo>
                  <a:lnTo>
                    <a:pt x="257354" y="26416"/>
                  </a:lnTo>
                  <a:lnTo>
                    <a:pt x="252854" y="23632"/>
                  </a:lnTo>
                  <a:lnTo>
                    <a:pt x="248268" y="20991"/>
                  </a:lnTo>
                  <a:lnTo>
                    <a:pt x="243600" y="18497"/>
                  </a:lnTo>
                  <a:lnTo>
                    <a:pt x="238856" y="16152"/>
                  </a:lnTo>
                  <a:lnTo>
                    <a:pt x="234040" y="13959"/>
                  </a:lnTo>
                  <a:lnTo>
                    <a:pt x="229156" y="11919"/>
                  </a:lnTo>
                  <a:lnTo>
                    <a:pt x="224211" y="10034"/>
                  </a:lnTo>
                  <a:lnTo>
                    <a:pt x="219209" y="8307"/>
                  </a:lnTo>
                  <a:lnTo>
                    <a:pt x="214154" y="6739"/>
                  </a:lnTo>
                  <a:lnTo>
                    <a:pt x="209053" y="5333"/>
                  </a:lnTo>
                  <a:lnTo>
                    <a:pt x="203909" y="4088"/>
                  </a:lnTo>
                  <a:lnTo>
                    <a:pt x="198728" y="3006"/>
                  </a:lnTo>
                  <a:lnTo>
                    <a:pt x="193516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321565" y="5018213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1" y="11916"/>
                  </a:lnTo>
                  <a:lnTo>
                    <a:pt x="100289" y="13955"/>
                  </a:lnTo>
                  <a:lnTo>
                    <a:pt x="95473" y="16148"/>
                  </a:lnTo>
                  <a:lnTo>
                    <a:pt x="90730" y="18492"/>
                  </a:lnTo>
                  <a:lnTo>
                    <a:pt x="86062" y="20986"/>
                  </a:lnTo>
                  <a:lnTo>
                    <a:pt x="81477" y="23625"/>
                  </a:lnTo>
                  <a:lnTo>
                    <a:pt x="76976" y="26409"/>
                  </a:lnTo>
                  <a:lnTo>
                    <a:pt x="72567" y="29334"/>
                  </a:lnTo>
                  <a:lnTo>
                    <a:pt x="68252" y="32396"/>
                  </a:lnTo>
                  <a:lnTo>
                    <a:pt x="64036" y="35594"/>
                  </a:lnTo>
                  <a:lnTo>
                    <a:pt x="59923" y="38924"/>
                  </a:lnTo>
                  <a:lnTo>
                    <a:pt x="55918" y="42382"/>
                  </a:lnTo>
                  <a:lnTo>
                    <a:pt x="52025" y="45965"/>
                  </a:lnTo>
                  <a:lnTo>
                    <a:pt x="48246" y="49669"/>
                  </a:lnTo>
                  <a:lnTo>
                    <a:pt x="44587" y="53492"/>
                  </a:lnTo>
                  <a:lnTo>
                    <a:pt x="41051" y="57428"/>
                  </a:lnTo>
                  <a:lnTo>
                    <a:pt x="37641" y="61474"/>
                  </a:lnTo>
                  <a:lnTo>
                    <a:pt x="34361" y="65626"/>
                  </a:lnTo>
                  <a:lnTo>
                    <a:pt x="31213" y="69880"/>
                  </a:lnTo>
                  <a:lnTo>
                    <a:pt x="28202" y="74231"/>
                  </a:lnTo>
                  <a:lnTo>
                    <a:pt x="25331" y="78675"/>
                  </a:lnTo>
                  <a:lnTo>
                    <a:pt x="22601" y="83208"/>
                  </a:lnTo>
                  <a:lnTo>
                    <a:pt x="20016" y="87825"/>
                  </a:lnTo>
                  <a:lnTo>
                    <a:pt x="17579" y="92522"/>
                  </a:lnTo>
                  <a:lnTo>
                    <a:pt x="15291" y="97293"/>
                  </a:lnTo>
                  <a:lnTo>
                    <a:pt x="13156" y="102135"/>
                  </a:lnTo>
                  <a:lnTo>
                    <a:pt x="11175" y="107041"/>
                  </a:lnTo>
                  <a:lnTo>
                    <a:pt x="9350" y="112008"/>
                  </a:lnTo>
                  <a:lnTo>
                    <a:pt x="7683" y="117030"/>
                  </a:lnTo>
                  <a:lnTo>
                    <a:pt x="6176" y="122102"/>
                  </a:lnTo>
                  <a:lnTo>
                    <a:pt x="4831" y="127220"/>
                  </a:lnTo>
                  <a:lnTo>
                    <a:pt x="3648" y="132377"/>
                  </a:lnTo>
                  <a:lnTo>
                    <a:pt x="2629" y="137570"/>
                  </a:lnTo>
                  <a:lnTo>
                    <a:pt x="1774" y="142792"/>
                  </a:lnTo>
                  <a:lnTo>
                    <a:pt x="1086" y="148038"/>
                  </a:lnTo>
                  <a:lnTo>
                    <a:pt x="563" y="153304"/>
                  </a:lnTo>
                  <a:lnTo>
                    <a:pt x="208" y="158583"/>
                  </a:lnTo>
                  <a:lnTo>
                    <a:pt x="20" y="163871"/>
                  </a:lnTo>
                  <a:lnTo>
                    <a:pt x="0" y="169163"/>
                  </a:lnTo>
                  <a:lnTo>
                    <a:pt x="146" y="174452"/>
                  </a:lnTo>
                  <a:lnTo>
                    <a:pt x="461" y="179734"/>
                  </a:lnTo>
                  <a:lnTo>
                    <a:pt x="942" y="185004"/>
                  </a:lnTo>
                  <a:lnTo>
                    <a:pt x="1590" y="190255"/>
                  </a:lnTo>
                  <a:lnTo>
                    <a:pt x="2403" y="195484"/>
                  </a:lnTo>
                  <a:lnTo>
                    <a:pt x="3382" y="200684"/>
                  </a:lnTo>
                  <a:lnTo>
                    <a:pt x="4525" y="205850"/>
                  </a:lnTo>
                  <a:lnTo>
                    <a:pt x="5831" y="210978"/>
                  </a:lnTo>
                  <a:lnTo>
                    <a:pt x="7298" y="216062"/>
                  </a:lnTo>
                  <a:lnTo>
                    <a:pt x="8926" y="221097"/>
                  </a:lnTo>
                  <a:lnTo>
                    <a:pt x="10712" y="226078"/>
                  </a:lnTo>
                  <a:lnTo>
                    <a:pt x="12655" y="230999"/>
                  </a:lnTo>
                  <a:lnTo>
                    <a:pt x="14752" y="235857"/>
                  </a:lnTo>
                  <a:lnTo>
                    <a:pt x="17003" y="240646"/>
                  </a:lnTo>
                  <a:lnTo>
                    <a:pt x="19404" y="245362"/>
                  </a:lnTo>
                  <a:lnTo>
                    <a:pt x="21952" y="249999"/>
                  </a:lnTo>
                  <a:lnTo>
                    <a:pt x="24647" y="254553"/>
                  </a:lnTo>
                  <a:lnTo>
                    <a:pt x="27484" y="259020"/>
                  </a:lnTo>
                  <a:lnTo>
                    <a:pt x="30461" y="263394"/>
                  </a:lnTo>
                  <a:lnTo>
                    <a:pt x="33575" y="267672"/>
                  </a:lnTo>
                  <a:lnTo>
                    <a:pt x="36823" y="271849"/>
                  </a:lnTo>
                  <a:lnTo>
                    <a:pt x="40201" y="275922"/>
                  </a:lnTo>
                  <a:lnTo>
                    <a:pt x="43707" y="279886"/>
                  </a:lnTo>
                  <a:lnTo>
                    <a:pt x="47336" y="283736"/>
                  </a:lnTo>
                  <a:lnTo>
                    <a:pt x="51085" y="287470"/>
                  </a:lnTo>
                  <a:lnTo>
                    <a:pt x="54951" y="291083"/>
                  </a:lnTo>
                  <a:lnTo>
                    <a:pt x="58929" y="294572"/>
                  </a:lnTo>
                  <a:lnTo>
                    <a:pt x="63016" y="297934"/>
                  </a:lnTo>
                  <a:lnTo>
                    <a:pt x="67207" y="301164"/>
                  </a:lnTo>
                  <a:lnTo>
                    <a:pt x="71498" y="304260"/>
                  </a:lnTo>
                  <a:lnTo>
                    <a:pt x="75884" y="307219"/>
                  </a:lnTo>
                  <a:lnTo>
                    <a:pt x="80363" y="310038"/>
                  </a:lnTo>
                  <a:lnTo>
                    <a:pt x="84928" y="312713"/>
                  </a:lnTo>
                  <a:lnTo>
                    <a:pt x="89576" y="315243"/>
                  </a:lnTo>
                  <a:lnTo>
                    <a:pt x="94301" y="317624"/>
                  </a:lnTo>
                  <a:lnTo>
                    <a:pt x="99099" y="319854"/>
                  </a:lnTo>
                  <a:lnTo>
                    <a:pt x="103966" y="321932"/>
                  </a:lnTo>
                  <a:lnTo>
                    <a:pt x="108896" y="323854"/>
                  </a:lnTo>
                  <a:lnTo>
                    <a:pt x="113884" y="325619"/>
                  </a:lnTo>
                  <a:lnTo>
                    <a:pt x="118926" y="327226"/>
                  </a:lnTo>
                  <a:lnTo>
                    <a:pt x="124016" y="328672"/>
                  </a:lnTo>
                  <a:lnTo>
                    <a:pt x="129149" y="329957"/>
                  </a:lnTo>
                  <a:lnTo>
                    <a:pt x="134320" y="331078"/>
                  </a:lnTo>
                  <a:lnTo>
                    <a:pt x="139524" y="332035"/>
                  </a:lnTo>
                  <a:lnTo>
                    <a:pt x="144756" y="332827"/>
                  </a:lnTo>
                  <a:lnTo>
                    <a:pt x="150010" y="333453"/>
                  </a:lnTo>
                  <a:lnTo>
                    <a:pt x="155282" y="333912"/>
                  </a:lnTo>
                  <a:lnTo>
                    <a:pt x="160565" y="334204"/>
                  </a:lnTo>
                  <a:lnTo>
                    <a:pt x="165855" y="334329"/>
                  </a:lnTo>
                  <a:lnTo>
                    <a:pt x="171146" y="334287"/>
                  </a:lnTo>
                  <a:lnTo>
                    <a:pt x="176433" y="334077"/>
                  </a:lnTo>
                  <a:lnTo>
                    <a:pt x="181711" y="333699"/>
                  </a:lnTo>
                  <a:lnTo>
                    <a:pt x="186975" y="333155"/>
                  </a:lnTo>
                  <a:lnTo>
                    <a:pt x="192218" y="332445"/>
                  </a:lnTo>
                  <a:lnTo>
                    <a:pt x="197437" y="331569"/>
                  </a:lnTo>
                  <a:lnTo>
                    <a:pt x="202625" y="330528"/>
                  </a:lnTo>
                  <a:lnTo>
                    <a:pt x="207777" y="329324"/>
                  </a:lnTo>
                  <a:lnTo>
                    <a:pt x="212889" y="327957"/>
                  </a:lnTo>
                  <a:lnTo>
                    <a:pt x="217955" y="326429"/>
                  </a:lnTo>
                  <a:lnTo>
                    <a:pt x="222970" y="324741"/>
                  </a:lnTo>
                  <a:lnTo>
                    <a:pt x="227929" y="322896"/>
                  </a:lnTo>
                  <a:lnTo>
                    <a:pt x="232828" y="320894"/>
                  </a:lnTo>
                  <a:lnTo>
                    <a:pt x="237660" y="318739"/>
                  </a:lnTo>
                  <a:lnTo>
                    <a:pt x="242422" y="316431"/>
                  </a:lnTo>
                  <a:lnTo>
                    <a:pt x="247108" y="313974"/>
                  </a:lnTo>
                  <a:lnTo>
                    <a:pt x="251715" y="311370"/>
                  </a:lnTo>
                  <a:lnTo>
                    <a:pt x="256236" y="308622"/>
                  </a:lnTo>
                  <a:lnTo>
                    <a:pt x="260668" y="305732"/>
                  </a:lnTo>
                  <a:lnTo>
                    <a:pt x="265007" y="302703"/>
                  </a:lnTo>
                  <a:lnTo>
                    <a:pt x="269248" y="299538"/>
                  </a:lnTo>
                  <a:lnTo>
                    <a:pt x="273386" y="296240"/>
                  </a:lnTo>
                  <a:lnTo>
                    <a:pt x="277418" y="292813"/>
                  </a:lnTo>
                  <a:lnTo>
                    <a:pt x="281339" y="289261"/>
                  </a:lnTo>
                  <a:lnTo>
                    <a:pt x="285146" y="285586"/>
                  </a:lnTo>
                  <a:lnTo>
                    <a:pt x="288835" y="281792"/>
                  </a:lnTo>
                  <a:lnTo>
                    <a:pt x="292402" y="277884"/>
                  </a:lnTo>
                  <a:lnTo>
                    <a:pt x="295843" y="273864"/>
                  </a:lnTo>
                  <a:lnTo>
                    <a:pt x="299156" y="269738"/>
                  </a:lnTo>
                  <a:lnTo>
                    <a:pt x="302336" y="265509"/>
                  </a:lnTo>
                  <a:lnTo>
                    <a:pt x="305381" y="261181"/>
                  </a:lnTo>
                  <a:lnTo>
                    <a:pt x="308287" y="256759"/>
                  </a:lnTo>
                  <a:lnTo>
                    <a:pt x="311052" y="252247"/>
                  </a:lnTo>
                  <a:lnTo>
                    <a:pt x="313672" y="247651"/>
                  </a:lnTo>
                  <a:lnTo>
                    <a:pt x="316146" y="242973"/>
                  </a:lnTo>
                  <a:lnTo>
                    <a:pt x="318471" y="238220"/>
                  </a:lnTo>
                  <a:lnTo>
                    <a:pt x="320644" y="233395"/>
                  </a:lnTo>
                  <a:lnTo>
                    <a:pt x="322663" y="228504"/>
                  </a:lnTo>
                  <a:lnTo>
                    <a:pt x="324526" y="223551"/>
                  </a:lnTo>
                  <a:lnTo>
                    <a:pt x="326232" y="218543"/>
                  </a:lnTo>
                  <a:lnTo>
                    <a:pt x="327778" y="213482"/>
                  </a:lnTo>
                  <a:lnTo>
                    <a:pt x="329164" y="208375"/>
                  </a:lnTo>
                  <a:lnTo>
                    <a:pt x="330387" y="203227"/>
                  </a:lnTo>
                  <a:lnTo>
                    <a:pt x="331446" y="198043"/>
                  </a:lnTo>
                  <a:lnTo>
                    <a:pt x="332341" y="192828"/>
                  </a:lnTo>
                  <a:lnTo>
                    <a:pt x="333071" y="187587"/>
                  </a:lnTo>
                  <a:lnTo>
                    <a:pt x="333634" y="182325"/>
                  </a:lnTo>
                  <a:lnTo>
                    <a:pt x="334030" y="177049"/>
                  </a:lnTo>
                  <a:lnTo>
                    <a:pt x="334259" y="171762"/>
                  </a:lnTo>
                  <a:lnTo>
                    <a:pt x="334321" y="166471"/>
                  </a:lnTo>
                  <a:lnTo>
                    <a:pt x="334215" y="161181"/>
                  </a:lnTo>
                  <a:lnTo>
                    <a:pt x="333942" y="155897"/>
                  </a:lnTo>
                  <a:lnTo>
                    <a:pt x="333502" y="150624"/>
                  </a:lnTo>
                  <a:lnTo>
                    <a:pt x="332895" y="145367"/>
                  </a:lnTo>
                  <a:lnTo>
                    <a:pt x="332122" y="140132"/>
                  </a:lnTo>
                  <a:lnTo>
                    <a:pt x="331184" y="134925"/>
                  </a:lnTo>
                  <a:lnTo>
                    <a:pt x="330081" y="129750"/>
                  </a:lnTo>
                  <a:lnTo>
                    <a:pt x="328815" y="124612"/>
                  </a:lnTo>
                  <a:lnTo>
                    <a:pt x="327387" y="119517"/>
                  </a:lnTo>
                  <a:lnTo>
                    <a:pt x="325799" y="114469"/>
                  </a:lnTo>
                  <a:lnTo>
                    <a:pt x="324052" y="109475"/>
                  </a:lnTo>
                  <a:lnTo>
                    <a:pt x="322147" y="104538"/>
                  </a:lnTo>
                  <a:lnTo>
                    <a:pt x="320087" y="99664"/>
                  </a:lnTo>
                  <a:lnTo>
                    <a:pt x="317874" y="94858"/>
                  </a:lnTo>
                  <a:lnTo>
                    <a:pt x="315510" y="90124"/>
                  </a:lnTo>
                  <a:lnTo>
                    <a:pt x="312998" y="85467"/>
                  </a:lnTo>
                  <a:lnTo>
                    <a:pt x="310339" y="80892"/>
                  </a:lnTo>
                  <a:lnTo>
                    <a:pt x="307536" y="76403"/>
                  </a:lnTo>
                  <a:lnTo>
                    <a:pt x="304593" y="72006"/>
                  </a:lnTo>
                  <a:lnTo>
                    <a:pt x="301513" y="67704"/>
                  </a:lnTo>
                  <a:lnTo>
                    <a:pt x="298298" y="63501"/>
                  </a:lnTo>
                  <a:lnTo>
                    <a:pt x="294951" y="59403"/>
                  </a:lnTo>
                  <a:lnTo>
                    <a:pt x="291476" y="55412"/>
                  </a:lnTo>
                  <a:lnTo>
                    <a:pt x="287877" y="51533"/>
                  </a:lnTo>
                  <a:lnTo>
                    <a:pt x="284157" y="47770"/>
                  </a:lnTo>
                  <a:lnTo>
                    <a:pt x="280319" y="44127"/>
                  </a:lnTo>
                  <a:lnTo>
                    <a:pt x="276368" y="40607"/>
                  </a:lnTo>
                  <a:lnTo>
                    <a:pt x="272308" y="37214"/>
                  </a:lnTo>
                  <a:lnTo>
                    <a:pt x="268143" y="33951"/>
                  </a:lnTo>
                  <a:lnTo>
                    <a:pt x="263876" y="30822"/>
                  </a:lnTo>
                  <a:lnTo>
                    <a:pt x="259512" y="27829"/>
                  </a:lnTo>
                  <a:lnTo>
                    <a:pt x="255056" y="24976"/>
                  </a:lnTo>
                  <a:lnTo>
                    <a:pt x="250512" y="22265"/>
                  </a:lnTo>
                  <a:lnTo>
                    <a:pt x="245884" y="19699"/>
                  </a:lnTo>
                  <a:lnTo>
                    <a:pt x="241177" y="17281"/>
                  </a:lnTo>
                  <a:lnTo>
                    <a:pt x="236396" y="15014"/>
                  </a:lnTo>
                  <a:lnTo>
                    <a:pt x="231546" y="12898"/>
                  </a:lnTo>
                  <a:lnTo>
                    <a:pt x="226631" y="10938"/>
                  </a:lnTo>
                  <a:lnTo>
                    <a:pt x="221657" y="9134"/>
                  </a:lnTo>
                  <a:lnTo>
                    <a:pt x="216628" y="7488"/>
                  </a:lnTo>
                  <a:lnTo>
                    <a:pt x="211549" y="6002"/>
                  </a:lnTo>
                  <a:lnTo>
                    <a:pt x="206426" y="4678"/>
                  </a:lnTo>
                  <a:lnTo>
                    <a:pt x="201264" y="3516"/>
                  </a:lnTo>
                  <a:lnTo>
                    <a:pt x="196067" y="2519"/>
                  </a:lnTo>
                  <a:lnTo>
                    <a:pt x="190842" y="1686"/>
                  </a:lnTo>
                  <a:lnTo>
                    <a:pt x="185593" y="1019"/>
                  </a:lnTo>
                  <a:lnTo>
                    <a:pt x="180325" y="519"/>
                  </a:lnTo>
                  <a:lnTo>
                    <a:pt x="175044" y="18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7888" cy="167167"/>
            </a:xfrm>
            <a:custGeom>
              <a:avLst/>
              <a:pathLst>
                <a:path w="7888" h="167167">
                  <a:moveTo>
                    <a:pt x="7888" y="1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800868" y="5269756"/>
              <a:ext cx="163632" cy="167167"/>
            </a:xfrm>
            <a:custGeom>
              <a:avLst/>
              <a:pathLst>
                <a:path w="163632" h="167167">
                  <a:moveTo>
                    <a:pt x="163632" y="0"/>
                  </a:moveTo>
                  <a:lnTo>
                    <a:pt x="158201" y="88"/>
                  </a:lnTo>
                  <a:lnTo>
                    <a:pt x="152776" y="352"/>
                  </a:lnTo>
                  <a:lnTo>
                    <a:pt x="147362" y="793"/>
                  </a:lnTo>
                  <a:lnTo>
                    <a:pt x="141965" y="1410"/>
                  </a:lnTo>
                  <a:lnTo>
                    <a:pt x="136591" y="2201"/>
                  </a:lnTo>
                  <a:lnTo>
                    <a:pt x="131246" y="3167"/>
                  </a:lnTo>
                  <a:lnTo>
                    <a:pt x="125935" y="4306"/>
                  </a:lnTo>
                  <a:lnTo>
                    <a:pt x="120663" y="5616"/>
                  </a:lnTo>
                  <a:lnTo>
                    <a:pt x="115437" y="7098"/>
                  </a:lnTo>
                  <a:lnTo>
                    <a:pt x="110262" y="8748"/>
                  </a:lnTo>
                  <a:lnTo>
                    <a:pt x="105143" y="10566"/>
                  </a:lnTo>
                  <a:lnTo>
                    <a:pt x="100086" y="12548"/>
                  </a:lnTo>
                  <a:lnTo>
                    <a:pt x="95097" y="14695"/>
                  </a:lnTo>
                  <a:lnTo>
                    <a:pt x="90179" y="17002"/>
                  </a:lnTo>
                  <a:lnTo>
                    <a:pt x="85339" y="19468"/>
                  </a:lnTo>
                  <a:lnTo>
                    <a:pt x="80582" y="22089"/>
                  </a:lnTo>
                  <a:lnTo>
                    <a:pt x="75912" y="24864"/>
                  </a:lnTo>
                  <a:lnTo>
                    <a:pt x="71335" y="27789"/>
                  </a:lnTo>
                  <a:lnTo>
                    <a:pt x="66856" y="30861"/>
                  </a:lnTo>
                  <a:lnTo>
                    <a:pt x="62478" y="34078"/>
                  </a:lnTo>
                  <a:lnTo>
                    <a:pt x="58208" y="37434"/>
                  </a:lnTo>
                  <a:lnTo>
                    <a:pt x="54048" y="40928"/>
                  </a:lnTo>
                  <a:lnTo>
                    <a:pt x="50005" y="44555"/>
                  </a:lnTo>
                  <a:lnTo>
                    <a:pt x="46081" y="48311"/>
                  </a:lnTo>
                  <a:lnTo>
                    <a:pt x="42282" y="52193"/>
                  </a:lnTo>
                  <a:lnTo>
                    <a:pt x="38610" y="56196"/>
                  </a:lnTo>
                  <a:lnTo>
                    <a:pt x="35071" y="60317"/>
                  </a:lnTo>
                  <a:lnTo>
                    <a:pt x="31667" y="64550"/>
                  </a:lnTo>
                  <a:lnTo>
                    <a:pt x="28403" y="68892"/>
                  </a:lnTo>
                  <a:lnTo>
                    <a:pt x="25282" y="73337"/>
                  </a:lnTo>
                  <a:lnTo>
                    <a:pt x="22306" y="77882"/>
                  </a:lnTo>
                  <a:lnTo>
                    <a:pt x="19480" y="82520"/>
                  </a:lnTo>
                  <a:lnTo>
                    <a:pt x="16806" y="87248"/>
                  </a:lnTo>
                  <a:lnTo>
                    <a:pt x="14287" y="92061"/>
                  </a:lnTo>
                  <a:lnTo>
                    <a:pt x="11926" y="96953"/>
                  </a:lnTo>
                  <a:lnTo>
                    <a:pt x="9725" y="101919"/>
                  </a:lnTo>
                  <a:lnTo>
                    <a:pt x="7686" y="106953"/>
                  </a:lnTo>
                  <a:lnTo>
                    <a:pt x="5812" y="112052"/>
                  </a:lnTo>
                  <a:lnTo>
                    <a:pt x="4105" y="117208"/>
                  </a:lnTo>
                  <a:lnTo>
                    <a:pt x="2566" y="122418"/>
                  </a:lnTo>
                  <a:lnTo>
                    <a:pt x="1197" y="127674"/>
                  </a:lnTo>
                  <a:lnTo>
                    <a:pt x="0" y="132972"/>
                  </a:lnTo>
                  <a:lnTo>
                    <a:pt x="16363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7354" y="5269756"/>
              <a:ext cx="334293" cy="334334"/>
            </a:xfrm>
            <a:custGeom>
              <a:avLst/>
              <a:pathLst>
                <a:path w="334293" h="334334">
                  <a:moveTo>
                    <a:pt x="3514" y="132972"/>
                  </a:moveTo>
                  <a:lnTo>
                    <a:pt x="2511" y="138181"/>
                  </a:lnTo>
                  <a:lnTo>
                    <a:pt x="1675" y="143419"/>
                  </a:lnTo>
                  <a:lnTo>
                    <a:pt x="1004" y="148681"/>
                  </a:lnTo>
                  <a:lnTo>
                    <a:pt x="502" y="153961"/>
                  </a:lnTo>
                  <a:lnTo>
                    <a:pt x="166" y="159255"/>
                  </a:lnTo>
                  <a:lnTo>
                    <a:pt x="0" y="164556"/>
                  </a:lnTo>
                  <a:lnTo>
                    <a:pt x="1" y="169861"/>
                  </a:lnTo>
                  <a:lnTo>
                    <a:pt x="170" y="175162"/>
                  </a:lnTo>
                  <a:lnTo>
                    <a:pt x="508" y="180456"/>
                  </a:lnTo>
                  <a:lnTo>
                    <a:pt x="1014" y="185736"/>
                  </a:lnTo>
                  <a:lnTo>
                    <a:pt x="1686" y="190997"/>
                  </a:lnTo>
                  <a:lnTo>
                    <a:pt x="2526" y="196235"/>
                  </a:lnTo>
                  <a:lnTo>
                    <a:pt x="3531" y="201443"/>
                  </a:lnTo>
                  <a:lnTo>
                    <a:pt x="4701" y="206617"/>
                  </a:lnTo>
                  <a:lnTo>
                    <a:pt x="6034" y="211751"/>
                  </a:lnTo>
                  <a:lnTo>
                    <a:pt x="7530" y="216840"/>
                  </a:lnTo>
                  <a:lnTo>
                    <a:pt x="9186" y="221879"/>
                  </a:lnTo>
                  <a:lnTo>
                    <a:pt x="11001" y="226863"/>
                  </a:lnTo>
                  <a:lnTo>
                    <a:pt x="12974" y="231786"/>
                  </a:lnTo>
                  <a:lnTo>
                    <a:pt x="15101" y="236645"/>
                  </a:lnTo>
                  <a:lnTo>
                    <a:pt x="17382" y="241434"/>
                  </a:lnTo>
                  <a:lnTo>
                    <a:pt x="19814" y="246148"/>
                  </a:lnTo>
                  <a:lnTo>
                    <a:pt x="22394" y="250783"/>
                  </a:lnTo>
                  <a:lnTo>
                    <a:pt x="25120" y="255333"/>
                  </a:lnTo>
                  <a:lnTo>
                    <a:pt x="27988" y="259795"/>
                  </a:lnTo>
                  <a:lnTo>
                    <a:pt x="30997" y="264163"/>
                  </a:lnTo>
                  <a:lnTo>
                    <a:pt x="34143" y="268434"/>
                  </a:lnTo>
                  <a:lnTo>
                    <a:pt x="37423" y="272602"/>
                  </a:lnTo>
                  <a:lnTo>
                    <a:pt x="40833" y="276665"/>
                  </a:lnTo>
                  <a:lnTo>
                    <a:pt x="44371" y="280617"/>
                  </a:lnTo>
                  <a:lnTo>
                    <a:pt x="48032" y="284455"/>
                  </a:lnTo>
                  <a:lnTo>
                    <a:pt x="51813" y="288176"/>
                  </a:lnTo>
                  <a:lnTo>
                    <a:pt x="55710" y="291774"/>
                  </a:lnTo>
                  <a:lnTo>
                    <a:pt x="59719" y="295246"/>
                  </a:lnTo>
                  <a:lnTo>
                    <a:pt x="63837" y="298590"/>
                  </a:lnTo>
                  <a:lnTo>
                    <a:pt x="68059" y="301802"/>
                  </a:lnTo>
                  <a:lnTo>
                    <a:pt x="72380" y="304878"/>
                  </a:lnTo>
                  <a:lnTo>
                    <a:pt x="76797" y="307815"/>
                  </a:lnTo>
                  <a:lnTo>
                    <a:pt x="81304" y="310611"/>
                  </a:lnTo>
                  <a:lnTo>
                    <a:pt x="85898" y="313262"/>
                  </a:lnTo>
                  <a:lnTo>
                    <a:pt x="90574" y="315766"/>
                  </a:lnTo>
                  <a:lnTo>
                    <a:pt x="95327" y="318120"/>
                  </a:lnTo>
                  <a:lnTo>
                    <a:pt x="100153" y="320323"/>
                  </a:lnTo>
                  <a:lnTo>
                    <a:pt x="105046" y="322371"/>
                  </a:lnTo>
                  <a:lnTo>
                    <a:pt x="110001" y="324264"/>
                  </a:lnTo>
                  <a:lnTo>
                    <a:pt x="115014" y="325997"/>
                  </a:lnTo>
                  <a:lnTo>
                    <a:pt x="120079" y="327571"/>
                  </a:lnTo>
                  <a:lnTo>
                    <a:pt x="125192" y="328984"/>
                  </a:lnTo>
                  <a:lnTo>
                    <a:pt x="130347" y="330234"/>
                  </a:lnTo>
                  <a:lnTo>
                    <a:pt x="135539" y="331319"/>
                  </a:lnTo>
                  <a:lnTo>
                    <a:pt x="140763" y="332239"/>
                  </a:lnTo>
                  <a:lnTo>
                    <a:pt x="146013" y="332993"/>
                  </a:lnTo>
                  <a:lnTo>
                    <a:pt x="151285" y="333580"/>
                  </a:lnTo>
                  <a:lnTo>
                    <a:pt x="156572" y="334000"/>
                  </a:lnTo>
                  <a:lnTo>
                    <a:pt x="161871" y="334251"/>
                  </a:lnTo>
                  <a:lnTo>
                    <a:pt x="167174" y="334334"/>
                  </a:lnTo>
                  <a:lnTo>
                    <a:pt x="172478" y="334249"/>
                  </a:lnTo>
                  <a:lnTo>
                    <a:pt x="177776" y="333996"/>
                  </a:lnTo>
                  <a:lnTo>
                    <a:pt x="183064" y="333575"/>
                  </a:lnTo>
                  <a:lnTo>
                    <a:pt x="188335" y="332986"/>
                  </a:lnTo>
                  <a:lnTo>
                    <a:pt x="193585" y="332230"/>
                  </a:lnTo>
                  <a:lnTo>
                    <a:pt x="198809" y="331309"/>
                  </a:lnTo>
                  <a:lnTo>
                    <a:pt x="204000" y="330221"/>
                  </a:lnTo>
                  <a:lnTo>
                    <a:pt x="209155" y="328970"/>
                  </a:lnTo>
                  <a:lnTo>
                    <a:pt x="214267" y="327556"/>
                  </a:lnTo>
                  <a:lnTo>
                    <a:pt x="219332" y="325980"/>
                  </a:lnTo>
                  <a:lnTo>
                    <a:pt x="224344" y="324245"/>
                  </a:lnTo>
                  <a:lnTo>
                    <a:pt x="229299" y="322351"/>
                  </a:lnTo>
                  <a:lnTo>
                    <a:pt x="234191" y="320301"/>
                  </a:lnTo>
                  <a:lnTo>
                    <a:pt x="239016" y="318097"/>
                  </a:lnTo>
                  <a:lnTo>
                    <a:pt x="243768" y="315740"/>
                  </a:lnTo>
                  <a:lnTo>
                    <a:pt x="248443" y="313235"/>
                  </a:lnTo>
                  <a:lnTo>
                    <a:pt x="253036" y="310582"/>
                  </a:lnTo>
                  <a:lnTo>
                    <a:pt x="257543" y="307785"/>
                  </a:lnTo>
                  <a:lnTo>
                    <a:pt x="261959" y="304846"/>
                  </a:lnTo>
                  <a:lnTo>
                    <a:pt x="266279" y="301769"/>
                  </a:lnTo>
                  <a:lnTo>
                    <a:pt x="270500" y="298556"/>
                  </a:lnTo>
                  <a:lnTo>
                    <a:pt x="274616" y="295211"/>
                  </a:lnTo>
                  <a:lnTo>
                    <a:pt x="278625" y="291737"/>
                  </a:lnTo>
                  <a:lnTo>
                    <a:pt x="282521" y="288137"/>
                  </a:lnTo>
                  <a:lnTo>
                    <a:pt x="286300" y="284416"/>
                  </a:lnTo>
                  <a:lnTo>
                    <a:pt x="289960" y="280577"/>
                  </a:lnTo>
                  <a:lnTo>
                    <a:pt x="293497" y="276623"/>
                  </a:lnTo>
                  <a:lnTo>
                    <a:pt x="296906" y="272559"/>
                  </a:lnTo>
                  <a:lnTo>
                    <a:pt x="300184" y="268390"/>
                  </a:lnTo>
                  <a:lnTo>
                    <a:pt x="303328" y="264118"/>
                  </a:lnTo>
                  <a:lnTo>
                    <a:pt x="306336" y="259748"/>
                  </a:lnTo>
                  <a:lnTo>
                    <a:pt x="309203" y="255286"/>
                  </a:lnTo>
                  <a:lnTo>
                    <a:pt x="311927" y="250735"/>
                  </a:lnTo>
                  <a:lnTo>
                    <a:pt x="314505" y="246099"/>
                  </a:lnTo>
                  <a:lnTo>
                    <a:pt x="316936" y="241384"/>
                  </a:lnTo>
                  <a:lnTo>
                    <a:pt x="319215" y="236595"/>
                  </a:lnTo>
                  <a:lnTo>
                    <a:pt x="321341" y="231735"/>
                  </a:lnTo>
                  <a:lnTo>
                    <a:pt x="323312" y="226811"/>
                  </a:lnTo>
                  <a:lnTo>
                    <a:pt x="325125" y="221826"/>
                  </a:lnTo>
                  <a:lnTo>
                    <a:pt x="326780" y="216787"/>
                  </a:lnTo>
                  <a:lnTo>
                    <a:pt x="328274" y="211697"/>
                  </a:lnTo>
                  <a:lnTo>
                    <a:pt x="329606" y="206563"/>
                  </a:lnTo>
                  <a:lnTo>
                    <a:pt x="330774" y="201389"/>
                  </a:lnTo>
                  <a:lnTo>
                    <a:pt x="331777" y="196180"/>
                  </a:lnTo>
                  <a:lnTo>
                    <a:pt x="332615" y="190942"/>
                  </a:lnTo>
                  <a:lnTo>
                    <a:pt x="333286" y="185681"/>
                  </a:lnTo>
                  <a:lnTo>
                    <a:pt x="333789" y="180400"/>
                  </a:lnTo>
                  <a:lnTo>
                    <a:pt x="334125" y="175107"/>
                  </a:lnTo>
                  <a:lnTo>
                    <a:pt x="334293" y="169805"/>
                  </a:lnTo>
                  <a:lnTo>
                    <a:pt x="334293" y="164501"/>
                  </a:lnTo>
                  <a:lnTo>
                    <a:pt x="334124" y="159199"/>
                  </a:lnTo>
                  <a:lnTo>
                    <a:pt x="333787" y="153906"/>
                  </a:lnTo>
                  <a:lnTo>
                    <a:pt x="333283" y="148626"/>
                  </a:lnTo>
                  <a:lnTo>
                    <a:pt x="332611" y="143364"/>
                  </a:lnTo>
                  <a:lnTo>
                    <a:pt x="331772" y="138126"/>
                  </a:lnTo>
                  <a:lnTo>
                    <a:pt x="330768" y="132918"/>
                  </a:lnTo>
                  <a:lnTo>
                    <a:pt x="329599" y="127744"/>
                  </a:lnTo>
                  <a:lnTo>
                    <a:pt x="328267" y="122610"/>
                  </a:lnTo>
                  <a:lnTo>
                    <a:pt x="326772" y="117521"/>
                  </a:lnTo>
                  <a:lnTo>
                    <a:pt x="325116" y="112481"/>
                  </a:lnTo>
                  <a:lnTo>
                    <a:pt x="323302" y="107497"/>
                  </a:lnTo>
                  <a:lnTo>
                    <a:pt x="321330" y="102573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3" y="83575"/>
                  </a:lnTo>
                  <a:lnTo>
                    <a:pt x="309188" y="79024"/>
                  </a:lnTo>
                  <a:lnTo>
                    <a:pt x="306320" y="74562"/>
                  </a:lnTo>
                  <a:lnTo>
                    <a:pt x="303312" y="70193"/>
                  </a:lnTo>
                  <a:lnTo>
                    <a:pt x="300167" y="65922"/>
                  </a:lnTo>
                  <a:lnTo>
                    <a:pt x="296888" y="61753"/>
                  </a:lnTo>
                  <a:lnTo>
                    <a:pt x="293478" y="57690"/>
                  </a:lnTo>
                  <a:lnTo>
                    <a:pt x="289941" y="53737"/>
                  </a:lnTo>
                  <a:lnTo>
                    <a:pt x="286281" y="49898"/>
                  </a:lnTo>
                  <a:lnTo>
                    <a:pt x="282500" y="46178"/>
                  </a:lnTo>
                  <a:lnTo>
                    <a:pt x="278604" y="42579"/>
                  </a:lnTo>
                  <a:lnTo>
                    <a:pt x="274595" y="39105"/>
                  </a:lnTo>
                  <a:lnTo>
                    <a:pt x="270478" y="35761"/>
                  </a:lnTo>
                  <a:lnTo>
                    <a:pt x="266257" y="32549"/>
                  </a:lnTo>
                  <a:lnTo>
                    <a:pt x="261936" y="29472"/>
                  </a:lnTo>
                  <a:lnTo>
                    <a:pt x="257520" y="26534"/>
                  </a:lnTo>
                  <a:lnTo>
                    <a:pt x="253013" y="23738"/>
                  </a:lnTo>
                  <a:lnTo>
                    <a:pt x="248419" y="21086"/>
                  </a:lnTo>
                  <a:lnTo>
                    <a:pt x="243743" y="18581"/>
                  </a:lnTo>
                  <a:lnTo>
                    <a:pt x="238991" y="16225"/>
                  </a:lnTo>
                  <a:lnTo>
                    <a:pt x="234166" y="14022"/>
                  </a:lnTo>
                  <a:lnTo>
                    <a:pt x="229273" y="11973"/>
                  </a:lnTo>
                  <a:lnTo>
                    <a:pt x="224318" y="10080"/>
                  </a:lnTo>
                  <a:lnTo>
                    <a:pt x="219306" y="8345"/>
                  </a:lnTo>
                  <a:lnTo>
                    <a:pt x="214241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5463" y="5399291"/>
              <a:ext cx="20752" cy="167167"/>
            </a:xfrm>
            <a:custGeom>
              <a:avLst/>
              <a:pathLst>
                <a:path w="20752" h="167167">
                  <a:moveTo>
                    <a:pt x="20752" y="0"/>
                  </a:moveTo>
                  <a:lnTo>
                    <a:pt x="10356" y="323"/>
                  </a:lnTo>
                  <a:lnTo>
                    <a:pt x="0" y="1293"/>
                  </a:lnTo>
                  <a:lnTo>
                    <a:pt x="2075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5463" y="5400584"/>
              <a:ext cx="20752" cy="165874"/>
            </a:xfrm>
            <a:custGeom>
              <a:avLst/>
              <a:pathLst>
                <a:path w="20752" h="165874">
                  <a:moveTo>
                    <a:pt x="0" y="0"/>
                  </a:moveTo>
                  <a:lnTo>
                    <a:pt x="20752" y="165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319063" y="5400584"/>
              <a:ext cx="334303" cy="333041"/>
            </a:xfrm>
            <a:custGeom>
              <a:avLst/>
              <a:pathLst>
                <a:path w="334303" h="333041">
                  <a:moveTo>
                    <a:pt x="146399" y="0"/>
                  </a:moveTo>
                  <a:lnTo>
                    <a:pt x="141146" y="742"/>
                  </a:lnTo>
                  <a:lnTo>
                    <a:pt x="135920" y="1650"/>
                  </a:lnTo>
                  <a:lnTo>
                    <a:pt x="130724" y="2724"/>
                  </a:lnTo>
                  <a:lnTo>
                    <a:pt x="125566" y="3962"/>
                  </a:lnTo>
                  <a:lnTo>
                    <a:pt x="120449" y="5363"/>
                  </a:lnTo>
                  <a:lnTo>
                    <a:pt x="115379" y="6926"/>
                  </a:lnTo>
                  <a:lnTo>
                    <a:pt x="110362" y="8648"/>
                  </a:lnTo>
                  <a:lnTo>
                    <a:pt x="105401" y="10530"/>
                  </a:lnTo>
                  <a:lnTo>
                    <a:pt x="100503" y="12567"/>
                  </a:lnTo>
                  <a:lnTo>
                    <a:pt x="95672" y="14759"/>
                  </a:lnTo>
                  <a:lnTo>
                    <a:pt x="90913" y="17104"/>
                  </a:lnTo>
                  <a:lnTo>
                    <a:pt x="86231" y="19598"/>
                  </a:lnTo>
                  <a:lnTo>
                    <a:pt x="81630" y="22239"/>
                  </a:lnTo>
                  <a:lnTo>
                    <a:pt x="77115" y="25025"/>
                  </a:lnTo>
                  <a:lnTo>
                    <a:pt x="72691" y="27953"/>
                  </a:lnTo>
                  <a:lnTo>
                    <a:pt x="68362" y="31020"/>
                  </a:lnTo>
                  <a:lnTo>
                    <a:pt x="64133" y="34222"/>
                  </a:lnTo>
                  <a:lnTo>
                    <a:pt x="60007" y="37558"/>
                  </a:lnTo>
                  <a:lnTo>
                    <a:pt x="55990" y="41022"/>
                  </a:lnTo>
                  <a:lnTo>
                    <a:pt x="52084" y="44612"/>
                  </a:lnTo>
                  <a:lnTo>
                    <a:pt x="48294" y="48325"/>
                  </a:lnTo>
                  <a:lnTo>
                    <a:pt x="44624" y="52155"/>
                  </a:lnTo>
                  <a:lnTo>
                    <a:pt x="41077" y="56101"/>
                  </a:lnTo>
                  <a:lnTo>
                    <a:pt x="37657" y="60156"/>
                  </a:lnTo>
                  <a:lnTo>
                    <a:pt x="34368" y="64319"/>
                  </a:lnTo>
                  <a:lnTo>
                    <a:pt x="31212" y="68583"/>
                  </a:lnTo>
                  <a:lnTo>
                    <a:pt x="28194" y="72946"/>
                  </a:lnTo>
                  <a:lnTo>
                    <a:pt x="25315" y="77402"/>
                  </a:lnTo>
                  <a:lnTo>
                    <a:pt x="22579" y="81947"/>
                  </a:lnTo>
                  <a:lnTo>
                    <a:pt x="19989" y="86577"/>
                  </a:lnTo>
                  <a:lnTo>
                    <a:pt x="17547" y="91286"/>
                  </a:lnTo>
                  <a:lnTo>
                    <a:pt x="15255" y="96071"/>
                  </a:lnTo>
                  <a:lnTo>
                    <a:pt x="13117" y="100926"/>
                  </a:lnTo>
                  <a:lnTo>
                    <a:pt x="11133" y="105847"/>
                  </a:lnTo>
                  <a:lnTo>
                    <a:pt x="9307" y="110827"/>
                  </a:lnTo>
                  <a:lnTo>
                    <a:pt x="7640" y="115864"/>
                  </a:lnTo>
                  <a:lnTo>
                    <a:pt x="6133" y="120950"/>
                  </a:lnTo>
                  <a:lnTo>
                    <a:pt x="4789" y="126082"/>
                  </a:lnTo>
                  <a:lnTo>
                    <a:pt x="3608" y="131254"/>
                  </a:lnTo>
                  <a:lnTo>
                    <a:pt x="2592" y="136461"/>
                  </a:lnTo>
                  <a:lnTo>
                    <a:pt x="1742" y="141698"/>
                  </a:lnTo>
                  <a:lnTo>
                    <a:pt x="1058" y="146959"/>
                  </a:lnTo>
                  <a:lnTo>
                    <a:pt x="541" y="152239"/>
                  </a:lnTo>
                  <a:lnTo>
                    <a:pt x="192" y="157532"/>
                  </a:lnTo>
                  <a:lnTo>
                    <a:pt x="12" y="162834"/>
                  </a:lnTo>
                  <a:lnTo>
                    <a:pt x="0" y="168139"/>
                  </a:lnTo>
                  <a:lnTo>
                    <a:pt x="156" y="173442"/>
                  </a:lnTo>
                  <a:lnTo>
                    <a:pt x="480" y="178737"/>
                  </a:lnTo>
                  <a:lnTo>
                    <a:pt x="972" y="184020"/>
                  </a:lnTo>
                  <a:lnTo>
                    <a:pt x="1631" y="189284"/>
                  </a:lnTo>
                  <a:lnTo>
                    <a:pt x="2458" y="194524"/>
                  </a:lnTo>
                  <a:lnTo>
                    <a:pt x="3450" y="199736"/>
                  </a:lnTo>
                  <a:lnTo>
                    <a:pt x="4607" y="204913"/>
                  </a:lnTo>
                  <a:lnTo>
                    <a:pt x="5927" y="210051"/>
                  </a:lnTo>
                  <a:lnTo>
                    <a:pt x="7410" y="215145"/>
                  </a:lnTo>
                  <a:lnTo>
                    <a:pt x="9054" y="220189"/>
                  </a:lnTo>
                  <a:lnTo>
                    <a:pt x="10857" y="225178"/>
                  </a:lnTo>
                  <a:lnTo>
                    <a:pt x="12818" y="230108"/>
                  </a:lnTo>
                  <a:lnTo>
                    <a:pt x="14934" y="234972"/>
                  </a:lnTo>
                  <a:lnTo>
                    <a:pt x="17203" y="239768"/>
                  </a:lnTo>
                  <a:lnTo>
                    <a:pt x="19623" y="244489"/>
                  </a:lnTo>
                  <a:lnTo>
                    <a:pt x="22192" y="249130"/>
                  </a:lnTo>
                  <a:lnTo>
                    <a:pt x="24907" y="253688"/>
                  </a:lnTo>
                  <a:lnTo>
                    <a:pt x="27765" y="258158"/>
                  </a:lnTo>
                  <a:lnTo>
                    <a:pt x="30763" y="262534"/>
                  </a:lnTo>
                  <a:lnTo>
                    <a:pt x="33899" y="266813"/>
                  </a:lnTo>
                  <a:lnTo>
                    <a:pt x="37169" y="270991"/>
                  </a:lnTo>
                  <a:lnTo>
                    <a:pt x="40570" y="275062"/>
                  </a:lnTo>
                  <a:lnTo>
                    <a:pt x="44099" y="279024"/>
                  </a:lnTo>
                  <a:lnTo>
                    <a:pt x="47751" y="282871"/>
                  </a:lnTo>
                  <a:lnTo>
                    <a:pt x="51524" y="286601"/>
                  </a:lnTo>
                  <a:lnTo>
                    <a:pt x="55413" y="290210"/>
                  </a:lnTo>
                  <a:lnTo>
                    <a:pt x="59414" y="293693"/>
                  </a:lnTo>
                  <a:lnTo>
                    <a:pt x="63524" y="297047"/>
                  </a:lnTo>
                  <a:lnTo>
                    <a:pt x="67739" y="300269"/>
                  </a:lnTo>
                  <a:lnTo>
                    <a:pt x="72053" y="303356"/>
                  </a:lnTo>
                  <a:lnTo>
                    <a:pt x="76464" y="306304"/>
                  </a:lnTo>
                  <a:lnTo>
                    <a:pt x="80966" y="309111"/>
                  </a:lnTo>
                  <a:lnTo>
                    <a:pt x="85554" y="311774"/>
                  </a:lnTo>
                  <a:lnTo>
                    <a:pt x="90225" y="314290"/>
                  </a:lnTo>
                  <a:lnTo>
                    <a:pt x="94973" y="316656"/>
                  </a:lnTo>
                  <a:lnTo>
                    <a:pt x="99794" y="318870"/>
                  </a:lnTo>
                  <a:lnTo>
                    <a:pt x="104682" y="320930"/>
                  </a:lnTo>
                  <a:lnTo>
                    <a:pt x="109634" y="322835"/>
                  </a:lnTo>
                  <a:lnTo>
                    <a:pt x="114644" y="324581"/>
                  </a:lnTo>
                  <a:lnTo>
                    <a:pt x="119706" y="326167"/>
                  </a:lnTo>
                  <a:lnTo>
                    <a:pt x="124816" y="327592"/>
                  </a:lnTo>
                  <a:lnTo>
                    <a:pt x="129969" y="328854"/>
                  </a:lnTo>
                  <a:lnTo>
                    <a:pt x="135159" y="329951"/>
                  </a:lnTo>
                  <a:lnTo>
                    <a:pt x="140382" y="330884"/>
                  </a:lnTo>
                  <a:lnTo>
                    <a:pt x="145631" y="331650"/>
                  </a:lnTo>
                  <a:lnTo>
                    <a:pt x="150903" y="332250"/>
                  </a:lnTo>
                  <a:lnTo>
                    <a:pt x="156190" y="332682"/>
                  </a:lnTo>
                  <a:lnTo>
                    <a:pt x="161489" y="332945"/>
                  </a:lnTo>
                  <a:lnTo>
                    <a:pt x="166793" y="333041"/>
                  </a:lnTo>
                  <a:lnTo>
                    <a:pt x="172097" y="332968"/>
                  </a:lnTo>
                  <a:lnTo>
                    <a:pt x="177397" y="332727"/>
                  </a:lnTo>
                  <a:lnTo>
                    <a:pt x="182686" y="332318"/>
                  </a:lnTo>
                  <a:lnTo>
                    <a:pt x="187960" y="331741"/>
                  </a:lnTo>
                  <a:lnTo>
                    <a:pt x="193213" y="330997"/>
                  </a:lnTo>
                  <a:lnTo>
                    <a:pt x="198439" y="330087"/>
                  </a:lnTo>
                  <a:lnTo>
                    <a:pt x="203634" y="329012"/>
                  </a:lnTo>
                  <a:lnTo>
                    <a:pt x="208792" y="327772"/>
                  </a:lnTo>
                  <a:lnTo>
                    <a:pt x="213909" y="326369"/>
                  </a:lnTo>
                  <a:lnTo>
                    <a:pt x="218978" y="324805"/>
                  </a:lnTo>
                  <a:lnTo>
                    <a:pt x="223995" y="323080"/>
                  </a:lnTo>
                  <a:lnTo>
                    <a:pt x="228955" y="321197"/>
                  </a:lnTo>
                  <a:lnTo>
                    <a:pt x="233852" y="319158"/>
                  </a:lnTo>
                  <a:lnTo>
                    <a:pt x="238682" y="316964"/>
                  </a:lnTo>
                  <a:lnTo>
                    <a:pt x="243441" y="314618"/>
                  </a:lnTo>
                  <a:lnTo>
                    <a:pt x="248122" y="312123"/>
                  </a:lnTo>
                  <a:lnTo>
                    <a:pt x="252722" y="309480"/>
                  </a:lnTo>
                  <a:lnTo>
                    <a:pt x="257236" y="306692"/>
                  </a:lnTo>
                  <a:lnTo>
                    <a:pt x="261659" y="303763"/>
                  </a:lnTo>
                  <a:lnTo>
                    <a:pt x="265987" y="300694"/>
                  </a:lnTo>
                  <a:lnTo>
                    <a:pt x="270215" y="297490"/>
                  </a:lnTo>
                  <a:lnTo>
                    <a:pt x="274339" y="294154"/>
                  </a:lnTo>
                  <a:lnTo>
                    <a:pt x="278356" y="290688"/>
                  </a:lnTo>
                  <a:lnTo>
                    <a:pt x="282260" y="287096"/>
                  </a:lnTo>
                  <a:lnTo>
                    <a:pt x="286049" y="283383"/>
                  </a:lnTo>
                  <a:lnTo>
                    <a:pt x="289718" y="279551"/>
                  </a:lnTo>
                  <a:lnTo>
                    <a:pt x="293263" y="275604"/>
                  </a:lnTo>
                  <a:lnTo>
                    <a:pt x="296682" y="271547"/>
                  </a:lnTo>
                  <a:lnTo>
                    <a:pt x="299970" y="267384"/>
                  </a:lnTo>
                  <a:lnTo>
                    <a:pt x="303124" y="263118"/>
                  </a:lnTo>
                  <a:lnTo>
                    <a:pt x="306141" y="258755"/>
                  </a:lnTo>
                  <a:lnTo>
                    <a:pt x="309018" y="254298"/>
                  </a:lnTo>
                  <a:lnTo>
                    <a:pt x="311753" y="249752"/>
                  </a:lnTo>
                  <a:lnTo>
                    <a:pt x="314341" y="245121"/>
                  </a:lnTo>
                  <a:lnTo>
                    <a:pt x="316782" y="240411"/>
                  </a:lnTo>
                  <a:lnTo>
                    <a:pt x="319072" y="235625"/>
                  </a:lnTo>
                  <a:lnTo>
                    <a:pt x="321208" y="230769"/>
                  </a:lnTo>
                  <a:lnTo>
                    <a:pt x="323190" y="225848"/>
                  </a:lnTo>
                  <a:lnTo>
                    <a:pt x="325015" y="220867"/>
                  </a:lnTo>
                  <a:lnTo>
                    <a:pt x="326680" y="215830"/>
                  </a:lnTo>
                  <a:lnTo>
                    <a:pt x="328185" y="210743"/>
                  </a:lnTo>
                  <a:lnTo>
                    <a:pt x="329528" y="205610"/>
                  </a:lnTo>
                  <a:lnTo>
                    <a:pt x="330707" y="200438"/>
                  </a:lnTo>
                  <a:lnTo>
                    <a:pt x="331721" y="195231"/>
                  </a:lnTo>
                  <a:lnTo>
                    <a:pt x="332570" y="189994"/>
                  </a:lnTo>
                  <a:lnTo>
                    <a:pt x="333252" y="184733"/>
                  </a:lnTo>
                  <a:lnTo>
                    <a:pt x="333767" y="179453"/>
                  </a:lnTo>
                  <a:lnTo>
                    <a:pt x="334114" y="174159"/>
                  </a:lnTo>
                  <a:lnTo>
                    <a:pt x="334292" y="168857"/>
                  </a:lnTo>
                  <a:lnTo>
                    <a:pt x="334303" y="163552"/>
                  </a:lnTo>
                  <a:lnTo>
                    <a:pt x="334145" y="158249"/>
                  </a:lnTo>
                  <a:lnTo>
                    <a:pt x="333819" y="152954"/>
                  </a:lnTo>
                  <a:lnTo>
                    <a:pt x="333325" y="147672"/>
                  </a:lnTo>
                  <a:lnTo>
                    <a:pt x="332664" y="142408"/>
                  </a:lnTo>
                  <a:lnTo>
                    <a:pt x="331836" y="137168"/>
                  </a:lnTo>
                  <a:lnTo>
                    <a:pt x="330842" y="131957"/>
                  </a:lnTo>
                  <a:lnTo>
                    <a:pt x="329683" y="126780"/>
                  </a:lnTo>
                  <a:lnTo>
                    <a:pt x="328361" y="121642"/>
                  </a:lnTo>
                  <a:lnTo>
                    <a:pt x="326876" y="116549"/>
                  </a:lnTo>
                  <a:lnTo>
                    <a:pt x="325231" y="111505"/>
                  </a:lnTo>
                  <a:lnTo>
                    <a:pt x="323426" y="106517"/>
                  </a:lnTo>
                  <a:lnTo>
                    <a:pt x="321464" y="101588"/>
                  </a:lnTo>
                  <a:lnTo>
                    <a:pt x="319346" y="96724"/>
                  </a:lnTo>
                  <a:lnTo>
                    <a:pt x="317075" y="91929"/>
                  </a:lnTo>
                  <a:lnTo>
                    <a:pt x="314653" y="87209"/>
                  </a:lnTo>
                  <a:lnTo>
                    <a:pt x="312083" y="82568"/>
                  </a:lnTo>
                  <a:lnTo>
                    <a:pt x="309367" y="78011"/>
                  </a:lnTo>
                  <a:lnTo>
                    <a:pt x="306507" y="73543"/>
                  </a:lnTo>
                  <a:lnTo>
                    <a:pt x="303507" y="69167"/>
                  </a:lnTo>
                  <a:lnTo>
                    <a:pt x="300370" y="64889"/>
                  </a:lnTo>
                  <a:lnTo>
                    <a:pt x="297098" y="60713"/>
                  </a:lnTo>
                  <a:lnTo>
                    <a:pt x="293696" y="56643"/>
                  </a:lnTo>
                  <a:lnTo>
                    <a:pt x="290166" y="52682"/>
                  </a:lnTo>
                  <a:lnTo>
                    <a:pt x="286513" y="48836"/>
                  </a:lnTo>
                  <a:lnTo>
                    <a:pt x="282739" y="45107"/>
                  </a:lnTo>
                  <a:lnTo>
                    <a:pt x="278848" y="41500"/>
                  </a:lnTo>
                  <a:lnTo>
                    <a:pt x="274846" y="38019"/>
                  </a:lnTo>
                  <a:lnTo>
                    <a:pt x="270734" y="34666"/>
                  </a:lnTo>
                  <a:lnTo>
                    <a:pt x="266519" y="31445"/>
                  </a:lnTo>
                  <a:lnTo>
                    <a:pt x="262203" y="28360"/>
                  </a:lnTo>
                  <a:lnTo>
                    <a:pt x="257792" y="25413"/>
                  </a:lnTo>
                  <a:lnTo>
                    <a:pt x="253289" y="22607"/>
                  </a:lnTo>
                  <a:lnTo>
                    <a:pt x="248700" y="19946"/>
                  </a:lnTo>
                  <a:lnTo>
                    <a:pt x="244028" y="17432"/>
                  </a:lnTo>
                  <a:lnTo>
                    <a:pt x="239279" y="15067"/>
                  </a:lnTo>
                  <a:lnTo>
                    <a:pt x="234458" y="12855"/>
                  </a:lnTo>
                  <a:lnTo>
                    <a:pt x="229568" y="10796"/>
                  </a:lnTo>
                  <a:lnTo>
                    <a:pt x="224616" y="8894"/>
                  </a:lnTo>
                  <a:lnTo>
                    <a:pt x="219606" y="7149"/>
                  </a:lnTo>
                  <a:lnTo>
                    <a:pt x="214543" y="5565"/>
                  </a:lnTo>
                  <a:lnTo>
                    <a:pt x="209432" y="4142"/>
                  </a:lnTo>
                  <a:lnTo>
                    <a:pt x="204279" y="2881"/>
                  </a:lnTo>
                  <a:lnTo>
                    <a:pt x="199088" y="1785"/>
                  </a:lnTo>
                  <a:lnTo>
                    <a:pt x="193865" y="855"/>
                  </a:lnTo>
                  <a:lnTo>
                    <a:pt x="188616" y="90"/>
                  </a:lnTo>
                  <a:lnTo>
                    <a:pt x="167152" y="1658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21464" cy="167167"/>
            </a:xfrm>
            <a:custGeom>
              <a:avLst/>
              <a:pathLst>
                <a:path w="21464" h="167167">
                  <a:moveTo>
                    <a:pt x="21464" y="1383"/>
                  </a:moveTo>
                  <a:lnTo>
                    <a:pt x="14331" y="615"/>
                  </a:lnTo>
                  <a:lnTo>
                    <a:pt x="7172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56377" y="5399291"/>
              <a:ext cx="167166" cy="304649"/>
            </a:xfrm>
            <a:custGeom>
              <a:avLst/>
              <a:pathLst>
                <a:path w="167166" h="304649">
                  <a:moveTo>
                    <a:pt x="167166" y="0"/>
                  </a:moveTo>
                  <a:lnTo>
                    <a:pt x="161800" y="86"/>
                  </a:lnTo>
                  <a:lnTo>
                    <a:pt x="156439" y="344"/>
                  </a:lnTo>
                  <a:lnTo>
                    <a:pt x="151090" y="774"/>
                  </a:lnTo>
                  <a:lnTo>
                    <a:pt x="145756" y="1376"/>
                  </a:lnTo>
                  <a:lnTo>
                    <a:pt x="140445" y="2149"/>
                  </a:lnTo>
                  <a:lnTo>
                    <a:pt x="135162" y="3092"/>
                  </a:lnTo>
                  <a:lnTo>
                    <a:pt x="129911" y="4204"/>
                  </a:lnTo>
                  <a:lnTo>
                    <a:pt x="124699" y="5484"/>
                  </a:lnTo>
                  <a:lnTo>
                    <a:pt x="119531" y="6930"/>
                  </a:lnTo>
                  <a:lnTo>
                    <a:pt x="114411" y="8542"/>
                  </a:lnTo>
                  <a:lnTo>
                    <a:pt x="109347" y="10317"/>
                  </a:lnTo>
                  <a:lnTo>
                    <a:pt x="104341" y="12254"/>
                  </a:lnTo>
                  <a:lnTo>
                    <a:pt x="99401" y="14351"/>
                  </a:lnTo>
                  <a:lnTo>
                    <a:pt x="94530" y="16605"/>
                  </a:lnTo>
                  <a:lnTo>
                    <a:pt x="89734" y="19014"/>
                  </a:lnTo>
                  <a:lnTo>
                    <a:pt x="85018" y="21576"/>
                  </a:lnTo>
                  <a:lnTo>
                    <a:pt x="80387" y="24288"/>
                  </a:lnTo>
                  <a:lnTo>
                    <a:pt x="75845" y="27148"/>
                  </a:lnTo>
                  <a:lnTo>
                    <a:pt x="71397" y="30152"/>
                  </a:lnTo>
                  <a:lnTo>
                    <a:pt x="67048" y="33297"/>
                  </a:lnTo>
                  <a:lnTo>
                    <a:pt x="62802" y="36579"/>
                  </a:lnTo>
                  <a:lnTo>
                    <a:pt x="58664" y="39997"/>
                  </a:lnTo>
                  <a:lnTo>
                    <a:pt x="54638" y="43546"/>
                  </a:lnTo>
                  <a:lnTo>
                    <a:pt x="50727" y="47222"/>
                  </a:lnTo>
                  <a:lnTo>
                    <a:pt x="46937" y="51021"/>
                  </a:lnTo>
                  <a:lnTo>
                    <a:pt x="43270" y="54941"/>
                  </a:lnTo>
                  <a:lnTo>
                    <a:pt x="39732" y="58976"/>
                  </a:lnTo>
                  <a:lnTo>
                    <a:pt x="36324" y="63122"/>
                  </a:lnTo>
                  <a:lnTo>
                    <a:pt x="33052" y="67376"/>
                  </a:lnTo>
                  <a:lnTo>
                    <a:pt x="29917" y="71733"/>
                  </a:lnTo>
                  <a:lnTo>
                    <a:pt x="26925" y="76188"/>
                  </a:lnTo>
                  <a:lnTo>
                    <a:pt x="24076" y="80737"/>
                  </a:lnTo>
                  <a:lnTo>
                    <a:pt x="21375" y="85375"/>
                  </a:lnTo>
                  <a:lnTo>
                    <a:pt x="18825" y="90097"/>
                  </a:lnTo>
                  <a:lnTo>
                    <a:pt x="16427" y="94899"/>
                  </a:lnTo>
                  <a:lnTo>
                    <a:pt x="14185" y="99775"/>
                  </a:lnTo>
                  <a:lnTo>
                    <a:pt x="12101" y="104721"/>
                  </a:lnTo>
                  <a:lnTo>
                    <a:pt x="10176" y="109731"/>
                  </a:lnTo>
                  <a:lnTo>
                    <a:pt x="8413" y="114800"/>
                  </a:lnTo>
                  <a:lnTo>
                    <a:pt x="6814" y="119923"/>
                  </a:lnTo>
                  <a:lnTo>
                    <a:pt x="5380" y="125095"/>
                  </a:lnTo>
                  <a:lnTo>
                    <a:pt x="4113" y="130310"/>
                  </a:lnTo>
                  <a:lnTo>
                    <a:pt x="3014" y="135564"/>
                  </a:lnTo>
                  <a:lnTo>
                    <a:pt x="2084" y="140849"/>
                  </a:lnTo>
                  <a:lnTo>
                    <a:pt x="1324" y="146162"/>
                  </a:lnTo>
                  <a:lnTo>
                    <a:pt x="735" y="151497"/>
                  </a:lnTo>
                  <a:lnTo>
                    <a:pt x="318" y="156848"/>
                  </a:lnTo>
                  <a:lnTo>
                    <a:pt x="73" y="162209"/>
                  </a:lnTo>
                  <a:lnTo>
                    <a:pt x="0" y="167576"/>
                  </a:lnTo>
                  <a:lnTo>
                    <a:pt x="99" y="172942"/>
                  </a:lnTo>
                  <a:lnTo>
                    <a:pt x="370" y="178302"/>
                  </a:lnTo>
                  <a:lnTo>
                    <a:pt x="814" y="183651"/>
                  </a:lnTo>
                  <a:lnTo>
                    <a:pt x="1429" y="188982"/>
                  </a:lnTo>
                  <a:lnTo>
                    <a:pt x="2214" y="194291"/>
                  </a:lnTo>
                  <a:lnTo>
                    <a:pt x="3170" y="199573"/>
                  </a:lnTo>
                  <a:lnTo>
                    <a:pt x="4295" y="204820"/>
                  </a:lnTo>
                  <a:lnTo>
                    <a:pt x="5587" y="210029"/>
                  </a:lnTo>
                  <a:lnTo>
                    <a:pt x="7047" y="215194"/>
                  </a:lnTo>
                  <a:lnTo>
                    <a:pt x="8671" y="220310"/>
                  </a:lnTo>
                  <a:lnTo>
                    <a:pt x="10459" y="225370"/>
                  </a:lnTo>
                  <a:lnTo>
                    <a:pt x="12408" y="230371"/>
                  </a:lnTo>
                  <a:lnTo>
                    <a:pt x="14516" y="235306"/>
                  </a:lnTo>
                  <a:lnTo>
                    <a:pt x="16783" y="240171"/>
                  </a:lnTo>
                  <a:lnTo>
                    <a:pt x="19204" y="244961"/>
                  </a:lnTo>
                  <a:lnTo>
                    <a:pt x="21777" y="249671"/>
                  </a:lnTo>
                  <a:lnTo>
                    <a:pt x="24501" y="254296"/>
                  </a:lnTo>
                  <a:lnTo>
                    <a:pt x="27371" y="258830"/>
                  </a:lnTo>
                  <a:lnTo>
                    <a:pt x="30386" y="263271"/>
                  </a:lnTo>
                  <a:lnTo>
                    <a:pt x="33541" y="267612"/>
                  </a:lnTo>
                  <a:lnTo>
                    <a:pt x="36834" y="271850"/>
                  </a:lnTo>
                  <a:lnTo>
                    <a:pt x="40262" y="275980"/>
                  </a:lnTo>
                  <a:lnTo>
                    <a:pt x="43821" y="279998"/>
                  </a:lnTo>
                  <a:lnTo>
                    <a:pt x="47506" y="283899"/>
                  </a:lnTo>
                  <a:lnTo>
                    <a:pt x="51315" y="287680"/>
                  </a:lnTo>
                  <a:lnTo>
                    <a:pt x="55243" y="291337"/>
                  </a:lnTo>
                  <a:lnTo>
                    <a:pt x="59287" y="294866"/>
                  </a:lnTo>
                  <a:lnTo>
                    <a:pt x="63442" y="298263"/>
                  </a:lnTo>
                  <a:lnTo>
                    <a:pt x="67704" y="301525"/>
                  </a:lnTo>
                  <a:lnTo>
                    <a:pt x="72068" y="30464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28445" y="5566459"/>
              <a:ext cx="95098" cy="137481"/>
            </a:xfrm>
            <a:custGeom>
              <a:avLst/>
              <a:pathLst>
                <a:path w="95098" h="137481">
                  <a:moveTo>
                    <a:pt x="0" y="137481"/>
                  </a:moveTo>
                  <a:lnTo>
                    <a:pt x="9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28445" y="5566459"/>
              <a:ext cx="95098" cy="137481"/>
            </a:xfrm>
            <a:custGeom>
              <a:avLst/>
              <a:pathLst>
                <a:path w="95098" h="137481">
                  <a:moveTo>
                    <a:pt x="0" y="137481"/>
                  </a:moveTo>
                  <a:lnTo>
                    <a:pt x="9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28445" y="5566459"/>
              <a:ext cx="95098" cy="137481"/>
            </a:xfrm>
            <a:custGeom>
              <a:avLst/>
              <a:pathLst>
                <a:path w="95098" h="137481">
                  <a:moveTo>
                    <a:pt x="0" y="137481"/>
                  </a:moveTo>
                  <a:lnTo>
                    <a:pt x="95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28445" y="5566459"/>
              <a:ext cx="95098" cy="137481"/>
            </a:xfrm>
            <a:custGeom>
              <a:avLst/>
              <a:pathLst>
                <a:path w="95098" h="137481">
                  <a:moveTo>
                    <a:pt x="0" y="137481"/>
                  </a:moveTo>
                  <a:lnTo>
                    <a:pt x="950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28445" y="5566459"/>
              <a:ext cx="95098" cy="137481"/>
            </a:xfrm>
            <a:custGeom>
              <a:avLst/>
              <a:pathLst>
                <a:path w="95098" h="137481">
                  <a:moveTo>
                    <a:pt x="0" y="137481"/>
                  </a:moveTo>
                  <a:lnTo>
                    <a:pt x="950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28445" y="5566459"/>
              <a:ext cx="95098" cy="166865"/>
            </a:xfrm>
            <a:custGeom>
              <a:avLst/>
              <a:pathLst>
                <a:path w="95098" h="166865">
                  <a:moveTo>
                    <a:pt x="0" y="137481"/>
                  </a:moveTo>
                  <a:lnTo>
                    <a:pt x="4737" y="140641"/>
                  </a:lnTo>
                  <a:lnTo>
                    <a:pt x="9580" y="143637"/>
                  </a:lnTo>
                  <a:lnTo>
                    <a:pt x="14522" y="146466"/>
                  </a:lnTo>
                  <a:lnTo>
                    <a:pt x="19557" y="149126"/>
                  </a:lnTo>
                  <a:lnTo>
                    <a:pt x="24680" y="151612"/>
                  </a:lnTo>
                  <a:lnTo>
                    <a:pt x="29885" y="153922"/>
                  </a:lnTo>
                  <a:lnTo>
                    <a:pt x="35165" y="156054"/>
                  </a:lnTo>
                  <a:lnTo>
                    <a:pt x="40515" y="158005"/>
                  </a:lnTo>
                  <a:lnTo>
                    <a:pt x="45928" y="159772"/>
                  </a:lnTo>
                  <a:lnTo>
                    <a:pt x="51399" y="161354"/>
                  </a:lnTo>
                  <a:lnTo>
                    <a:pt x="56920" y="162749"/>
                  </a:lnTo>
                  <a:lnTo>
                    <a:pt x="62485" y="163955"/>
                  </a:lnTo>
                  <a:lnTo>
                    <a:pt x="68088" y="164971"/>
                  </a:lnTo>
                  <a:lnTo>
                    <a:pt x="73723" y="165795"/>
                  </a:lnTo>
                  <a:lnTo>
                    <a:pt x="79382" y="166427"/>
                  </a:lnTo>
                  <a:lnTo>
                    <a:pt x="85059" y="166865"/>
                  </a:lnTo>
                  <a:lnTo>
                    <a:pt x="950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13505" y="5399291"/>
              <a:ext cx="177205" cy="334333"/>
            </a:xfrm>
            <a:custGeom>
              <a:avLst/>
              <a:pathLst>
                <a:path w="177205" h="334333">
                  <a:moveTo>
                    <a:pt x="0" y="334033"/>
                  </a:moveTo>
                  <a:lnTo>
                    <a:pt x="5346" y="334269"/>
                  </a:lnTo>
                  <a:lnTo>
                    <a:pt x="10698" y="334333"/>
                  </a:lnTo>
                  <a:lnTo>
                    <a:pt x="16049" y="334226"/>
                  </a:lnTo>
                  <a:lnTo>
                    <a:pt x="21393" y="333948"/>
                  </a:lnTo>
                  <a:lnTo>
                    <a:pt x="26726" y="333499"/>
                  </a:lnTo>
                  <a:lnTo>
                    <a:pt x="32042" y="332880"/>
                  </a:lnTo>
                  <a:lnTo>
                    <a:pt x="37336" y="332090"/>
                  </a:lnTo>
                  <a:lnTo>
                    <a:pt x="42601" y="331132"/>
                  </a:lnTo>
                  <a:lnTo>
                    <a:pt x="47833" y="330006"/>
                  </a:lnTo>
                  <a:lnTo>
                    <a:pt x="53027" y="328712"/>
                  </a:lnTo>
                  <a:lnTo>
                    <a:pt x="58176" y="327253"/>
                  </a:lnTo>
                  <a:lnTo>
                    <a:pt x="63276" y="325630"/>
                  </a:lnTo>
                  <a:lnTo>
                    <a:pt x="68321" y="323845"/>
                  </a:lnTo>
                  <a:lnTo>
                    <a:pt x="73307" y="321899"/>
                  </a:lnTo>
                  <a:lnTo>
                    <a:pt x="78227" y="319794"/>
                  </a:lnTo>
                  <a:lnTo>
                    <a:pt x="83078" y="317533"/>
                  </a:lnTo>
                  <a:lnTo>
                    <a:pt x="87854" y="315118"/>
                  </a:lnTo>
                  <a:lnTo>
                    <a:pt x="92550" y="312551"/>
                  </a:lnTo>
                  <a:lnTo>
                    <a:pt x="97162" y="309835"/>
                  </a:lnTo>
                  <a:lnTo>
                    <a:pt x="101685" y="306973"/>
                  </a:lnTo>
                  <a:lnTo>
                    <a:pt x="106113" y="303968"/>
                  </a:lnTo>
                  <a:lnTo>
                    <a:pt x="110443" y="300822"/>
                  </a:lnTo>
                  <a:lnTo>
                    <a:pt x="114670" y="297540"/>
                  </a:lnTo>
                  <a:lnTo>
                    <a:pt x="118790" y="294124"/>
                  </a:lnTo>
                  <a:lnTo>
                    <a:pt x="122798" y="290577"/>
                  </a:lnTo>
                  <a:lnTo>
                    <a:pt x="126691" y="286904"/>
                  </a:lnTo>
                  <a:lnTo>
                    <a:pt x="130464" y="283109"/>
                  </a:lnTo>
                  <a:lnTo>
                    <a:pt x="134114" y="279194"/>
                  </a:lnTo>
                  <a:lnTo>
                    <a:pt x="137636" y="275165"/>
                  </a:lnTo>
                  <a:lnTo>
                    <a:pt x="141028" y="271025"/>
                  </a:lnTo>
                  <a:lnTo>
                    <a:pt x="144285" y="266779"/>
                  </a:lnTo>
                  <a:lnTo>
                    <a:pt x="147405" y="262430"/>
                  </a:lnTo>
                  <a:lnTo>
                    <a:pt x="150384" y="257984"/>
                  </a:lnTo>
                  <a:lnTo>
                    <a:pt x="153220" y="253445"/>
                  </a:lnTo>
                  <a:lnTo>
                    <a:pt x="155908" y="248817"/>
                  </a:lnTo>
                  <a:lnTo>
                    <a:pt x="158447" y="244106"/>
                  </a:lnTo>
                  <a:lnTo>
                    <a:pt x="160834" y="239316"/>
                  </a:lnTo>
                  <a:lnTo>
                    <a:pt x="163066" y="234451"/>
                  </a:lnTo>
                  <a:lnTo>
                    <a:pt x="165142" y="229518"/>
                  </a:lnTo>
                  <a:lnTo>
                    <a:pt x="167058" y="224521"/>
                  </a:lnTo>
                  <a:lnTo>
                    <a:pt x="168814" y="219465"/>
                  </a:lnTo>
                  <a:lnTo>
                    <a:pt x="170406" y="214356"/>
                  </a:lnTo>
                  <a:lnTo>
                    <a:pt x="171835" y="209198"/>
                  </a:lnTo>
                  <a:lnTo>
                    <a:pt x="173097" y="203997"/>
                  </a:lnTo>
                  <a:lnTo>
                    <a:pt x="174193" y="198759"/>
                  </a:lnTo>
                  <a:lnTo>
                    <a:pt x="175120" y="193488"/>
                  </a:lnTo>
                  <a:lnTo>
                    <a:pt x="175878" y="188190"/>
                  </a:lnTo>
                  <a:lnTo>
                    <a:pt x="176466" y="182870"/>
                  </a:lnTo>
                  <a:lnTo>
                    <a:pt x="176883" y="177535"/>
                  </a:lnTo>
                  <a:lnTo>
                    <a:pt x="177130" y="172188"/>
                  </a:lnTo>
                  <a:lnTo>
                    <a:pt x="177205" y="166837"/>
                  </a:lnTo>
                  <a:lnTo>
                    <a:pt x="177109" y="161486"/>
                  </a:lnTo>
                  <a:lnTo>
                    <a:pt x="176841" y="156141"/>
                  </a:lnTo>
                  <a:lnTo>
                    <a:pt x="176403" y="150807"/>
                  </a:lnTo>
                  <a:lnTo>
                    <a:pt x="175794" y="145489"/>
                  </a:lnTo>
                  <a:lnTo>
                    <a:pt x="175015" y="140195"/>
                  </a:lnTo>
                  <a:lnTo>
                    <a:pt x="174067" y="134927"/>
                  </a:lnTo>
                  <a:lnTo>
                    <a:pt x="172951" y="129693"/>
                  </a:lnTo>
                  <a:lnTo>
                    <a:pt x="171668" y="124497"/>
                  </a:lnTo>
                  <a:lnTo>
                    <a:pt x="170219" y="119345"/>
                  </a:lnTo>
                  <a:lnTo>
                    <a:pt x="168606" y="114242"/>
                  </a:lnTo>
                  <a:lnTo>
                    <a:pt x="166831" y="109193"/>
                  </a:lnTo>
                  <a:lnTo>
                    <a:pt x="164894" y="104204"/>
                  </a:lnTo>
                  <a:lnTo>
                    <a:pt x="162799" y="99279"/>
                  </a:lnTo>
                  <a:lnTo>
                    <a:pt x="160548" y="94423"/>
                  </a:lnTo>
                  <a:lnTo>
                    <a:pt x="158142" y="89643"/>
                  </a:lnTo>
                  <a:lnTo>
                    <a:pt x="155585" y="84941"/>
                  </a:lnTo>
                  <a:lnTo>
                    <a:pt x="152878" y="80324"/>
                  </a:lnTo>
                  <a:lnTo>
                    <a:pt x="150025" y="75796"/>
                  </a:lnTo>
                  <a:lnTo>
                    <a:pt x="147028" y="71362"/>
                  </a:lnTo>
                  <a:lnTo>
                    <a:pt x="143891" y="67026"/>
                  </a:lnTo>
                  <a:lnTo>
                    <a:pt x="140617" y="62792"/>
                  </a:lnTo>
                  <a:lnTo>
                    <a:pt x="137209" y="58666"/>
                  </a:lnTo>
                  <a:lnTo>
                    <a:pt x="133670" y="54651"/>
                  </a:lnTo>
                  <a:lnTo>
                    <a:pt x="130005" y="50751"/>
                  </a:lnTo>
                  <a:lnTo>
                    <a:pt x="126217" y="46970"/>
                  </a:lnTo>
                  <a:lnTo>
                    <a:pt x="122310" y="43312"/>
                  </a:lnTo>
                  <a:lnTo>
                    <a:pt x="118288" y="39782"/>
                  </a:lnTo>
                  <a:lnTo>
                    <a:pt x="114154" y="36382"/>
                  </a:lnTo>
                  <a:lnTo>
                    <a:pt x="109914" y="33116"/>
                  </a:lnTo>
                  <a:lnTo>
                    <a:pt x="105572" y="29988"/>
                  </a:lnTo>
                  <a:lnTo>
                    <a:pt x="101132" y="27000"/>
                  </a:lnTo>
                  <a:lnTo>
                    <a:pt x="96598" y="24156"/>
                  </a:lnTo>
                  <a:lnTo>
                    <a:pt x="91976" y="21458"/>
                  </a:lnTo>
                  <a:lnTo>
                    <a:pt x="87269" y="18910"/>
                  </a:lnTo>
                  <a:lnTo>
                    <a:pt x="82484" y="16513"/>
                  </a:lnTo>
                  <a:lnTo>
                    <a:pt x="77624" y="14272"/>
                  </a:lnTo>
                  <a:lnTo>
                    <a:pt x="72695" y="12186"/>
                  </a:lnTo>
                  <a:lnTo>
                    <a:pt x="67702" y="10260"/>
                  </a:lnTo>
                  <a:lnTo>
                    <a:pt x="62650" y="8495"/>
                  </a:lnTo>
                  <a:lnTo>
                    <a:pt x="57543" y="6892"/>
                  </a:lnTo>
                  <a:lnTo>
                    <a:pt x="52388" y="5453"/>
                  </a:lnTo>
                  <a:lnTo>
                    <a:pt x="47190" y="4180"/>
                  </a:lnTo>
                  <a:lnTo>
                    <a:pt x="41954" y="3074"/>
                  </a:lnTo>
                  <a:lnTo>
                    <a:pt x="36684" y="2137"/>
                  </a:lnTo>
                  <a:lnTo>
                    <a:pt x="31388" y="1368"/>
                  </a:lnTo>
                  <a:lnTo>
                    <a:pt x="26070" y="770"/>
                  </a:lnTo>
                  <a:lnTo>
                    <a:pt x="20735" y="342"/>
                  </a:lnTo>
                  <a:lnTo>
                    <a:pt x="15389" y="85"/>
                  </a:lnTo>
                  <a:lnTo>
                    <a:pt x="10038" y="0"/>
                  </a:lnTo>
                  <a:lnTo>
                    <a:pt x="100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31706" y="5269756"/>
              <a:ext cx="113552" cy="167167"/>
            </a:xfrm>
            <a:custGeom>
              <a:avLst/>
              <a:pathLst>
                <a:path w="113552" h="167167">
                  <a:moveTo>
                    <a:pt x="113552" y="0"/>
                  </a:moveTo>
                  <a:lnTo>
                    <a:pt x="107879" y="96"/>
                  </a:lnTo>
                  <a:lnTo>
                    <a:pt x="102212" y="385"/>
                  </a:lnTo>
                  <a:lnTo>
                    <a:pt x="96558" y="866"/>
                  </a:lnTo>
                  <a:lnTo>
                    <a:pt x="90924" y="1538"/>
                  </a:lnTo>
                  <a:lnTo>
                    <a:pt x="85316" y="2401"/>
                  </a:lnTo>
                  <a:lnTo>
                    <a:pt x="79741" y="3455"/>
                  </a:lnTo>
                  <a:lnTo>
                    <a:pt x="74204" y="4696"/>
                  </a:lnTo>
                  <a:lnTo>
                    <a:pt x="68713" y="6125"/>
                  </a:lnTo>
                  <a:lnTo>
                    <a:pt x="63273" y="7740"/>
                  </a:lnTo>
                  <a:lnTo>
                    <a:pt x="57892" y="9538"/>
                  </a:lnTo>
                  <a:lnTo>
                    <a:pt x="52574" y="11518"/>
                  </a:lnTo>
                  <a:lnTo>
                    <a:pt x="47327" y="13677"/>
                  </a:lnTo>
                  <a:lnTo>
                    <a:pt x="42156" y="16013"/>
                  </a:lnTo>
                  <a:lnTo>
                    <a:pt x="37067" y="18523"/>
                  </a:lnTo>
                  <a:lnTo>
                    <a:pt x="32067" y="21204"/>
                  </a:lnTo>
                  <a:lnTo>
                    <a:pt x="27160" y="24054"/>
                  </a:lnTo>
                  <a:lnTo>
                    <a:pt x="22353" y="27068"/>
                  </a:lnTo>
                  <a:lnTo>
                    <a:pt x="17651" y="30244"/>
                  </a:lnTo>
                  <a:lnTo>
                    <a:pt x="13059" y="33577"/>
                  </a:lnTo>
                  <a:lnTo>
                    <a:pt x="8583" y="37065"/>
                  </a:lnTo>
                  <a:lnTo>
                    <a:pt x="4228" y="40702"/>
                  </a:lnTo>
                  <a:lnTo>
                    <a:pt x="0" y="44485"/>
                  </a:lnTo>
                  <a:lnTo>
                    <a:pt x="1135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31706" y="5314241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31706" y="5314241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31706" y="5314241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31706" y="5314241"/>
              <a:ext cx="113552" cy="122681"/>
            </a:xfrm>
            <a:custGeom>
              <a:avLst/>
              <a:pathLst>
                <a:path w="113552" h="122681">
                  <a:moveTo>
                    <a:pt x="0" y="0"/>
                  </a:moveTo>
                  <a:lnTo>
                    <a:pt x="113552" y="1226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03823" y="5314241"/>
              <a:ext cx="141435" cy="122681"/>
            </a:xfrm>
            <a:custGeom>
              <a:avLst/>
              <a:pathLst>
                <a:path w="141435" h="122681">
                  <a:moveTo>
                    <a:pt x="27883" y="0"/>
                  </a:moveTo>
                  <a:lnTo>
                    <a:pt x="23375" y="4331"/>
                  </a:lnTo>
                  <a:lnTo>
                    <a:pt x="19032" y="8828"/>
                  </a:lnTo>
                  <a:lnTo>
                    <a:pt x="14861" y="13485"/>
                  </a:lnTo>
                  <a:lnTo>
                    <a:pt x="10866" y="18294"/>
                  </a:lnTo>
                  <a:lnTo>
                    <a:pt x="7054" y="23249"/>
                  </a:lnTo>
                  <a:lnTo>
                    <a:pt x="3430" y="28343"/>
                  </a:lnTo>
                  <a:lnTo>
                    <a:pt x="0" y="33569"/>
                  </a:lnTo>
                  <a:lnTo>
                    <a:pt x="141435" y="12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099" y="5269756"/>
              <a:ext cx="334310" cy="334333"/>
            </a:xfrm>
            <a:custGeom>
              <a:avLst/>
              <a:pathLst>
                <a:path w="334310" h="334333">
                  <a:moveTo>
                    <a:pt x="25723" y="78055"/>
                  </a:moveTo>
                  <a:lnTo>
                    <a:pt x="22964" y="82593"/>
                  </a:lnTo>
                  <a:lnTo>
                    <a:pt x="20350" y="87217"/>
                  </a:lnTo>
                  <a:lnTo>
                    <a:pt x="17884" y="91921"/>
                  </a:lnTo>
                  <a:lnTo>
                    <a:pt x="15569" y="96702"/>
                  </a:lnTo>
                  <a:lnTo>
                    <a:pt x="13407" y="101553"/>
                  </a:lnTo>
                  <a:lnTo>
                    <a:pt x="11400" y="106471"/>
                  </a:lnTo>
                  <a:lnTo>
                    <a:pt x="9550" y="111450"/>
                  </a:lnTo>
                  <a:lnTo>
                    <a:pt x="7860" y="116485"/>
                  </a:lnTo>
                  <a:lnTo>
                    <a:pt x="6330" y="121572"/>
                  </a:lnTo>
                  <a:lnTo>
                    <a:pt x="4962" y="126704"/>
                  </a:lnTo>
                  <a:lnTo>
                    <a:pt x="3759" y="131878"/>
                  </a:lnTo>
                  <a:lnTo>
                    <a:pt x="2720" y="137086"/>
                  </a:lnTo>
                  <a:lnTo>
                    <a:pt x="1848" y="142326"/>
                  </a:lnTo>
                  <a:lnTo>
                    <a:pt x="1142" y="147590"/>
                  </a:lnTo>
                  <a:lnTo>
                    <a:pt x="604" y="152874"/>
                  </a:lnTo>
                  <a:lnTo>
                    <a:pt x="234" y="158173"/>
                  </a:lnTo>
                  <a:lnTo>
                    <a:pt x="32" y="163481"/>
                  </a:lnTo>
                  <a:lnTo>
                    <a:pt x="0" y="168792"/>
                  </a:lnTo>
                  <a:lnTo>
                    <a:pt x="136" y="174102"/>
                  </a:lnTo>
                  <a:lnTo>
                    <a:pt x="440" y="179404"/>
                  </a:lnTo>
                  <a:lnTo>
                    <a:pt x="913" y="184695"/>
                  </a:lnTo>
                  <a:lnTo>
                    <a:pt x="1554" y="189968"/>
                  </a:lnTo>
                  <a:lnTo>
                    <a:pt x="2362" y="195217"/>
                  </a:lnTo>
                  <a:lnTo>
                    <a:pt x="3336" y="200439"/>
                  </a:lnTo>
                  <a:lnTo>
                    <a:pt x="4476" y="205626"/>
                  </a:lnTo>
                  <a:lnTo>
                    <a:pt x="5780" y="210775"/>
                  </a:lnTo>
                  <a:lnTo>
                    <a:pt x="7247" y="215880"/>
                  </a:lnTo>
                  <a:lnTo>
                    <a:pt x="8875" y="220936"/>
                  </a:lnTo>
                  <a:lnTo>
                    <a:pt x="10663" y="225937"/>
                  </a:lnTo>
                  <a:lnTo>
                    <a:pt x="12609" y="230880"/>
                  </a:lnTo>
                  <a:lnTo>
                    <a:pt x="14711" y="235757"/>
                  </a:lnTo>
                  <a:lnTo>
                    <a:pt x="16967" y="240566"/>
                  </a:lnTo>
                  <a:lnTo>
                    <a:pt x="19375" y="245300"/>
                  </a:lnTo>
                  <a:lnTo>
                    <a:pt x="21932" y="249956"/>
                  </a:lnTo>
                  <a:lnTo>
                    <a:pt x="24635" y="254528"/>
                  </a:lnTo>
                  <a:lnTo>
                    <a:pt x="27483" y="259012"/>
                  </a:lnTo>
                  <a:lnTo>
                    <a:pt x="30471" y="263403"/>
                  </a:lnTo>
                  <a:lnTo>
                    <a:pt x="33597" y="267697"/>
                  </a:lnTo>
                  <a:lnTo>
                    <a:pt x="36859" y="271889"/>
                  </a:lnTo>
                  <a:lnTo>
                    <a:pt x="40251" y="275976"/>
                  </a:lnTo>
                  <a:lnTo>
                    <a:pt x="43772" y="279953"/>
                  </a:lnTo>
                  <a:lnTo>
                    <a:pt x="47418" y="283816"/>
                  </a:lnTo>
                  <a:lnTo>
                    <a:pt x="51184" y="287561"/>
                  </a:lnTo>
                  <a:lnTo>
                    <a:pt x="55067" y="291185"/>
                  </a:lnTo>
                  <a:lnTo>
                    <a:pt x="59064" y="294683"/>
                  </a:lnTo>
                  <a:lnTo>
                    <a:pt x="63170" y="298053"/>
                  </a:lnTo>
                  <a:lnTo>
                    <a:pt x="67380" y="301291"/>
                  </a:lnTo>
                  <a:lnTo>
                    <a:pt x="71692" y="304393"/>
                  </a:lnTo>
                  <a:lnTo>
                    <a:pt x="76099" y="307356"/>
                  </a:lnTo>
                  <a:lnTo>
                    <a:pt x="80599" y="310179"/>
                  </a:lnTo>
                  <a:lnTo>
                    <a:pt x="85186" y="312856"/>
                  </a:lnTo>
                  <a:lnTo>
                    <a:pt x="89856" y="315387"/>
                  </a:lnTo>
                  <a:lnTo>
                    <a:pt x="94604" y="317768"/>
                  </a:lnTo>
                  <a:lnTo>
                    <a:pt x="99425" y="319997"/>
                  </a:lnTo>
                  <a:lnTo>
                    <a:pt x="104315" y="322072"/>
                  </a:lnTo>
                  <a:lnTo>
                    <a:pt x="109268" y="323990"/>
                  </a:lnTo>
                  <a:lnTo>
                    <a:pt x="114279" y="325750"/>
                  </a:lnTo>
                  <a:lnTo>
                    <a:pt x="119344" y="327350"/>
                  </a:lnTo>
                  <a:lnTo>
                    <a:pt x="124457" y="328788"/>
                  </a:lnTo>
                  <a:lnTo>
                    <a:pt x="129613" y="330063"/>
                  </a:lnTo>
                  <a:lnTo>
                    <a:pt x="134807" y="331174"/>
                  </a:lnTo>
                  <a:lnTo>
                    <a:pt x="140034" y="332119"/>
                  </a:lnTo>
                  <a:lnTo>
                    <a:pt x="145288" y="332897"/>
                  </a:lnTo>
                  <a:lnTo>
                    <a:pt x="150564" y="333509"/>
                  </a:lnTo>
                  <a:lnTo>
                    <a:pt x="155857" y="333952"/>
                  </a:lnTo>
                  <a:lnTo>
                    <a:pt x="161161" y="334227"/>
                  </a:lnTo>
                  <a:lnTo>
                    <a:pt x="166472" y="334333"/>
                  </a:lnTo>
                  <a:lnTo>
                    <a:pt x="171783" y="334270"/>
                  </a:lnTo>
                  <a:lnTo>
                    <a:pt x="177089" y="334039"/>
                  </a:lnTo>
                  <a:lnTo>
                    <a:pt x="182386" y="333639"/>
                  </a:lnTo>
                  <a:lnTo>
                    <a:pt x="187667" y="333072"/>
                  </a:lnTo>
                  <a:lnTo>
                    <a:pt x="192927" y="332336"/>
                  </a:lnTo>
                  <a:lnTo>
                    <a:pt x="198162" y="331434"/>
                  </a:lnTo>
                  <a:lnTo>
                    <a:pt x="203365" y="330367"/>
                  </a:lnTo>
                  <a:lnTo>
                    <a:pt x="208531" y="329134"/>
                  </a:lnTo>
                  <a:lnTo>
                    <a:pt x="213656" y="327738"/>
                  </a:lnTo>
                  <a:lnTo>
                    <a:pt x="218734" y="326180"/>
                  </a:lnTo>
                  <a:lnTo>
                    <a:pt x="223759" y="324461"/>
                  </a:lnTo>
                  <a:lnTo>
                    <a:pt x="228728" y="322583"/>
                  </a:lnTo>
                  <a:lnTo>
                    <a:pt x="233634" y="320549"/>
                  </a:lnTo>
                  <a:lnTo>
                    <a:pt x="238474" y="318360"/>
                  </a:lnTo>
                  <a:lnTo>
                    <a:pt x="243241" y="316018"/>
                  </a:lnTo>
                  <a:lnTo>
                    <a:pt x="247931" y="313525"/>
                  </a:lnTo>
                  <a:lnTo>
                    <a:pt x="252540" y="310885"/>
                  </a:lnTo>
                  <a:lnTo>
                    <a:pt x="257063" y="308100"/>
                  </a:lnTo>
                  <a:lnTo>
                    <a:pt x="261495" y="305173"/>
                  </a:lnTo>
                  <a:lnTo>
                    <a:pt x="265832" y="302106"/>
                  </a:lnTo>
                  <a:lnTo>
                    <a:pt x="270069" y="298903"/>
                  </a:lnTo>
                  <a:lnTo>
                    <a:pt x="274202" y="295568"/>
                  </a:lnTo>
                  <a:lnTo>
                    <a:pt x="278227" y="292102"/>
                  </a:lnTo>
                  <a:lnTo>
                    <a:pt x="282140" y="288510"/>
                  </a:lnTo>
                  <a:lnTo>
                    <a:pt x="285937" y="284796"/>
                  </a:lnTo>
                  <a:lnTo>
                    <a:pt x="289614" y="280963"/>
                  </a:lnTo>
                  <a:lnTo>
                    <a:pt x="293168" y="277016"/>
                  </a:lnTo>
                  <a:lnTo>
                    <a:pt x="296594" y="272957"/>
                  </a:lnTo>
                  <a:lnTo>
                    <a:pt x="299890" y="268791"/>
                  </a:lnTo>
                  <a:lnTo>
                    <a:pt x="303051" y="264523"/>
                  </a:lnTo>
                  <a:lnTo>
                    <a:pt x="306076" y="260157"/>
                  </a:lnTo>
                  <a:lnTo>
                    <a:pt x="308960" y="255697"/>
                  </a:lnTo>
                  <a:lnTo>
                    <a:pt x="311701" y="251147"/>
                  </a:lnTo>
                  <a:lnTo>
                    <a:pt x="314296" y="246513"/>
                  </a:lnTo>
                  <a:lnTo>
                    <a:pt x="316742" y="241798"/>
                  </a:lnTo>
                  <a:lnTo>
                    <a:pt x="319038" y="237008"/>
                  </a:lnTo>
                  <a:lnTo>
                    <a:pt x="321180" y="232148"/>
                  </a:lnTo>
                  <a:lnTo>
                    <a:pt x="323167" y="227222"/>
                  </a:lnTo>
                  <a:lnTo>
                    <a:pt x="324996" y="222235"/>
                  </a:lnTo>
                  <a:lnTo>
                    <a:pt x="326666" y="217193"/>
                  </a:lnTo>
                  <a:lnTo>
                    <a:pt x="328174" y="212101"/>
                  </a:lnTo>
                  <a:lnTo>
                    <a:pt x="329521" y="206963"/>
                  </a:lnTo>
                  <a:lnTo>
                    <a:pt x="330703" y="201784"/>
                  </a:lnTo>
                  <a:lnTo>
                    <a:pt x="331720" y="196571"/>
                  </a:lnTo>
                  <a:lnTo>
                    <a:pt x="332571" y="191328"/>
                  </a:lnTo>
                  <a:lnTo>
                    <a:pt x="333255" y="186061"/>
                  </a:lnTo>
                  <a:lnTo>
                    <a:pt x="333772" y="180775"/>
                  </a:lnTo>
                  <a:lnTo>
                    <a:pt x="334120" y="175475"/>
                  </a:lnTo>
                  <a:lnTo>
                    <a:pt x="334300" y="170166"/>
                  </a:lnTo>
                  <a:lnTo>
                    <a:pt x="334310" y="164855"/>
                  </a:lnTo>
                  <a:lnTo>
                    <a:pt x="334153" y="159546"/>
                  </a:lnTo>
                  <a:lnTo>
                    <a:pt x="333826" y="154244"/>
                  </a:lnTo>
                  <a:lnTo>
                    <a:pt x="333332" y="148956"/>
                  </a:lnTo>
                  <a:lnTo>
                    <a:pt x="332669" y="143686"/>
                  </a:lnTo>
                  <a:lnTo>
                    <a:pt x="331840" y="138439"/>
                  </a:lnTo>
                  <a:lnTo>
                    <a:pt x="330844" y="133222"/>
                  </a:lnTo>
                  <a:lnTo>
                    <a:pt x="329683" y="128039"/>
                  </a:lnTo>
                  <a:lnTo>
                    <a:pt x="328358" y="122896"/>
                  </a:lnTo>
                  <a:lnTo>
                    <a:pt x="326870" y="117797"/>
                  </a:lnTo>
                  <a:lnTo>
                    <a:pt x="325221" y="112748"/>
                  </a:lnTo>
                  <a:lnTo>
                    <a:pt x="323412" y="107754"/>
                  </a:lnTo>
                  <a:lnTo>
                    <a:pt x="321446" y="102820"/>
                  </a:lnTo>
                  <a:lnTo>
                    <a:pt x="319324" y="97950"/>
                  </a:lnTo>
                  <a:lnTo>
                    <a:pt x="317048" y="93151"/>
                  </a:lnTo>
                  <a:lnTo>
                    <a:pt x="314621" y="88427"/>
                  </a:lnTo>
                  <a:lnTo>
                    <a:pt x="312045" y="83782"/>
                  </a:lnTo>
                  <a:lnTo>
                    <a:pt x="309322" y="79221"/>
                  </a:lnTo>
                  <a:lnTo>
                    <a:pt x="306457" y="74749"/>
                  </a:lnTo>
                  <a:lnTo>
                    <a:pt x="303450" y="70370"/>
                  </a:lnTo>
                  <a:lnTo>
                    <a:pt x="300306" y="66089"/>
                  </a:lnTo>
                  <a:lnTo>
                    <a:pt x="297028" y="61910"/>
                  </a:lnTo>
                  <a:lnTo>
                    <a:pt x="293618" y="57837"/>
                  </a:lnTo>
                  <a:lnTo>
                    <a:pt x="290081" y="53875"/>
                  </a:lnTo>
                  <a:lnTo>
                    <a:pt x="286420" y="50027"/>
                  </a:lnTo>
                  <a:lnTo>
                    <a:pt x="282638" y="46297"/>
                  </a:lnTo>
                  <a:lnTo>
                    <a:pt x="278740" y="42689"/>
                  </a:lnTo>
                  <a:lnTo>
                    <a:pt x="274729" y="39207"/>
                  </a:lnTo>
                  <a:lnTo>
                    <a:pt x="270610" y="35855"/>
                  </a:lnTo>
                  <a:lnTo>
                    <a:pt x="266386" y="32634"/>
                  </a:lnTo>
                  <a:lnTo>
                    <a:pt x="262062" y="29550"/>
                  </a:lnTo>
                  <a:lnTo>
                    <a:pt x="257642" y="26604"/>
                  </a:lnTo>
                  <a:lnTo>
                    <a:pt x="253130" y="23801"/>
                  </a:lnTo>
                  <a:lnTo>
                    <a:pt x="248532" y="21142"/>
                  </a:lnTo>
                  <a:lnTo>
                    <a:pt x="243852" y="18630"/>
                  </a:lnTo>
                  <a:lnTo>
                    <a:pt x="239094" y="16269"/>
                  </a:lnTo>
                  <a:lnTo>
                    <a:pt x="234264" y="14060"/>
                  </a:lnTo>
                  <a:lnTo>
                    <a:pt x="229366" y="12005"/>
                  </a:lnTo>
                  <a:lnTo>
                    <a:pt x="224405" y="10107"/>
                  </a:lnTo>
                  <a:lnTo>
                    <a:pt x="219387" y="8368"/>
                  </a:lnTo>
                  <a:lnTo>
                    <a:pt x="214315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8177" y="5018213"/>
              <a:ext cx="162861" cy="167167"/>
            </a:xfrm>
            <a:custGeom>
              <a:avLst/>
              <a:pathLst>
                <a:path w="162861" h="167167">
                  <a:moveTo>
                    <a:pt x="162861" y="0"/>
                  </a:moveTo>
                  <a:lnTo>
                    <a:pt x="157385" y="89"/>
                  </a:lnTo>
                  <a:lnTo>
                    <a:pt x="151915" y="358"/>
                  </a:lnTo>
                  <a:lnTo>
                    <a:pt x="146456" y="806"/>
                  </a:lnTo>
                  <a:lnTo>
                    <a:pt x="141015" y="1433"/>
                  </a:lnTo>
                  <a:lnTo>
                    <a:pt x="135598" y="2238"/>
                  </a:lnTo>
                  <a:lnTo>
                    <a:pt x="130210" y="3219"/>
                  </a:lnTo>
                  <a:lnTo>
                    <a:pt x="124856" y="4377"/>
                  </a:lnTo>
                  <a:lnTo>
                    <a:pt x="119544" y="5709"/>
                  </a:lnTo>
                  <a:lnTo>
                    <a:pt x="114278" y="7215"/>
                  </a:lnTo>
                  <a:lnTo>
                    <a:pt x="109065" y="8892"/>
                  </a:lnTo>
                  <a:lnTo>
                    <a:pt x="103909" y="10739"/>
                  </a:lnTo>
                  <a:lnTo>
                    <a:pt x="98816" y="12755"/>
                  </a:lnTo>
                  <a:lnTo>
                    <a:pt x="93792" y="14935"/>
                  </a:lnTo>
                  <a:lnTo>
                    <a:pt x="88842" y="17280"/>
                  </a:lnTo>
                  <a:lnTo>
                    <a:pt x="83972" y="19785"/>
                  </a:lnTo>
                  <a:lnTo>
                    <a:pt x="79186" y="22448"/>
                  </a:lnTo>
                  <a:lnTo>
                    <a:pt x="74490" y="25267"/>
                  </a:lnTo>
                  <a:lnTo>
                    <a:pt x="69889" y="28238"/>
                  </a:lnTo>
                  <a:lnTo>
                    <a:pt x="65388" y="31358"/>
                  </a:lnTo>
                  <a:lnTo>
                    <a:pt x="60992" y="34624"/>
                  </a:lnTo>
                  <a:lnTo>
                    <a:pt x="56705" y="38032"/>
                  </a:lnTo>
                  <a:lnTo>
                    <a:pt x="52531" y="41579"/>
                  </a:lnTo>
                  <a:lnTo>
                    <a:pt x="48476" y="45261"/>
                  </a:lnTo>
                  <a:lnTo>
                    <a:pt x="44544" y="49073"/>
                  </a:lnTo>
                  <a:lnTo>
                    <a:pt x="40739" y="53012"/>
                  </a:lnTo>
                  <a:lnTo>
                    <a:pt x="37065" y="57074"/>
                  </a:lnTo>
                  <a:lnTo>
                    <a:pt x="33526" y="61254"/>
                  </a:lnTo>
                  <a:lnTo>
                    <a:pt x="30126" y="65548"/>
                  </a:lnTo>
                  <a:lnTo>
                    <a:pt x="26869" y="69950"/>
                  </a:lnTo>
                  <a:lnTo>
                    <a:pt x="23757" y="74457"/>
                  </a:lnTo>
                  <a:lnTo>
                    <a:pt x="20795" y="79064"/>
                  </a:lnTo>
                  <a:lnTo>
                    <a:pt x="17985" y="83765"/>
                  </a:lnTo>
                  <a:lnTo>
                    <a:pt x="15330" y="88556"/>
                  </a:lnTo>
                  <a:lnTo>
                    <a:pt x="12834" y="93431"/>
                  </a:lnTo>
                  <a:lnTo>
                    <a:pt x="10499" y="98385"/>
                  </a:lnTo>
                  <a:lnTo>
                    <a:pt x="8328" y="103413"/>
                  </a:lnTo>
                  <a:lnTo>
                    <a:pt x="6323" y="108509"/>
                  </a:lnTo>
                  <a:lnTo>
                    <a:pt x="4485" y="113669"/>
                  </a:lnTo>
                  <a:lnTo>
                    <a:pt x="2818" y="118886"/>
                  </a:lnTo>
                  <a:lnTo>
                    <a:pt x="1322" y="124154"/>
                  </a:lnTo>
                  <a:lnTo>
                    <a:pt x="0" y="129469"/>
                  </a:lnTo>
                  <a:lnTo>
                    <a:pt x="1628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8177" y="5147683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3880" y="5147683"/>
              <a:ext cx="167158" cy="42001"/>
            </a:xfrm>
            <a:custGeom>
              <a:avLst/>
              <a:pathLst>
                <a:path w="167158" h="42001">
                  <a:moveTo>
                    <a:pt x="4296" y="0"/>
                  </a:moveTo>
                  <a:lnTo>
                    <a:pt x="3040" y="5914"/>
                  </a:lnTo>
                  <a:lnTo>
                    <a:pt x="1998" y="11870"/>
                  </a:lnTo>
                  <a:lnTo>
                    <a:pt x="1172" y="17860"/>
                  </a:lnTo>
                  <a:lnTo>
                    <a:pt x="563" y="23876"/>
                  </a:lnTo>
                  <a:lnTo>
                    <a:pt x="172" y="29911"/>
                  </a:lnTo>
                  <a:lnTo>
                    <a:pt x="0" y="35955"/>
                  </a:lnTo>
                  <a:lnTo>
                    <a:pt x="46" y="42001"/>
                  </a:lnTo>
                  <a:lnTo>
                    <a:pt x="167158" y="37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927" y="5018213"/>
              <a:ext cx="334266" cy="334331"/>
            </a:xfrm>
            <a:custGeom>
              <a:avLst/>
              <a:pathLst>
                <a:path w="334266" h="334331">
                  <a:moveTo>
                    <a:pt x="0" y="171471"/>
                  </a:moveTo>
                  <a:lnTo>
                    <a:pt x="220" y="176760"/>
                  </a:lnTo>
                  <a:lnTo>
                    <a:pt x="607" y="182039"/>
                  </a:lnTo>
                  <a:lnTo>
                    <a:pt x="1161" y="187303"/>
                  </a:lnTo>
                  <a:lnTo>
                    <a:pt x="1882" y="192548"/>
                  </a:lnTo>
                  <a:lnTo>
                    <a:pt x="2768" y="197766"/>
                  </a:lnTo>
                  <a:lnTo>
                    <a:pt x="3820" y="202954"/>
                  </a:lnTo>
                  <a:lnTo>
                    <a:pt x="5035" y="208106"/>
                  </a:lnTo>
                  <a:lnTo>
                    <a:pt x="6412" y="213217"/>
                  </a:lnTo>
                  <a:lnTo>
                    <a:pt x="7951" y="218282"/>
                  </a:lnTo>
                  <a:lnTo>
                    <a:pt x="9649" y="223296"/>
                  </a:lnTo>
                  <a:lnTo>
                    <a:pt x="11505" y="228253"/>
                  </a:lnTo>
                  <a:lnTo>
                    <a:pt x="13517" y="233149"/>
                  </a:lnTo>
                  <a:lnTo>
                    <a:pt x="15683" y="237979"/>
                  </a:lnTo>
                  <a:lnTo>
                    <a:pt x="18001" y="242738"/>
                  </a:lnTo>
                  <a:lnTo>
                    <a:pt x="20468" y="247421"/>
                  </a:lnTo>
                  <a:lnTo>
                    <a:pt x="23083" y="252024"/>
                  </a:lnTo>
                  <a:lnTo>
                    <a:pt x="25842" y="256541"/>
                  </a:lnTo>
                  <a:lnTo>
                    <a:pt x="28742" y="260969"/>
                  </a:lnTo>
                  <a:lnTo>
                    <a:pt x="31781" y="265303"/>
                  </a:lnTo>
                  <a:lnTo>
                    <a:pt x="34956" y="269539"/>
                  </a:lnTo>
                  <a:lnTo>
                    <a:pt x="38264" y="273671"/>
                  </a:lnTo>
                  <a:lnTo>
                    <a:pt x="41700" y="277698"/>
                  </a:lnTo>
                  <a:lnTo>
                    <a:pt x="45263" y="281613"/>
                  </a:lnTo>
                  <a:lnTo>
                    <a:pt x="48947" y="285413"/>
                  </a:lnTo>
                  <a:lnTo>
                    <a:pt x="52750" y="289095"/>
                  </a:lnTo>
                  <a:lnTo>
                    <a:pt x="56668" y="292655"/>
                  </a:lnTo>
                  <a:lnTo>
                    <a:pt x="60697" y="296089"/>
                  </a:lnTo>
                  <a:lnTo>
                    <a:pt x="64832" y="299393"/>
                  </a:lnTo>
                  <a:lnTo>
                    <a:pt x="69070" y="302565"/>
                  </a:lnTo>
                  <a:lnTo>
                    <a:pt x="73406" y="305602"/>
                  </a:lnTo>
                  <a:lnTo>
                    <a:pt x="77836" y="308499"/>
                  </a:lnTo>
                  <a:lnTo>
                    <a:pt x="82355" y="311255"/>
                  </a:lnTo>
                  <a:lnTo>
                    <a:pt x="86960" y="313866"/>
                  </a:lnTo>
                  <a:lnTo>
                    <a:pt x="91644" y="316330"/>
                  </a:lnTo>
                  <a:lnTo>
                    <a:pt x="96405" y="318645"/>
                  </a:lnTo>
                  <a:lnTo>
                    <a:pt x="101236" y="320807"/>
                  </a:lnTo>
                  <a:lnTo>
                    <a:pt x="106134" y="322816"/>
                  </a:lnTo>
                  <a:lnTo>
                    <a:pt x="111092" y="324669"/>
                  </a:lnTo>
                  <a:lnTo>
                    <a:pt x="116107" y="326363"/>
                  </a:lnTo>
                  <a:lnTo>
                    <a:pt x="121173" y="327898"/>
                  </a:lnTo>
                  <a:lnTo>
                    <a:pt x="126285" y="329272"/>
                  </a:lnTo>
                  <a:lnTo>
                    <a:pt x="131438" y="330484"/>
                  </a:lnTo>
                  <a:lnTo>
                    <a:pt x="136627" y="331531"/>
                  </a:lnTo>
                  <a:lnTo>
                    <a:pt x="141846" y="332414"/>
                  </a:lnTo>
                  <a:lnTo>
                    <a:pt x="147091" y="333131"/>
                  </a:lnTo>
                  <a:lnTo>
                    <a:pt x="152355" y="333682"/>
                  </a:lnTo>
                  <a:lnTo>
                    <a:pt x="157635" y="334066"/>
                  </a:lnTo>
                  <a:lnTo>
                    <a:pt x="162924" y="334282"/>
                  </a:lnTo>
                  <a:lnTo>
                    <a:pt x="168217" y="334331"/>
                  </a:lnTo>
                  <a:lnTo>
                    <a:pt x="173509" y="334212"/>
                  </a:lnTo>
                  <a:lnTo>
                    <a:pt x="178794" y="333926"/>
                  </a:lnTo>
                  <a:lnTo>
                    <a:pt x="184068" y="333472"/>
                  </a:lnTo>
                  <a:lnTo>
                    <a:pt x="189325" y="332852"/>
                  </a:lnTo>
                  <a:lnTo>
                    <a:pt x="194560" y="332066"/>
                  </a:lnTo>
                  <a:lnTo>
                    <a:pt x="199767" y="331114"/>
                  </a:lnTo>
                  <a:lnTo>
                    <a:pt x="204941" y="329998"/>
                  </a:lnTo>
                  <a:lnTo>
                    <a:pt x="210078" y="328718"/>
                  </a:lnTo>
                  <a:lnTo>
                    <a:pt x="215171" y="327277"/>
                  </a:lnTo>
                  <a:lnTo>
                    <a:pt x="220216" y="325675"/>
                  </a:lnTo>
                  <a:lnTo>
                    <a:pt x="225208" y="323914"/>
                  </a:lnTo>
                  <a:lnTo>
                    <a:pt x="230142" y="321996"/>
                  </a:lnTo>
                  <a:lnTo>
                    <a:pt x="235013" y="319923"/>
                  </a:lnTo>
                  <a:lnTo>
                    <a:pt x="239815" y="317697"/>
                  </a:lnTo>
                  <a:lnTo>
                    <a:pt x="244544" y="315319"/>
                  </a:lnTo>
                  <a:lnTo>
                    <a:pt x="249196" y="312793"/>
                  </a:lnTo>
                  <a:lnTo>
                    <a:pt x="253766" y="310121"/>
                  </a:lnTo>
                  <a:lnTo>
                    <a:pt x="258248" y="307306"/>
                  </a:lnTo>
                  <a:lnTo>
                    <a:pt x="262640" y="304350"/>
                  </a:lnTo>
                  <a:lnTo>
                    <a:pt x="266935" y="301257"/>
                  </a:lnTo>
                  <a:lnTo>
                    <a:pt x="271131" y="298029"/>
                  </a:lnTo>
                  <a:lnTo>
                    <a:pt x="275222" y="294670"/>
                  </a:lnTo>
                  <a:lnTo>
                    <a:pt x="279204" y="291184"/>
                  </a:lnTo>
                  <a:lnTo>
                    <a:pt x="283075" y="287572"/>
                  </a:lnTo>
                  <a:lnTo>
                    <a:pt x="286829" y="283840"/>
                  </a:lnTo>
                  <a:lnTo>
                    <a:pt x="290463" y="279992"/>
                  </a:lnTo>
                  <a:lnTo>
                    <a:pt x="293973" y="276030"/>
                  </a:lnTo>
                  <a:lnTo>
                    <a:pt x="297356" y="271958"/>
                  </a:lnTo>
                  <a:lnTo>
                    <a:pt x="300609" y="267782"/>
                  </a:lnTo>
                  <a:lnTo>
                    <a:pt x="303727" y="263505"/>
                  </a:lnTo>
                  <a:lnTo>
                    <a:pt x="306709" y="259131"/>
                  </a:lnTo>
                  <a:lnTo>
                    <a:pt x="309551" y="254665"/>
                  </a:lnTo>
                  <a:lnTo>
                    <a:pt x="312250" y="250112"/>
                  </a:lnTo>
                  <a:lnTo>
                    <a:pt x="314803" y="245475"/>
                  </a:lnTo>
                  <a:lnTo>
                    <a:pt x="317208" y="240760"/>
                  </a:lnTo>
                  <a:lnTo>
                    <a:pt x="319463" y="235970"/>
                  </a:lnTo>
                  <a:lnTo>
                    <a:pt x="321565" y="231112"/>
                  </a:lnTo>
                  <a:lnTo>
                    <a:pt x="323512" y="226190"/>
                  </a:lnTo>
                  <a:lnTo>
                    <a:pt x="325303" y="221209"/>
                  </a:lnTo>
                  <a:lnTo>
                    <a:pt x="326934" y="216173"/>
                  </a:lnTo>
                  <a:lnTo>
                    <a:pt x="328406" y="211088"/>
                  </a:lnTo>
                  <a:lnTo>
                    <a:pt x="329716" y="205959"/>
                  </a:lnTo>
                  <a:lnTo>
                    <a:pt x="330862" y="200792"/>
                  </a:lnTo>
                  <a:lnTo>
                    <a:pt x="331845" y="195590"/>
                  </a:lnTo>
                  <a:lnTo>
                    <a:pt x="332662" y="190360"/>
                  </a:lnTo>
                  <a:lnTo>
                    <a:pt x="333313" y="185107"/>
                  </a:lnTo>
                  <a:lnTo>
                    <a:pt x="333798" y="179836"/>
                  </a:lnTo>
                  <a:lnTo>
                    <a:pt x="334116" y="174552"/>
                  </a:lnTo>
                  <a:lnTo>
                    <a:pt x="334266" y="169261"/>
                  </a:lnTo>
                  <a:lnTo>
                    <a:pt x="334248" y="163968"/>
                  </a:lnTo>
                  <a:lnTo>
                    <a:pt x="334063" y="158678"/>
                  </a:lnTo>
                  <a:lnTo>
                    <a:pt x="333711" y="153396"/>
                  </a:lnTo>
                  <a:lnTo>
                    <a:pt x="333191" y="148128"/>
                  </a:lnTo>
                  <a:lnTo>
                    <a:pt x="332505" y="142879"/>
                  </a:lnTo>
                  <a:lnTo>
                    <a:pt x="331653" y="137655"/>
                  </a:lnTo>
                  <a:lnTo>
                    <a:pt x="330636" y="132460"/>
                  </a:lnTo>
                  <a:lnTo>
                    <a:pt x="329456" y="127300"/>
                  </a:lnTo>
                  <a:lnTo>
                    <a:pt x="328112" y="122180"/>
                  </a:lnTo>
                  <a:lnTo>
                    <a:pt x="326607" y="117105"/>
                  </a:lnTo>
                  <a:lnTo>
                    <a:pt x="324942" y="112081"/>
                  </a:lnTo>
                  <a:lnTo>
                    <a:pt x="323119" y="107111"/>
                  </a:lnTo>
                  <a:lnTo>
                    <a:pt x="321139" y="102202"/>
                  </a:lnTo>
                  <a:lnTo>
                    <a:pt x="319005" y="97358"/>
                  </a:lnTo>
                  <a:lnTo>
                    <a:pt x="316719" y="92584"/>
                  </a:lnTo>
                  <a:lnTo>
                    <a:pt x="314282" y="87884"/>
                  </a:lnTo>
                  <a:lnTo>
                    <a:pt x="311698" y="83264"/>
                  </a:lnTo>
                  <a:lnTo>
                    <a:pt x="308969" y="78729"/>
                  </a:lnTo>
                  <a:lnTo>
                    <a:pt x="306098" y="74282"/>
                  </a:lnTo>
                  <a:lnTo>
                    <a:pt x="303088" y="69928"/>
                  </a:lnTo>
                  <a:lnTo>
                    <a:pt x="299941" y="65671"/>
                  </a:lnTo>
                  <a:lnTo>
                    <a:pt x="296661" y="61517"/>
                  </a:lnTo>
                  <a:lnTo>
                    <a:pt x="293251" y="57468"/>
                  </a:lnTo>
                  <a:lnTo>
                    <a:pt x="289714" y="53529"/>
                  </a:lnTo>
                  <a:lnTo>
                    <a:pt x="286055" y="49704"/>
                  </a:lnTo>
                  <a:lnTo>
                    <a:pt x="282276" y="45997"/>
                  </a:lnTo>
                  <a:lnTo>
                    <a:pt x="278382" y="42412"/>
                  </a:lnTo>
                  <a:lnTo>
                    <a:pt x="274376" y="38952"/>
                  </a:lnTo>
                  <a:lnTo>
                    <a:pt x="270263" y="35620"/>
                  </a:lnTo>
                  <a:lnTo>
                    <a:pt x="266047" y="32420"/>
                  </a:lnTo>
                  <a:lnTo>
                    <a:pt x="261731" y="29355"/>
                  </a:lnTo>
                  <a:lnTo>
                    <a:pt x="257320" y="26428"/>
                  </a:lnTo>
                  <a:lnTo>
                    <a:pt x="252819" y="23643"/>
                  </a:lnTo>
                  <a:lnTo>
                    <a:pt x="248232" y="21001"/>
                  </a:lnTo>
                  <a:lnTo>
                    <a:pt x="243563" y="18506"/>
                  </a:lnTo>
                  <a:lnTo>
                    <a:pt x="238818" y="16160"/>
                  </a:lnTo>
                  <a:lnTo>
                    <a:pt x="234001" y="13965"/>
                  </a:lnTo>
                  <a:lnTo>
                    <a:pt x="229117" y="11924"/>
                  </a:lnTo>
                  <a:lnTo>
                    <a:pt x="224171" y="10039"/>
                  </a:lnTo>
                  <a:lnTo>
                    <a:pt x="219167" y="8311"/>
                  </a:lnTo>
                  <a:lnTo>
                    <a:pt x="214112" y="6743"/>
                  </a:lnTo>
                  <a:lnTo>
                    <a:pt x="209009" y="5335"/>
                  </a:lnTo>
                  <a:lnTo>
                    <a:pt x="203864" y="4090"/>
                  </a:lnTo>
                  <a:lnTo>
                    <a:pt x="198682" y="3008"/>
                  </a:lnTo>
                  <a:lnTo>
                    <a:pt x="193469" y="2090"/>
                  </a:lnTo>
                  <a:lnTo>
                    <a:pt x="188229" y="1339"/>
                  </a:lnTo>
                  <a:lnTo>
                    <a:pt x="182968" y="753"/>
                  </a:lnTo>
                  <a:lnTo>
                    <a:pt x="177692" y="335"/>
                  </a:lnTo>
                  <a:lnTo>
                    <a:pt x="172404" y="83"/>
                  </a:lnTo>
                  <a:lnTo>
                    <a:pt x="167112" y="0"/>
                  </a:lnTo>
                  <a:lnTo>
                    <a:pt x="1671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256079" y="465928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19" y="4086"/>
                  </a:lnTo>
                  <a:lnTo>
                    <a:pt x="125277" y="5330"/>
                  </a:lnTo>
                  <a:lnTo>
                    <a:pt x="120176" y="6737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4"/>
                  </a:lnTo>
                  <a:lnTo>
                    <a:pt x="100295" y="13953"/>
                  </a:lnTo>
                  <a:lnTo>
                    <a:pt x="95479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3" y="23622"/>
                  </a:lnTo>
                  <a:lnTo>
                    <a:pt x="76984" y="26405"/>
                  </a:lnTo>
                  <a:lnTo>
                    <a:pt x="72574" y="29329"/>
                  </a:lnTo>
                  <a:lnTo>
                    <a:pt x="68259" y="32391"/>
                  </a:lnTo>
                  <a:lnTo>
                    <a:pt x="64044" y="35588"/>
                  </a:lnTo>
                  <a:lnTo>
                    <a:pt x="59931" y="38917"/>
                  </a:lnTo>
                  <a:lnTo>
                    <a:pt x="55926" y="42375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5" y="53483"/>
                  </a:lnTo>
                  <a:lnTo>
                    <a:pt x="41059" y="57419"/>
                  </a:lnTo>
                  <a:lnTo>
                    <a:pt x="37649" y="61464"/>
                  </a:lnTo>
                  <a:lnTo>
                    <a:pt x="34369" y="65615"/>
                  </a:lnTo>
                  <a:lnTo>
                    <a:pt x="31222" y="69869"/>
                  </a:lnTo>
                  <a:lnTo>
                    <a:pt x="28210" y="74219"/>
                  </a:lnTo>
                  <a:lnTo>
                    <a:pt x="25339" y="78663"/>
                  </a:lnTo>
                  <a:lnTo>
                    <a:pt x="22609" y="83195"/>
                  </a:lnTo>
                  <a:lnTo>
                    <a:pt x="20024" y="87812"/>
                  </a:lnTo>
                  <a:lnTo>
                    <a:pt x="17586" y="92508"/>
                  </a:lnTo>
                  <a:lnTo>
                    <a:pt x="15298" y="97278"/>
                  </a:lnTo>
                  <a:lnTo>
                    <a:pt x="13163" y="102119"/>
                  </a:lnTo>
                  <a:lnTo>
                    <a:pt x="11181" y="107025"/>
                  </a:lnTo>
                  <a:lnTo>
                    <a:pt x="9356" y="111991"/>
                  </a:lnTo>
                  <a:lnTo>
                    <a:pt x="7689" y="117013"/>
                  </a:lnTo>
                  <a:lnTo>
                    <a:pt x="6182" y="122084"/>
                  </a:lnTo>
                  <a:lnTo>
                    <a:pt x="4836" y="127201"/>
                  </a:lnTo>
                  <a:lnTo>
                    <a:pt x="3652" y="132358"/>
                  </a:lnTo>
                  <a:lnTo>
                    <a:pt x="2632" y="137550"/>
                  </a:lnTo>
                  <a:lnTo>
                    <a:pt x="1778" y="142771"/>
                  </a:lnTo>
                  <a:lnTo>
                    <a:pt x="1088" y="148017"/>
                  </a:lnTo>
                  <a:lnTo>
                    <a:pt x="565" y="153282"/>
                  </a:lnTo>
                  <a:lnTo>
                    <a:pt x="210" y="158561"/>
                  </a:lnTo>
                  <a:lnTo>
                    <a:pt x="21" y="163849"/>
                  </a:lnTo>
                  <a:lnTo>
                    <a:pt x="0" y="169140"/>
                  </a:lnTo>
                  <a:lnTo>
                    <a:pt x="146" y="174429"/>
                  </a:lnTo>
                  <a:lnTo>
                    <a:pt x="459" y="179710"/>
                  </a:lnTo>
                  <a:lnTo>
                    <a:pt x="940" y="184980"/>
                  </a:lnTo>
                  <a:lnTo>
                    <a:pt x="1587" y="190231"/>
                  </a:lnTo>
                  <a:lnTo>
                    <a:pt x="2399" y="195459"/>
                  </a:lnTo>
                  <a:lnTo>
                    <a:pt x="3377" y="200659"/>
                  </a:lnTo>
                  <a:lnTo>
                    <a:pt x="4519" y="205825"/>
                  </a:lnTo>
                  <a:lnTo>
                    <a:pt x="5824" y="210953"/>
                  </a:lnTo>
                  <a:lnTo>
                    <a:pt x="7291" y="216036"/>
                  </a:lnTo>
                  <a:lnTo>
                    <a:pt x="8917" y="221071"/>
                  </a:lnTo>
                  <a:lnTo>
                    <a:pt x="10702" y="226052"/>
                  </a:lnTo>
                  <a:lnTo>
                    <a:pt x="12644" y="230973"/>
                  </a:lnTo>
                  <a:lnTo>
                    <a:pt x="14741" y="235831"/>
                  </a:lnTo>
                  <a:lnTo>
                    <a:pt x="16990" y="240620"/>
                  </a:lnTo>
                  <a:lnTo>
                    <a:pt x="19390" y="245336"/>
                  </a:lnTo>
                  <a:lnTo>
                    <a:pt x="21938" y="249973"/>
                  </a:lnTo>
                  <a:lnTo>
                    <a:pt x="24631" y="254527"/>
                  </a:lnTo>
                  <a:lnTo>
                    <a:pt x="27467" y="258994"/>
                  </a:lnTo>
                  <a:lnTo>
                    <a:pt x="30443" y="263368"/>
                  </a:lnTo>
                  <a:lnTo>
                    <a:pt x="33556" y="267647"/>
                  </a:lnTo>
                  <a:lnTo>
                    <a:pt x="36803" y="271824"/>
                  </a:lnTo>
                  <a:lnTo>
                    <a:pt x="40180" y="275897"/>
                  </a:lnTo>
                  <a:lnTo>
                    <a:pt x="43685" y="279861"/>
                  </a:lnTo>
                  <a:lnTo>
                    <a:pt x="47313" y="283712"/>
                  </a:lnTo>
                  <a:lnTo>
                    <a:pt x="51061" y="287446"/>
                  </a:lnTo>
                  <a:lnTo>
                    <a:pt x="54926" y="291060"/>
                  </a:lnTo>
                  <a:lnTo>
                    <a:pt x="58903" y="294550"/>
                  </a:lnTo>
                  <a:lnTo>
                    <a:pt x="62988" y="297912"/>
                  </a:lnTo>
                  <a:lnTo>
                    <a:pt x="67178" y="301143"/>
                  </a:lnTo>
                  <a:lnTo>
                    <a:pt x="71468" y="304240"/>
                  </a:lnTo>
                  <a:lnTo>
                    <a:pt x="75854" y="307199"/>
                  </a:lnTo>
                  <a:lnTo>
                    <a:pt x="80331" y="310018"/>
                  </a:lnTo>
                  <a:lnTo>
                    <a:pt x="84895" y="312694"/>
                  </a:lnTo>
                  <a:lnTo>
                    <a:pt x="89542" y="315225"/>
                  </a:lnTo>
                  <a:lnTo>
                    <a:pt x="94266" y="317607"/>
                  </a:lnTo>
                  <a:lnTo>
                    <a:pt x="99064" y="319838"/>
                  </a:lnTo>
                  <a:lnTo>
                    <a:pt x="103930" y="321917"/>
                  </a:lnTo>
                  <a:lnTo>
                    <a:pt x="108859" y="323840"/>
                  </a:lnTo>
                  <a:lnTo>
                    <a:pt x="113846" y="325606"/>
                  </a:lnTo>
                  <a:lnTo>
                    <a:pt x="118887" y="327214"/>
                  </a:lnTo>
                  <a:lnTo>
                    <a:pt x="123976" y="328661"/>
                  </a:lnTo>
                  <a:lnTo>
                    <a:pt x="129108" y="329947"/>
                  </a:lnTo>
                  <a:lnTo>
                    <a:pt x="134279" y="331070"/>
                  </a:lnTo>
                  <a:lnTo>
                    <a:pt x="139482" y="332028"/>
                  </a:lnTo>
                  <a:lnTo>
                    <a:pt x="144713" y="332821"/>
                  </a:lnTo>
                  <a:lnTo>
                    <a:pt x="149967" y="333448"/>
                  </a:lnTo>
                  <a:lnTo>
                    <a:pt x="155238" y="333909"/>
                  </a:lnTo>
                  <a:lnTo>
                    <a:pt x="160521" y="334203"/>
                  </a:lnTo>
                  <a:lnTo>
                    <a:pt x="165810" y="334329"/>
                  </a:lnTo>
                  <a:lnTo>
                    <a:pt x="171101" y="334288"/>
                  </a:lnTo>
                  <a:lnTo>
                    <a:pt x="176388" y="334079"/>
                  </a:lnTo>
                  <a:lnTo>
                    <a:pt x="181665" y="333703"/>
                  </a:lnTo>
                  <a:lnTo>
                    <a:pt x="186928" y="333161"/>
                  </a:lnTo>
                  <a:lnTo>
                    <a:pt x="192172" y="332452"/>
                  </a:lnTo>
                  <a:lnTo>
                    <a:pt x="197390" y="331577"/>
                  </a:lnTo>
                  <a:lnTo>
                    <a:pt x="202578" y="330538"/>
                  </a:lnTo>
                  <a:lnTo>
                    <a:pt x="207730" y="329335"/>
                  </a:lnTo>
                  <a:lnTo>
                    <a:pt x="212842" y="327970"/>
                  </a:lnTo>
                  <a:lnTo>
                    <a:pt x="217908" y="326444"/>
                  </a:lnTo>
                  <a:lnTo>
                    <a:pt x="222923" y="324758"/>
                  </a:lnTo>
                  <a:lnTo>
                    <a:pt x="227882" y="322914"/>
                  </a:lnTo>
                  <a:lnTo>
                    <a:pt x="232781" y="320914"/>
                  </a:lnTo>
                  <a:lnTo>
                    <a:pt x="237614" y="318760"/>
                  </a:lnTo>
                  <a:lnTo>
                    <a:pt x="242376" y="316455"/>
                  </a:lnTo>
                  <a:lnTo>
                    <a:pt x="247063" y="313999"/>
                  </a:lnTo>
                  <a:lnTo>
                    <a:pt x="251669" y="311397"/>
                  </a:lnTo>
                  <a:lnTo>
                    <a:pt x="256191" y="308650"/>
                  </a:lnTo>
                  <a:lnTo>
                    <a:pt x="260624" y="305762"/>
                  </a:lnTo>
                  <a:lnTo>
                    <a:pt x="264963" y="302734"/>
                  </a:lnTo>
                  <a:lnTo>
                    <a:pt x="269205" y="299571"/>
                  </a:lnTo>
                  <a:lnTo>
                    <a:pt x="273344" y="296275"/>
                  </a:lnTo>
                  <a:lnTo>
                    <a:pt x="277376" y="292850"/>
                  </a:lnTo>
                  <a:lnTo>
                    <a:pt x="281299" y="289299"/>
                  </a:lnTo>
                  <a:lnTo>
                    <a:pt x="285107" y="285626"/>
                  </a:lnTo>
                  <a:lnTo>
                    <a:pt x="288796" y="281833"/>
                  </a:lnTo>
                  <a:lnTo>
                    <a:pt x="292364" y="277926"/>
                  </a:lnTo>
                  <a:lnTo>
                    <a:pt x="295807" y="273909"/>
                  </a:lnTo>
                  <a:lnTo>
                    <a:pt x="299120" y="269784"/>
                  </a:lnTo>
                  <a:lnTo>
                    <a:pt x="302302" y="265556"/>
                  </a:lnTo>
                  <a:lnTo>
                    <a:pt x="305348" y="261230"/>
                  </a:lnTo>
                  <a:lnTo>
                    <a:pt x="308255" y="256809"/>
                  </a:lnTo>
                  <a:lnTo>
                    <a:pt x="311021" y="252299"/>
                  </a:lnTo>
                  <a:lnTo>
                    <a:pt x="313644" y="247704"/>
                  </a:lnTo>
                  <a:lnTo>
                    <a:pt x="316119" y="243027"/>
                  </a:lnTo>
                  <a:lnTo>
                    <a:pt x="318445" y="238275"/>
                  </a:lnTo>
                  <a:lnTo>
                    <a:pt x="320620" y="233452"/>
                  </a:lnTo>
                  <a:lnTo>
                    <a:pt x="322640" y="228562"/>
                  </a:lnTo>
                  <a:lnTo>
                    <a:pt x="324505" y="223611"/>
                  </a:lnTo>
                  <a:lnTo>
                    <a:pt x="326213" y="218603"/>
                  </a:lnTo>
                  <a:lnTo>
                    <a:pt x="327761" y="213543"/>
                  </a:lnTo>
                  <a:lnTo>
                    <a:pt x="329148" y="208437"/>
                  </a:lnTo>
                  <a:lnTo>
                    <a:pt x="330373" y="203290"/>
                  </a:lnTo>
                  <a:lnTo>
                    <a:pt x="331435" y="198107"/>
                  </a:lnTo>
                  <a:lnTo>
                    <a:pt x="332331" y="192892"/>
                  </a:lnTo>
                  <a:lnTo>
                    <a:pt x="333063" y="187652"/>
                  </a:lnTo>
                  <a:lnTo>
                    <a:pt x="333628" y="182392"/>
                  </a:lnTo>
                  <a:lnTo>
                    <a:pt x="334026" y="177116"/>
                  </a:lnTo>
                  <a:lnTo>
                    <a:pt x="334258" y="171830"/>
                  </a:lnTo>
                  <a:lnTo>
                    <a:pt x="334322" y="166539"/>
                  </a:lnTo>
                  <a:lnTo>
                    <a:pt x="334218" y="161249"/>
                  </a:lnTo>
                  <a:lnTo>
                    <a:pt x="333947" y="155965"/>
                  </a:lnTo>
                  <a:lnTo>
                    <a:pt x="333509" y="15069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809974"/>
              <a:ext cx="166353" cy="16474"/>
            </a:xfrm>
            <a:custGeom>
              <a:avLst/>
              <a:pathLst>
                <a:path w="166353" h="16474">
                  <a:moveTo>
                    <a:pt x="166353" y="0"/>
                  </a:moveTo>
                  <a:lnTo>
                    <a:pt x="0" y="16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09974"/>
              <a:ext cx="166353" cy="16474"/>
            </a:xfrm>
            <a:custGeom>
              <a:avLst/>
              <a:pathLst>
                <a:path w="166353" h="16474">
                  <a:moveTo>
                    <a:pt x="166353" y="0"/>
                  </a:moveTo>
                  <a:lnTo>
                    <a:pt x="0" y="16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730761"/>
              <a:ext cx="166353" cy="95687"/>
            </a:xfrm>
            <a:custGeom>
              <a:avLst/>
              <a:pathLst>
                <a:path w="166353" h="95687">
                  <a:moveTo>
                    <a:pt x="166353" y="79212"/>
                  </a:moveTo>
                  <a:lnTo>
                    <a:pt x="165696" y="73559"/>
                  </a:lnTo>
                  <a:lnTo>
                    <a:pt x="164847" y="67931"/>
                  </a:lnTo>
                  <a:lnTo>
                    <a:pt x="163806" y="62336"/>
                  </a:lnTo>
                  <a:lnTo>
                    <a:pt x="162576" y="56779"/>
                  </a:lnTo>
                  <a:lnTo>
                    <a:pt x="161157" y="51267"/>
                  </a:lnTo>
                  <a:lnTo>
                    <a:pt x="159552" y="45806"/>
                  </a:lnTo>
                  <a:lnTo>
                    <a:pt x="157761" y="40404"/>
                  </a:lnTo>
                  <a:lnTo>
                    <a:pt x="155788" y="35066"/>
                  </a:lnTo>
                  <a:lnTo>
                    <a:pt x="153634" y="29797"/>
                  </a:lnTo>
                  <a:lnTo>
                    <a:pt x="151302" y="24606"/>
                  </a:lnTo>
                  <a:lnTo>
                    <a:pt x="148794" y="19496"/>
                  </a:lnTo>
                  <a:lnTo>
                    <a:pt x="146115" y="14475"/>
                  </a:lnTo>
                  <a:lnTo>
                    <a:pt x="143265" y="9548"/>
                  </a:lnTo>
                  <a:lnTo>
                    <a:pt x="140250" y="4721"/>
                  </a:lnTo>
                  <a:lnTo>
                    <a:pt x="137072" y="0"/>
                  </a:lnTo>
                  <a:lnTo>
                    <a:pt x="0" y="95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137072" cy="167167"/>
            </a:xfrm>
            <a:custGeom>
              <a:avLst/>
              <a:pathLst>
                <a:path w="137072" h="167167">
                  <a:moveTo>
                    <a:pt x="137072" y="71480"/>
                  </a:moveTo>
                  <a:lnTo>
                    <a:pt x="133825" y="66989"/>
                  </a:lnTo>
                  <a:lnTo>
                    <a:pt x="130431" y="62609"/>
                  </a:lnTo>
                  <a:lnTo>
                    <a:pt x="126894" y="58343"/>
                  </a:lnTo>
                  <a:lnTo>
                    <a:pt x="123218" y="54197"/>
                  </a:lnTo>
                  <a:lnTo>
                    <a:pt x="119406" y="50175"/>
                  </a:lnTo>
                  <a:lnTo>
                    <a:pt x="115462" y="46282"/>
                  </a:lnTo>
                  <a:lnTo>
                    <a:pt x="111392" y="42521"/>
                  </a:lnTo>
                  <a:lnTo>
                    <a:pt x="107200" y="38897"/>
                  </a:lnTo>
                  <a:lnTo>
                    <a:pt x="102889" y="35415"/>
                  </a:lnTo>
                  <a:lnTo>
                    <a:pt x="98466" y="32077"/>
                  </a:lnTo>
                  <a:lnTo>
                    <a:pt x="93935" y="28888"/>
                  </a:lnTo>
                  <a:lnTo>
                    <a:pt x="89300" y="25850"/>
                  </a:lnTo>
                  <a:lnTo>
                    <a:pt x="84567" y="22968"/>
                  </a:lnTo>
                  <a:lnTo>
                    <a:pt x="79741" y="20244"/>
                  </a:lnTo>
                  <a:lnTo>
                    <a:pt x="74828" y="17682"/>
                  </a:lnTo>
                  <a:lnTo>
                    <a:pt x="69832" y="15284"/>
                  </a:lnTo>
                  <a:lnTo>
                    <a:pt x="64759" y="13053"/>
                  </a:lnTo>
                  <a:lnTo>
                    <a:pt x="59616" y="10991"/>
                  </a:lnTo>
                  <a:lnTo>
                    <a:pt x="54407" y="9101"/>
                  </a:lnTo>
                  <a:lnTo>
                    <a:pt x="49138" y="7385"/>
                  </a:lnTo>
                  <a:lnTo>
                    <a:pt x="43815" y="5844"/>
                  </a:lnTo>
                  <a:lnTo>
                    <a:pt x="38444" y="4480"/>
                  </a:lnTo>
                  <a:lnTo>
                    <a:pt x="33031" y="3295"/>
                  </a:lnTo>
                  <a:lnTo>
                    <a:pt x="27581" y="2291"/>
                  </a:lnTo>
                  <a:lnTo>
                    <a:pt x="22101" y="1467"/>
                  </a:lnTo>
                  <a:lnTo>
                    <a:pt x="16597" y="826"/>
                  </a:lnTo>
                  <a:lnTo>
                    <a:pt x="11075" y="367"/>
                  </a:lnTo>
                  <a:lnTo>
                    <a:pt x="554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561315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5" y="1352"/>
                  </a:lnTo>
                  <a:lnTo>
                    <a:pt x="140670" y="2111"/>
                  </a:lnTo>
                  <a:lnTo>
                    <a:pt x="135432" y="3037"/>
                  </a:lnTo>
                  <a:lnTo>
                    <a:pt x="130226" y="4130"/>
                  </a:lnTo>
                  <a:lnTo>
                    <a:pt x="125058" y="5387"/>
                  </a:lnTo>
                  <a:lnTo>
                    <a:pt x="119932" y="6808"/>
                  </a:lnTo>
                  <a:lnTo>
                    <a:pt x="114854" y="8392"/>
                  </a:lnTo>
                  <a:lnTo>
                    <a:pt x="109829" y="10136"/>
                  </a:lnTo>
                  <a:lnTo>
                    <a:pt x="104862" y="12040"/>
                  </a:lnTo>
                  <a:lnTo>
                    <a:pt x="99958" y="14100"/>
                  </a:lnTo>
                  <a:lnTo>
                    <a:pt x="95122" y="16316"/>
                  </a:lnTo>
                  <a:lnTo>
                    <a:pt x="90359" y="18684"/>
                  </a:lnTo>
                  <a:lnTo>
                    <a:pt x="85674" y="21203"/>
                  </a:lnTo>
                  <a:lnTo>
                    <a:pt x="81071" y="23869"/>
                  </a:lnTo>
                  <a:lnTo>
                    <a:pt x="76555" y="26680"/>
                  </a:lnTo>
                  <a:lnTo>
                    <a:pt x="72131" y="29634"/>
                  </a:lnTo>
                  <a:lnTo>
                    <a:pt x="67804" y="32727"/>
                  </a:lnTo>
                  <a:lnTo>
                    <a:pt x="63577" y="35956"/>
                  </a:lnTo>
                  <a:lnTo>
                    <a:pt x="59455" y="39318"/>
                  </a:lnTo>
                  <a:lnTo>
                    <a:pt x="55441" y="42809"/>
                  </a:lnTo>
                  <a:lnTo>
                    <a:pt x="51541" y="46426"/>
                  </a:lnTo>
                  <a:lnTo>
                    <a:pt x="47758" y="50166"/>
                  </a:lnTo>
                  <a:lnTo>
                    <a:pt x="44096" y="54024"/>
                  </a:lnTo>
                  <a:lnTo>
                    <a:pt x="40559" y="57996"/>
                  </a:lnTo>
                  <a:lnTo>
                    <a:pt x="37150" y="62080"/>
                  </a:lnTo>
                  <a:lnTo>
                    <a:pt x="33872" y="66269"/>
                  </a:lnTo>
                  <a:lnTo>
                    <a:pt x="30729" y="70561"/>
                  </a:lnTo>
                  <a:lnTo>
                    <a:pt x="27725" y="74950"/>
                  </a:lnTo>
                  <a:lnTo>
                    <a:pt x="24861" y="79433"/>
                  </a:lnTo>
                  <a:lnTo>
                    <a:pt x="22142" y="84005"/>
                  </a:lnTo>
                  <a:lnTo>
                    <a:pt x="19570" y="88660"/>
                  </a:lnTo>
                  <a:lnTo>
                    <a:pt x="17147" y="93396"/>
                  </a:lnTo>
                  <a:lnTo>
                    <a:pt x="14875" y="98206"/>
                  </a:lnTo>
                  <a:lnTo>
                    <a:pt x="12758" y="103086"/>
                  </a:lnTo>
                  <a:lnTo>
                    <a:pt x="10798" y="108030"/>
                  </a:lnTo>
                  <a:lnTo>
                    <a:pt x="8995" y="113035"/>
                  </a:lnTo>
                  <a:lnTo>
                    <a:pt x="7353" y="118095"/>
                  </a:lnTo>
                  <a:lnTo>
                    <a:pt x="5873" y="123204"/>
                  </a:lnTo>
                  <a:lnTo>
                    <a:pt x="4556" y="128357"/>
                  </a:lnTo>
                  <a:lnTo>
                    <a:pt x="3403" y="133550"/>
                  </a:lnTo>
                  <a:lnTo>
                    <a:pt x="2417" y="138777"/>
                  </a:lnTo>
                  <a:lnTo>
                    <a:pt x="1597" y="144033"/>
                  </a:lnTo>
                  <a:lnTo>
                    <a:pt x="945" y="149312"/>
                  </a:lnTo>
                  <a:lnTo>
                    <a:pt x="461" y="154609"/>
                  </a:lnTo>
                  <a:lnTo>
                    <a:pt x="146" y="159919"/>
                  </a:lnTo>
                  <a:lnTo>
                    <a:pt x="0" y="165236"/>
                  </a:lnTo>
                  <a:lnTo>
                    <a:pt x="23" y="170556"/>
                  </a:lnTo>
                  <a:lnTo>
                    <a:pt x="215" y="175872"/>
                  </a:lnTo>
                  <a:lnTo>
                    <a:pt x="577" y="181178"/>
                  </a:lnTo>
                  <a:lnTo>
                    <a:pt x="1107" y="186471"/>
                  </a:lnTo>
                  <a:lnTo>
                    <a:pt x="1805" y="191745"/>
                  </a:lnTo>
                  <a:lnTo>
                    <a:pt x="2671" y="196993"/>
                  </a:lnTo>
                  <a:lnTo>
                    <a:pt x="3703" y="202211"/>
                  </a:lnTo>
                  <a:lnTo>
                    <a:pt x="4901" y="207394"/>
                  </a:lnTo>
                  <a:lnTo>
                    <a:pt x="6263" y="212536"/>
                  </a:lnTo>
                  <a:lnTo>
                    <a:pt x="7787" y="217632"/>
                  </a:lnTo>
                  <a:lnTo>
                    <a:pt x="9474" y="222677"/>
                  </a:lnTo>
                  <a:lnTo>
                    <a:pt x="11320" y="227665"/>
                  </a:lnTo>
                  <a:lnTo>
                    <a:pt x="13323" y="232593"/>
                  </a:lnTo>
                  <a:lnTo>
                    <a:pt x="15483" y="237454"/>
                  </a:lnTo>
                  <a:lnTo>
                    <a:pt x="17796" y="242244"/>
                  </a:lnTo>
                  <a:lnTo>
                    <a:pt x="20260" y="246958"/>
                  </a:lnTo>
                  <a:lnTo>
                    <a:pt x="22873" y="251591"/>
                  </a:lnTo>
                  <a:lnTo>
                    <a:pt x="25632" y="256139"/>
                  </a:lnTo>
                  <a:lnTo>
                    <a:pt x="28535" y="260597"/>
                  </a:lnTo>
                  <a:lnTo>
                    <a:pt x="31577" y="264960"/>
                  </a:lnTo>
                  <a:lnTo>
                    <a:pt x="34757" y="269224"/>
                  </a:lnTo>
                  <a:lnTo>
                    <a:pt x="38071" y="273385"/>
                  </a:lnTo>
                  <a:lnTo>
                    <a:pt x="41516" y="277438"/>
                  </a:lnTo>
                  <a:lnTo>
                    <a:pt x="45088" y="281379"/>
                  </a:lnTo>
                  <a:lnTo>
                    <a:pt x="48784" y="285205"/>
                  </a:lnTo>
                  <a:lnTo>
                    <a:pt x="52599" y="288912"/>
                  </a:lnTo>
                  <a:lnTo>
                    <a:pt x="56531" y="292495"/>
                  </a:lnTo>
                  <a:lnTo>
                    <a:pt x="60574" y="295951"/>
                  </a:lnTo>
                  <a:lnTo>
                    <a:pt x="64725" y="299277"/>
                  </a:lnTo>
                  <a:lnTo>
                    <a:pt x="68981" y="302469"/>
                  </a:lnTo>
                  <a:lnTo>
                    <a:pt x="73335" y="305524"/>
                  </a:lnTo>
                  <a:lnTo>
                    <a:pt x="77784" y="308439"/>
                  </a:lnTo>
                  <a:lnTo>
                    <a:pt x="82324" y="311211"/>
                  </a:lnTo>
                  <a:lnTo>
                    <a:pt x="86950" y="313837"/>
                  </a:lnTo>
                  <a:lnTo>
                    <a:pt x="91657" y="316314"/>
                  </a:lnTo>
                  <a:lnTo>
                    <a:pt x="96441" y="318641"/>
                  </a:lnTo>
                  <a:lnTo>
                    <a:pt x="101296" y="320814"/>
                  </a:lnTo>
                  <a:lnTo>
                    <a:pt x="106218" y="322832"/>
                  </a:lnTo>
                  <a:lnTo>
                    <a:pt x="111201" y="324692"/>
                  </a:lnTo>
                  <a:lnTo>
                    <a:pt x="116241" y="326392"/>
                  </a:lnTo>
                  <a:lnTo>
                    <a:pt x="121333" y="327931"/>
                  </a:lnTo>
                  <a:lnTo>
                    <a:pt x="126471" y="329308"/>
                  </a:lnTo>
                  <a:lnTo>
                    <a:pt x="131650" y="330520"/>
                  </a:lnTo>
                  <a:lnTo>
                    <a:pt x="136866" y="331567"/>
                  </a:lnTo>
                  <a:lnTo>
                    <a:pt x="142111" y="332448"/>
                  </a:lnTo>
                  <a:lnTo>
                    <a:pt x="147383" y="333161"/>
                  </a:lnTo>
                  <a:lnTo>
                    <a:pt x="152674" y="333706"/>
                  </a:lnTo>
                  <a:lnTo>
                    <a:pt x="157980" y="334082"/>
                  </a:lnTo>
                  <a:lnTo>
                    <a:pt x="163295" y="334290"/>
                  </a:lnTo>
                  <a:lnTo>
                    <a:pt x="168614" y="334328"/>
                  </a:lnTo>
                  <a:lnTo>
                    <a:pt x="173932" y="334197"/>
                  </a:lnTo>
                  <a:lnTo>
                    <a:pt x="179243" y="333897"/>
                  </a:lnTo>
                  <a:lnTo>
                    <a:pt x="184541" y="333428"/>
                  </a:lnTo>
                  <a:lnTo>
                    <a:pt x="189822" y="332791"/>
                  </a:lnTo>
                  <a:lnTo>
                    <a:pt x="195080" y="331986"/>
                  </a:lnTo>
                  <a:lnTo>
                    <a:pt x="200310" y="331014"/>
                  </a:lnTo>
                  <a:lnTo>
                    <a:pt x="205506" y="329876"/>
                  </a:lnTo>
                  <a:lnTo>
                    <a:pt x="210664" y="328573"/>
                  </a:lnTo>
                  <a:lnTo>
                    <a:pt x="215777" y="327107"/>
                  </a:lnTo>
                  <a:lnTo>
                    <a:pt x="220841" y="325480"/>
                  </a:lnTo>
                  <a:lnTo>
                    <a:pt x="225851" y="323691"/>
                  </a:lnTo>
                  <a:lnTo>
                    <a:pt x="230801" y="321745"/>
                  </a:lnTo>
                  <a:lnTo>
                    <a:pt x="235687" y="319641"/>
                  </a:lnTo>
                  <a:lnTo>
                    <a:pt x="240503" y="317384"/>
                  </a:lnTo>
                  <a:lnTo>
                    <a:pt x="245245" y="314974"/>
                  </a:lnTo>
                  <a:lnTo>
                    <a:pt x="249908" y="312415"/>
                  </a:lnTo>
                  <a:lnTo>
                    <a:pt x="254488" y="309709"/>
                  </a:lnTo>
                  <a:lnTo>
                    <a:pt x="258979" y="306858"/>
                  </a:lnTo>
                  <a:lnTo>
                    <a:pt x="263376" y="303866"/>
                  </a:lnTo>
                  <a:lnTo>
                    <a:pt x="267677" y="300735"/>
                  </a:lnTo>
                  <a:lnTo>
                    <a:pt x="271876" y="297469"/>
                  </a:lnTo>
                  <a:lnTo>
                    <a:pt x="275968" y="294072"/>
                  </a:lnTo>
                  <a:lnTo>
                    <a:pt x="279951" y="290545"/>
                  </a:lnTo>
                  <a:lnTo>
                    <a:pt x="283819" y="286894"/>
                  </a:lnTo>
                  <a:lnTo>
                    <a:pt x="287569" y="283122"/>
                  </a:lnTo>
                  <a:lnTo>
                    <a:pt x="291198" y="279232"/>
                  </a:lnTo>
                  <a:lnTo>
                    <a:pt x="294700" y="275229"/>
                  </a:lnTo>
                  <a:lnTo>
                    <a:pt x="298074" y="271116"/>
                  </a:lnTo>
                  <a:lnTo>
                    <a:pt x="301315" y="266898"/>
                  </a:lnTo>
                  <a:lnTo>
                    <a:pt x="304420" y="262579"/>
                  </a:lnTo>
                  <a:lnTo>
                    <a:pt x="307386" y="258164"/>
                  </a:lnTo>
                  <a:lnTo>
                    <a:pt x="310210" y="253656"/>
                  </a:lnTo>
                  <a:lnTo>
                    <a:pt x="312890" y="249061"/>
                  </a:lnTo>
                  <a:lnTo>
                    <a:pt x="315421" y="244383"/>
                  </a:lnTo>
                  <a:lnTo>
                    <a:pt x="317803" y="239626"/>
                  </a:lnTo>
                  <a:lnTo>
                    <a:pt x="320032" y="234797"/>
                  </a:lnTo>
                  <a:lnTo>
                    <a:pt x="322106" y="229899"/>
                  </a:lnTo>
                  <a:lnTo>
                    <a:pt x="324024" y="224937"/>
                  </a:lnTo>
                  <a:lnTo>
                    <a:pt x="325782" y="219917"/>
                  </a:lnTo>
                  <a:lnTo>
                    <a:pt x="327380" y="214843"/>
                  </a:lnTo>
                  <a:lnTo>
                    <a:pt x="328816" y="209721"/>
                  </a:lnTo>
                  <a:lnTo>
                    <a:pt x="330088" y="204556"/>
                  </a:lnTo>
                  <a:lnTo>
                    <a:pt x="331195" y="199354"/>
                  </a:lnTo>
                  <a:lnTo>
                    <a:pt x="332136" y="194118"/>
                  </a:lnTo>
                  <a:lnTo>
                    <a:pt x="332910" y="188856"/>
                  </a:lnTo>
                  <a:lnTo>
                    <a:pt x="333516" y="183571"/>
                  </a:lnTo>
                  <a:lnTo>
                    <a:pt x="333954" y="178270"/>
                  </a:lnTo>
                  <a:lnTo>
                    <a:pt x="334223" y="172957"/>
                  </a:lnTo>
                  <a:lnTo>
                    <a:pt x="334323" y="167639"/>
                  </a:lnTo>
                  <a:lnTo>
                    <a:pt x="334253" y="162320"/>
                  </a:lnTo>
                  <a:lnTo>
                    <a:pt x="334014" y="157006"/>
                  </a:lnTo>
                  <a:lnTo>
                    <a:pt x="333606" y="151703"/>
                  </a:lnTo>
                  <a:lnTo>
                    <a:pt x="333030" y="14641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360236"/>
              <a:ext cx="165874" cy="20752"/>
            </a:xfrm>
            <a:custGeom>
              <a:avLst/>
              <a:pathLst>
                <a:path w="165874" h="20752">
                  <a:moveTo>
                    <a:pt x="165874" y="0"/>
                  </a:moveTo>
                  <a:lnTo>
                    <a:pt x="0" y="207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75564"/>
              <a:ext cx="165874" cy="105424"/>
            </a:xfrm>
            <a:custGeom>
              <a:avLst/>
              <a:pathLst>
                <a:path w="165874" h="105424">
                  <a:moveTo>
                    <a:pt x="165874" y="84672"/>
                  </a:moveTo>
                  <a:lnTo>
                    <a:pt x="165049" y="78902"/>
                  </a:lnTo>
                  <a:lnTo>
                    <a:pt x="164024" y="73163"/>
                  </a:lnTo>
                  <a:lnTo>
                    <a:pt x="162800" y="67464"/>
                  </a:lnTo>
                  <a:lnTo>
                    <a:pt x="161378" y="61812"/>
                  </a:lnTo>
                  <a:lnTo>
                    <a:pt x="159759" y="56212"/>
                  </a:lnTo>
                  <a:lnTo>
                    <a:pt x="157946" y="50672"/>
                  </a:lnTo>
                  <a:lnTo>
                    <a:pt x="155941" y="45199"/>
                  </a:lnTo>
                  <a:lnTo>
                    <a:pt x="153747" y="39799"/>
                  </a:lnTo>
                  <a:lnTo>
                    <a:pt x="151365" y="34478"/>
                  </a:lnTo>
                  <a:lnTo>
                    <a:pt x="148800" y="29244"/>
                  </a:lnTo>
                  <a:lnTo>
                    <a:pt x="146054" y="24103"/>
                  </a:lnTo>
                  <a:lnTo>
                    <a:pt x="143130" y="19060"/>
                  </a:lnTo>
                  <a:lnTo>
                    <a:pt x="140032" y="14123"/>
                  </a:lnTo>
                  <a:lnTo>
                    <a:pt x="136763" y="9296"/>
                  </a:lnTo>
                  <a:lnTo>
                    <a:pt x="133329" y="4587"/>
                  </a:lnTo>
                  <a:lnTo>
                    <a:pt x="129732" y="0"/>
                  </a:lnTo>
                  <a:lnTo>
                    <a:pt x="0" y="1054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129732" cy="167167"/>
            </a:xfrm>
            <a:custGeom>
              <a:avLst/>
              <a:pathLst>
                <a:path w="129732" h="167167">
                  <a:moveTo>
                    <a:pt x="129732" y="61742"/>
                  </a:moveTo>
                  <a:lnTo>
                    <a:pt x="126194" y="57531"/>
                  </a:lnTo>
                  <a:lnTo>
                    <a:pt x="122519" y="53439"/>
                  </a:lnTo>
                  <a:lnTo>
                    <a:pt x="118711" y="49470"/>
                  </a:lnTo>
                  <a:lnTo>
                    <a:pt x="114775" y="45628"/>
                  </a:lnTo>
                  <a:lnTo>
                    <a:pt x="110714" y="41918"/>
                  </a:lnTo>
                  <a:lnTo>
                    <a:pt x="106534" y="38344"/>
                  </a:lnTo>
                  <a:lnTo>
                    <a:pt x="102238" y="34909"/>
                  </a:lnTo>
                  <a:lnTo>
                    <a:pt x="97832" y="31617"/>
                  </a:lnTo>
                  <a:lnTo>
                    <a:pt x="93320" y="28472"/>
                  </a:lnTo>
                  <a:lnTo>
                    <a:pt x="88706" y="25477"/>
                  </a:lnTo>
                  <a:lnTo>
                    <a:pt x="83997" y="22635"/>
                  </a:lnTo>
                  <a:lnTo>
                    <a:pt x="79197" y="19950"/>
                  </a:lnTo>
                  <a:lnTo>
                    <a:pt x="74311" y="17425"/>
                  </a:lnTo>
                  <a:lnTo>
                    <a:pt x="69344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7"/>
                  </a:lnTo>
                  <a:lnTo>
                    <a:pt x="48783" y="7276"/>
                  </a:lnTo>
                  <a:lnTo>
                    <a:pt x="43497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751863" y="3707720"/>
              <a:ext cx="198528" cy="334334"/>
            </a:xfrm>
            <a:custGeom>
              <a:avLst/>
              <a:pathLst>
                <a:path w="198528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6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2"/>
                  </a:lnTo>
                  <a:lnTo>
                    <a:pt x="120073" y="6765"/>
                  </a:lnTo>
                  <a:lnTo>
                    <a:pt x="115010" y="8338"/>
                  </a:lnTo>
                  <a:lnTo>
                    <a:pt x="109999" y="10072"/>
                  </a:lnTo>
                  <a:lnTo>
                    <a:pt x="105046" y="11963"/>
                  </a:lnTo>
                  <a:lnTo>
                    <a:pt x="100155" y="14010"/>
                  </a:lnTo>
                  <a:lnTo>
                    <a:pt x="95332" y="16212"/>
                  </a:lnTo>
                  <a:lnTo>
                    <a:pt x="90580" y="18566"/>
                  </a:lnTo>
                  <a:lnTo>
                    <a:pt x="85906" y="21068"/>
                  </a:lnTo>
                  <a:lnTo>
                    <a:pt x="81314" y="23718"/>
                  </a:lnTo>
                  <a:lnTo>
                    <a:pt x="76808" y="26513"/>
                  </a:lnTo>
                  <a:lnTo>
                    <a:pt x="72393" y="29448"/>
                  </a:lnTo>
                  <a:lnTo>
                    <a:pt x="68073" y="32523"/>
                  </a:lnTo>
                  <a:lnTo>
                    <a:pt x="63853" y="35732"/>
                  </a:lnTo>
                  <a:lnTo>
                    <a:pt x="59737" y="39074"/>
                  </a:lnTo>
                  <a:lnTo>
                    <a:pt x="55728" y="42545"/>
                  </a:lnTo>
                  <a:lnTo>
                    <a:pt x="51832" y="46141"/>
                  </a:lnTo>
                  <a:lnTo>
                    <a:pt x="48052" y="49859"/>
                  </a:lnTo>
                  <a:lnTo>
                    <a:pt x="44392" y="53695"/>
                  </a:lnTo>
                  <a:lnTo>
                    <a:pt x="40855" y="57645"/>
                  </a:lnTo>
                  <a:lnTo>
                    <a:pt x="37445" y="61705"/>
                  </a:lnTo>
                  <a:lnTo>
                    <a:pt x="34166" y="65871"/>
                  </a:lnTo>
                  <a:lnTo>
                    <a:pt x="31020" y="70140"/>
                  </a:lnTo>
                  <a:lnTo>
                    <a:pt x="28012" y="74505"/>
                  </a:lnTo>
                  <a:lnTo>
                    <a:pt x="25143" y="78964"/>
                  </a:lnTo>
                  <a:lnTo>
                    <a:pt x="22418" y="83512"/>
                  </a:lnTo>
                  <a:lnTo>
                    <a:pt x="19837" y="88144"/>
                  </a:lnTo>
                  <a:lnTo>
                    <a:pt x="17405" y="92856"/>
                  </a:lnTo>
                  <a:lnTo>
                    <a:pt x="15124" y="97642"/>
                  </a:lnTo>
                  <a:lnTo>
                    <a:pt x="12996" y="102498"/>
                  </a:lnTo>
                  <a:lnTo>
                    <a:pt x="11022" y="107419"/>
                  </a:lnTo>
                  <a:lnTo>
                    <a:pt x="9206" y="112400"/>
                  </a:lnTo>
                  <a:lnTo>
                    <a:pt x="7549" y="117437"/>
                  </a:lnTo>
                  <a:lnTo>
                    <a:pt x="6052" y="122523"/>
                  </a:lnTo>
                  <a:lnTo>
                    <a:pt x="4717" y="127654"/>
                  </a:lnTo>
                  <a:lnTo>
                    <a:pt x="3546" y="132825"/>
                  </a:lnTo>
                  <a:lnTo>
                    <a:pt x="2539" y="138031"/>
                  </a:lnTo>
                  <a:lnTo>
                    <a:pt x="1698" y="143266"/>
                  </a:lnTo>
                  <a:lnTo>
                    <a:pt x="1023" y="148525"/>
                  </a:lnTo>
                  <a:lnTo>
                    <a:pt x="515" y="153803"/>
                  </a:lnTo>
                  <a:lnTo>
                    <a:pt x="175" y="159094"/>
                  </a:lnTo>
                  <a:lnTo>
                    <a:pt x="3" y="164393"/>
                  </a:lnTo>
                  <a:lnTo>
                    <a:pt x="0" y="169695"/>
                  </a:lnTo>
                  <a:lnTo>
                    <a:pt x="164" y="174995"/>
                  </a:lnTo>
                  <a:lnTo>
                    <a:pt x="496" y="180286"/>
                  </a:lnTo>
                  <a:lnTo>
                    <a:pt x="996" y="185565"/>
                  </a:lnTo>
                  <a:lnTo>
                    <a:pt x="1663" y="190825"/>
                  </a:lnTo>
                  <a:lnTo>
                    <a:pt x="2496" y="196061"/>
                  </a:lnTo>
                  <a:lnTo>
                    <a:pt x="3495" y="201268"/>
                  </a:lnTo>
                  <a:lnTo>
                    <a:pt x="4659" y="206441"/>
                  </a:lnTo>
                  <a:lnTo>
                    <a:pt x="5986" y="211574"/>
                  </a:lnTo>
                  <a:lnTo>
                    <a:pt x="7476" y="216662"/>
                  </a:lnTo>
                  <a:lnTo>
                    <a:pt x="9126" y="221701"/>
                  </a:lnTo>
                  <a:lnTo>
                    <a:pt x="10935" y="226685"/>
                  </a:lnTo>
                  <a:lnTo>
                    <a:pt x="12901" y="231609"/>
                  </a:lnTo>
                  <a:lnTo>
                    <a:pt x="15022" y="236468"/>
                  </a:lnTo>
                  <a:lnTo>
                    <a:pt x="17296" y="241258"/>
                  </a:lnTo>
                  <a:lnTo>
                    <a:pt x="19721" y="245973"/>
                  </a:lnTo>
                  <a:lnTo>
                    <a:pt x="22295" y="250609"/>
                  </a:lnTo>
                  <a:lnTo>
                    <a:pt x="25014" y="255160"/>
                  </a:lnTo>
                  <a:lnTo>
                    <a:pt x="27876" y="259624"/>
                  </a:lnTo>
                  <a:lnTo>
                    <a:pt x="30878" y="263994"/>
                  </a:lnTo>
                  <a:lnTo>
                    <a:pt x="34017" y="268267"/>
                  </a:lnTo>
                  <a:lnTo>
                    <a:pt x="37290" y="272438"/>
                  </a:lnTo>
                  <a:lnTo>
                    <a:pt x="40694" y="276503"/>
                  </a:lnTo>
                  <a:lnTo>
                    <a:pt x="44225" y="280458"/>
                  </a:lnTo>
                  <a:lnTo>
                    <a:pt x="47880" y="284300"/>
                  </a:lnTo>
                  <a:lnTo>
                    <a:pt x="51654" y="288023"/>
                  </a:lnTo>
                  <a:lnTo>
                    <a:pt x="55545" y="291625"/>
                  </a:lnTo>
                  <a:lnTo>
                    <a:pt x="59548" y="295102"/>
                  </a:lnTo>
                  <a:lnTo>
                    <a:pt x="63659" y="298450"/>
                  </a:lnTo>
                  <a:lnTo>
                    <a:pt x="67875" y="301665"/>
                  </a:lnTo>
                  <a:lnTo>
                    <a:pt x="72190" y="304746"/>
                  </a:lnTo>
                  <a:lnTo>
                    <a:pt x="76601" y="307688"/>
                  </a:lnTo>
                  <a:lnTo>
                    <a:pt x="81103" y="310489"/>
                  </a:lnTo>
                  <a:lnTo>
                    <a:pt x="85691" y="313146"/>
                  </a:lnTo>
                  <a:lnTo>
                    <a:pt x="90362" y="315656"/>
                  </a:lnTo>
                  <a:lnTo>
                    <a:pt x="95109" y="318016"/>
                  </a:lnTo>
                  <a:lnTo>
                    <a:pt x="99930" y="320225"/>
                  </a:lnTo>
                  <a:lnTo>
                    <a:pt x="104817" y="322279"/>
                  </a:lnTo>
                  <a:lnTo>
                    <a:pt x="109768" y="324178"/>
                  </a:lnTo>
                  <a:lnTo>
                    <a:pt x="114776" y="325919"/>
                  </a:lnTo>
                  <a:lnTo>
                    <a:pt x="119837" y="327500"/>
                  </a:lnTo>
                  <a:lnTo>
                    <a:pt x="124945" y="328920"/>
                  </a:lnTo>
                  <a:lnTo>
                    <a:pt x="130096" y="330177"/>
                  </a:lnTo>
                  <a:lnTo>
                    <a:pt x="135284" y="331270"/>
                  </a:lnTo>
                  <a:lnTo>
                    <a:pt x="140505" y="332198"/>
                  </a:lnTo>
                  <a:lnTo>
                    <a:pt x="145752" y="332959"/>
                  </a:lnTo>
                  <a:lnTo>
                    <a:pt x="151020" y="333555"/>
                  </a:lnTo>
                  <a:lnTo>
                    <a:pt x="156305" y="333982"/>
                  </a:lnTo>
                  <a:lnTo>
                    <a:pt x="161601" y="334242"/>
                  </a:lnTo>
                  <a:lnTo>
                    <a:pt x="166902" y="334334"/>
                  </a:lnTo>
                  <a:lnTo>
                    <a:pt x="172203" y="334258"/>
                  </a:lnTo>
                  <a:lnTo>
                    <a:pt x="177500" y="334014"/>
                  </a:lnTo>
                  <a:lnTo>
                    <a:pt x="182786" y="333601"/>
                  </a:lnTo>
                  <a:lnTo>
                    <a:pt x="188056" y="333022"/>
                  </a:lnTo>
                  <a:lnTo>
                    <a:pt x="193305" y="332275"/>
                  </a:lnTo>
                  <a:lnTo>
                    <a:pt x="198528" y="33136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8165"/>
              <a:ext cx="167164" cy="330918"/>
            </a:xfrm>
            <a:custGeom>
              <a:avLst/>
              <a:pathLst>
                <a:path w="167164" h="330918">
                  <a:moveTo>
                    <a:pt x="31380" y="330918"/>
                  </a:moveTo>
                  <a:lnTo>
                    <a:pt x="36617" y="329830"/>
                  </a:lnTo>
                  <a:lnTo>
                    <a:pt x="41816" y="328575"/>
                  </a:lnTo>
                  <a:lnTo>
                    <a:pt x="46973" y="327154"/>
                  </a:lnTo>
                  <a:lnTo>
                    <a:pt x="52081" y="325569"/>
                  </a:lnTo>
                  <a:lnTo>
                    <a:pt x="57137" y="323822"/>
                  </a:lnTo>
                  <a:lnTo>
                    <a:pt x="62133" y="321913"/>
                  </a:lnTo>
                  <a:lnTo>
                    <a:pt x="67067" y="319846"/>
                  </a:lnTo>
                  <a:lnTo>
                    <a:pt x="71931" y="317622"/>
                  </a:lnTo>
                  <a:lnTo>
                    <a:pt x="76722" y="315244"/>
                  </a:lnTo>
                  <a:lnTo>
                    <a:pt x="81434" y="312713"/>
                  </a:lnTo>
                  <a:lnTo>
                    <a:pt x="86063" y="310033"/>
                  </a:lnTo>
                  <a:lnTo>
                    <a:pt x="90604" y="307206"/>
                  </a:lnTo>
                  <a:lnTo>
                    <a:pt x="95052" y="304236"/>
                  </a:lnTo>
                  <a:lnTo>
                    <a:pt x="99402" y="301125"/>
                  </a:lnTo>
                  <a:lnTo>
                    <a:pt x="103651" y="297876"/>
                  </a:lnTo>
                  <a:lnTo>
                    <a:pt x="107794" y="294492"/>
                  </a:lnTo>
                  <a:lnTo>
                    <a:pt x="111827" y="290978"/>
                  </a:lnTo>
                  <a:lnTo>
                    <a:pt x="115745" y="287337"/>
                  </a:lnTo>
                  <a:lnTo>
                    <a:pt x="119544" y="283573"/>
                  </a:lnTo>
                  <a:lnTo>
                    <a:pt x="123221" y="279688"/>
                  </a:lnTo>
                  <a:lnTo>
                    <a:pt x="126772" y="275688"/>
                  </a:lnTo>
                  <a:lnTo>
                    <a:pt x="130193" y="271577"/>
                  </a:lnTo>
                  <a:lnTo>
                    <a:pt x="133481" y="267358"/>
                  </a:lnTo>
                  <a:lnTo>
                    <a:pt x="136633" y="263036"/>
                  </a:lnTo>
                  <a:lnTo>
                    <a:pt x="139644" y="258616"/>
                  </a:lnTo>
                  <a:lnTo>
                    <a:pt x="142512" y="254101"/>
                  </a:lnTo>
                  <a:lnTo>
                    <a:pt x="145235" y="249497"/>
                  </a:lnTo>
                  <a:lnTo>
                    <a:pt x="147809" y="244808"/>
                  </a:lnTo>
                  <a:lnTo>
                    <a:pt x="150231" y="240039"/>
                  </a:lnTo>
                  <a:lnTo>
                    <a:pt x="152500" y="235196"/>
                  </a:lnTo>
                  <a:lnTo>
                    <a:pt x="154612" y="230282"/>
                  </a:lnTo>
                  <a:lnTo>
                    <a:pt x="156567" y="225303"/>
                  </a:lnTo>
                  <a:lnTo>
                    <a:pt x="158361" y="220264"/>
                  </a:lnTo>
                  <a:lnTo>
                    <a:pt x="159992" y="215170"/>
                  </a:lnTo>
                  <a:lnTo>
                    <a:pt x="161461" y="210027"/>
                  </a:lnTo>
                  <a:lnTo>
                    <a:pt x="162763" y="204839"/>
                  </a:lnTo>
                  <a:lnTo>
                    <a:pt x="163899" y="199612"/>
                  </a:lnTo>
                  <a:lnTo>
                    <a:pt x="164868" y="194352"/>
                  </a:lnTo>
                  <a:lnTo>
                    <a:pt x="165667" y="189063"/>
                  </a:lnTo>
                  <a:lnTo>
                    <a:pt x="166297" y="183752"/>
                  </a:lnTo>
                  <a:lnTo>
                    <a:pt x="166757" y="178423"/>
                  </a:lnTo>
                  <a:lnTo>
                    <a:pt x="167046" y="173082"/>
                  </a:lnTo>
                  <a:lnTo>
                    <a:pt x="167164" y="167735"/>
                  </a:lnTo>
                  <a:lnTo>
                    <a:pt x="167111" y="162386"/>
                  </a:lnTo>
                  <a:lnTo>
                    <a:pt x="166886" y="157042"/>
                  </a:lnTo>
                  <a:lnTo>
                    <a:pt x="166491" y="151708"/>
                  </a:lnTo>
                  <a:lnTo>
                    <a:pt x="165926" y="146389"/>
                  </a:lnTo>
                  <a:lnTo>
                    <a:pt x="165190" y="141091"/>
                  </a:lnTo>
                  <a:lnTo>
                    <a:pt x="164286" y="135820"/>
                  </a:lnTo>
                  <a:lnTo>
                    <a:pt x="163213" y="130579"/>
                  </a:lnTo>
                  <a:lnTo>
                    <a:pt x="161973" y="125376"/>
                  </a:lnTo>
                  <a:lnTo>
                    <a:pt x="160568" y="120216"/>
                  </a:lnTo>
                  <a:lnTo>
                    <a:pt x="158997" y="115103"/>
                  </a:lnTo>
                  <a:lnTo>
                    <a:pt x="157265" y="110042"/>
                  </a:lnTo>
                  <a:lnTo>
                    <a:pt x="155371" y="105040"/>
                  </a:lnTo>
                  <a:lnTo>
                    <a:pt x="153318" y="100101"/>
                  </a:lnTo>
                  <a:lnTo>
                    <a:pt x="151108" y="95230"/>
                  </a:lnTo>
                  <a:lnTo>
                    <a:pt x="148744" y="90432"/>
                  </a:lnTo>
                  <a:lnTo>
                    <a:pt x="146227" y="85713"/>
                  </a:lnTo>
                  <a:lnTo>
                    <a:pt x="143560" y="81076"/>
                  </a:lnTo>
                  <a:lnTo>
                    <a:pt x="140747" y="76527"/>
                  </a:lnTo>
                  <a:lnTo>
                    <a:pt x="137789" y="72070"/>
                  </a:lnTo>
                  <a:lnTo>
                    <a:pt x="134690" y="67711"/>
                  </a:lnTo>
                  <a:lnTo>
                    <a:pt x="131454" y="63452"/>
                  </a:lnTo>
                  <a:lnTo>
                    <a:pt x="128083" y="59300"/>
                  </a:lnTo>
                  <a:lnTo>
                    <a:pt x="124581" y="55257"/>
                  </a:lnTo>
                  <a:lnTo>
                    <a:pt x="120951" y="51328"/>
                  </a:lnTo>
                  <a:lnTo>
                    <a:pt x="117197" y="47518"/>
                  </a:lnTo>
                  <a:lnTo>
                    <a:pt x="113324" y="43829"/>
                  </a:lnTo>
                  <a:lnTo>
                    <a:pt x="109334" y="40267"/>
                  </a:lnTo>
                  <a:lnTo>
                    <a:pt x="105232" y="36834"/>
                  </a:lnTo>
                  <a:lnTo>
                    <a:pt x="101023" y="33534"/>
                  </a:lnTo>
                  <a:lnTo>
                    <a:pt x="96710" y="30370"/>
                  </a:lnTo>
                  <a:lnTo>
                    <a:pt x="92299" y="27346"/>
                  </a:lnTo>
                  <a:lnTo>
                    <a:pt x="87792" y="24464"/>
                  </a:lnTo>
                  <a:lnTo>
                    <a:pt x="83196" y="21728"/>
                  </a:lnTo>
                  <a:lnTo>
                    <a:pt x="78515" y="19141"/>
                  </a:lnTo>
                  <a:lnTo>
                    <a:pt x="73753" y="16704"/>
                  </a:lnTo>
                  <a:lnTo>
                    <a:pt x="68916" y="14422"/>
                  </a:lnTo>
                  <a:lnTo>
                    <a:pt x="64009" y="12295"/>
                  </a:lnTo>
                  <a:lnTo>
                    <a:pt x="59035" y="10326"/>
                  </a:lnTo>
                  <a:lnTo>
                    <a:pt x="54002" y="8518"/>
                  </a:lnTo>
                  <a:lnTo>
                    <a:pt x="48913" y="6871"/>
                  </a:lnTo>
                  <a:lnTo>
                    <a:pt x="43774" y="5388"/>
                  </a:lnTo>
                  <a:lnTo>
                    <a:pt x="38590" y="4070"/>
                  </a:lnTo>
                  <a:lnTo>
                    <a:pt x="33366" y="2919"/>
                  </a:lnTo>
                  <a:lnTo>
                    <a:pt x="28109" y="1935"/>
                  </a:lnTo>
                  <a:lnTo>
                    <a:pt x="22823" y="1120"/>
                  </a:lnTo>
                  <a:lnTo>
                    <a:pt x="17513" y="475"/>
                  </a:lnTo>
                  <a:lnTo>
                    <a:pt x="12185" y="0"/>
                  </a:lnTo>
                  <a:lnTo>
                    <a:pt x="0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12185" cy="167167"/>
            </a:xfrm>
            <a:custGeom>
              <a:avLst/>
              <a:pathLst>
                <a:path w="12185" h="167167">
                  <a:moveTo>
                    <a:pt x="12185" y="44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tx80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2025-06-06T03:07:42Z</dcterms:modified>
  <cp:category/>
</cp:coreProperties>
</file>