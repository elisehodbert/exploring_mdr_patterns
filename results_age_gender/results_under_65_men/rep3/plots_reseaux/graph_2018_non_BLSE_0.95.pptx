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23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1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6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0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0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64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13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52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07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22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393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3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15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50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353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593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2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3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72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57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50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2994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444" y="3170392"/>
              <a:ext cx="1334" cy="167167"/>
            </a:xfrm>
            <a:custGeom>
              <a:avLst/>
              <a:pathLst>
                <a:path w="1334" h="167167">
                  <a:moveTo>
                    <a:pt x="1334" y="0"/>
                  </a:moveTo>
                  <a:lnTo>
                    <a:pt x="0" y="5"/>
                  </a:lnTo>
                  <a:lnTo>
                    <a:pt x="13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20" y="3170397"/>
              <a:ext cx="334307" cy="334328"/>
            </a:xfrm>
            <a:custGeom>
              <a:avLst/>
              <a:pathLst>
                <a:path w="334307" h="334328">
                  <a:moveTo>
                    <a:pt x="165824" y="0"/>
                  </a:moveTo>
                  <a:lnTo>
                    <a:pt x="160529" y="126"/>
                  </a:lnTo>
                  <a:lnTo>
                    <a:pt x="155240" y="420"/>
                  </a:lnTo>
                  <a:lnTo>
                    <a:pt x="149964" y="881"/>
                  </a:lnTo>
                  <a:lnTo>
                    <a:pt x="144704" y="1509"/>
                  </a:lnTo>
                  <a:lnTo>
                    <a:pt x="139468" y="2304"/>
                  </a:lnTo>
                  <a:lnTo>
                    <a:pt x="134259" y="3264"/>
                  </a:lnTo>
                  <a:lnTo>
                    <a:pt x="129083" y="4388"/>
                  </a:lnTo>
                  <a:lnTo>
                    <a:pt x="123945" y="5676"/>
                  </a:lnTo>
                  <a:lnTo>
                    <a:pt x="118851" y="7126"/>
                  </a:lnTo>
                  <a:lnTo>
                    <a:pt x="113805" y="8737"/>
                  </a:lnTo>
                  <a:lnTo>
                    <a:pt x="108813" y="10507"/>
                  </a:lnTo>
                  <a:lnTo>
                    <a:pt x="103879" y="12434"/>
                  </a:lnTo>
                  <a:lnTo>
                    <a:pt x="99009" y="14516"/>
                  </a:lnTo>
                  <a:lnTo>
                    <a:pt x="94207" y="16752"/>
                  </a:lnTo>
                  <a:lnTo>
                    <a:pt x="89479" y="19139"/>
                  </a:lnTo>
                  <a:lnTo>
                    <a:pt x="84828" y="21674"/>
                  </a:lnTo>
                  <a:lnTo>
                    <a:pt x="80260" y="24355"/>
                  </a:lnTo>
                  <a:lnTo>
                    <a:pt x="75780" y="27180"/>
                  </a:lnTo>
                  <a:lnTo>
                    <a:pt x="71391" y="30145"/>
                  </a:lnTo>
                  <a:lnTo>
                    <a:pt x="67098" y="33248"/>
                  </a:lnTo>
                  <a:lnTo>
                    <a:pt x="62906" y="36485"/>
                  </a:lnTo>
                  <a:lnTo>
                    <a:pt x="58818" y="39853"/>
                  </a:lnTo>
                  <a:lnTo>
                    <a:pt x="54839" y="43350"/>
                  </a:lnTo>
                  <a:lnTo>
                    <a:pt x="50973" y="46970"/>
                  </a:lnTo>
                  <a:lnTo>
                    <a:pt x="47224" y="50711"/>
                  </a:lnTo>
                  <a:lnTo>
                    <a:pt x="43595" y="54569"/>
                  </a:lnTo>
                  <a:lnTo>
                    <a:pt x="40090" y="58540"/>
                  </a:lnTo>
                  <a:lnTo>
                    <a:pt x="36712" y="62621"/>
                  </a:lnTo>
                  <a:lnTo>
                    <a:pt x="33466" y="66806"/>
                  </a:lnTo>
                  <a:lnTo>
                    <a:pt x="30354" y="71092"/>
                  </a:lnTo>
                  <a:lnTo>
                    <a:pt x="27379" y="75474"/>
                  </a:lnTo>
                  <a:lnTo>
                    <a:pt x="24544" y="79948"/>
                  </a:lnTo>
                  <a:lnTo>
                    <a:pt x="21853" y="84510"/>
                  </a:lnTo>
                  <a:lnTo>
                    <a:pt x="19307" y="89155"/>
                  </a:lnTo>
                  <a:lnTo>
                    <a:pt x="16910" y="93878"/>
                  </a:lnTo>
                  <a:lnTo>
                    <a:pt x="14664" y="98675"/>
                  </a:lnTo>
                  <a:lnTo>
                    <a:pt x="12571" y="103541"/>
                  </a:lnTo>
                  <a:lnTo>
                    <a:pt x="10633" y="108470"/>
                  </a:lnTo>
                  <a:lnTo>
                    <a:pt x="8852" y="113458"/>
                  </a:lnTo>
                  <a:lnTo>
                    <a:pt x="7230" y="118501"/>
                  </a:lnTo>
                  <a:lnTo>
                    <a:pt x="5769" y="123592"/>
                  </a:lnTo>
                  <a:lnTo>
                    <a:pt x="4469" y="128727"/>
                  </a:lnTo>
                  <a:lnTo>
                    <a:pt x="3333" y="133900"/>
                  </a:lnTo>
                  <a:lnTo>
                    <a:pt x="2362" y="139107"/>
                  </a:lnTo>
                  <a:lnTo>
                    <a:pt x="1556" y="144342"/>
                  </a:lnTo>
                  <a:lnTo>
                    <a:pt x="916" y="149600"/>
                  </a:lnTo>
                  <a:lnTo>
                    <a:pt x="443" y="154875"/>
                  </a:lnTo>
                  <a:lnTo>
                    <a:pt x="137" y="160163"/>
                  </a:lnTo>
                  <a:lnTo>
                    <a:pt x="0" y="165458"/>
                  </a:lnTo>
                  <a:lnTo>
                    <a:pt x="29" y="170754"/>
                  </a:lnTo>
                  <a:lnTo>
                    <a:pt x="227" y="176047"/>
                  </a:lnTo>
                  <a:lnTo>
                    <a:pt x="592" y="181332"/>
                  </a:lnTo>
                  <a:lnTo>
                    <a:pt x="1125" y="186601"/>
                  </a:lnTo>
                  <a:lnTo>
                    <a:pt x="1824" y="191852"/>
                  </a:lnTo>
                  <a:lnTo>
                    <a:pt x="2689" y="197077"/>
                  </a:lnTo>
                  <a:lnTo>
                    <a:pt x="3720" y="202273"/>
                  </a:lnTo>
                  <a:lnTo>
                    <a:pt x="4914" y="207433"/>
                  </a:lnTo>
                  <a:lnTo>
                    <a:pt x="6271" y="212553"/>
                  </a:lnTo>
                  <a:lnTo>
                    <a:pt x="7790" y="217627"/>
                  </a:lnTo>
                  <a:lnTo>
                    <a:pt x="9469" y="222651"/>
                  </a:lnTo>
                  <a:lnTo>
                    <a:pt x="11306" y="227619"/>
                  </a:lnTo>
                  <a:lnTo>
                    <a:pt x="13300" y="232526"/>
                  </a:lnTo>
                  <a:lnTo>
                    <a:pt x="15448" y="237367"/>
                  </a:lnTo>
                  <a:lnTo>
                    <a:pt x="17748" y="242138"/>
                  </a:lnTo>
                  <a:lnTo>
                    <a:pt x="20198" y="246834"/>
                  </a:lnTo>
                  <a:lnTo>
                    <a:pt x="22796" y="251450"/>
                  </a:lnTo>
                  <a:lnTo>
                    <a:pt x="25539" y="255981"/>
                  </a:lnTo>
                  <a:lnTo>
                    <a:pt x="28424" y="260423"/>
                  </a:lnTo>
                  <a:lnTo>
                    <a:pt x="31448" y="264772"/>
                  </a:lnTo>
                  <a:lnTo>
                    <a:pt x="34609" y="269022"/>
                  </a:lnTo>
                  <a:lnTo>
                    <a:pt x="37902" y="273170"/>
                  </a:lnTo>
                  <a:lnTo>
                    <a:pt x="41326" y="277212"/>
                  </a:lnTo>
                  <a:lnTo>
                    <a:pt x="44875" y="281143"/>
                  </a:lnTo>
                  <a:lnTo>
                    <a:pt x="48548" y="284960"/>
                  </a:lnTo>
                  <a:lnTo>
                    <a:pt x="52339" y="288659"/>
                  </a:lnTo>
                  <a:lnTo>
                    <a:pt x="56246" y="292235"/>
                  </a:lnTo>
                  <a:lnTo>
                    <a:pt x="60264" y="295686"/>
                  </a:lnTo>
                  <a:lnTo>
                    <a:pt x="64389" y="299008"/>
                  </a:lnTo>
                  <a:lnTo>
                    <a:pt x="68618" y="302198"/>
                  </a:lnTo>
                  <a:lnTo>
                    <a:pt x="72946" y="305252"/>
                  </a:lnTo>
                  <a:lnTo>
                    <a:pt x="77368" y="308167"/>
                  </a:lnTo>
                  <a:lnTo>
                    <a:pt x="81880" y="310941"/>
                  </a:lnTo>
                  <a:lnTo>
                    <a:pt x="86478" y="313571"/>
                  </a:lnTo>
                  <a:lnTo>
                    <a:pt x="91157" y="316053"/>
                  </a:lnTo>
                  <a:lnTo>
                    <a:pt x="95912" y="318386"/>
                  </a:lnTo>
                  <a:lnTo>
                    <a:pt x="100738" y="320568"/>
                  </a:lnTo>
                  <a:lnTo>
                    <a:pt x="105632" y="322595"/>
                  </a:lnTo>
                  <a:lnTo>
                    <a:pt x="110587" y="324466"/>
                  </a:lnTo>
                  <a:lnTo>
                    <a:pt x="115599" y="326179"/>
                  </a:lnTo>
                  <a:lnTo>
                    <a:pt x="120663" y="327733"/>
                  </a:lnTo>
                  <a:lnTo>
                    <a:pt x="125773" y="329125"/>
                  </a:lnTo>
                  <a:lnTo>
                    <a:pt x="130925" y="330355"/>
                  </a:lnTo>
                  <a:lnTo>
                    <a:pt x="136113" y="331421"/>
                  </a:lnTo>
                  <a:lnTo>
                    <a:pt x="141333" y="332322"/>
                  </a:lnTo>
                  <a:lnTo>
                    <a:pt x="146578" y="333057"/>
                  </a:lnTo>
                  <a:lnTo>
                    <a:pt x="151844" y="333626"/>
                  </a:lnTo>
                  <a:lnTo>
                    <a:pt x="157126" y="334028"/>
                  </a:lnTo>
                  <a:lnTo>
                    <a:pt x="162417" y="334262"/>
                  </a:lnTo>
                  <a:lnTo>
                    <a:pt x="167713" y="334328"/>
                  </a:lnTo>
                  <a:lnTo>
                    <a:pt x="173009" y="334227"/>
                  </a:lnTo>
                  <a:lnTo>
                    <a:pt x="178299" y="333957"/>
                  </a:lnTo>
                  <a:lnTo>
                    <a:pt x="183577" y="333521"/>
                  </a:lnTo>
                  <a:lnTo>
                    <a:pt x="188840" y="332917"/>
                  </a:lnTo>
                  <a:lnTo>
                    <a:pt x="194080" y="332147"/>
                  </a:lnTo>
                  <a:lnTo>
                    <a:pt x="199293" y="331211"/>
                  </a:lnTo>
                  <a:lnTo>
                    <a:pt x="204475" y="330111"/>
                  </a:lnTo>
                  <a:lnTo>
                    <a:pt x="209618" y="328847"/>
                  </a:lnTo>
                  <a:lnTo>
                    <a:pt x="214719" y="327421"/>
                  </a:lnTo>
                  <a:lnTo>
                    <a:pt x="219772" y="325833"/>
                  </a:lnTo>
                  <a:lnTo>
                    <a:pt x="224773" y="324087"/>
                  </a:lnTo>
                  <a:lnTo>
                    <a:pt x="229715" y="322183"/>
                  </a:lnTo>
                  <a:lnTo>
                    <a:pt x="234595" y="320123"/>
                  </a:lnTo>
                  <a:lnTo>
                    <a:pt x="239407" y="317910"/>
                  </a:lnTo>
                  <a:lnTo>
                    <a:pt x="244147" y="315545"/>
                  </a:lnTo>
                  <a:lnTo>
                    <a:pt x="248809" y="313032"/>
                  </a:lnTo>
                  <a:lnTo>
                    <a:pt x="253390" y="310372"/>
                  </a:lnTo>
                  <a:lnTo>
                    <a:pt x="257883" y="307568"/>
                  </a:lnTo>
                  <a:lnTo>
                    <a:pt x="262286" y="304623"/>
                  </a:lnTo>
                  <a:lnTo>
                    <a:pt x="266593" y="301540"/>
                  </a:lnTo>
                  <a:lnTo>
                    <a:pt x="270800" y="298323"/>
                  </a:lnTo>
                  <a:lnTo>
                    <a:pt x="274904" y="294974"/>
                  </a:lnTo>
                  <a:lnTo>
                    <a:pt x="278899" y="291496"/>
                  </a:lnTo>
                  <a:lnTo>
                    <a:pt x="282782" y="287893"/>
                  </a:lnTo>
                  <a:lnTo>
                    <a:pt x="286549" y="284170"/>
                  </a:lnTo>
                  <a:lnTo>
                    <a:pt x="290196" y="280329"/>
                  </a:lnTo>
                  <a:lnTo>
                    <a:pt x="293719" y="276374"/>
                  </a:lnTo>
                  <a:lnTo>
                    <a:pt x="297115" y="272310"/>
                  </a:lnTo>
                  <a:lnTo>
                    <a:pt x="300381" y="268140"/>
                  </a:lnTo>
                  <a:lnTo>
                    <a:pt x="303514" y="263868"/>
                  </a:lnTo>
                  <a:lnTo>
                    <a:pt x="306509" y="259500"/>
                  </a:lnTo>
                  <a:lnTo>
                    <a:pt x="309364" y="255039"/>
                  </a:lnTo>
                  <a:lnTo>
                    <a:pt x="312077" y="250489"/>
                  </a:lnTo>
                  <a:lnTo>
                    <a:pt x="314644" y="245856"/>
                  </a:lnTo>
                  <a:lnTo>
                    <a:pt x="317063" y="241145"/>
                  </a:lnTo>
                  <a:lnTo>
                    <a:pt x="319332" y="236358"/>
                  </a:lnTo>
                  <a:lnTo>
                    <a:pt x="321448" y="231503"/>
                  </a:lnTo>
                  <a:lnTo>
                    <a:pt x="323409" y="226582"/>
                  </a:lnTo>
                  <a:lnTo>
                    <a:pt x="325213" y="221602"/>
                  </a:lnTo>
                  <a:lnTo>
                    <a:pt x="326858" y="216568"/>
                  </a:lnTo>
                  <a:lnTo>
                    <a:pt x="328343" y="211483"/>
                  </a:lnTo>
                  <a:lnTo>
                    <a:pt x="329666" y="206355"/>
                  </a:lnTo>
                  <a:lnTo>
                    <a:pt x="330826" y="201187"/>
                  </a:lnTo>
                  <a:lnTo>
                    <a:pt x="331822" y="195984"/>
                  </a:lnTo>
                  <a:lnTo>
                    <a:pt x="332653" y="190753"/>
                  </a:lnTo>
                  <a:lnTo>
                    <a:pt x="333317" y="185498"/>
                  </a:lnTo>
                  <a:lnTo>
                    <a:pt x="333814" y="180225"/>
                  </a:lnTo>
                  <a:lnTo>
                    <a:pt x="334145" y="174939"/>
                  </a:lnTo>
                  <a:lnTo>
                    <a:pt x="334307" y="169645"/>
                  </a:lnTo>
                  <a:lnTo>
                    <a:pt x="334302" y="164348"/>
                  </a:lnTo>
                  <a:lnTo>
                    <a:pt x="334129" y="159054"/>
                  </a:lnTo>
                  <a:lnTo>
                    <a:pt x="333788" y="153768"/>
                  </a:lnTo>
                  <a:lnTo>
                    <a:pt x="333280" y="148496"/>
                  </a:lnTo>
                  <a:lnTo>
                    <a:pt x="332606" y="143243"/>
                  </a:lnTo>
                  <a:lnTo>
                    <a:pt x="331765" y="138013"/>
                  </a:lnTo>
                  <a:lnTo>
                    <a:pt x="330759" y="132813"/>
                  </a:lnTo>
                  <a:lnTo>
                    <a:pt x="329588" y="127647"/>
                  </a:lnTo>
                  <a:lnTo>
                    <a:pt x="328255" y="122521"/>
                  </a:lnTo>
                  <a:lnTo>
                    <a:pt x="326760" y="117440"/>
                  </a:lnTo>
                  <a:lnTo>
                    <a:pt x="325105" y="112408"/>
                  </a:lnTo>
                  <a:lnTo>
                    <a:pt x="323291" y="107432"/>
                  </a:lnTo>
                  <a:lnTo>
                    <a:pt x="321320" y="102515"/>
                  </a:lnTo>
                  <a:lnTo>
                    <a:pt x="319195" y="97664"/>
                  </a:lnTo>
                  <a:lnTo>
                    <a:pt x="316916" y="92882"/>
                  </a:lnTo>
                  <a:lnTo>
                    <a:pt x="314488" y="88175"/>
                  </a:lnTo>
                  <a:lnTo>
                    <a:pt x="311912" y="83547"/>
                  </a:lnTo>
                  <a:lnTo>
                    <a:pt x="309190" y="79003"/>
                  </a:lnTo>
                  <a:lnTo>
                    <a:pt x="306326" y="74548"/>
                  </a:lnTo>
                  <a:lnTo>
                    <a:pt x="303322" y="70185"/>
                  </a:lnTo>
                  <a:lnTo>
                    <a:pt x="300181" y="65920"/>
                  </a:lnTo>
                  <a:lnTo>
                    <a:pt x="296907" y="61757"/>
                  </a:lnTo>
                  <a:lnTo>
                    <a:pt x="293503" y="57699"/>
                  </a:lnTo>
                  <a:lnTo>
                    <a:pt x="289971" y="53751"/>
                  </a:lnTo>
                  <a:lnTo>
                    <a:pt x="286317" y="49917"/>
                  </a:lnTo>
                  <a:lnTo>
                    <a:pt x="282543" y="46201"/>
                  </a:lnTo>
                  <a:lnTo>
                    <a:pt x="278653" y="42606"/>
                  </a:lnTo>
                  <a:lnTo>
                    <a:pt x="274651" y="39137"/>
                  </a:lnTo>
                  <a:lnTo>
                    <a:pt x="270541" y="35796"/>
                  </a:lnTo>
                  <a:lnTo>
                    <a:pt x="266327" y="32586"/>
                  </a:lnTo>
                  <a:lnTo>
                    <a:pt x="262014" y="29512"/>
                  </a:lnTo>
                  <a:lnTo>
                    <a:pt x="257605" y="26576"/>
                  </a:lnTo>
                  <a:lnTo>
                    <a:pt x="253106" y="23781"/>
                  </a:lnTo>
                  <a:lnTo>
                    <a:pt x="248520" y="21130"/>
                  </a:lnTo>
                  <a:lnTo>
                    <a:pt x="243853" y="18626"/>
                  </a:lnTo>
                  <a:lnTo>
                    <a:pt x="239109" y="16271"/>
                  </a:lnTo>
                  <a:lnTo>
                    <a:pt x="234292" y="14067"/>
                  </a:lnTo>
                  <a:lnTo>
                    <a:pt x="229409" y="12017"/>
                  </a:lnTo>
                  <a:lnTo>
                    <a:pt x="224462" y="10123"/>
                  </a:lnTo>
                  <a:lnTo>
                    <a:pt x="219458" y="8386"/>
                  </a:lnTo>
                  <a:lnTo>
                    <a:pt x="214402" y="6809"/>
                  </a:lnTo>
                  <a:lnTo>
                    <a:pt x="209298" y="5393"/>
                  </a:lnTo>
                  <a:lnTo>
                    <a:pt x="204152" y="4139"/>
                  </a:lnTo>
                  <a:lnTo>
                    <a:pt x="198969" y="3049"/>
                  </a:lnTo>
                  <a:lnTo>
                    <a:pt x="193753" y="2123"/>
                  </a:lnTo>
                  <a:lnTo>
                    <a:pt x="188512" y="1364"/>
                  </a:lnTo>
                  <a:lnTo>
                    <a:pt x="183248" y="770"/>
                  </a:lnTo>
                  <a:lnTo>
                    <a:pt x="167158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6089" cy="167167"/>
            </a:xfrm>
            <a:custGeom>
              <a:avLst/>
              <a:pathLst>
                <a:path w="16089" h="167167">
                  <a:moveTo>
                    <a:pt x="16089" y="776"/>
                  </a:moveTo>
                  <a:lnTo>
                    <a:pt x="8054" y="1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3045" y="2633064"/>
              <a:ext cx="25965" cy="167167"/>
            </a:xfrm>
            <a:custGeom>
              <a:avLst/>
              <a:pathLst>
                <a:path w="25965" h="167167">
                  <a:moveTo>
                    <a:pt x="25965" y="0"/>
                  </a:moveTo>
                  <a:lnTo>
                    <a:pt x="17279" y="225"/>
                  </a:lnTo>
                  <a:lnTo>
                    <a:pt x="8616" y="902"/>
                  </a:lnTo>
                  <a:lnTo>
                    <a:pt x="0" y="2028"/>
                  </a:lnTo>
                  <a:lnTo>
                    <a:pt x="259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3045" y="2635093"/>
              <a:ext cx="25965" cy="165138"/>
            </a:xfrm>
            <a:custGeom>
              <a:avLst/>
              <a:pathLst>
                <a:path w="25965" h="165138">
                  <a:moveTo>
                    <a:pt x="0" y="0"/>
                  </a:moveTo>
                  <a:lnTo>
                    <a:pt x="25965" y="165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51849" y="2635093"/>
              <a:ext cx="334328" cy="332291"/>
            </a:xfrm>
            <a:custGeom>
              <a:avLst/>
              <a:pathLst>
                <a:path w="334328" h="332291">
                  <a:moveTo>
                    <a:pt x="141196" y="0"/>
                  </a:moveTo>
                  <a:lnTo>
                    <a:pt x="135988" y="903"/>
                  </a:lnTo>
                  <a:lnTo>
                    <a:pt x="130811" y="1971"/>
                  </a:lnTo>
                  <a:lnTo>
                    <a:pt x="125670" y="3202"/>
                  </a:lnTo>
                  <a:lnTo>
                    <a:pt x="120571" y="4594"/>
                  </a:lnTo>
                  <a:lnTo>
                    <a:pt x="115518" y="6148"/>
                  </a:lnTo>
                  <a:lnTo>
                    <a:pt x="110518" y="7860"/>
                  </a:lnTo>
                  <a:lnTo>
                    <a:pt x="105573" y="9729"/>
                  </a:lnTo>
                  <a:lnTo>
                    <a:pt x="100691" y="11754"/>
                  </a:lnTo>
                  <a:lnTo>
                    <a:pt x="95874" y="13932"/>
                  </a:lnTo>
                  <a:lnTo>
                    <a:pt x="91130" y="16262"/>
                  </a:lnTo>
                  <a:lnTo>
                    <a:pt x="86461" y="18740"/>
                  </a:lnTo>
                  <a:lnTo>
                    <a:pt x="81872" y="21365"/>
                  </a:lnTo>
                  <a:lnTo>
                    <a:pt x="77369" y="24133"/>
                  </a:lnTo>
                  <a:lnTo>
                    <a:pt x="72956" y="27043"/>
                  </a:lnTo>
                  <a:lnTo>
                    <a:pt x="68637" y="30090"/>
                  </a:lnTo>
                  <a:lnTo>
                    <a:pt x="64417" y="33273"/>
                  </a:lnTo>
                  <a:lnTo>
                    <a:pt x="60299" y="36587"/>
                  </a:lnTo>
                  <a:lnTo>
                    <a:pt x="56288" y="40030"/>
                  </a:lnTo>
                  <a:lnTo>
                    <a:pt x="52388" y="43598"/>
                  </a:lnTo>
                  <a:lnTo>
                    <a:pt x="48603" y="47287"/>
                  </a:lnTo>
                  <a:lnTo>
                    <a:pt x="44936" y="51094"/>
                  </a:lnTo>
                  <a:lnTo>
                    <a:pt x="41392" y="55016"/>
                  </a:lnTo>
                  <a:lnTo>
                    <a:pt x="37973" y="59047"/>
                  </a:lnTo>
                  <a:lnTo>
                    <a:pt x="34683" y="63185"/>
                  </a:lnTo>
                  <a:lnTo>
                    <a:pt x="31526" y="67424"/>
                  </a:lnTo>
                  <a:lnTo>
                    <a:pt x="28504" y="71761"/>
                  </a:lnTo>
                  <a:lnTo>
                    <a:pt x="25622" y="76192"/>
                  </a:lnTo>
                  <a:lnTo>
                    <a:pt x="22880" y="80711"/>
                  </a:lnTo>
                  <a:lnTo>
                    <a:pt x="20283" y="85315"/>
                  </a:lnTo>
                  <a:lnTo>
                    <a:pt x="17833" y="89999"/>
                  </a:lnTo>
                  <a:lnTo>
                    <a:pt x="15532" y="94758"/>
                  </a:lnTo>
                  <a:lnTo>
                    <a:pt x="13382" y="99587"/>
                  </a:lnTo>
                  <a:lnTo>
                    <a:pt x="11387" y="104481"/>
                  </a:lnTo>
                  <a:lnTo>
                    <a:pt x="9547" y="109437"/>
                  </a:lnTo>
                  <a:lnTo>
                    <a:pt x="7865" y="114448"/>
                  </a:lnTo>
                  <a:lnTo>
                    <a:pt x="6342" y="119510"/>
                  </a:lnTo>
                  <a:lnTo>
                    <a:pt x="4979" y="124617"/>
                  </a:lnTo>
                  <a:lnTo>
                    <a:pt x="3779" y="129765"/>
                  </a:lnTo>
                  <a:lnTo>
                    <a:pt x="2743" y="134948"/>
                  </a:lnTo>
                  <a:lnTo>
                    <a:pt x="1870" y="140161"/>
                  </a:lnTo>
                  <a:lnTo>
                    <a:pt x="1163" y="145400"/>
                  </a:lnTo>
                  <a:lnTo>
                    <a:pt x="622" y="150658"/>
                  </a:lnTo>
                  <a:lnTo>
                    <a:pt x="248" y="155931"/>
                  </a:lnTo>
                  <a:lnTo>
                    <a:pt x="40" y="161212"/>
                  </a:lnTo>
                  <a:lnTo>
                    <a:pt x="0" y="166498"/>
                  </a:lnTo>
                  <a:lnTo>
                    <a:pt x="126" y="171782"/>
                  </a:lnTo>
                  <a:lnTo>
                    <a:pt x="420" y="177060"/>
                  </a:lnTo>
                  <a:lnTo>
                    <a:pt x="880" y="182326"/>
                  </a:lnTo>
                  <a:lnTo>
                    <a:pt x="1506" y="187575"/>
                  </a:lnTo>
                  <a:lnTo>
                    <a:pt x="2299" y="192801"/>
                  </a:lnTo>
                  <a:lnTo>
                    <a:pt x="3256" y="197999"/>
                  </a:lnTo>
                  <a:lnTo>
                    <a:pt x="4377" y="203165"/>
                  </a:lnTo>
                  <a:lnTo>
                    <a:pt x="5660" y="208293"/>
                  </a:lnTo>
                  <a:lnTo>
                    <a:pt x="7105" y="213377"/>
                  </a:lnTo>
                  <a:lnTo>
                    <a:pt x="8710" y="218413"/>
                  </a:lnTo>
                  <a:lnTo>
                    <a:pt x="10474" y="223396"/>
                  </a:lnTo>
                  <a:lnTo>
                    <a:pt x="12394" y="228321"/>
                  </a:lnTo>
                  <a:lnTo>
                    <a:pt x="14469" y="233183"/>
                  </a:lnTo>
                  <a:lnTo>
                    <a:pt x="16697" y="237976"/>
                  </a:lnTo>
                  <a:lnTo>
                    <a:pt x="19075" y="242697"/>
                  </a:lnTo>
                  <a:lnTo>
                    <a:pt x="21601" y="247340"/>
                  </a:lnTo>
                  <a:lnTo>
                    <a:pt x="24273" y="251901"/>
                  </a:lnTo>
                  <a:lnTo>
                    <a:pt x="27088" y="256375"/>
                  </a:lnTo>
                  <a:lnTo>
                    <a:pt x="30042" y="260758"/>
                  </a:lnTo>
                  <a:lnTo>
                    <a:pt x="33134" y="265046"/>
                  </a:lnTo>
                  <a:lnTo>
                    <a:pt x="36360" y="269233"/>
                  </a:lnTo>
                  <a:lnTo>
                    <a:pt x="39716" y="273317"/>
                  </a:lnTo>
                  <a:lnTo>
                    <a:pt x="43200" y="277292"/>
                  </a:lnTo>
                  <a:lnTo>
                    <a:pt x="46808" y="281155"/>
                  </a:lnTo>
                  <a:lnTo>
                    <a:pt x="50536" y="284902"/>
                  </a:lnTo>
                  <a:lnTo>
                    <a:pt x="54381" y="288530"/>
                  </a:lnTo>
                  <a:lnTo>
                    <a:pt x="58338" y="292034"/>
                  </a:lnTo>
                  <a:lnTo>
                    <a:pt x="62405" y="295411"/>
                  </a:lnTo>
                  <a:lnTo>
                    <a:pt x="66576" y="298658"/>
                  </a:lnTo>
                  <a:lnTo>
                    <a:pt x="70848" y="301771"/>
                  </a:lnTo>
                  <a:lnTo>
                    <a:pt x="75216" y="304748"/>
                  </a:lnTo>
                  <a:lnTo>
                    <a:pt x="79676" y="307585"/>
                  </a:lnTo>
                  <a:lnTo>
                    <a:pt x="84223" y="310280"/>
                  </a:lnTo>
                  <a:lnTo>
                    <a:pt x="88853" y="312830"/>
                  </a:lnTo>
                  <a:lnTo>
                    <a:pt x="93562" y="315232"/>
                  </a:lnTo>
                  <a:lnTo>
                    <a:pt x="98344" y="317483"/>
                  </a:lnTo>
                  <a:lnTo>
                    <a:pt x="103195" y="319583"/>
                  </a:lnTo>
                  <a:lnTo>
                    <a:pt x="108110" y="321528"/>
                  </a:lnTo>
                  <a:lnTo>
                    <a:pt x="113084" y="323317"/>
                  </a:lnTo>
                  <a:lnTo>
                    <a:pt x="118112" y="324948"/>
                  </a:lnTo>
                  <a:lnTo>
                    <a:pt x="123189" y="326419"/>
                  </a:lnTo>
                  <a:lnTo>
                    <a:pt x="128310" y="327728"/>
                  </a:lnTo>
                  <a:lnTo>
                    <a:pt x="133470" y="328875"/>
                  </a:lnTo>
                  <a:lnTo>
                    <a:pt x="138664" y="329859"/>
                  </a:lnTo>
                  <a:lnTo>
                    <a:pt x="143886" y="330677"/>
                  </a:lnTo>
                  <a:lnTo>
                    <a:pt x="149131" y="331330"/>
                  </a:lnTo>
                  <a:lnTo>
                    <a:pt x="154395" y="331817"/>
                  </a:lnTo>
                  <a:lnTo>
                    <a:pt x="159671" y="332138"/>
                  </a:lnTo>
                  <a:lnTo>
                    <a:pt x="164955" y="332291"/>
                  </a:lnTo>
                  <a:lnTo>
                    <a:pt x="170241" y="332277"/>
                  </a:lnTo>
                  <a:lnTo>
                    <a:pt x="175523" y="332096"/>
                  </a:lnTo>
                  <a:lnTo>
                    <a:pt x="180798" y="331748"/>
                  </a:lnTo>
                  <a:lnTo>
                    <a:pt x="186059" y="331234"/>
                  </a:lnTo>
                  <a:lnTo>
                    <a:pt x="191300" y="330553"/>
                  </a:lnTo>
                  <a:lnTo>
                    <a:pt x="196518" y="329708"/>
                  </a:lnTo>
                  <a:lnTo>
                    <a:pt x="201707" y="328697"/>
                  </a:lnTo>
                  <a:lnTo>
                    <a:pt x="206860" y="327523"/>
                  </a:lnTo>
                  <a:lnTo>
                    <a:pt x="211975" y="326187"/>
                  </a:lnTo>
                  <a:lnTo>
                    <a:pt x="217044" y="324690"/>
                  </a:lnTo>
                  <a:lnTo>
                    <a:pt x="222064" y="323033"/>
                  </a:lnTo>
                  <a:lnTo>
                    <a:pt x="227028" y="321218"/>
                  </a:lnTo>
                  <a:lnTo>
                    <a:pt x="231933" y="319247"/>
                  </a:lnTo>
                  <a:lnTo>
                    <a:pt x="236773" y="317122"/>
                  </a:lnTo>
                  <a:lnTo>
                    <a:pt x="241543" y="314845"/>
                  </a:lnTo>
                  <a:lnTo>
                    <a:pt x="246239" y="312419"/>
                  </a:lnTo>
                  <a:lnTo>
                    <a:pt x="250856" y="309845"/>
                  </a:lnTo>
                  <a:lnTo>
                    <a:pt x="255389" y="307127"/>
                  </a:lnTo>
                  <a:lnTo>
                    <a:pt x="259835" y="304266"/>
                  </a:lnTo>
                  <a:lnTo>
                    <a:pt x="264187" y="301267"/>
                  </a:lnTo>
                  <a:lnTo>
                    <a:pt x="268442" y="298131"/>
                  </a:lnTo>
                  <a:lnTo>
                    <a:pt x="272596" y="294862"/>
                  </a:lnTo>
                  <a:lnTo>
                    <a:pt x="276645" y="291464"/>
                  </a:lnTo>
                  <a:lnTo>
                    <a:pt x="280584" y="287939"/>
                  </a:lnTo>
                  <a:lnTo>
                    <a:pt x="284410" y="284292"/>
                  </a:lnTo>
                  <a:lnTo>
                    <a:pt x="288119" y="280525"/>
                  </a:lnTo>
                  <a:lnTo>
                    <a:pt x="291706" y="276644"/>
                  </a:lnTo>
                  <a:lnTo>
                    <a:pt x="295170" y="272650"/>
                  </a:lnTo>
                  <a:lnTo>
                    <a:pt x="298505" y="268549"/>
                  </a:lnTo>
                  <a:lnTo>
                    <a:pt x="301709" y="264345"/>
                  </a:lnTo>
                  <a:lnTo>
                    <a:pt x="304778" y="260041"/>
                  </a:lnTo>
                  <a:lnTo>
                    <a:pt x="307710" y="255643"/>
                  </a:lnTo>
                  <a:lnTo>
                    <a:pt x="310501" y="251154"/>
                  </a:lnTo>
                  <a:lnTo>
                    <a:pt x="313149" y="246579"/>
                  </a:lnTo>
                  <a:lnTo>
                    <a:pt x="315651" y="241923"/>
                  </a:lnTo>
                  <a:lnTo>
                    <a:pt x="318004" y="237190"/>
                  </a:lnTo>
                  <a:lnTo>
                    <a:pt x="320207" y="232385"/>
                  </a:lnTo>
                  <a:lnTo>
                    <a:pt x="322256" y="227513"/>
                  </a:lnTo>
                  <a:lnTo>
                    <a:pt x="324151" y="222578"/>
                  </a:lnTo>
                  <a:lnTo>
                    <a:pt x="325888" y="217586"/>
                  </a:lnTo>
                  <a:lnTo>
                    <a:pt x="327467" y="212541"/>
                  </a:lnTo>
                  <a:lnTo>
                    <a:pt x="328886" y="207449"/>
                  </a:lnTo>
                  <a:lnTo>
                    <a:pt x="330143" y="202315"/>
                  </a:lnTo>
                  <a:lnTo>
                    <a:pt x="331236" y="197143"/>
                  </a:lnTo>
                  <a:lnTo>
                    <a:pt x="332166" y="191940"/>
                  </a:lnTo>
                  <a:lnTo>
                    <a:pt x="332931" y="186710"/>
                  </a:lnTo>
                  <a:lnTo>
                    <a:pt x="333530" y="181458"/>
                  </a:lnTo>
                  <a:lnTo>
                    <a:pt x="333963" y="176190"/>
                  </a:lnTo>
                  <a:lnTo>
                    <a:pt x="334229" y="170911"/>
                  </a:lnTo>
                  <a:lnTo>
                    <a:pt x="334328" y="165626"/>
                  </a:lnTo>
                  <a:lnTo>
                    <a:pt x="334260" y="160340"/>
                  </a:lnTo>
                  <a:lnTo>
                    <a:pt x="334025" y="155059"/>
                  </a:lnTo>
                  <a:lnTo>
                    <a:pt x="333623" y="149789"/>
                  </a:lnTo>
                  <a:lnTo>
                    <a:pt x="333054" y="144534"/>
                  </a:lnTo>
                  <a:lnTo>
                    <a:pt x="332320" y="139299"/>
                  </a:lnTo>
                  <a:lnTo>
                    <a:pt x="331420" y="134090"/>
                  </a:lnTo>
                  <a:lnTo>
                    <a:pt x="330357" y="128913"/>
                  </a:lnTo>
                  <a:lnTo>
                    <a:pt x="329130" y="123771"/>
                  </a:lnTo>
                  <a:lnTo>
                    <a:pt x="327741" y="118671"/>
                  </a:lnTo>
                  <a:lnTo>
                    <a:pt x="326191" y="113617"/>
                  </a:lnTo>
                  <a:lnTo>
                    <a:pt x="324483" y="108615"/>
                  </a:lnTo>
                  <a:lnTo>
                    <a:pt x="322617" y="103669"/>
                  </a:lnTo>
                  <a:lnTo>
                    <a:pt x="320596" y="98785"/>
                  </a:lnTo>
                  <a:lnTo>
                    <a:pt x="318422" y="93967"/>
                  </a:lnTo>
                  <a:lnTo>
                    <a:pt x="316096" y="89220"/>
                  </a:lnTo>
                  <a:lnTo>
                    <a:pt x="313621" y="84550"/>
                  </a:lnTo>
                  <a:lnTo>
                    <a:pt x="311000" y="79959"/>
                  </a:lnTo>
                  <a:lnTo>
                    <a:pt x="308235" y="75454"/>
                  </a:lnTo>
                  <a:lnTo>
                    <a:pt x="305329" y="71039"/>
                  </a:lnTo>
                  <a:lnTo>
                    <a:pt x="302285" y="66718"/>
                  </a:lnTo>
                  <a:lnTo>
                    <a:pt x="299106" y="62495"/>
                  </a:lnTo>
                  <a:lnTo>
                    <a:pt x="295795" y="58374"/>
                  </a:lnTo>
                  <a:lnTo>
                    <a:pt x="292355" y="54361"/>
                  </a:lnTo>
                  <a:lnTo>
                    <a:pt x="288790" y="50458"/>
                  </a:lnTo>
                  <a:lnTo>
                    <a:pt x="285103" y="46670"/>
                  </a:lnTo>
                  <a:lnTo>
                    <a:pt x="281299" y="43000"/>
                  </a:lnTo>
                  <a:lnTo>
                    <a:pt x="277380" y="39453"/>
                  </a:lnTo>
                  <a:lnTo>
                    <a:pt x="273351" y="36031"/>
                  </a:lnTo>
                  <a:lnTo>
                    <a:pt x="269216" y="32738"/>
                  </a:lnTo>
                  <a:lnTo>
                    <a:pt x="264979" y="29578"/>
                  </a:lnTo>
                  <a:lnTo>
                    <a:pt x="260645" y="26553"/>
                  </a:lnTo>
                  <a:lnTo>
                    <a:pt x="256216" y="23667"/>
                  </a:lnTo>
                  <a:lnTo>
                    <a:pt x="251699" y="20922"/>
                  </a:lnTo>
                  <a:lnTo>
                    <a:pt x="247097" y="18321"/>
                  </a:lnTo>
                  <a:lnTo>
                    <a:pt x="242415" y="15867"/>
                  </a:lnTo>
                  <a:lnTo>
                    <a:pt x="237658" y="13562"/>
                  </a:lnTo>
                  <a:lnTo>
                    <a:pt x="232831" y="11409"/>
                  </a:lnTo>
                  <a:lnTo>
                    <a:pt x="227938" y="9410"/>
                  </a:lnTo>
                  <a:lnTo>
                    <a:pt x="222984" y="7566"/>
                  </a:lnTo>
                  <a:lnTo>
                    <a:pt x="167161" y="165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9011" y="2633064"/>
              <a:ext cx="55822" cy="167167"/>
            </a:xfrm>
            <a:custGeom>
              <a:avLst/>
              <a:pathLst>
                <a:path w="55822" h="167167">
                  <a:moveTo>
                    <a:pt x="55822" y="9595"/>
                  </a:moveTo>
                  <a:lnTo>
                    <a:pt x="49822" y="7597"/>
                  </a:lnTo>
                  <a:lnTo>
                    <a:pt x="43752" y="5827"/>
                  </a:lnTo>
                  <a:lnTo>
                    <a:pt x="37618" y="4287"/>
                  </a:lnTo>
                  <a:lnTo>
                    <a:pt x="31431" y="2981"/>
                  </a:lnTo>
                  <a:lnTo>
                    <a:pt x="25199" y="1910"/>
                  </a:lnTo>
                  <a:lnTo>
                    <a:pt x="18931" y="1075"/>
                  </a:lnTo>
                  <a:lnTo>
                    <a:pt x="12635" y="478"/>
                  </a:lnTo>
                  <a:lnTo>
                    <a:pt x="6322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674" y="2126963"/>
              <a:ext cx="5798" cy="167167"/>
            </a:xfrm>
            <a:custGeom>
              <a:avLst/>
              <a:pathLst>
                <a:path w="5798" h="167167">
                  <a:moveTo>
                    <a:pt x="5798" y="0"/>
                  </a:moveTo>
                  <a:lnTo>
                    <a:pt x="0" y="100"/>
                  </a:lnTo>
                  <a:lnTo>
                    <a:pt x="579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2674" y="2127064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561310" y="2127064"/>
              <a:ext cx="334328" cy="334221"/>
            </a:xfrm>
            <a:custGeom>
              <a:avLst/>
              <a:pathLst>
                <a:path w="334328" h="334221">
                  <a:moveTo>
                    <a:pt x="161363" y="0"/>
                  </a:moveTo>
                  <a:lnTo>
                    <a:pt x="156049" y="269"/>
                  </a:lnTo>
                  <a:lnTo>
                    <a:pt x="150747" y="707"/>
                  </a:lnTo>
                  <a:lnTo>
                    <a:pt x="145462" y="1313"/>
                  </a:lnTo>
                  <a:lnTo>
                    <a:pt x="140198" y="2088"/>
                  </a:lnTo>
                  <a:lnTo>
                    <a:pt x="134962" y="3029"/>
                  </a:lnTo>
                  <a:lnTo>
                    <a:pt x="129758" y="4137"/>
                  </a:lnTo>
                  <a:lnTo>
                    <a:pt x="124593" y="5410"/>
                  </a:lnTo>
                  <a:lnTo>
                    <a:pt x="119470" y="6846"/>
                  </a:lnTo>
                  <a:lnTo>
                    <a:pt x="114396" y="8445"/>
                  </a:lnTo>
                  <a:lnTo>
                    <a:pt x="109375" y="10204"/>
                  </a:lnTo>
                  <a:lnTo>
                    <a:pt x="104413" y="12123"/>
                  </a:lnTo>
                  <a:lnTo>
                    <a:pt x="99514" y="14198"/>
                  </a:lnTo>
                  <a:lnTo>
                    <a:pt x="94684" y="16428"/>
                  </a:lnTo>
                  <a:lnTo>
                    <a:pt x="89927" y="18810"/>
                  </a:lnTo>
                  <a:lnTo>
                    <a:pt x="85248" y="21343"/>
                  </a:lnTo>
                  <a:lnTo>
                    <a:pt x="80652" y="24024"/>
                  </a:lnTo>
                  <a:lnTo>
                    <a:pt x="76144" y="26849"/>
                  </a:lnTo>
                  <a:lnTo>
                    <a:pt x="71729" y="29816"/>
                  </a:lnTo>
                  <a:lnTo>
                    <a:pt x="67409" y="32923"/>
                  </a:lnTo>
                  <a:lnTo>
                    <a:pt x="63191" y="36165"/>
                  </a:lnTo>
                  <a:lnTo>
                    <a:pt x="59078" y="39540"/>
                  </a:lnTo>
                  <a:lnTo>
                    <a:pt x="55075" y="43044"/>
                  </a:lnTo>
                  <a:lnTo>
                    <a:pt x="51185" y="46673"/>
                  </a:lnTo>
                  <a:lnTo>
                    <a:pt x="47413" y="50425"/>
                  </a:lnTo>
                  <a:lnTo>
                    <a:pt x="43762" y="54294"/>
                  </a:lnTo>
                  <a:lnTo>
                    <a:pt x="40236" y="58278"/>
                  </a:lnTo>
                  <a:lnTo>
                    <a:pt x="36838" y="62372"/>
                  </a:lnTo>
                  <a:lnTo>
                    <a:pt x="33572" y="66572"/>
                  </a:lnTo>
                  <a:lnTo>
                    <a:pt x="30442" y="70874"/>
                  </a:lnTo>
                  <a:lnTo>
                    <a:pt x="27451" y="75274"/>
                  </a:lnTo>
                  <a:lnTo>
                    <a:pt x="24600" y="79766"/>
                  </a:lnTo>
                  <a:lnTo>
                    <a:pt x="21894" y="84347"/>
                  </a:lnTo>
                  <a:lnTo>
                    <a:pt x="19336" y="89011"/>
                  </a:lnTo>
                  <a:lnTo>
                    <a:pt x="16927" y="93755"/>
                  </a:lnTo>
                  <a:lnTo>
                    <a:pt x="14670" y="98572"/>
                  </a:lnTo>
                  <a:lnTo>
                    <a:pt x="12568" y="103460"/>
                  </a:lnTo>
                  <a:lnTo>
                    <a:pt x="10622" y="108411"/>
                  </a:lnTo>
                  <a:lnTo>
                    <a:pt x="8835" y="113422"/>
                  </a:lnTo>
                  <a:lnTo>
                    <a:pt x="7208" y="118488"/>
                  </a:lnTo>
                  <a:lnTo>
                    <a:pt x="5743" y="123602"/>
                  </a:lnTo>
                  <a:lnTo>
                    <a:pt x="4442" y="128761"/>
                  </a:lnTo>
                  <a:lnTo>
                    <a:pt x="3305" y="133958"/>
                  </a:lnTo>
                  <a:lnTo>
                    <a:pt x="2334" y="139189"/>
                  </a:lnTo>
                  <a:lnTo>
                    <a:pt x="1531" y="144448"/>
                  </a:lnTo>
                  <a:lnTo>
                    <a:pt x="895" y="149730"/>
                  </a:lnTo>
                  <a:lnTo>
                    <a:pt x="427" y="155030"/>
                  </a:lnTo>
                  <a:lnTo>
                    <a:pt x="129" y="160342"/>
                  </a:lnTo>
                  <a:lnTo>
                    <a:pt x="0" y="165660"/>
                  </a:lnTo>
                  <a:lnTo>
                    <a:pt x="39" y="170981"/>
                  </a:lnTo>
                  <a:lnTo>
                    <a:pt x="249" y="176297"/>
                  </a:lnTo>
                  <a:lnTo>
                    <a:pt x="627" y="181603"/>
                  </a:lnTo>
                  <a:lnTo>
                    <a:pt x="1174" y="186895"/>
                  </a:lnTo>
                  <a:lnTo>
                    <a:pt x="1889" y="192167"/>
                  </a:lnTo>
                  <a:lnTo>
                    <a:pt x="2771" y="197414"/>
                  </a:lnTo>
                  <a:lnTo>
                    <a:pt x="3820" y="202630"/>
                  </a:lnTo>
                  <a:lnTo>
                    <a:pt x="5035" y="207809"/>
                  </a:lnTo>
                  <a:lnTo>
                    <a:pt x="6413" y="212948"/>
                  </a:lnTo>
                  <a:lnTo>
                    <a:pt x="7955" y="218040"/>
                  </a:lnTo>
                  <a:lnTo>
                    <a:pt x="9657" y="223080"/>
                  </a:lnTo>
                  <a:lnTo>
                    <a:pt x="11520" y="228064"/>
                  </a:lnTo>
                  <a:lnTo>
                    <a:pt x="13539" y="232986"/>
                  </a:lnTo>
                  <a:lnTo>
                    <a:pt x="15715" y="237841"/>
                  </a:lnTo>
                  <a:lnTo>
                    <a:pt x="18044" y="242624"/>
                  </a:lnTo>
                  <a:lnTo>
                    <a:pt x="20524" y="247331"/>
                  </a:lnTo>
                  <a:lnTo>
                    <a:pt x="23152" y="251957"/>
                  </a:lnTo>
                  <a:lnTo>
                    <a:pt x="25926" y="256496"/>
                  </a:lnTo>
                  <a:lnTo>
                    <a:pt x="28844" y="260945"/>
                  </a:lnTo>
                  <a:lnTo>
                    <a:pt x="31901" y="265299"/>
                  </a:lnTo>
                  <a:lnTo>
                    <a:pt x="35096" y="269554"/>
                  </a:lnTo>
                  <a:lnTo>
                    <a:pt x="38424" y="273704"/>
                  </a:lnTo>
                  <a:lnTo>
                    <a:pt x="41882" y="277747"/>
                  </a:lnTo>
                  <a:lnTo>
                    <a:pt x="45468" y="281678"/>
                  </a:lnTo>
                  <a:lnTo>
                    <a:pt x="49177" y="285492"/>
                  </a:lnTo>
                  <a:lnTo>
                    <a:pt x="53005" y="289186"/>
                  </a:lnTo>
                  <a:lnTo>
                    <a:pt x="56949" y="292757"/>
                  </a:lnTo>
                  <a:lnTo>
                    <a:pt x="61004" y="296201"/>
                  </a:lnTo>
                  <a:lnTo>
                    <a:pt x="65167" y="299513"/>
                  </a:lnTo>
                  <a:lnTo>
                    <a:pt x="69434" y="302692"/>
                  </a:lnTo>
                  <a:lnTo>
                    <a:pt x="73799" y="305733"/>
                  </a:lnTo>
                  <a:lnTo>
                    <a:pt x="78259" y="308634"/>
                  </a:lnTo>
                  <a:lnTo>
                    <a:pt x="82809" y="311391"/>
                  </a:lnTo>
                  <a:lnTo>
                    <a:pt x="87444" y="314002"/>
                  </a:lnTo>
                  <a:lnTo>
                    <a:pt x="92160" y="316465"/>
                  </a:lnTo>
                  <a:lnTo>
                    <a:pt x="96952" y="318776"/>
                  </a:lnTo>
                  <a:lnTo>
                    <a:pt x="101815" y="320933"/>
                  </a:lnTo>
                  <a:lnTo>
                    <a:pt x="106745" y="322934"/>
                  </a:lnTo>
                  <a:lnTo>
                    <a:pt x="111735" y="324778"/>
                  </a:lnTo>
                  <a:lnTo>
                    <a:pt x="116782" y="326462"/>
                  </a:lnTo>
                  <a:lnTo>
                    <a:pt x="121880" y="327984"/>
                  </a:lnTo>
                  <a:lnTo>
                    <a:pt x="127023" y="329344"/>
                  </a:lnTo>
                  <a:lnTo>
                    <a:pt x="132208" y="330539"/>
                  </a:lnTo>
                  <a:lnTo>
                    <a:pt x="137427" y="331568"/>
                  </a:lnTo>
                  <a:lnTo>
                    <a:pt x="142677" y="332431"/>
                  </a:lnTo>
                  <a:lnTo>
                    <a:pt x="147952" y="333126"/>
                  </a:lnTo>
                  <a:lnTo>
                    <a:pt x="153246" y="333654"/>
                  </a:lnTo>
                  <a:lnTo>
                    <a:pt x="158554" y="334012"/>
                  </a:lnTo>
                  <a:lnTo>
                    <a:pt x="163871" y="334201"/>
                  </a:lnTo>
                  <a:lnTo>
                    <a:pt x="169191" y="334221"/>
                  </a:lnTo>
                  <a:lnTo>
                    <a:pt x="174509" y="334072"/>
                  </a:lnTo>
                  <a:lnTo>
                    <a:pt x="179820" y="333754"/>
                  </a:lnTo>
                  <a:lnTo>
                    <a:pt x="185117" y="333267"/>
                  </a:lnTo>
                  <a:lnTo>
                    <a:pt x="190397" y="332611"/>
                  </a:lnTo>
                  <a:lnTo>
                    <a:pt x="195653" y="331788"/>
                  </a:lnTo>
                  <a:lnTo>
                    <a:pt x="200880" y="330798"/>
                  </a:lnTo>
                  <a:lnTo>
                    <a:pt x="206074" y="329642"/>
                  </a:lnTo>
                  <a:lnTo>
                    <a:pt x="211227" y="328321"/>
                  </a:lnTo>
                  <a:lnTo>
                    <a:pt x="216336" y="326837"/>
                  </a:lnTo>
                  <a:lnTo>
                    <a:pt x="221396" y="325192"/>
                  </a:lnTo>
                  <a:lnTo>
                    <a:pt x="226400" y="323386"/>
                  </a:lnTo>
                  <a:lnTo>
                    <a:pt x="231344" y="321421"/>
                  </a:lnTo>
                  <a:lnTo>
                    <a:pt x="236224" y="319301"/>
                  </a:lnTo>
                  <a:lnTo>
                    <a:pt x="241033" y="317026"/>
                  </a:lnTo>
                  <a:lnTo>
                    <a:pt x="245767" y="314599"/>
                  </a:lnTo>
                  <a:lnTo>
                    <a:pt x="250422" y="312023"/>
                  </a:lnTo>
                  <a:lnTo>
                    <a:pt x="254993" y="309300"/>
                  </a:lnTo>
                  <a:lnTo>
                    <a:pt x="259475" y="306433"/>
                  </a:lnTo>
                  <a:lnTo>
                    <a:pt x="263863" y="303425"/>
                  </a:lnTo>
                  <a:lnTo>
                    <a:pt x="268153" y="300279"/>
                  </a:lnTo>
                  <a:lnTo>
                    <a:pt x="272341" y="296998"/>
                  </a:lnTo>
                  <a:lnTo>
                    <a:pt x="276422" y="293585"/>
                  </a:lnTo>
                  <a:lnTo>
                    <a:pt x="280393" y="290044"/>
                  </a:lnTo>
                  <a:lnTo>
                    <a:pt x="284249" y="286379"/>
                  </a:lnTo>
                  <a:lnTo>
                    <a:pt x="287986" y="282592"/>
                  </a:lnTo>
                  <a:lnTo>
                    <a:pt x="291601" y="278689"/>
                  </a:lnTo>
                  <a:lnTo>
                    <a:pt x="295090" y="274672"/>
                  </a:lnTo>
                  <a:lnTo>
                    <a:pt x="298450" y="270547"/>
                  </a:lnTo>
                  <a:lnTo>
                    <a:pt x="301676" y="266317"/>
                  </a:lnTo>
                  <a:lnTo>
                    <a:pt x="304766" y="261986"/>
                  </a:lnTo>
                  <a:lnTo>
                    <a:pt x="307717" y="257559"/>
                  </a:lnTo>
                  <a:lnTo>
                    <a:pt x="310526" y="253041"/>
                  </a:lnTo>
                  <a:lnTo>
                    <a:pt x="313189" y="248435"/>
                  </a:lnTo>
                  <a:lnTo>
                    <a:pt x="315704" y="243747"/>
                  </a:lnTo>
                  <a:lnTo>
                    <a:pt x="318069" y="238981"/>
                  </a:lnTo>
                  <a:lnTo>
                    <a:pt x="320281" y="234143"/>
                  </a:lnTo>
                  <a:lnTo>
                    <a:pt x="322338" y="229236"/>
                  </a:lnTo>
                  <a:lnTo>
                    <a:pt x="324238" y="224267"/>
                  </a:lnTo>
                  <a:lnTo>
                    <a:pt x="325978" y="219239"/>
                  </a:lnTo>
                  <a:lnTo>
                    <a:pt x="327558" y="214159"/>
                  </a:lnTo>
                  <a:lnTo>
                    <a:pt x="328975" y="209031"/>
                  </a:lnTo>
                  <a:lnTo>
                    <a:pt x="330229" y="203861"/>
                  </a:lnTo>
                  <a:lnTo>
                    <a:pt x="331317" y="198653"/>
                  </a:lnTo>
                  <a:lnTo>
                    <a:pt x="332239" y="193413"/>
                  </a:lnTo>
                  <a:lnTo>
                    <a:pt x="332994" y="188147"/>
                  </a:lnTo>
                  <a:lnTo>
                    <a:pt x="333581" y="182859"/>
                  </a:lnTo>
                  <a:lnTo>
                    <a:pt x="333999" y="177555"/>
                  </a:lnTo>
                  <a:lnTo>
                    <a:pt x="334248" y="172241"/>
                  </a:lnTo>
                  <a:lnTo>
                    <a:pt x="334328" y="166921"/>
                  </a:lnTo>
                  <a:lnTo>
                    <a:pt x="334239" y="161602"/>
                  </a:lnTo>
                  <a:lnTo>
                    <a:pt x="333981" y="156288"/>
                  </a:lnTo>
                  <a:lnTo>
                    <a:pt x="333553" y="150985"/>
                  </a:lnTo>
                  <a:lnTo>
                    <a:pt x="332957" y="145698"/>
                  </a:lnTo>
                  <a:lnTo>
                    <a:pt x="167161" y="1670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8472" y="2126963"/>
              <a:ext cx="165796" cy="167167"/>
            </a:xfrm>
            <a:custGeom>
              <a:avLst/>
              <a:pathLst>
                <a:path w="165796" h="167167">
                  <a:moveTo>
                    <a:pt x="165796" y="145799"/>
                  </a:moveTo>
                  <a:lnTo>
                    <a:pt x="165006" y="140375"/>
                  </a:lnTo>
                  <a:lnTo>
                    <a:pt x="164039" y="134981"/>
                  </a:lnTo>
                  <a:lnTo>
                    <a:pt x="162896" y="129621"/>
                  </a:lnTo>
                  <a:lnTo>
                    <a:pt x="161578" y="124301"/>
                  </a:lnTo>
                  <a:lnTo>
                    <a:pt x="160085" y="119027"/>
                  </a:lnTo>
                  <a:lnTo>
                    <a:pt x="158421" y="113805"/>
                  </a:lnTo>
                  <a:lnTo>
                    <a:pt x="156587" y="108641"/>
                  </a:lnTo>
                  <a:lnTo>
                    <a:pt x="154584" y="103539"/>
                  </a:lnTo>
                  <a:lnTo>
                    <a:pt x="152415" y="98506"/>
                  </a:lnTo>
                  <a:lnTo>
                    <a:pt x="150083" y="93546"/>
                  </a:lnTo>
                  <a:lnTo>
                    <a:pt x="147589" y="88666"/>
                  </a:lnTo>
                  <a:lnTo>
                    <a:pt x="144936" y="83870"/>
                  </a:lnTo>
                  <a:lnTo>
                    <a:pt x="142128" y="79164"/>
                  </a:lnTo>
                  <a:lnTo>
                    <a:pt x="139166" y="74552"/>
                  </a:lnTo>
                  <a:lnTo>
                    <a:pt x="136056" y="70040"/>
                  </a:lnTo>
                  <a:lnTo>
                    <a:pt x="132799" y="65632"/>
                  </a:lnTo>
                  <a:lnTo>
                    <a:pt x="129399" y="61333"/>
                  </a:lnTo>
                  <a:lnTo>
                    <a:pt x="125860" y="57148"/>
                  </a:lnTo>
                  <a:lnTo>
                    <a:pt x="122186" y="53082"/>
                  </a:lnTo>
                  <a:lnTo>
                    <a:pt x="118380" y="49138"/>
                  </a:lnTo>
                  <a:lnTo>
                    <a:pt x="114448" y="45320"/>
                  </a:lnTo>
                  <a:lnTo>
                    <a:pt x="110392" y="41634"/>
                  </a:lnTo>
                  <a:lnTo>
                    <a:pt x="106217" y="38083"/>
                  </a:lnTo>
                  <a:lnTo>
                    <a:pt x="101929" y="34670"/>
                  </a:lnTo>
                  <a:lnTo>
                    <a:pt x="97531" y="31400"/>
                  </a:lnTo>
                  <a:lnTo>
                    <a:pt x="93028" y="28276"/>
                  </a:lnTo>
                  <a:lnTo>
                    <a:pt x="88425" y="25301"/>
                  </a:lnTo>
                  <a:lnTo>
                    <a:pt x="83727" y="22479"/>
                  </a:lnTo>
                  <a:lnTo>
                    <a:pt x="78939" y="19812"/>
                  </a:lnTo>
                  <a:lnTo>
                    <a:pt x="74066" y="17303"/>
                  </a:lnTo>
                  <a:lnTo>
                    <a:pt x="69113" y="14956"/>
                  </a:lnTo>
                  <a:lnTo>
                    <a:pt x="64086" y="12772"/>
                  </a:lnTo>
                  <a:lnTo>
                    <a:pt x="58991" y="10754"/>
                  </a:lnTo>
                  <a:lnTo>
                    <a:pt x="53832" y="8904"/>
                  </a:lnTo>
                  <a:lnTo>
                    <a:pt x="48615" y="7225"/>
                  </a:lnTo>
                  <a:lnTo>
                    <a:pt x="43346" y="5717"/>
                  </a:lnTo>
                  <a:lnTo>
                    <a:pt x="38030" y="4383"/>
                  </a:lnTo>
                  <a:lnTo>
                    <a:pt x="32673" y="3224"/>
                  </a:lnTo>
                  <a:lnTo>
                    <a:pt x="27281" y="2241"/>
                  </a:lnTo>
                  <a:lnTo>
                    <a:pt x="21860" y="1435"/>
                  </a:lnTo>
                  <a:lnTo>
                    <a:pt x="16416" y="808"/>
                  </a:lnTo>
                  <a:lnTo>
                    <a:pt x="10953" y="359"/>
                  </a:lnTo>
                  <a:lnTo>
                    <a:pt x="5479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7334" y="1681503"/>
              <a:ext cx="5900" cy="167167"/>
            </a:xfrm>
            <a:custGeom>
              <a:avLst/>
              <a:pathLst>
                <a:path w="5900" h="167167">
                  <a:moveTo>
                    <a:pt x="5900" y="0"/>
                  </a:moveTo>
                  <a:lnTo>
                    <a:pt x="0" y="104"/>
                  </a:lnTo>
                  <a:lnTo>
                    <a:pt x="590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7334" y="168160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256082" y="1681607"/>
              <a:ext cx="334320" cy="334223"/>
            </a:xfrm>
            <a:custGeom>
              <a:avLst/>
              <a:pathLst>
                <a:path w="334320" h="334223">
                  <a:moveTo>
                    <a:pt x="161252" y="0"/>
                  </a:moveTo>
                  <a:lnTo>
                    <a:pt x="155976" y="269"/>
                  </a:lnTo>
                  <a:lnTo>
                    <a:pt x="150711" y="706"/>
                  </a:lnTo>
                  <a:lnTo>
                    <a:pt x="145462" y="1309"/>
                  </a:lnTo>
                  <a:lnTo>
                    <a:pt x="140235" y="2077"/>
                  </a:lnTo>
                  <a:lnTo>
                    <a:pt x="135035" y="3010"/>
                  </a:lnTo>
                  <a:lnTo>
                    <a:pt x="129867" y="4107"/>
                  </a:lnTo>
                  <a:lnTo>
                    <a:pt x="124736" y="5366"/>
                  </a:lnTo>
                  <a:lnTo>
                    <a:pt x="119648" y="6787"/>
                  </a:lnTo>
                  <a:lnTo>
                    <a:pt x="114607" y="8368"/>
                  </a:lnTo>
                  <a:lnTo>
                    <a:pt x="109618" y="10108"/>
                  </a:lnTo>
                  <a:lnTo>
                    <a:pt x="104687" y="12004"/>
                  </a:lnTo>
                  <a:lnTo>
                    <a:pt x="99819" y="14056"/>
                  </a:lnTo>
                  <a:lnTo>
                    <a:pt x="95017" y="16260"/>
                  </a:lnTo>
                  <a:lnTo>
                    <a:pt x="90288" y="18615"/>
                  </a:lnTo>
                  <a:lnTo>
                    <a:pt x="85636" y="21118"/>
                  </a:lnTo>
                  <a:lnTo>
                    <a:pt x="81065" y="23766"/>
                  </a:lnTo>
                  <a:lnTo>
                    <a:pt x="76579" y="26558"/>
                  </a:lnTo>
                  <a:lnTo>
                    <a:pt x="72185" y="29491"/>
                  </a:lnTo>
                  <a:lnTo>
                    <a:pt x="67885" y="32560"/>
                  </a:lnTo>
                  <a:lnTo>
                    <a:pt x="63684" y="35764"/>
                  </a:lnTo>
                  <a:lnTo>
                    <a:pt x="59587" y="39099"/>
                  </a:lnTo>
                  <a:lnTo>
                    <a:pt x="55597" y="42562"/>
                  </a:lnTo>
                  <a:lnTo>
                    <a:pt x="51719" y="46150"/>
                  </a:lnTo>
                  <a:lnTo>
                    <a:pt x="47955" y="49858"/>
                  </a:lnTo>
                  <a:lnTo>
                    <a:pt x="44311" y="53683"/>
                  </a:lnTo>
                  <a:lnTo>
                    <a:pt x="40790" y="57621"/>
                  </a:lnTo>
                  <a:lnTo>
                    <a:pt x="37395" y="61669"/>
                  </a:lnTo>
                  <a:lnTo>
                    <a:pt x="34129" y="65822"/>
                  </a:lnTo>
                  <a:lnTo>
                    <a:pt x="30996" y="70076"/>
                  </a:lnTo>
                  <a:lnTo>
                    <a:pt x="28000" y="74427"/>
                  </a:lnTo>
                  <a:lnTo>
                    <a:pt x="25142" y="78870"/>
                  </a:lnTo>
                  <a:lnTo>
                    <a:pt x="22426" y="83402"/>
                  </a:lnTo>
                  <a:lnTo>
                    <a:pt x="19854" y="88017"/>
                  </a:lnTo>
                  <a:lnTo>
                    <a:pt x="17430" y="92711"/>
                  </a:lnTo>
                  <a:lnTo>
                    <a:pt x="15156" y="97479"/>
                  </a:lnTo>
                  <a:lnTo>
                    <a:pt x="13033" y="102317"/>
                  </a:lnTo>
                  <a:lnTo>
                    <a:pt x="11064" y="107219"/>
                  </a:lnTo>
                  <a:lnTo>
                    <a:pt x="9251" y="112182"/>
                  </a:lnTo>
                  <a:lnTo>
                    <a:pt x="7595" y="117199"/>
                  </a:lnTo>
                  <a:lnTo>
                    <a:pt x="6099" y="122266"/>
                  </a:lnTo>
                  <a:lnTo>
                    <a:pt x="4764" y="127377"/>
                  </a:lnTo>
                  <a:lnTo>
                    <a:pt x="3591" y="132528"/>
                  </a:lnTo>
                  <a:lnTo>
                    <a:pt x="2581" y="137714"/>
                  </a:lnTo>
                  <a:lnTo>
                    <a:pt x="1736" y="142929"/>
                  </a:lnTo>
                  <a:lnTo>
                    <a:pt x="1056" y="148168"/>
                  </a:lnTo>
                  <a:lnTo>
                    <a:pt x="542" y="153426"/>
                  </a:lnTo>
                  <a:lnTo>
                    <a:pt x="194" y="158698"/>
                  </a:lnTo>
                  <a:lnTo>
                    <a:pt x="14" y="163978"/>
                  </a:lnTo>
                  <a:lnTo>
                    <a:pt x="0" y="169261"/>
                  </a:lnTo>
                  <a:lnTo>
                    <a:pt x="152" y="174542"/>
                  </a:lnTo>
                  <a:lnTo>
                    <a:pt x="472" y="179815"/>
                  </a:lnTo>
                  <a:lnTo>
                    <a:pt x="958" y="185076"/>
                  </a:lnTo>
                  <a:lnTo>
                    <a:pt x="1611" y="190319"/>
                  </a:lnTo>
                  <a:lnTo>
                    <a:pt x="2428" y="195538"/>
                  </a:lnTo>
                  <a:lnTo>
                    <a:pt x="3410" y="200729"/>
                  </a:lnTo>
                  <a:lnTo>
                    <a:pt x="4556" y="205887"/>
                  </a:lnTo>
                  <a:lnTo>
                    <a:pt x="5864" y="211005"/>
                  </a:lnTo>
                  <a:lnTo>
                    <a:pt x="7333" y="216080"/>
                  </a:lnTo>
                  <a:lnTo>
                    <a:pt x="8962" y="221106"/>
                  </a:lnTo>
                  <a:lnTo>
                    <a:pt x="10748" y="226078"/>
                  </a:lnTo>
                  <a:lnTo>
                    <a:pt x="12691" y="230990"/>
                  </a:lnTo>
                  <a:lnTo>
                    <a:pt x="14789" y="235839"/>
                  </a:lnTo>
                  <a:lnTo>
                    <a:pt x="17038" y="240620"/>
                  </a:lnTo>
                  <a:lnTo>
                    <a:pt x="19437" y="245327"/>
                  </a:lnTo>
                  <a:lnTo>
                    <a:pt x="21984" y="249955"/>
                  </a:lnTo>
                  <a:lnTo>
                    <a:pt x="24676" y="254501"/>
                  </a:lnTo>
                  <a:lnTo>
                    <a:pt x="27510" y="258960"/>
                  </a:lnTo>
                  <a:lnTo>
                    <a:pt x="30484" y="263326"/>
                  </a:lnTo>
                  <a:lnTo>
                    <a:pt x="33594" y="267597"/>
                  </a:lnTo>
                  <a:lnTo>
                    <a:pt x="36838" y="271767"/>
                  </a:lnTo>
                  <a:lnTo>
                    <a:pt x="40211" y="275833"/>
                  </a:lnTo>
                  <a:lnTo>
                    <a:pt x="43712" y="279790"/>
                  </a:lnTo>
                  <a:lnTo>
                    <a:pt x="47336" y="283634"/>
                  </a:lnTo>
                  <a:lnTo>
                    <a:pt x="51079" y="287362"/>
                  </a:lnTo>
                  <a:lnTo>
                    <a:pt x="54939" y="290970"/>
                  </a:lnTo>
                  <a:lnTo>
                    <a:pt x="58910" y="294454"/>
                  </a:lnTo>
                  <a:lnTo>
                    <a:pt x="62990" y="297811"/>
                  </a:lnTo>
                  <a:lnTo>
                    <a:pt x="67173" y="301037"/>
                  </a:lnTo>
                  <a:lnTo>
                    <a:pt x="71457" y="304129"/>
                  </a:lnTo>
                  <a:lnTo>
                    <a:pt x="75836" y="307085"/>
                  </a:lnTo>
                  <a:lnTo>
                    <a:pt x="80306" y="309901"/>
                  </a:lnTo>
                  <a:lnTo>
                    <a:pt x="84863" y="312574"/>
                  </a:lnTo>
                  <a:lnTo>
                    <a:pt x="89502" y="315101"/>
                  </a:lnTo>
                  <a:lnTo>
                    <a:pt x="94219" y="317481"/>
                  </a:lnTo>
                  <a:lnTo>
                    <a:pt x="99008" y="319711"/>
                  </a:lnTo>
                  <a:lnTo>
                    <a:pt x="103866" y="321788"/>
                  </a:lnTo>
                  <a:lnTo>
                    <a:pt x="108787" y="323710"/>
                  </a:lnTo>
                  <a:lnTo>
                    <a:pt x="113766" y="325476"/>
                  </a:lnTo>
                  <a:lnTo>
                    <a:pt x="118799" y="327084"/>
                  </a:lnTo>
                  <a:lnTo>
                    <a:pt x="123879" y="328532"/>
                  </a:lnTo>
                  <a:lnTo>
                    <a:pt x="129003" y="329819"/>
                  </a:lnTo>
                  <a:lnTo>
                    <a:pt x="134165" y="330943"/>
                  </a:lnTo>
                  <a:lnTo>
                    <a:pt x="139360" y="331904"/>
                  </a:lnTo>
                  <a:lnTo>
                    <a:pt x="144583" y="332700"/>
                  </a:lnTo>
                  <a:lnTo>
                    <a:pt x="149829" y="333330"/>
                  </a:lnTo>
                  <a:lnTo>
                    <a:pt x="155091" y="333795"/>
                  </a:lnTo>
                  <a:lnTo>
                    <a:pt x="160366" y="334092"/>
                  </a:lnTo>
                  <a:lnTo>
                    <a:pt x="165647" y="334223"/>
                  </a:lnTo>
                  <a:lnTo>
                    <a:pt x="170930" y="334188"/>
                  </a:lnTo>
                  <a:lnTo>
                    <a:pt x="176210" y="333985"/>
                  </a:lnTo>
                  <a:lnTo>
                    <a:pt x="181480" y="333615"/>
                  </a:lnTo>
                  <a:lnTo>
                    <a:pt x="186736" y="333079"/>
                  </a:lnTo>
                  <a:lnTo>
                    <a:pt x="191972" y="332377"/>
                  </a:lnTo>
                  <a:lnTo>
                    <a:pt x="197183" y="331511"/>
                  </a:lnTo>
                  <a:lnTo>
                    <a:pt x="202365" y="330480"/>
                  </a:lnTo>
                  <a:lnTo>
                    <a:pt x="207511" y="329285"/>
                  </a:lnTo>
                  <a:lnTo>
                    <a:pt x="212617" y="327929"/>
                  </a:lnTo>
                  <a:lnTo>
                    <a:pt x="217678" y="326412"/>
                  </a:lnTo>
                  <a:lnTo>
                    <a:pt x="222688" y="324736"/>
                  </a:lnTo>
                  <a:lnTo>
                    <a:pt x="227643" y="322902"/>
                  </a:lnTo>
                  <a:lnTo>
                    <a:pt x="232537" y="320913"/>
                  </a:lnTo>
                  <a:lnTo>
                    <a:pt x="237366" y="318770"/>
                  </a:lnTo>
                  <a:lnTo>
                    <a:pt x="242125" y="316475"/>
                  </a:lnTo>
                  <a:lnTo>
                    <a:pt x="246809" y="314032"/>
                  </a:lnTo>
                  <a:lnTo>
                    <a:pt x="251413" y="311441"/>
                  </a:lnTo>
                  <a:lnTo>
                    <a:pt x="255933" y="308706"/>
                  </a:lnTo>
                  <a:lnTo>
                    <a:pt x="260365" y="305830"/>
                  </a:lnTo>
                  <a:lnTo>
                    <a:pt x="264703" y="302815"/>
                  </a:lnTo>
                  <a:lnTo>
                    <a:pt x="268944" y="299665"/>
                  </a:lnTo>
                  <a:lnTo>
                    <a:pt x="273084" y="296382"/>
                  </a:lnTo>
                  <a:lnTo>
                    <a:pt x="277117" y="292970"/>
                  </a:lnTo>
                  <a:lnTo>
                    <a:pt x="281041" y="289433"/>
                  </a:lnTo>
                  <a:lnTo>
                    <a:pt x="284851" y="285773"/>
                  </a:lnTo>
                  <a:lnTo>
                    <a:pt x="288543" y="281994"/>
                  </a:lnTo>
                  <a:lnTo>
                    <a:pt x="292115" y="278101"/>
                  </a:lnTo>
                  <a:lnTo>
                    <a:pt x="295561" y="274097"/>
                  </a:lnTo>
                  <a:lnTo>
                    <a:pt x="298879" y="269985"/>
                  </a:lnTo>
                  <a:lnTo>
                    <a:pt x="302066" y="265772"/>
                  </a:lnTo>
                  <a:lnTo>
                    <a:pt x="305117" y="261459"/>
                  </a:lnTo>
                  <a:lnTo>
                    <a:pt x="308031" y="257052"/>
                  </a:lnTo>
                  <a:lnTo>
                    <a:pt x="310805" y="252556"/>
                  </a:lnTo>
                  <a:lnTo>
                    <a:pt x="313434" y="247974"/>
                  </a:lnTo>
                  <a:lnTo>
                    <a:pt x="315918" y="243311"/>
                  </a:lnTo>
                  <a:lnTo>
                    <a:pt x="318253" y="238572"/>
                  </a:lnTo>
                  <a:lnTo>
                    <a:pt x="320437" y="233761"/>
                  </a:lnTo>
                  <a:lnTo>
                    <a:pt x="322469" y="228884"/>
                  </a:lnTo>
                  <a:lnTo>
                    <a:pt x="324344" y="223945"/>
                  </a:lnTo>
                  <a:lnTo>
                    <a:pt x="326063" y="218950"/>
                  </a:lnTo>
                  <a:lnTo>
                    <a:pt x="327624" y="213902"/>
                  </a:lnTo>
                  <a:lnTo>
                    <a:pt x="329024" y="208808"/>
                  </a:lnTo>
                  <a:lnTo>
                    <a:pt x="330262" y="203672"/>
                  </a:lnTo>
                  <a:lnTo>
                    <a:pt x="331337" y="198500"/>
                  </a:lnTo>
                  <a:lnTo>
                    <a:pt x="332249" y="193296"/>
                  </a:lnTo>
                  <a:lnTo>
                    <a:pt x="332995" y="188066"/>
                  </a:lnTo>
                  <a:lnTo>
                    <a:pt x="333576" y="182815"/>
                  </a:lnTo>
                  <a:lnTo>
                    <a:pt x="333991" y="177548"/>
                  </a:lnTo>
                  <a:lnTo>
                    <a:pt x="334239" y="172270"/>
                  </a:lnTo>
                  <a:lnTo>
                    <a:pt x="334320" y="166988"/>
                  </a:lnTo>
                  <a:lnTo>
                    <a:pt x="334234" y="161706"/>
                  </a:lnTo>
                  <a:lnTo>
                    <a:pt x="333981" y="156429"/>
                  </a:lnTo>
                  <a:lnTo>
                    <a:pt x="333562" y="151162"/>
                  </a:lnTo>
                  <a:lnTo>
                    <a:pt x="332976" y="145912"/>
                  </a:lnTo>
                  <a:lnTo>
                    <a:pt x="332225" y="140682"/>
                  </a:lnTo>
                  <a:lnTo>
                    <a:pt x="331309" y="135479"/>
                  </a:lnTo>
                  <a:lnTo>
                    <a:pt x="330229" y="130308"/>
                  </a:lnTo>
                  <a:lnTo>
                    <a:pt x="328986" y="125173"/>
                  </a:lnTo>
                  <a:lnTo>
                    <a:pt x="327582" y="120080"/>
                  </a:lnTo>
                  <a:lnTo>
                    <a:pt x="326017" y="115034"/>
                  </a:lnTo>
                  <a:lnTo>
                    <a:pt x="324294" y="110040"/>
                  </a:lnTo>
                  <a:lnTo>
                    <a:pt x="322413" y="105103"/>
                  </a:lnTo>
                  <a:lnTo>
                    <a:pt x="320378" y="100227"/>
                  </a:lnTo>
                  <a:lnTo>
                    <a:pt x="318189" y="95419"/>
                  </a:lnTo>
                  <a:lnTo>
                    <a:pt x="315850" y="90682"/>
                  </a:lnTo>
                  <a:lnTo>
                    <a:pt x="313362" y="86021"/>
                  </a:lnTo>
                  <a:lnTo>
                    <a:pt x="310728" y="81442"/>
                  </a:lnTo>
                  <a:lnTo>
                    <a:pt x="307951" y="76947"/>
                  </a:lnTo>
                  <a:lnTo>
                    <a:pt x="305033" y="72543"/>
                  </a:lnTo>
                  <a:lnTo>
                    <a:pt x="301977" y="68233"/>
                  </a:lnTo>
                  <a:lnTo>
                    <a:pt x="298787" y="64022"/>
                  </a:lnTo>
                  <a:lnTo>
                    <a:pt x="295465" y="59914"/>
                  </a:lnTo>
                  <a:lnTo>
                    <a:pt x="292015" y="55913"/>
                  </a:lnTo>
                  <a:lnTo>
                    <a:pt x="288441" y="52023"/>
                  </a:lnTo>
                  <a:lnTo>
                    <a:pt x="284745" y="48248"/>
                  </a:lnTo>
                  <a:lnTo>
                    <a:pt x="280931" y="44591"/>
                  </a:lnTo>
                  <a:lnTo>
                    <a:pt x="277005" y="41057"/>
                  </a:lnTo>
                  <a:lnTo>
                    <a:pt x="272968" y="37649"/>
                  </a:lnTo>
                  <a:lnTo>
                    <a:pt x="268826" y="34369"/>
                  </a:lnTo>
                  <a:lnTo>
                    <a:pt x="264582" y="31223"/>
                  </a:lnTo>
                  <a:lnTo>
                    <a:pt x="260241" y="28212"/>
                  </a:lnTo>
                  <a:lnTo>
                    <a:pt x="255807" y="25340"/>
                  </a:lnTo>
                  <a:lnTo>
                    <a:pt x="251284" y="22609"/>
                  </a:lnTo>
                  <a:lnTo>
                    <a:pt x="246677" y="20023"/>
                  </a:lnTo>
                  <a:lnTo>
                    <a:pt x="241991" y="17583"/>
                  </a:lnTo>
                  <a:lnTo>
                    <a:pt x="237230" y="15293"/>
                  </a:lnTo>
                  <a:lnTo>
                    <a:pt x="167152" y="1670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23235" y="1681503"/>
              <a:ext cx="70077" cy="167167"/>
            </a:xfrm>
            <a:custGeom>
              <a:avLst/>
              <a:pathLst>
                <a:path w="70077" h="167167">
                  <a:moveTo>
                    <a:pt x="70077" y="15397"/>
                  </a:moveTo>
                  <a:lnTo>
                    <a:pt x="64562" y="12970"/>
                  </a:lnTo>
                  <a:lnTo>
                    <a:pt x="58963" y="10744"/>
                  </a:lnTo>
                  <a:lnTo>
                    <a:pt x="53287" y="8720"/>
                  </a:lnTo>
                  <a:lnTo>
                    <a:pt x="47542" y="6903"/>
                  </a:lnTo>
                  <a:lnTo>
                    <a:pt x="41735" y="5293"/>
                  </a:lnTo>
                  <a:lnTo>
                    <a:pt x="35874" y="3894"/>
                  </a:lnTo>
                  <a:lnTo>
                    <a:pt x="29967" y="2707"/>
                  </a:lnTo>
                  <a:lnTo>
                    <a:pt x="24020" y="1734"/>
                  </a:lnTo>
                  <a:lnTo>
                    <a:pt x="18042" y="976"/>
                  </a:lnTo>
                  <a:lnTo>
                    <a:pt x="12041" y="434"/>
                  </a:lnTo>
                  <a:lnTo>
                    <a:pt x="6024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853871" y="1322571"/>
              <a:ext cx="167167" cy="317843"/>
            </a:xfrm>
            <a:custGeom>
              <a:avLst/>
              <a:pathLst>
                <a:path w="167167" h="317843">
                  <a:moveTo>
                    <a:pt x="167167" y="0"/>
                  </a:moveTo>
                  <a:lnTo>
                    <a:pt x="161807" y="85"/>
                  </a:lnTo>
                  <a:lnTo>
                    <a:pt x="156453" y="343"/>
                  </a:lnTo>
                  <a:lnTo>
                    <a:pt x="151110" y="772"/>
                  </a:lnTo>
                  <a:lnTo>
                    <a:pt x="145783" y="1373"/>
                  </a:lnTo>
                  <a:lnTo>
                    <a:pt x="140478" y="2144"/>
                  </a:lnTo>
                  <a:lnTo>
                    <a:pt x="135201" y="3084"/>
                  </a:lnTo>
                  <a:lnTo>
                    <a:pt x="129957" y="4193"/>
                  </a:lnTo>
                  <a:lnTo>
                    <a:pt x="124751" y="5470"/>
                  </a:lnTo>
                  <a:lnTo>
                    <a:pt x="119588" y="6913"/>
                  </a:lnTo>
                  <a:lnTo>
                    <a:pt x="114475" y="8521"/>
                  </a:lnTo>
                  <a:lnTo>
                    <a:pt x="109415" y="10292"/>
                  </a:lnTo>
                  <a:lnTo>
                    <a:pt x="104415" y="12225"/>
                  </a:lnTo>
                  <a:lnTo>
                    <a:pt x="99480" y="14316"/>
                  </a:lnTo>
                  <a:lnTo>
                    <a:pt x="94614" y="16565"/>
                  </a:lnTo>
                  <a:lnTo>
                    <a:pt x="89822" y="18969"/>
                  </a:lnTo>
                  <a:lnTo>
                    <a:pt x="85111" y="21525"/>
                  </a:lnTo>
                  <a:lnTo>
                    <a:pt x="80483" y="24230"/>
                  </a:lnTo>
                  <a:lnTo>
                    <a:pt x="75945" y="27083"/>
                  </a:lnTo>
                  <a:lnTo>
                    <a:pt x="71500" y="30080"/>
                  </a:lnTo>
                  <a:lnTo>
                    <a:pt x="67154" y="33218"/>
                  </a:lnTo>
                  <a:lnTo>
                    <a:pt x="62911" y="36493"/>
                  </a:lnTo>
                  <a:lnTo>
                    <a:pt x="58775" y="39903"/>
                  </a:lnTo>
                  <a:lnTo>
                    <a:pt x="54750" y="43444"/>
                  </a:lnTo>
                  <a:lnTo>
                    <a:pt x="50841" y="47111"/>
                  </a:lnTo>
                  <a:lnTo>
                    <a:pt x="47052" y="50903"/>
                  </a:lnTo>
                  <a:lnTo>
                    <a:pt x="43386" y="54814"/>
                  </a:lnTo>
                  <a:lnTo>
                    <a:pt x="39847" y="58840"/>
                  </a:lnTo>
                  <a:lnTo>
                    <a:pt x="36440" y="62978"/>
                  </a:lnTo>
                  <a:lnTo>
                    <a:pt x="33166" y="67223"/>
                  </a:lnTo>
                  <a:lnTo>
                    <a:pt x="30031" y="71571"/>
                  </a:lnTo>
                  <a:lnTo>
                    <a:pt x="27036" y="76017"/>
                  </a:lnTo>
                  <a:lnTo>
                    <a:pt x="24186" y="80556"/>
                  </a:lnTo>
                  <a:lnTo>
                    <a:pt x="21483" y="85185"/>
                  </a:lnTo>
                  <a:lnTo>
                    <a:pt x="18929" y="89898"/>
                  </a:lnTo>
                  <a:lnTo>
                    <a:pt x="16528" y="94691"/>
                  </a:lnTo>
                  <a:lnTo>
                    <a:pt x="14281" y="99558"/>
                  </a:lnTo>
                  <a:lnTo>
                    <a:pt x="12192" y="104494"/>
                  </a:lnTo>
                  <a:lnTo>
                    <a:pt x="10263" y="109495"/>
                  </a:lnTo>
                  <a:lnTo>
                    <a:pt x="8494" y="114556"/>
                  </a:lnTo>
                  <a:lnTo>
                    <a:pt x="6889" y="119670"/>
                  </a:lnTo>
                  <a:lnTo>
                    <a:pt x="5449" y="124833"/>
                  </a:lnTo>
                  <a:lnTo>
                    <a:pt x="4174" y="130040"/>
                  </a:lnTo>
                  <a:lnTo>
                    <a:pt x="3068" y="135285"/>
                  </a:lnTo>
                  <a:lnTo>
                    <a:pt x="2130" y="140563"/>
                  </a:lnTo>
                  <a:lnTo>
                    <a:pt x="1362" y="145868"/>
                  </a:lnTo>
                  <a:lnTo>
                    <a:pt x="764" y="151195"/>
                  </a:lnTo>
                  <a:lnTo>
                    <a:pt x="338" y="156538"/>
                  </a:lnTo>
                  <a:lnTo>
                    <a:pt x="83" y="161893"/>
                  </a:lnTo>
                  <a:lnTo>
                    <a:pt x="0" y="167252"/>
                  </a:lnTo>
                  <a:lnTo>
                    <a:pt x="88" y="172612"/>
                  </a:lnTo>
                  <a:lnTo>
                    <a:pt x="349" y="177966"/>
                  </a:lnTo>
                  <a:lnTo>
                    <a:pt x="781" y="183309"/>
                  </a:lnTo>
                  <a:lnTo>
                    <a:pt x="1384" y="188636"/>
                  </a:lnTo>
                  <a:lnTo>
                    <a:pt x="2157" y="193940"/>
                  </a:lnTo>
                  <a:lnTo>
                    <a:pt x="3101" y="199217"/>
                  </a:lnTo>
                  <a:lnTo>
                    <a:pt x="4212" y="204460"/>
                  </a:lnTo>
                  <a:lnTo>
                    <a:pt x="5492" y="209666"/>
                  </a:lnTo>
                  <a:lnTo>
                    <a:pt x="6938" y="214828"/>
                  </a:lnTo>
                  <a:lnTo>
                    <a:pt x="8548" y="219941"/>
                  </a:lnTo>
                  <a:lnTo>
                    <a:pt x="10322" y="224999"/>
                  </a:lnTo>
                  <a:lnTo>
                    <a:pt x="12257" y="229998"/>
                  </a:lnTo>
                  <a:lnTo>
                    <a:pt x="14351" y="234932"/>
                  </a:lnTo>
                  <a:lnTo>
                    <a:pt x="16602" y="239797"/>
                  </a:lnTo>
                  <a:lnTo>
                    <a:pt x="19008" y="244587"/>
                  </a:lnTo>
                  <a:lnTo>
                    <a:pt x="21567" y="249298"/>
                  </a:lnTo>
                  <a:lnTo>
                    <a:pt x="24275" y="253924"/>
                  </a:lnTo>
                  <a:lnTo>
                    <a:pt x="27130" y="258461"/>
                  </a:lnTo>
                  <a:lnTo>
                    <a:pt x="30129" y="262904"/>
                  </a:lnTo>
                  <a:lnTo>
                    <a:pt x="33269" y="267248"/>
                  </a:lnTo>
                  <a:lnTo>
                    <a:pt x="36546" y="271490"/>
                  </a:lnTo>
                  <a:lnTo>
                    <a:pt x="39958" y="275624"/>
                  </a:lnTo>
                  <a:lnTo>
                    <a:pt x="43501" y="279647"/>
                  </a:lnTo>
                  <a:lnTo>
                    <a:pt x="47171" y="283554"/>
                  </a:lnTo>
                  <a:lnTo>
                    <a:pt x="50964" y="287341"/>
                  </a:lnTo>
                  <a:lnTo>
                    <a:pt x="54877" y="291005"/>
                  </a:lnTo>
                  <a:lnTo>
                    <a:pt x="58905" y="294542"/>
                  </a:lnTo>
                  <a:lnTo>
                    <a:pt x="63045" y="297947"/>
                  </a:lnTo>
                  <a:lnTo>
                    <a:pt x="67291" y="301219"/>
                  </a:lnTo>
                  <a:lnTo>
                    <a:pt x="71641" y="304352"/>
                  </a:lnTo>
                  <a:lnTo>
                    <a:pt x="76088" y="307344"/>
                  </a:lnTo>
                  <a:lnTo>
                    <a:pt x="80630" y="310192"/>
                  </a:lnTo>
                  <a:lnTo>
                    <a:pt x="85260" y="312893"/>
                  </a:lnTo>
                  <a:lnTo>
                    <a:pt x="89974" y="315444"/>
                  </a:lnTo>
                  <a:lnTo>
                    <a:pt x="94768" y="31784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8639" y="1489739"/>
              <a:ext cx="72399" cy="150676"/>
            </a:xfrm>
            <a:custGeom>
              <a:avLst/>
              <a:pathLst>
                <a:path w="72399" h="150676">
                  <a:moveTo>
                    <a:pt x="0" y="150676"/>
                  </a:moveTo>
                  <a:lnTo>
                    <a:pt x="723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48639" y="1322594"/>
              <a:ext cx="239559" cy="334311"/>
            </a:xfrm>
            <a:custGeom>
              <a:avLst/>
              <a:pathLst>
                <a:path w="239559" h="334311">
                  <a:moveTo>
                    <a:pt x="0" y="317820"/>
                  </a:moveTo>
                  <a:lnTo>
                    <a:pt x="4842" y="320053"/>
                  </a:lnTo>
                  <a:lnTo>
                    <a:pt x="9754" y="322130"/>
                  </a:lnTo>
                  <a:lnTo>
                    <a:pt x="14729" y="324049"/>
                  </a:lnTo>
                  <a:lnTo>
                    <a:pt x="19763" y="325809"/>
                  </a:lnTo>
                  <a:lnTo>
                    <a:pt x="24851" y="327407"/>
                  </a:lnTo>
                  <a:lnTo>
                    <a:pt x="29986" y="328842"/>
                  </a:lnTo>
                  <a:lnTo>
                    <a:pt x="35165" y="330112"/>
                  </a:lnTo>
                  <a:lnTo>
                    <a:pt x="40382" y="331217"/>
                  </a:lnTo>
                  <a:lnTo>
                    <a:pt x="45632" y="332155"/>
                  </a:lnTo>
                  <a:lnTo>
                    <a:pt x="50909" y="332924"/>
                  </a:lnTo>
                  <a:lnTo>
                    <a:pt x="56207" y="333525"/>
                  </a:lnTo>
                  <a:lnTo>
                    <a:pt x="61522" y="333957"/>
                  </a:lnTo>
                  <a:lnTo>
                    <a:pt x="66849" y="334219"/>
                  </a:lnTo>
                  <a:lnTo>
                    <a:pt x="72180" y="334311"/>
                  </a:lnTo>
                  <a:lnTo>
                    <a:pt x="77513" y="334233"/>
                  </a:lnTo>
                  <a:lnTo>
                    <a:pt x="82839" y="333985"/>
                  </a:lnTo>
                  <a:lnTo>
                    <a:pt x="88156" y="333567"/>
                  </a:lnTo>
                  <a:lnTo>
                    <a:pt x="93456" y="332980"/>
                  </a:lnTo>
                  <a:lnTo>
                    <a:pt x="98735" y="332224"/>
                  </a:lnTo>
                  <a:lnTo>
                    <a:pt x="103986" y="331300"/>
                  </a:lnTo>
                  <a:lnTo>
                    <a:pt x="109206" y="330209"/>
                  </a:lnTo>
                  <a:lnTo>
                    <a:pt x="114389" y="328952"/>
                  </a:lnTo>
                  <a:lnTo>
                    <a:pt x="119528" y="327530"/>
                  </a:lnTo>
                  <a:lnTo>
                    <a:pt x="124620" y="325945"/>
                  </a:lnTo>
                  <a:lnTo>
                    <a:pt x="129658" y="324199"/>
                  </a:lnTo>
                  <a:lnTo>
                    <a:pt x="134639" y="322293"/>
                  </a:lnTo>
                  <a:lnTo>
                    <a:pt x="139556" y="320229"/>
                  </a:lnTo>
                  <a:lnTo>
                    <a:pt x="144404" y="318009"/>
                  </a:lnTo>
                  <a:lnTo>
                    <a:pt x="149180" y="315635"/>
                  </a:lnTo>
                  <a:lnTo>
                    <a:pt x="153877" y="313111"/>
                  </a:lnTo>
                  <a:lnTo>
                    <a:pt x="158491" y="310438"/>
                  </a:lnTo>
                  <a:lnTo>
                    <a:pt x="163018" y="307619"/>
                  </a:lnTo>
                  <a:lnTo>
                    <a:pt x="167452" y="304657"/>
                  </a:lnTo>
                  <a:lnTo>
                    <a:pt x="171790" y="301555"/>
                  </a:lnTo>
                  <a:lnTo>
                    <a:pt x="176026" y="298316"/>
                  </a:lnTo>
                  <a:lnTo>
                    <a:pt x="180158" y="294944"/>
                  </a:lnTo>
                  <a:lnTo>
                    <a:pt x="184179" y="291442"/>
                  </a:lnTo>
                  <a:lnTo>
                    <a:pt x="188087" y="287814"/>
                  </a:lnTo>
                  <a:lnTo>
                    <a:pt x="191877" y="284062"/>
                  </a:lnTo>
                  <a:lnTo>
                    <a:pt x="195545" y="280192"/>
                  </a:lnTo>
                  <a:lnTo>
                    <a:pt x="199088" y="276207"/>
                  </a:lnTo>
                  <a:lnTo>
                    <a:pt x="202502" y="272110"/>
                  </a:lnTo>
                  <a:lnTo>
                    <a:pt x="205784" y="267907"/>
                  </a:lnTo>
                  <a:lnTo>
                    <a:pt x="208930" y="263601"/>
                  </a:lnTo>
                  <a:lnTo>
                    <a:pt x="211937" y="259198"/>
                  </a:lnTo>
                  <a:lnTo>
                    <a:pt x="214803" y="254700"/>
                  </a:lnTo>
                  <a:lnTo>
                    <a:pt x="217523" y="250113"/>
                  </a:lnTo>
                  <a:lnTo>
                    <a:pt x="220095" y="245442"/>
                  </a:lnTo>
                  <a:lnTo>
                    <a:pt x="222518" y="240692"/>
                  </a:lnTo>
                  <a:lnTo>
                    <a:pt x="224787" y="235866"/>
                  </a:lnTo>
                  <a:lnTo>
                    <a:pt x="226901" y="230971"/>
                  </a:lnTo>
                  <a:lnTo>
                    <a:pt x="228859" y="226010"/>
                  </a:lnTo>
                  <a:lnTo>
                    <a:pt x="230657" y="220990"/>
                  </a:lnTo>
                  <a:lnTo>
                    <a:pt x="232294" y="215915"/>
                  </a:lnTo>
                  <a:lnTo>
                    <a:pt x="233768" y="210790"/>
                  </a:lnTo>
                  <a:lnTo>
                    <a:pt x="235078" y="205621"/>
                  </a:lnTo>
                  <a:lnTo>
                    <a:pt x="236222" y="200412"/>
                  </a:lnTo>
                  <a:lnTo>
                    <a:pt x="237200" y="195170"/>
                  </a:lnTo>
                  <a:lnTo>
                    <a:pt x="238010" y="189899"/>
                  </a:lnTo>
                  <a:lnTo>
                    <a:pt x="238652" y="184605"/>
                  </a:lnTo>
                  <a:lnTo>
                    <a:pt x="239124" y="179294"/>
                  </a:lnTo>
                  <a:lnTo>
                    <a:pt x="239427" y="173970"/>
                  </a:lnTo>
                  <a:lnTo>
                    <a:pt x="239559" y="168639"/>
                  </a:lnTo>
                  <a:lnTo>
                    <a:pt x="239522" y="163306"/>
                  </a:lnTo>
                  <a:lnTo>
                    <a:pt x="239315" y="157978"/>
                  </a:lnTo>
                  <a:lnTo>
                    <a:pt x="238937" y="152658"/>
                  </a:lnTo>
                  <a:lnTo>
                    <a:pt x="238390" y="147354"/>
                  </a:lnTo>
                  <a:lnTo>
                    <a:pt x="237675" y="142069"/>
                  </a:lnTo>
                  <a:lnTo>
                    <a:pt x="236791" y="136811"/>
                  </a:lnTo>
                  <a:lnTo>
                    <a:pt x="235740" y="131583"/>
                  </a:lnTo>
                  <a:lnTo>
                    <a:pt x="234522" y="126391"/>
                  </a:lnTo>
                  <a:lnTo>
                    <a:pt x="233140" y="121240"/>
                  </a:lnTo>
                  <a:lnTo>
                    <a:pt x="231594" y="116137"/>
                  </a:lnTo>
                  <a:lnTo>
                    <a:pt x="229886" y="111085"/>
                  </a:lnTo>
                  <a:lnTo>
                    <a:pt x="228018" y="106090"/>
                  </a:lnTo>
                  <a:lnTo>
                    <a:pt x="225992" y="101158"/>
                  </a:lnTo>
                  <a:lnTo>
                    <a:pt x="223809" y="96293"/>
                  </a:lnTo>
                  <a:lnTo>
                    <a:pt x="221472" y="91499"/>
                  </a:lnTo>
                  <a:lnTo>
                    <a:pt x="218983" y="86783"/>
                  </a:lnTo>
                  <a:lnTo>
                    <a:pt x="216345" y="82148"/>
                  </a:lnTo>
                  <a:lnTo>
                    <a:pt x="213561" y="77600"/>
                  </a:lnTo>
                  <a:lnTo>
                    <a:pt x="210633" y="73143"/>
                  </a:lnTo>
                  <a:lnTo>
                    <a:pt x="207565" y="68782"/>
                  </a:lnTo>
                  <a:lnTo>
                    <a:pt x="204359" y="64521"/>
                  </a:lnTo>
                  <a:lnTo>
                    <a:pt x="201018" y="60364"/>
                  </a:lnTo>
                  <a:lnTo>
                    <a:pt x="197547" y="56316"/>
                  </a:lnTo>
                  <a:lnTo>
                    <a:pt x="193948" y="52381"/>
                  </a:lnTo>
                  <a:lnTo>
                    <a:pt x="190226" y="48562"/>
                  </a:lnTo>
                  <a:lnTo>
                    <a:pt x="186384" y="44864"/>
                  </a:lnTo>
                  <a:lnTo>
                    <a:pt x="182426" y="41291"/>
                  </a:lnTo>
                  <a:lnTo>
                    <a:pt x="178355" y="37846"/>
                  </a:lnTo>
                  <a:lnTo>
                    <a:pt x="174178" y="34532"/>
                  </a:lnTo>
                  <a:lnTo>
                    <a:pt x="169896" y="31353"/>
                  </a:lnTo>
                  <a:lnTo>
                    <a:pt x="165515" y="28312"/>
                  </a:lnTo>
                  <a:lnTo>
                    <a:pt x="161040" y="25413"/>
                  </a:lnTo>
                  <a:lnTo>
                    <a:pt x="156474" y="22658"/>
                  </a:lnTo>
                  <a:lnTo>
                    <a:pt x="151823" y="20050"/>
                  </a:lnTo>
                  <a:lnTo>
                    <a:pt x="147091" y="17591"/>
                  </a:lnTo>
                  <a:lnTo>
                    <a:pt x="142282" y="15285"/>
                  </a:lnTo>
                  <a:lnTo>
                    <a:pt x="137403" y="13133"/>
                  </a:lnTo>
                  <a:lnTo>
                    <a:pt x="132458" y="11138"/>
                  </a:lnTo>
                  <a:lnTo>
                    <a:pt x="127451" y="9302"/>
                  </a:lnTo>
                  <a:lnTo>
                    <a:pt x="122389" y="7626"/>
                  </a:lnTo>
                  <a:lnTo>
                    <a:pt x="117275" y="6113"/>
                  </a:lnTo>
                  <a:lnTo>
                    <a:pt x="112116" y="4763"/>
                  </a:lnTo>
                  <a:lnTo>
                    <a:pt x="106917" y="3579"/>
                  </a:lnTo>
                  <a:lnTo>
                    <a:pt x="101682" y="2561"/>
                  </a:lnTo>
                  <a:lnTo>
                    <a:pt x="96418" y="1711"/>
                  </a:lnTo>
                  <a:lnTo>
                    <a:pt x="91129" y="1029"/>
                  </a:lnTo>
                  <a:lnTo>
                    <a:pt x="85821" y="516"/>
                  </a:lnTo>
                  <a:lnTo>
                    <a:pt x="80500" y="173"/>
                  </a:lnTo>
                  <a:lnTo>
                    <a:pt x="75170" y="0"/>
                  </a:lnTo>
                  <a:lnTo>
                    <a:pt x="72399" y="1671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71"/>
              <a:ext cx="2771" cy="167167"/>
            </a:xfrm>
            <a:custGeom>
              <a:avLst/>
              <a:pathLst>
                <a:path w="2771" h="167167">
                  <a:moveTo>
                    <a:pt x="2771" y="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378093" y="1071028"/>
              <a:ext cx="167164" cy="274443"/>
            </a:xfrm>
            <a:custGeom>
              <a:avLst/>
              <a:pathLst>
                <a:path w="167164" h="274443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2" y="766"/>
                  </a:lnTo>
                  <a:lnTo>
                    <a:pt x="145867" y="1362"/>
                  </a:lnTo>
                  <a:lnTo>
                    <a:pt x="140583" y="2126"/>
                  </a:lnTo>
                  <a:lnTo>
                    <a:pt x="135327" y="3059"/>
                  </a:lnTo>
                  <a:lnTo>
                    <a:pt x="130102" y="4160"/>
                  </a:lnTo>
                  <a:lnTo>
                    <a:pt x="124916" y="5426"/>
                  </a:lnTo>
                  <a:lnTo>
                    <a:pt x="119773" y="6858"/>
                  </a:lnTo>
                  <a:lnTo>
                    <a:pt x="114678" y="8453"/>
                  </a:lnTo>
                  <a:lnTo>
                    <a:pt x="109637" y="10210"/>
                  </a:lnTo>
                  <a:lnTo>
                    <a:pt x="104654" y="12127"/>
                  </a:lnTo>
                  <a:lnTo>
                    <a:pt x="99736" y="14202"/>
                  </a:lnTo>
                  <a:lnTo>
                    <a:pt x="94886" y="16433"/>
                  </a:lnTo>
                  <a:lnTo>
                    <a:pt x="90109" y="18818"/>
                  </a:lnTo>
                  <a:lnTo>
                    <a:pt x="85411" y="21354"/>
                  </a:lnTo>
                  <a:lnTo>
                    <a:pt x="80797" y="24039"/>
                  </a:lnTo>
                  <a:lnTo>
                    <a:pt x="76271" y="26870"/>
                  </a:lnTo>
                  <a:lnTo>
                    <a:pt x="71837" y="29844"/>
                  </a:lnTo>
                  <a:lnTo>
                    <a:pt x="67501" y="32958"/>
                  </a:lnTo>
                  <a:lnTo>
                    <a:pt x="63266" y="36208"/>
                  </a:lnTo>
                  <a:lnTo>
                    <a:pt x="59137" y="39593"/>
                  </a:lnTo>
                  <a:lnTo>
                    <a:pt x="55119" y="43107"/>
                  </a:lnTo>
                  <a:lnTo>
                    <a:pt x="51214" y="46748"/>
                  </a:lnTo>
                  <a:lnTo>
                    <a:pt x="47428" y="50512"/>
                  </a:lnTo>
                  <a:lnTo>
                    <a:pt x="43764" y="54395"/>
                  </a:lnTo>
                  <a:lnTo>
                    <a:pt x="40226" y="58393"/>
                  </a:lnTo>
                  <a:lnTo>
                    <a:pt x="36818" y="62502"/>
                  </a:lnTo>
                  <a:lnTo>
                    <a:pt x="33542" y="66718"/>
                  </a:lnTo>
                  <a:lnTo>
                    <a:pt x="30403" y="71036"/>
                  </a:lnTo>
                  <a:lnTo>
                    <a:pt x="27403" y="75452"/>
                  </a:lnTo>
                  <a:lnTo>
                    <a:pt x="24545" y="79961"/>
                  </a:lnTo>
                  <a:lnTo>
                    <a:pt x="21833" y="84560"/>
                  </a:lnTo>
                  <a:lnTo>
                    <a:pt x="19270" y="89243"/>
                  </a:lnTo>
                  <a:lnTo>
                    <a:pt x="16857" y="94005"/>
                  </a:lnTo>
                  <a:lnTo>
                    <a:pt x="14597" y="98842"/>
                  </a:lnTo>
                  <a:lnTo>
                    <a:pt x="12493" y="103748"/>
                  </a:lnTo>
                  <a:lnTo>
                    <a:pt x="10547" y="108720"/>
                  </a:lnTo>
                  <a:lnTo>
                    <a:pt x="8761" y="113750"/>
                  </a:lnTo>
                  <a:lnTo>
                    <a:pt x="7136" y="118836"/>
                  </a:lnTo>
                  <a:lnTo>
                    <a:pt x="5674" y="123970"/>
                  </a:lnTo>
                  <a:lnTo>
                    <a:pt x="4377" y="129149"/>
                  </a:lnTo>
                  <a:lnTo>
                    <a:pt x="3246" y="134367"/>
                  </a:lnTo>
                  <a:lnTo>
                    <a:pt x="2282" y="139618"/>
                  </a:lnTo>
                  <a:lnTo>
                    <a:pt x="1487" y="144897"/>
                  </a:lnTo>
                  <a:lnTo>
                    <a:pt x="860" y="150198"/>
                  </a:lnTo>
                  <a:lnTo>
                    <a:pt x="403" y="155517"/>
                  </a:lnTo>
                  <a:lnTo>
                    <a:pt x="116" y="160848"/>
                  </a:lnTo>
                  <a:lnTo>
                    <a:pt x="0" y="166186"/>
                  </a:lnTo>
                  <a:lnTo>
                    <a:pt x="53" y="171524"/>
                  </a:lnTo>
                  <a:lnTo>
                    <a:pt x="278" y="176858"/>
                  </a:lnTo>
                  <a:lnTo>
                    <a:pt x="672" y="182182"/>
                  </a:lnTo>
                  <a:lnTo>
                    <a:pt x="1237" y="187491"/>
                  </a:lnTo>
                  <a:lnTo>
                    <a:pt x="1970" y="192779"/>
                  </a:lnTo>
                  <a:lnTo>
                    <a:pt x="2872" y="198041"/>
                  </a:lnTo>
                  <a:lnTo>
                    <a:pt x="3942" y="203271"/>
                  </a:lnTo>
                  <a:lnTo>
                    <a:pt x="5178" y="208465"/>
                  </a:lnTo>
                  <a:lnTo>
                    <a:pt x="6579" y="213616"/>
                  </a:lnTo>
                  <a:lnTo>
                    <a:pt x="8145" y="218720"/>
                  </a:lnTo>
                  <a:lnTo>
                    <a:pt x="9872" y="223772"/>
                  </a:lnTo>
                  <a:lnTo>
                    <a:pt x="11759" y="228765"/>
                  </a:lnTo>
                  <a:lnTo>
                    <a:pt x="13806" y="233696"/>
                  </a:lnTo>
                  <a:lnTo>
                    <a:pt x="16008" y="238559"/>
                  </a:lnTo>
                  <a:lnTo>
                    <a:pt x="18365" y="243350"/>
                  </a:lnTo>
                  <a:lnTo>
                    <a:pt x="20874" y="248062"/>
                  </a:lnTo>
                  <a:lnTo>
                    <a:pt x="23531" y="252692"/>
                  </a:lnTo>
                  <a:lnTo>
                    <a:pt x="26336" y="257235"/>
                  </a:lnTo>
                  <a:lnTo>
                    <a:pt x="29283" y="261686"/>
                  </a:lnTo>
                  <a:lnTo>
                    <a:pt x="32372" y="266041"/>
                  </a:lnTo>
                  <a:lnTo>
                    <a:pt x="35598" y="270295"/>
                  </a:lnTo>
                  <a:lnTo>
                    <a:pt x="38958" y="27444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7052" y="1238196"/>
              <a:ext cx="128206" cy="107276"/>
            </a:xfrm>
            <a:custGeom>
              <a:avLst/>
              <a:pathLst>
                <a:path w="128206" h="107276">
                  <a:moveTo>
                    <a:pt x="0" y="107276"/>
                  </a:moveTo>
                  <a:lnTo>
                    <a:pt x="12820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7052" y="1121699"/>
              <a:ext cx="295369" cy="283646"/>
            </a:xfrm>
            <a:custGeom>
              <a:avLst/>
              <a:pathLst>
                <a:path w="295369" h="283646">
                  <a:moveTo>
                    <a:pt x="0" y="223772"/>
                  </a:moveTo>
                  <a:lnTo>
                    <a:pt x="3480" y="227799"/>
                  </a:lnTo>
                  <a:lnTo>
                    <a:pt x="7086" y="231714"/>
                  </a:lnTo>
                  <a:lnTo>
                    <a:pt x="10816" y="235511"/>
                  </a:lnTo>
                  <a:lnTo>
                    <a:pt x="14664" y="239188"/>
                  </a:lnTo>
                  <a:lnTo>
                    <a:pt x="18627" y="242740"/>
                  </a:lnTo>
                  <a:lnTo>
                    <a:pt x="22702" y="246165"/>
                  </a:lnTo>
                  <a:lnTo>
                    <a:pt x="26883" y="249458"/>
                  </a:lnTo>
                  <a:lnTo>
                    <a:pt x="31168" y="252616"/>
                  </a:lnTo>
                  <a:lnTo>
                    <a:pt x="35550" y="255636"/>
                  </a:lnTo>
                  <a:lnTo>
                    <a:pt x="40027" y="258515"/>
                  </a:lnTo>
                  <a:lnTo>
                    <a:pt x="44593" y="261250"/>
                  </a:lnTo>
                  <a:lnTo>
                    <a:pt x="49243" y="263839"/>
                  </a:lnTo>
                  <a:lnTo>
                    <a:pt x="53974" y="266278"/>
                  </a:lnTo>
                  <a:lnTo>
                    <a:pt x="58780" y="268565"/>
                  </a:lnTo>
                  <a:lnTo>
                    <a:pt x="63656" y="270698"/>
                  </a:lnTo>
                  <a:lnTo>
                    <a:pt x="68598" y="272675"/>
                  </a:lnTo>
                  <a:lnTo>
                    <a:pt x="73600" y="274494"/>
                  </a:lnTo>
                  <a:lnTo>
                    <a:pt x="78658" y="276152"/>
                  </a:lnTo>
                  <a:lnTo>
                    <a:pt x="83765" y="277648"/>
                  </a:lnTo>
                  <a:lnTo>
                    <a:pt x="88918" y="278981"/>
                  </a:lnTo>
                  <a:lnTo>
                    <a:pt x="94111" y="280150"/>
                  </a:lnTo>
                  <a:lnTo>
                    <a:pt x="99338" y="281152"/>
                  </a:lnTo>
                  <a:lnTo>
                    <a:pt x="104595" y="281988"/>
                  </a:lnTo>
                  <a:lnTo>
                    <a:pt x="109875" y="282655"/>
                  </a:lnTo>
                  <a:lnTo>
                    <a:pt x="115174" y="283155"/>
                  </a:lnTo>
                  <a:lnTo>
                    <a:pt x="120486" y="283485"/>
                  </a:lnTo>
                  <a:lnTo>
                    <a:pt x="125806" y="283646"/>
                  </a:lnTo>
                  <a:lnTo>
                    <a:pt x="131129" y="283638"/>
                  </a:lnTo>
                  <a:lnTo>
                    <a:pt x="136448" y="283460"/>
                  </a:lnTo>
                  <a:lnTo>
                    <a:pt x="141759" y="283113"/>
                  </a:lnTo>
                  <a:lnTo>
                    <a:pt x="147057" y="282597"/>
                  </a:lnTo>
                  <a:lnTo>
                    <a:pt x="152335" y="281913"/>
                  </a:lnTo>
                  <a:lnTo>
                    <a:pt x="157589" y="281061"/>
                  </a:lnTo>
                  <a:lnTo>
                    <a:pt x="162813" y="280042"/>
                  </a:lnTo>
                  <a:lnTo>
                    <a:pt x="168002" y="278857"/>
                  </a:lnTo>
                  <a:lnTo>
                    <a:pt x="173150" y="277508"/>
                  </a:lnTo>
                  <a:lnTo>
                    <a:pt x="178253" y="275996"/>
                  </a:lnTo>
                  <a:lnTo>
                    <a:pt x="183306" y="274322"/>
                  </a:lnTo>
                  <a:lnTo>
                    <a:pt x="188302" y="272488"/>
                  </a:lnTo>
                  <a:lnTo>
                    <a:pt x="193238" y="270495"/>
                  </a:lnTo>
                  <a:lnTo>
                    <a:pt x="198107" y="268347"/>
                  </a:lnTo>
                  <a:lnTo>
                    <a:pt x="202906" y="266045"/>
                  </a:lnTo>
                  <a:lnTo>
                    <a:pt x="207629" y="263591"/>
                  </a:lnTo>
                  <a:lnTo>
                    <a:pt x="212272" y="260988"/>
                  </a:lnTo>
                  <a:lnTo>
                    <a:pt x="216829" y="258238"/>
                  </a:lnTo>
                  <a:lnTo>
                    <a:pt x="221296" y="255345"/>
                  </a:lnTo>
                  <a:lnTo>
                    <a:pt x="225670" y="252311"/>
                  </a:lnTo>
                  <a:lnTo>
                    <a:pt x="229944" y="249139"/>
                  </a:lnTo>
                  <a:lnTo>
                    <a:pt x="234115" y="245833"/>
                  </a:lnTo>
                  <a:lnTo>
                    <a:pt x="238179" y="242396"/>
                  </a:lnTo>
                  <a:lnTo>
                    <a:pt x="242131" y="238831"/>
                  </a:lnTo>
                  <a:lnTo>
                    <a:pt x="245968" y="235143"/>
                  </a:lnTo>
                  <a:lnTo>
                    <a:pt x="249685" y="231333"/>
                  </a:lnTo>
                  <a:lnTo>
                    <a:pt x="253280" y="227408"/>
                  </a:lnTo>
                  <a:lnTo>
                    <a:pt x="256747" y="223370"/>
                  </a:lnTo>
                  <a:lnTo>
                    <a:pt x="260084" y="219224"/>
                  </a:lnTo>
                  <a:lnTo>
                    <a:pt x="263288" y="214973"/>
                  </a:lnTo>
                  <a:lnTo>
                    <a:pt x="266354" y="210623"/>
                  </a:lnTo>
                  <a:lnTo>
                    <a:pt x="269281" y="206177"/>
                  </a:lnTo>
                  <a:lnTo>
                    <a:pt x="272064" y="201641"/>
                  </a:lnTo>
                  <a:lnTo>
                    <a:pt x="274702" y="197018"/>
                  </a:lnTo>
                  <a:lnTo>
                    <a:pt x="277191" y="192313"/>
                  </a:lnTo>
                  <a:lnTo>
                    <a:pt x="279529" y="187532"/>
                  </a:lnTo>
                  <a:lnTo>
                    <a:pt x="281714" y="182678"/>
                  </a:lnTo>
                  <a:lnTo>
                    <a:pt x="283743" y="177758"/>
                  </a:lnTo>
                  <a:lnTo>
                    <a:pt x="285615" y="172775"/>
                  </a:lnTo>
                  <a:lnTo>
                    <a:pt x="287326" y="167736"/>
                  </a:lnTo>
                  <a:lnTo>
                    <a:pt x="288877" y="162644"/>
                  </a:lnTo>
                  <a:lnTo>
                    <a:pt x="290265" y="157506"/>
                  </a:lnTo>
                  <a:lnTo>
                    <a:pt x="291488" y="152326"/>
                  </a:lnTo>
                  <a:lnTo>
                    <a:pt x="292546" y="147109"/>
                  </a:lnTo>
                  <a:lnTo>
                    <a:pt x="293437" y="141862"/>
                  </a:lnTo>
                  <a:lnTo>
                    <a:pt x="294161" y="136589"/>
                  </a:lnTo>
                  <a:lnTo>
                    <a:pt x="294717" y="131296"/>
                  </a:lnTo>
                  <a:lnTo>
                    <a:pt x="295103" y="125987"/>
                  </a:lnTo>
                  <a:lnTo>
                    <a:pt x="295321" y="120669"/>
                  </a:lnTo>
                  <a:lnTo>
                    <a:pt x="295369" y="115347"/>
                  </a:lnTo>
                  <a:lnTo>
                    <a:pt x="295248" y="110026"/>
                  </a:lnTo>
                  <a:lnTo>
                    <a:pt x="294957" y="104711"/>
                  </a:lnTo>
                  <a:lnTo>
                    <a:pt x="294497" y="99409"/>
                  </a:lnTo>
                  <a:lnTo>
                    <a:pt x="293869" y="94123"/>
                  </a:lnTo>
                  <a:lnTo>
                    <a:pt x="293073" y="88861"/>
                  </a:lnTo>
                  <a:lnTo>
                    <a:pt x="292110" y="83626"/>
                  </a:lnTo>
                  <a:lnTo>
                    <a:pt x="290980" y="78425"/>
                  </a:lnTo>
                  <a:lnTo>
                    <a:pt x="289686" y="73262"/>
                  </a:lnTo>
                  <a:lnTo>
                    <a:pt x="288227" y="68144"/>
                  </a:lnTo>
                  <a:lnTo>
                    <a:pt x="286607" y="63074"/>
                  </a:lnTo>
                  <a:lnTo>
                    <a:pt x="284826" y="58058"/>
                  </a:lnTo>
                  <a:lnTo>
                    <a:pt x="282886" y="53102"/>
                  </a:lnTo>
                  <a:lnTo>
                    <a:pt x="280790" y="48210"/>
                  </a:lnTo>
                  <a:lnTo>
                    <a:pt x="278538" y="43387"/>
                  </a:lnTo>
                  <a:lnTo>
                    <a:pt x="276135" y="38638"/>
                  </a:lnTo>
                  <a:lnTo>
                    <a:pt x="273581" y="33968"/>
                  </a:lnTo>
                  <a:lnTo>
                    <a:pt x="270880" y="29382"/>
                  </a:lnTo>
                  <a:lnTo>
                    <a:pt x="268035" y="24884"/>
                  </a:lnTo>
                  <a:lnTo>
                    <a:pt x="265047" y="20479"/>
                  </a:lnTo>
                  <a:lnTo>
                    <a:pt x="261921" y="16171"/>
                  </a:lnTo>
                  <a:lnTo>
                    <a:pt x="258660" y="11965"/>
                  </a:lnTo>
                  <a:lnTo>
                    <a:pt x="255266" y="7865"/>
                  </a:lnTo>
                  <a:lnTo>
                    <a:pt x="251743" y="3875"/>
                  </a:lnTo>
                  <a:lnTo>
                    <a:pt x="248095" y="0"/>
                  </a:lnTo>
                  <a:lnTo>
                    <a:pt x="128206" y="1164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071028"/>
              <a:ext cx="119889" cy="167167"/>
            </a:xfrm>
            <a:custGeom>
              <a:avLst/>
              <a:pathLst>
                <a:path w="119889" h="167167">
                  <a:moveTo>
                    <a:pt x="119889" y="50670"/>
                  </a:moveTo>
                  <a:lnTo>
                    <a:pt x="115941" y="46741"/>
                  </a:lnTo>
                  <a:lnTo>
                    <a:pt x="111865" y="42945"/>
                  </a:lnTo>
                  <a:lnTo>
                    <a:pt x="107664" y="39287"/>
                  </a:lnTo>
                  <a:lnTo>
                    <a:pt x="103344" y="35771"/>
                  </a:lnTo>
                  <a:lnTo>
                    <a:pt x="98908" y="32401"/>
                  </a:lnTo>
                  <a:lnTo>
                    <a:pt x="94364" y="29180"/>
                  </a:lnTo>
                  <a:lnTo>
                    <a:pt x="89714" y="26113"/>
                  </a:lnTo>
                  <a:lnTo>
                    <a:pt x="84965" y="23202"/>
                  </a:lnTo>
                  <a:lnTo>
                    <a:pt x="80121" y="20451"/>
                  </a:lnTo>
                  <a:lnTo>
                    <a:pt x="75188" y="17863"/>
                  </a:lnTo>
                  <a:lnTo>
                    <a:pt x="70172" y="15441"/>
                  </a:lnTo>
                  <a:lnTo>
                    <a:pt x="65078" y="13187"/>
                  </a:lnTo>
                  <a:lnTo>
                    <a:pt x="59912" y="11105"/>
                  </a:lnTo>
                  <a:lnTo>
                    <a:pt x="54679" y="9195"/>
                  </a:lnTo>
                  <a:lnTo>
                    <a:pt x="49386" y="7461"/>
                  </a:lnTo>
                  <a:lnTo>
                    <a:pt x="44038" y="5904"/>
                  </a:lnTo>
                  <a:lnTo>
                    <a:pt x="38640" y="4527"/>
                  </a:lnTo>
                  <a:lnTo>
                    <a:pt x="33200" y="3330"/>
                  </a:lnTo>
                  <a:lnTo>
                    <a:pt x="27723" y="2314"/>
                  </a:lnTo>
                  <a:lnTo>
                    <a:pt x="22216" y="1482"/>
                  </a:lnTo>
                  <a:lnTo>
                    <a:pt x="16683" y="834"/>
                  </a:lnTo>
                  <a:lnTo>
                    <a:pt x="11132" y="371"/>
                  </a:lnTo>
                  <a:lnTo>
                    <a:pt x="556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2439" y="941493"/>
              <a:ext cx="81104" cy="167167"/>
            </a:xfrm>
            <a:custGeom>
              <a:avLst/>
              <a:pathLst>
                <a:path w="81104" h="167167">
                  <a:moveTo>
                    <a:pt x="81104" y="0"/>
                  </a:moveTo>
                  <a:lnTo>
                    <a:pt x="75460" y="95"/>
                  </a:lnTo>
                  <a:lnTo>
                    <a:pt x="69822" y="381"/>
                  </a:lnTo>
                  <a:lnTo>
                    <a:pt x="64197" y="857"/>
                  </a:lnTo>
                  <a:lnTo>
                    <a:pt x="58592" y="1522"/>
                  </a:lnTo>
                  <a:lnTo>
                    <a:pt x="53012" y="2377"/>
                  </a:lnTo>
                  <a:lnTo>
                    <a:pt x="47464" y="3419"/>
                  </a:lnTo>
                  <a:lnTo>
                    <a:pt x="41954" y="4649"/>
                  </a:lnTo>
                  <a:lnTo>
                    <a:pt x="36489" y="6063"/>
                  </a:lnTo>
                  <a:lnTo>
                    <a:pt x="31075" y="7661"/>
                  </a:lnTo>
                  <a:lnTo>
                    <a:pt x="25718" y="9442"/>
                  </a:lnTo>
                  <a:lnTo>
                    <a:pt x="20424" y="11402"/>
                  </a:lnTo>
                  <a:lnTo>
                    <a:pt x="15199" y="13539"/>
                  </a:lnTo>
                  <a:lnTo>
                    <a:pt x="10050" y="15852"/>
                  </a:lnTo>
                  <a:lnTo>
                    <a:pt x="4981" y="18338"/>
                  </a:lnTo>
                  <a:lnTo>
                    <a:pt x="0" y="20993"/>
                  </a:lnTo>
                  <a:lnTo>
                    <a:pt x="8110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2439" y="962486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856395" y="948260"/>
              <a:ext cx="334295" cy="327567"/>
            </a:xfrm>
            <a:custGeom>
              <a:avLst/>
              <a:pathLst>
                <a:path w="334295" h="327567">
                  <a:moveTo>
                    <a:pt x="86043" y="14225"/>
                  </a:moveTo>
                  <a:lnTo>
                    <a:pt x="81445" y="16873"/>
                  </a:lnTo>
                  <a:lnTo>
                    <a:pt x="76934" y="19665"/>
                  </a:lnTo>
                  <a:lnTo>
                    <a:pt x="72513" y="22599"/>
                  </a:lnTo>
                  <a:lnTo>
                    <a:pt x="68187" y="25671"/>
                  </a:lnTo>
                  <a:lnTo>
                    <a:pt x="63962" y="28880"/>
                  </a:lnTo>
                  <a:lnTo>
                    <a:pt x="59840" y="32221"/>
                  </a:lnTo>
                  <a:lnTo>
                    <a:pt x="55826" y="35691"/>
                  </a:lnTo>
                  <a:lnTo>
                    <a:pt x="51924" y="39286"/>
                  </a:lnTo>
                  <a:lnTo>
                    <a:pt x="48139" y="43004"/>
                  </a:lnTo>
                  <a:lnTo>
                    <a:pt x="44473" y="46840"/>
                  </a:lnTo>
                  <a:lnTo>
                    <a:pt x="40931" y="50790"/>
                  </a:lnTo>
                  <a:lnTo>
                    <a:pt x="37516" y="54851"/>
                  </a:lnTo>
                  <a:lnTo>
                    <a:pt x="34232" y="59018"/>
                  </a:lnTo>
                  <a:lnTo>
                    <a:pt x="31082" y="63287"/>
                  </a:lnTo>
                  <a:lnTo>
                    <a:pt x="28068" y="67654"/>
                  </a:lnTo>
                  <a:lnTo>
                    <a:pt x="25195" y="72115"/>
                  </a:lnTo>
                  <a:lnTo>
                    <a:pt x="22465" y="76664"/>
                  </a:lnTo>
                  <a:lnTo>
                    <a:pt x="19880" y="81298"/>
                  </a:lnTo>
                  <a:lnTo>
                    <a:pt x="17444" y="86011"/>
                  </a:lnTo>
                  <a:lnTo>
                    <a:pt x="15159" y="90799"/>
                  </a:lnTo>
                  <a:lnTo>
                    <a:pt x="13027" y="95658"/>
                  </a:lnTo>
                  <a:lnTo>
                    <a:pt x="11050" y="100582"/>
                  </a:lnTo>
                  <a:lnTo>
                    <a:pt x="9230" y="105566"/>
                  </a:lnTo>
                  <a:lnTo>
                    <a:pt x="7569" y="110605"/>
                  </a:lnTo>
                  <a:lnTo>
                    <a:pt x="6069" y="115694"/>
                  </a:lnTo>
                  <a:lnTo>
                    <a:pt x="4732" y="120828"/>
                  </a:lnTo>
                  <a:lnTo>
                    <a:pt x="3558" y="126003"/>
                  </a:lnTo>
                  <a:lnTo>
                    <a:pt x="2549" y="131212"/>
                  </a:lnTo>
                  <a:lnTo>
                    <a:pt x="1705" y="136450"/>
                  </a:lnTo>
                  <a:lnTo>
                    <a:pt x="1029" y="141712"/>
                  </a:lnTo>
                  <a:lnTo>
                    <a:pt x="519" y="146994"/>
                  </a:lnTo>
                  <a:lnTo>
                    <a:pt x="178" y="152288"/>
                  </a:lnTo>
                  <a:lnTo>
                    <a:pt x="4" y="157591"/>
                  </a:lnTo>
                  <a:lnTo>
                    <a:pt x="0" y="162897"/>
                  </a:lnTo>
                  <a:lnTo>
                    <a:pt x="163" y="168200"/>
                  </a:lnTo>
                  <a:lnTo>
                    <a:pt x="495" y="173496"/>
                  </a:lnTo>
                  <a:lnTo>
                    <a:pt x="994" y="178778"/>
                  </a:lnTo>
                  <a:lnTo>
                    <a:pt x="1661" y="184042"/>
                  </a:lnTo>
                  <a:lnTo>
                    <a:pt x="2495" y="189281"/>
                  </a:lnTo>
                  <a:lnTo>
                    <a:pt x="3494" y="194492"/>
                  </a:lnTo>
                  <a:lnTo>
                    <a:pt x="4659" y="199669"/>
                  </a:lnTo>
                  <a:lnTo>
                    <a:pt x="5987" y="204805"/>
                  </a:lnTo>
                  <a:lnTo>
                    <a:pt x="7477" y="209898"/>
                  </a:lnTo>
                  <a:lnTo>
                    <a:pt x="9128" y="214940"/>
                  </a:lnTo>
                  <a:lnTo>
                    <a:pt x="10939" y="219927"/>
                  </a:lnTo>
                  <a:lnTo>
                    <a:pt x="12907" y="224854"/>
                  </a:lnTo>
                  <a:lnTo>
                    <a:pt x="15030" y="229717"/>
                  </a:lnTo>
                  <a:lnTo>
                    <a:pt x="17306" y="234510"/>
                  </a:lnTo>
                  <a:lnTo>
                    <a:pt x="19734" y="239227"/>
                  </a:lnTo>
                  <a:lnTo>
                    <a:pt x="22309" y="243866"/>
                  </a:lnTo>
                  <a:lnTo>
                    <a:pt x="25031" y="248420"/>
                  </a:lnTo>
                  <a:lnTo>
                    <a:pt x="27896" y="252886"/>
                  </a:lnTo>
                  <a:lnTo>
                    <a:pt x="30901" y="257259"/>
                  </a:lnTo>
                  <a:lnTo>
                    <a:pt x="34044" y="261534"/>
                  </a:lnTo>
                  <a:lnTo>
                    <a:pt x="37320" y="265707"/>
                  </a:lnTo>
                  <a:lnTo>
                    <a:pt x="40728" y="269774"/>
                  </a:lnTo>
                  <a:lnTo>
                    <a:pt x="44262" y="273731"/>
                  </a:lnTo>
                  <a:lnTo>
                    <a:pt x="47921" y="277574"/>
                  </a:lnTo>
                  <a:lnTo>
                    <a:pt x="51700" y="281298"/>
                  </a:lnTo>
                  <a:lnTo>
                    <a:pt x="55594" y="284901"/>
                  </a:lnTo>
                  <a:lnTo>
                    <a:pt x="59602" y="288379"/>
                  </a:lnTo>
                  <a:lnTo>
                    <a:pt x="63717" y="291727"/>
                  </a:lnTo>
                  <a:lnTo>
                    <a:pt x="67937" y="294944"/>
                  </a:lnTo>
                  <a:lnTo>
                    <a:pt x="72257" y="298024"/>
                  </a:lnTo>
                  <a:lnTo>
                    <a:pt x="76672" y="300966"/>
                  </a:lnTo>
                  <a:lnTo>
                    <a:pt x="81179" y="303767"/>
                  </a:lnTo>
                  <a:lnTo>
                    <a:pt x="85772" y="306423"/>
                  </a:lnTo>
                  <a:lnTo>
                    <a:pt x="90447" y="308932"/>
                  </a:lnTo>
                  <a:lnTo>
                    <a:pt x="95199" y="311291"/>
                  </a:lnTo>
                  <a:lnTo>
                    <a:pt x="100024" y="313498"/>
                  </a:lnTo>
                  <a:lnTo>
                    <a:pt x="104917" y="315551"/>
                  </a:lnTo>
                  <a:lnTo>
                    <a:pt x="109872" y="317448"/>
                  </a:lnTo>
                  <a:lnTo>
                    <a:pt x="114884" y="319187"/>
                  </a:lnTo>
                  <a:lnTo>
                    <a:pt x="119950" y="320765"/>
                  </a:lnTo>
                  <a:lnTo>
                    <a:pt x="125063" y="322183"/>
                  </a:lnTo>
                  <a:lnTo>
                    <a:pt x="130218" y="323437"/>
                  </a:lnTo>
                  <a:lnTo>
                    <a:pt x="135411" y="324527"/>
                  </a:lnTo>
                  <a:lnTo>
                    <a:pt x="140636" y="325451"/>
                  </a:lnTo>
                  <a:lnTo>
                    <a:pt x="145887" y="326209"/>
                  </a:lnTo>
                  <a:lnTo>
                    <a:pt x="151160" y="326800"/>
                  </a:lnTo>
                  <a:lnTo>
                    <a:pt x="156448" y="327224"/>
                  </a:lnTo>
                  <a:lnTo>
                    <a:pt x="161748" y="327480"/>
                  </a:lnTo>
                  <a:lnTo>
                    <a:pt x="167053" y="327567"/>
                  </a:lnTo>
                  <a:lnTo>
                    <a:pt x="172358" y="327486"/>
                  </a:lnTo>
                  <a:lnTo>
                    <a:pt x="177658" y="327236"/>
                  </a:lnTo>
                  <a:lnTo>
                    <a:pt x="182947" y="326819"/>
                  </a:lnTo>
                  <a:lnTo>
                    <a:pt x="188221" y="326233"/>
                  </a:lnTo>
                  <a:lnTo>
                    <a:pt x="193473" y="325481"/>
                  </a:lnTo>
                  <a:lnTo>
                    <a:pt x="198699" y="324563"/>
                  </a:lnTo>
                  <a:lnTo>
                    <a:pt x="203892" y="323479"/>
                  </a:lnTo>
                  <a:lnTo>
                    <a:pt x="209049" y="322230"/>
                  </a:lnTo>
                  <a:lnTo>
                    <a:pt x="214164" y="320819"/>
                  </a:lnTo>
                  <a:lnTo>
                    <a:pt x="219231" y="319246"/>
                  </a:lnTo>
                  <a:lnTo>
                    <a:pt x="224246" y="317513"/>
                  </a:lnTo>
                  <a:lnTo>
                    <a:pt x="229203" y="315622"/>
                  </a:lnTo>
                  <a:lnTo>
                    <a:pt x="234098" y="313575"/>
                  </a:lnTo>
                  <a:lnTo>
                    <a:pt x="238925" y="311373"/>
                  </a:lnTo>
                  <a:lnTo>
                    <a:pt x="243680" y="309019"/>
                  </a:lnTo>
                  <a:lnTo>
                    <a:pt x="248358" y="306515"/>
                  </a:lnTo>
                  <a:lnTo>
                    <a:pt x="252954" y="303865"/>
                  </a:lnTo>
                  <a:lnTo>
                    <a:pt x="257464" y="301069"/>
                  </a:lnTo>
                  <a:lnTo>
                    <a:pt x="261883" y="298132"/>
                  </a:lnTo>
                  <a:lnTo>
                    <a:pt x="266206" y="295056"/>
                  </a:lnTo>
                  <a:lnTo>
                    <a:pt x="270430" y="291845"/>
                  </a:lnTo>
                  <a:lnTo>
                    <a:pt x="274549" y="288501"/>
                  </a:lnTo>
                  <a:lnTo>
                    <a:pt x="278560" y="285028"/>
                  </a:lnTo>
                  <a:lnTo>
                    <a:pt x="282459" y="281430"/>
                  </a:lnTo>
                  <a:lnTo>
                    <a:pt x="286242" y="277709"/>
                  </a:lnTo>
                  <a:lnTo>
                    <a:pt x="289905" y="273871"/>
                  </a:lnTo>
                  <a:lnTo>
                    <a:pt x="293444" y="269918"/>
                  </a:lnTo>
                  <a:lnTo>
                    <a:pt x="296856" y="265855"/>
                  </a:lnTo>
                  <a:lnTo>
                    <a:pt x="300137" y="261685"/>
                  </a:lnTo>
                  <a:lnTo>
                    <a:pt x="303285" y="257414"/>
                  </a:lnTo>
                  <a:lnTo>
                    <a:pt x="306295" y="253045"/>
                  </a:lnTo>
                  <a:lnTo>
                    <a:pt x="309165" y="248582"/>
                  </a:lnTo>
                  <a:lnTo>
                    <a:pt x="311892" y="244031"/>
                  </a:lnTo>
                  <a:lnTo>
                    <a:pt x="314473" y="239395"/>
                  </a:lnTo>
                  <a:lnTo>
                    <a:pt x="316906" y="234680"/>
                  </a:lnTo>
                  <a:lnTo>
                    <a:pt x="319188" y="229890"/>
                  </a:lnTo>
                  <a:lnTo>
                    <a:pt x="321316" y="225030"/>
                  </a:lnTo>
                  <a:lnTo>
                    <a:pt x="323290" y="220105"/>
                  </a:lnTo>
                  <a:lnTo>
                    <a:pt x="325106" y="215120"/>
                  </a:lnTo>
                  <a:lnTo>
                    <a:pt x="326763" y="210079"/>
                  </a:lnTo>
                  <a:lnTo>
                    <a:pt x="328259" y="204989"/>
                  </a:lnTo>
                  <a:lnTo>
                    <a:pt x="329593" y="199854"/>
                  </a:lnTo>
                  <a:lnTo>
                    <a:pt x="330763" y="194679"/>
                  </a:lnTo>
                  <a:lnTo>
                    <a:pt x="331769" y="189469"/>
                  </a:lnTo>
                  <a:lnTo>
                    <a:pt x="332608" y="184230"/>
                  </a:lnTo>
                  <a:lnTo>
                    <a:pt x="333281" y="178967"/>
                  </a:lnTo>
                  <a:lnTo>
                    <a:pt x="333787" y="173686"/>
                  </a:lnTo>
                  <a:lnTo>
                    <a:pt x="334125" y="168391"/>
                  </a:lnTo>
                  <a:lnTo>
                    <a:pt x="334294" y="163087"/>
                  </a:lnTo>
                  <a:lnTo>
                    <a:pt x="334295" y="157782"/>
                  </a:lnTo>
                  <a:lnTo>
                    <a:pt x="334128" y="152479"/>
                  </a:lnTo>
                  <a:lnTo>
                    <a:pt x="333792" y="147183"/>
                  </a:lnTo>
                  <a:lnTo>
                    <a:pt x="333289" y="141902"/>
                  </a:lnTo>
                  <a:lnTo>
                    <a:pt x="332618" y="136638"/>
                  </a:lnTo>
                  <a:lnTo>
                    <a:pt x="331781" y="131399"/>
                  </a:lnTo>
                  <a:lnTo>
                    <a:pt x="330778" y="126189"/>
                  </a:lnTo>
                  <a:lnTo>
                    <a:pt x="329610" y="121014"/>
                  </a:lnTo>
                  <a:lnTo>
                    <a:pt x="328278" y="115878"/>
                  </a:lnTo>
                  <a:lnTo>
                    <a:pt x="326784" y="110787"/>
                  </a:lnTo>
                  <a:lnTo>
                    <a:pt x="325129" y="105745"/>
                  </a:lnTo>
                  <a:lnTo>
                    <a:pt x="323315" y="100759"/>
                  </a:lnTo>
                  <a:lnTo>
                    <a:pt x="321344" y="95834"/>
                  </a:lnTo>
                  <a:lnTo>
                    <a:pt x="319217" y="90973"/>
                  </a:lnTo>
                  <a:lnTo>
                    <a:pt x="316937" y="86182"/>
                  </a:lnTo>
                  <a:lnTo>
                    <a:pt x="314506" y="81465"/>
                  </a:lnTo>
                  <a:lnTo>
                    <a:pt x="311927" y="76829"/>
                  </a:lnTo>
                  <a:lnTo>
                    <a:pt x="309202" y="72276"/>
                  </a:lnTo>
                  <a:lnTo>
                    <a:pt x="306334" y="67813"/>
                  </a:lnTo>
                  <a:lnTo>
                    <a:pt x="303326" y="63442"/>
                  </a:lnTo>
                  <a:lnTo>
                    <a:pt x="300180" y="59169"/>
                  </a:lnTo>
                  <a:lnTo>
                    <a:pt x="296900" y="54999"/>
                  </a:lnTo>
                  <a:lnTo>
                    <a:pt x="293490" y="50934"/>
                  </a:lnTo>
                  <a:lnTo>
                    <a:pt x="289953" y="46980"/>
                  </a:lnTo>
                  <a:lnTo>
                    <a:pt x="286291" y="43140"/>
                  </a:lnTo>
                  <a:lnTo>
                    <a:pt x="282510" y="39418"/>
                  </a:lnTo>
                  <a:lnTo>
                    <a:pt x="278613" y="35817"/>
                  </a:lnTo>
                  <a:lnTo>
                    <a:pt x="274603" y="32343"/>
                  </a:lnTo>
                  <a:lnTo>
                    <a:pt x="270485" y="28997"/>
                  </a:lnTo>
                  <a:lnTo>
                    <a:pt x="266263" y="25784"/>
                  </a:lnTo>
                  <a:lnTo>
                    <a:pt x="261941" y="22706"/>
                  </a:lnTo>
                  <a:lnTo>
                    <a:pt x="257523" y="19768"/>
                  </a:lnTo>
                  <a:lnTo>
                    <a:pt x="253015" y="16970"/>
                  </a:lnTo>
                  <a:lnTo>
                    <a:pt x="248420" y="14318"/>
                  </a:lnTo>
                  <a:lnTo>
                    <a:pt x="243743" y="11812"/>
                  </a:lnTo>
                  <a:lnTo>
                    <a:pt x="238989" y="9456"/>
                  </a:lnTo>
                  <a:lnTo>
                    <a:pt x="234162" y="7252"/>
                  </a:lnTo>
                  <a:lnTo>
                    <a:pt x="229269" y="5203"/>
                  </a:lnTo>
                  <a:lnTo>
                    <a:pt x="224312" y="3309"/>
                  </a:lnTo>
                  <a:lnTo>
                    <a:pt x="219298" y="1574"/>
                  </a:lnTo>
                  <a:lnTo>
                    <a:pt x="214231" y="0"/>
                  </a:lnTo>
                  <a:lnTo>
                    <a:pt x="167148" y="1603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23544" y="941493"/>
              <a:ext cx="47083" cy="167167"/>
            </a:xfrm>
            <a:custGeom>
              <a:avLst/>
              <a:pathLst>
                <a:path w="47083" h="167167">
                  <a:moveTo>
                    <a:pt x="47083" y="6767"/>
                  </a:moveTo>
                  <a:lnTo>
                    <a:pt x="41329" y="5189"/>
                  </a:lnTo>
                  <a:lnTo>
                    <a:pt x="35523" y="3818"/>
                  </a:lnTo>
                  <a:lnTo>
                    <a:pt x="29672" y="2654"/>
                  </a:lnTo>
                  <a:lnTo>
                    <a:pt x="23783" y="1700"/>
                  </a:lnTo>
                  <a:lnTo>
                    <a:pt x="17864" y="957"/>
                  </a:lnTo>
                  <a:lnTo>
                    <a:pt x="11922" y="425"/>
                  </a:lnTo>
                  <a:lnTo>
                    <a:pt x="596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37412" y="941493"/>
              <a:ext cx="48803" cy="167167"/>
            </a:xfrm>
            <a:custGeom>
              <a:avLst/>
              <a:pathLst>
                <a:path w="48803" h="167167">
                  <a:moveTo>
                    <a:pt x="48803" y="0"/>
                  </a:moveTo>
                  <a:lnTo>
                    <a:pt x="42614" y="114"/>
                  </a:lnTo>
                  <a:lnTo>
                    <a:pt x="36433" y="458"/>
                  </a:lnTo>
                  <a:lnTo>
                    <a:pt x="30270" y="1030"/>
                  </a:lnTo>
                  <a:lnTo>
                    <a:pt x="24131" y="1830"/>
                  </a:lnTo>
                  <a:lnTo>
                    <a:pt x="18027" y="2857"/>
                  </a:lnTo>
                  <a:lnTo>
                    <a:pt x="11964" y="4109"/>
                  </a:lnTo>
                  <a:lnTo>
                    <a:pt x="5953" y="5585"/>
                  </a:lnTo>
                  <a:lnTo>
                    <a:pt x="0" y="7282"/>
                  </a:lnTo>
                  <a:lnTo>
                    <a:pt x="4880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7412" y="948776"/>
              <a:ext cx="48803" cy="159884"/>
            </a:xfrm>
            <a:custGeom>
              <a:avLst/>
              <a:pathLst>
                <a:path w="48803" h="159884">
                  <a:moveTo>
                    <a:pt x="0" y="0"/>
                  </a:moveTo>
                  <a:lnTo>
                    <a:pt x="48803" y="1598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48" y="948776"/>
              <a:ext cx="167167" cy="325438"/>
            </a:xfrm>
            <a:custGeom>
              <a:avLst/>
              <a:pathLst>
                <a:path w="167167" h="325438">
                  <a:moveTo>
                    <a:pt x="118363" y="0"/>
                  </a:moveTo>
                  <a:lnTo>
                    <a:pt x="113298" y="1634"/>
                  </a:lnTo>
                  <a:lnTo>
                    <a:pt x="108288" y="3429"/>
                  </a:lnTo>
                  <a:lnTo>
                    <a:pt x="103337" y="5383"/>
                  </a:lnTo>
                  <a:lnTo>
                    <a:pt x="98451" y="7493"/>
                  </a:lnTo>
                  <a:lnTo>
                    <a:pt x="93635" y="9758"/>
                  </a:lnTo>
                  <a:lnTo>
                    <a:pt x="88893" y="12174"/>
                  </a:lnTo>
                  <a:lnTo>
                    <a:pt x="84231" y="14741"/>
                  </a:lnTo>
                  <a:lnTo>
                    <a:pt x="79653" y="17455"/>
                  </a:lnTo>
                  <a:lnTo>
                    <a:pt x="75163" y="20313"/>
                  </a:lnTo>
                  <a:lnTo>
                    <a:pt x="70767" y="23312"/>
                  </a:lnTo>
                  <a:lnTo>
                    <a:pt x="66468" y="26450"/>
                  </a:lnTo>
                  <a:lnTo>
                    <a:pt x="62272" y="29723"/>
                  </a:lnTo>
                  <a:lnTo>
                    <a:pt x="58181" y="33128"/>
                  </a:lnTo>
                  <a:lnTo>
                    <a:pt x="54202" y="36662"/>
                  </a:lnTo>
                  <a:lnTo>
                    <a:pt x="50336" y="40320"/>
                  </a:lnTo>
                  <a:lnTo>
                    <a:pt x="46589" y="44100"/>
                  </a:lnTo>
                  <a:lnTo>
                    <a:pt x="42965" y="47997"/>
                  </a:lnTo>
                  <a:lnTo>
                    <a:pt x="39466" y="52007"/>
                  </a:lnTo>
                  <a:lnTo>
                    <a:pt x="36097" y="56127"/>
                  </a:lnTo>
                  <a:lnTo>
                    <a:pt x="32860" y="60352"/>
                  </a:lnTo>
                  <a:lnTo>
                    <a:pt x="29760" y="64678"/>
                  </a:lnTo>
                  <a:lnTo>
                    <a:pt x="26799" y="69100"/>
                  </a:lnTo>
                  <a:lnTo>
                    <a:pt x="23980" y="73615"/>
                  </a:lnTo>
                  <a:lnTo>
                    <a:pt x="21306" y="78216"/>
                  </a:lnTo>
                  <a:lnTo>
                    <a:pt x="18781" y="82901"/>
                  </a:lnTo>
                  <a:lnTo>
                    <a:pt x="16405" y="87663"/>
                  </a:lnTo>
                  <a:lnTo>
                    <a:pt x="14183" y="92499"/>
                  </a:lnTo>
                  <a:lnTo>
                    <a:pt x="12115" y="97403"/>
                  </a:lnTo>
                  <a:lnTo>
                    <a:pt x="10205" y="102371"/>
                  </a:lnTo>
                  <a:lnTo>
                    <a:pt x="8453" y="107396"/>
                  </a:lnTo>
                  <a:lnTo>
                    <a:pt x="6863" y="112475"/>
                  </a:lnTo>
                  <a:lnTo>
                    <a:pt x="5435" y="117602"/>
                  </a:lnTo>
                  <a:lnTo>
                    <a:pt x="4171" y="122772"/>
                  </a:lnTo>
                  <a:lnTo>
                    <a:pt x="3072" y="127980"/>
                  </a:lnTo>
                  <a:lnTo>
                    <a:pt x="2140" y="133219"/>
                  </a:lnTo>
                  <a:lnTo>
                    <a:pt x="1375" y="138486"/>
                  </a:lnTo>
                  <a:lnTo>
                    <a:pt x="777" y="143775"/>
                  </a:lnTo>
                  <a:lnTo>
                    <a:pt x="349" y="149080"/>
                  </a:lnTo>
                  <a:lnTo>
                    <a:pt x="90" y="154395"/>
                  </a:lnTo>
                  <a:lnTo>
                    <a:pt x="0" y="159717"/>
                  </a:lnTo>
                  <a:lnTo>
                    <a:pt x="79" y="165038"/>
                  </a:lnTo>
                  <a:lnTo>
                    <a:pt x="328" y="170355"/>
                  </a:lnTo>
                  <a:lnTo>
                    <a:pt x="745" y="175660"/>
                  </a:lnTo>
                  <a:lnTo>
                    <a:pt x="1332" y="180950"/>
                  </a:lnTo>
                  <a:lnTo>
                    <a:pt x="2087" y="186218"/>
                  </a:lnTo>
                  <a:lnTo>
                    <a:pt x="3009" y="191460"/>
                  </a:lnTo>
                  <a:lnTo>
                    <a:pt x="4097" y="196670"/>
                  </a:lnTo>
                  <a:lnTo>
                    <a:pt x="5351" y="201842"/>
                  </a:lnTo>
                  <a:lnTo>
                    <a:pt x="6768" y="206972"/>
                  </a:lnTo>
                  <a:lnTo>
                    <a:pt x="8348" y="212054"/>
                  </a:lnTo>
                  <a:lnTo>
                    <a:pt x="10090" y="217083"/>
                  </a:lnTo>
                  <a:lnTo>
                    <a:pt x="11990" y="222054"/>
                  </a:lnTo>
                  <a:lnTo>
                    <a:pt x="14048" y="226962"/>
                  </a:lnTo>
                  <a:lnTo>
                    <a:pt x="16261" y="231803"/>
                  </a:lnTo>
                  <a:lnTo>
                    <a:pt x="18626" y="236570"/>
                  </a:lnTo>
                  <a:lnTo>
                    <a:pt x="21143" y="241260"/>
                  </a:lnTo>
                  <a:lnTo>
                    <a:pt x="23807" y="245867"/>
                  </a:lnTo>
                  <a:lnTo>
                    <a:pt x="26617" y="250387"/>
                  </a:lnTo>
                  <a:lnTo>
                    <a:pt x="29569" y="254815"/>
                  </a:lnTo>
                  <a:lnTo>
                    <a:pt x="32661" y="259147"/>
                  </a:lnTo>
                  <a:lnTo>
                    <a:pt x="35889" y="263378"/>
                  </a:lnTo>
                  <a:lnTo>
                    <a:pt x="39250" y="267505"/>
                  </a:lnTo>
                  <a:lnTo>
                    <a:pt x="42741" y="271522"/>
                  </a:lnTo>
                  <a:lnTo>
                    <a:pt x="46358" y="275427"/>
                  </a:lnTo>
                  <a:lnTo>
                    <a:pt x="50097" y="279214"/>
                  </a:lnTo>
                  <a:lnTo>
                    <a:pt x="53955" y="282880"/>
                  </a:lnTo>
                  <a:lnTo>
                    <a:pt x="57927" y="286422"/>
                  </a:lnTo>
                  <a:lnTo>
                    <a:pt x="62011" y="289835"/>
                  </a:lnTo>
                  <a:lnTo>
                    <a:pt x="66201" y="293116"/>
                  </a:lnTo>
                  <a:lnTo>
                    <a:pt x="70493" y="296263"/>
                  </a:lnTo>
                  <a:lnTo>
                    <a:pt x="74884" y="299271"/>
                  </a:lnTo>
                  <a:lnTo>
                    <a:pt x="79367" y="302138"/>
                  </a:lnTo>
                  <a:lnTo>
                    <a:pt x="83940" y="304861"/>
                  </a:lnTo>
                  <a:lnTo>
                    <a:pt x="88597" y="307437"/>
                  </a:lnTo>
                  <a:lnTo>
                    <a:pt x="93334" y="309863"/>
                  </a:lnTo>
                  <a:lnTo>
                    <a:pt x="98146" y="312138"/>
                  </a:lnTo>
                  <a:lnTo>
                    <a:pt x="103028" y="314258"/>
                  </a:lnTo>
                  <a:lnTo>
                    <a:pt x="107974" y="316221"/>
                  </a:lnTo>
                  <a:lnTo>
                    <a:pt x="112981" y="318026"/>
                  </a:lnTo>
                  <a:lnTo>
                    <a:pt x="118043" y="319671"/>
                  </a:lnTo>
                  <a:lnTo>
                    <a:pt x="123154" y="321154"/>
                  </a:lnTo>
                  <a:lnTo>
                    <a:pt x="128310" y="322473"/>
                  </a:lnTo>
                  <a:lnTo>
                    <a:pt x="133505" y="323628"/>
                  </a:lnTo>
                  <a:lnTo>
                    <a:pt x="138735" y="324616"/>
                  </a:lnTo>
                  <a:lnTo>
                    <a:pt x="143993" y="325438"/>
                  </a:lnTo>
                  <a:lnTo>
                    <a:pt x="167167" y="1598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63042" y="941493"/>
              <a:ext cx="190332" cy="334323"/>
            </a:xfrm>
            <a:custGeom>
              <a:avLst/>
              <a:pathLst>
                <a:path w="190332" h="334323">
                  <a:moveTo>
                    <a:pt x="0" y="332720"/>
                  </a:moveTo>
                  <a:lnTo>
                    <a:pt x="5283" y="333374"/>
                  </a:lnTo>
                  <a:lnTo>
                    <a:pt x="10585" y="333860"/>
                  </a:lnTo>
                  <a:lnTo>
                    <a:pt x="15900" y="334176"/>
                  </a:lnTo>
                  <a:lnTo>
                    <a:pt x="21223" y="334323"/>
                  </a:lnTo>
                  <a:lnTo>
                    <a:pt x="26547" y="334300"/>
                  </a:lnTo>
                  <a:lnTo>
                    <a:pt x="31868" y="334108"/>
                  </a:lnTo>
                  <a:lnTo>
                    <a:pt x="37179" y="333747"/>
                  </a:lnTo>
                  <a:lnTo>
                    <a:pt x="42477" y="333216"/>
                  </a:lnTo>
                  <a:lnTo>
                    <a:pt x="47755" y="332517"/>
                  </a:lnTo>
                  <a:lnTo>
                    <a:pt x="53009" y="331650"/>
                  </a:lnTo>
                  <a:lnTo>
                    <a:pt x="58232" y="330617"/>
                  </a:lnTo>
                  <a:lnTo>
                    <a:pt x="63419" y="329417"/>
                  </a:lnTo>
                  <a:lnTo>
                    <a:pt x="68566" y="328054"/>
                  </a:lnTo>
                  <a:lnTo>
                    <a:pt x="73666" y="326526"/>
                  </a:lnTo>
                  <a:lnTo>
                    <a:pt x="78715" y="324838"/>
                  </a:lnTo>
                  <a:lnTo>
                    <a:pt x="83708" y="322989"/>
                  </a:lnTo>
                  <a:lnTo>
                    <a:pt x="88640" y="320982"/>
                  </a:lnTo>
                  <a:lnTo>
                    <a:pt x="93505" y="318819"/>
                  </a:lnTo>
                  <a:lnTo>
                    <a:pt x="98299" y="316502"/>
                  </a:lnTo>
                  <a:lnTo>
                    <a:pt x="103016" y="314034"/>
                  </a:lnTo>
                  <a:lnTo>
                    <a:pt x="107653" y="311417"/>
                  </a:lnTo>
                  <a:lnTo>
                    <a:pt x="112204" y="308654"/>
                  </a:lnTo>
                  <a:lnTo>
                    <a:pt x="116665" y="305747"/>
                  </a:lnTo>
                  <a:lnTo>
                    <a:pt x="121030" y="302699"/>
                  </a:lnTo>
                  <a:lnTo>
                    <a:pt x="125297" y="299514"/>
                  </a:lnTo>
                  <a:lnTo>
                    <a:pt x="129460" y="296195"/>
                  </a:lnTo>
                  <a:lnTo>
                    <a:pt x="133515" y="292744"/>
                  </a:lnTo>
                  <a:lnTo>
                    <a:pt x="137458" y="289167"/>
                  </a:lnTo>
                  <a:lnTo>
                    <a:pt x="141285" y="285465"/>
                  </a:lnTo>
                  <a:lnTo>
                    <a:pt x="144993" y="281644"/>
                  </a:lnTo>
                  <a:lnTo>
                    <a:pt x="148576" y="277707"/>
                  </a:lnTo>
                  <a:lnTo>
                    <a:pt x="152033" y="273657"/>
                  </a:lnTo>
                  <a:lnTo>
                    <a:pt x="155359" y="269499"/>
                  </a:lnTo>
                  <a:lnTo>
                    <a:pt x="158551" y="265238"/>
                  </a:lnTo>
                  <a:lnTo>
                    <a:pt x="161605" y="260877"/>
                  </a:lnTo>
                  <a:lnTo>
                    <a:pt x="164519" y="256421"/>
                  </a:lnTo>
                  <a:lnTo>
                    <a:pt x="167290" y="251874"/>
                  </a:lnTo>
                  <a:lnTo>
                    <a:pt x="169914" y="247242"/>
                  </a:lnTo>
                  <a:lnTo>
                    <a:pt x="172390" y="242528"/>
                  </a:lnTo>
                  <a:lnTo>
                    <a:pt x="174714" y="237738"/>
                  </a:lnTo>
                  <a:lnTo>
                    <a:pt x="176885" y="232876"/>
                  </a:lnTo>
                  <a:lnTo>
                    <a:pt x="178899" y="227948"/>
                  </a:lnTo>
                  <a:lnTo>
                    <a:pt x="180756" y="222958"/>
                  </a:lnTo>
                  <a:lnTo>
                    <a:pt x="182453" y="217911"/>
                  </a:lnTo>
                  <a:lnTo>
                    <a:pt x="183988" y="212813"/>
                  </a:lnTo>
                  <a:lnTo>
                    <a:pt x="185360" y="207669"/>
                  </a:lnTo>
                  <a:lnTo>
                    <a:pt x="186568" y="202483"/>
                  </a:lnTo>
                  <a:lnTo>
                    <a:pt x="187609" y="197262"/>
                  </a:lnTo>
                  <a:lnTo>
                    <a:pt x="188484" y="192010"/>
                  </a:lnTo>
                  <a:lnTo>
                    <a:pt x="189192" y="186733"/>
                  </a:lnTo>
                  <a:lnTo>
                    <a:pt x="189731" y="181436"/>
                  </a:lnTo>
                  <a:lnTo>
                    <a:pt x="190100" y="176125"/>
                  </a:lnTo>
                  <a:lnTo>
                    <a:pt x="190301" y="170804"/>
                  </a:lnTo>
                  <a:lnTo>
                    <a:pt x="190332" y="165480"/>
                  </a:lnTo>
                  <a:lnTo>
                    <a:pt x="190194" y="160158"/>
                  </a:lnTo>
                  <a:lnTo>
                    <a:pt x="189886" y="154842"/>
                  </a:lnTo>
                  <a:lnTo>
                    <a:pt x="189409" y="149539"/>
                  </a:lnTo>
                  <a:lnTo>
                    <a:pt x="188763" y="144255"/>
                  </a:lnTo>
                  <a:lnTo>
                    <a:pt x="187949" y="138993"/>
                  </a:lnTo>
                  <a:lnTo>
                    <a:pt x="186969" y="133760"/>
                  </a:lnTo>
                  <a:lnTo>
                    <a:pt x="185822" y="128560"/>
                  </a:lnTo>
                  <a:lnTo>
                    <a:pt x="184510" y="123400"/>
                  </a:lnTo>
                  <a:lnTo>
                    <a:pt x="183034" y="118285"/>
                  </a:lnTo>
                  <a:lnTo>
                    <a:pt x="181396" y="113219"/>
                  </a:lnTo>
                  <a:lnTo>
                    <a:pt x="179598" y="108207"/>
                  </a:lnTo>
                  <a:lnTo>
                    <a:pt x="177641" y="103256"/>
                  </a:lnTo>
                  <a:lnTo>
                    <a:pt x="175527" y="98369"/>
                  </a:lnTo>
                  <a:lnTo>
                    <a:pt x="173259" y="93552"/>
                  </a:lnTo>
                  <a:lnTo>
                    <a:pt x="170839" y="88810"/>
                  </a:lnTo>
                  <a:lnTo>
                    <a:pt x="168269" y="84147"/>
                  </a:lnTo>
                  <a:lnTo>
                    <a:pt x="165551" y="79568"/>
                  </a:lnTo>
                  <a:lnTo>
                    <a:pt x="162689" y="75079"/>
                  </a:lnTo>
                  <a:lnTo>
                    <a:pt x="159686" y="70682"/>
                  </a:lnTo>
                  <a:lnTo>
                    <a:pt x="156544" y="66384"/>
                  </a:lnTo>
                  <a:lnTo>
                    <a:pt x="153267" y="62188"/>
                  </a:lnTo>
                  <a:lnTo>
                    <a:pt x="149858" y="58098"/>
                  </a:lnTo>
                  <a:lnTo>
                    <a:pt x="146320" y="54119"/>
                  </a:lnTo>
                  <a:lnTo>
                    <a:pt x="142658" y="50255"/>
                  </a:lnTo>
                  <a:lnTo>
                    <a:pt x="138874" y="46509"/>
                  </a:lnTo>
                  <a:lnTo>
                    <a:pt x="134973" y="42886"/>
                  </a:lnTo>
                  <a:lnTo>
                    <a:pt x="130958" y="39388"/>
                  </a:lnTo>
                  <a:lnTo>
                    <a:pt x="126834" y="36021"/>
                  </a:lnTo>
                  <a:lnTo>
                    <a:pt x="122605" y="32786"/>
                  </a:lnTo>
                  <a:lnTo>
                    <a:pt x="118275" y="29688"/>
                  </a:lnTo>
                  <a:lnTo>
                    <a:pt x="113849" y="26729"/>
                  </a:lnTo>
                  <a:lnTo>
                    <a:pt x="109331" y="23912"/>
                  </a:lnTo>
                  <a:lnTo>
                    <a:pt x="104725" y="21241"/>
                  </a:lnTo>
                  <a:lnTo>
                    <a:pt x="100036" y="18718"/>
                  </a:lnTo>
                  <a:lnTo>
                    <a:pt x="95270" y="16346"/>
                  </a:lnTo>
                  <a:lnTo>
                    <a:pt x="90430" y="14126"/>
                  </a:lnTo>
                  <a:lnTo>
                    <a:pt x="85523" y="12062"/>
                  </a:lnTo>
                  <a:lnTo>
                    <a:pt x="80551" y="10155"/>
                  </a:lnTo>
                  <a:lnTo>
                    <a:pt x="75522" y="8408"/>
                  </a:lnTo>
                  <a:lnTo>
                    <a:pt x="70440" y="6821"/>
                  </a:lnTo>
                  <a:lnTo>
                    <a:pt x="65310" y="5397"/>
                  </a:lnTo>
                  <a:lnTo>
                    <a:pt x="60137" y="4137"/>
                  </a:lnTo>
                  <a:lnTo>
                    <a:pt x="54926" y="3043"/>
                  </a:lnTo>
                  <a:lnTo>
                    <a:pt x="49683" y="2115"/>
                  </a:lnTo>
                  <a:lnTo>
                    <a:pt x="44414" y="1354"/>
                  </a:lnTo>
                  <a:lnTo>
                    <a:pt x="39122" y="762"/>
                  </a:lnTo>
                  <a:lnTo>
                    <a:pt x="33815" y="339"/>
                  </a:lnTo>
                  <a:lnTo>
                    <a:pt x="28497" y="84"/>
                  </a:lnTo>
                  <a:lnTo>
                    <a:pt x="23173" y="0"/>
                  </a:lnTo>
                  <a:lnTo>
                    <a:pt x="231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720" y="1071028"/>
              <a:ext cx="166781" cy="167167"/>
            </a:xfrm>
            <a:custGeom>
              <a:avLst/>
              <a:pathLst>
                <a:path w="166781" h="167167">
                  <a:moveTo>
                    <a:pt x="166781" y="0"/>
                  </a:moveTo>
                  <a:lnTo>
                    <a:pt x="161320" y="89"/>
                  </a:lnTo>
                  <a:lnTo>
                    <a:pt x="155866" y="356"/>
                  </a:lnTo>
                  <a:lnTo>
                    <a:pt x="150423" y="802"/>
                  </a:lnTo>
                  <a:lnTo>
                    <a:pt x="144998" y="1425"/>
                  </a:lnTo>
                  <a:lnTo>
                    <a:pt x="139596" y="2225"/>
                  </a:lnTo>
                  <a:lnTo>
                    <a:pt x="134222" y="3201"/>
                  </a:lnTo>
                  <a:lnTo>
                    <a:pt x="128884" y="4352"/>
                  </a:lnTo>
                  <a:lnTo>
                    <a:pt x="123586" y="5676"/>
                  </a:lnTo>
                  <a:lnTo>
                    <a:pt x="118334" y="7173"/>
                  </a:lnTo>
                  <a:lnTo>
                    <a:pt x="113134" y="8841"/>
                  </a:lnTo>
                  <a:lnTo>
                    <a:pt x="107991" y="10678"/>
                  </a:lnTo>
                  <a:lnTo>
                    <a:pt x="102911" y="12682"/>
                  </a:lnTo>
                  <a:lnTo>
                    <a:pt x="97899" y="14850"/>
                  </a:lnTo>
                  <a:lnTo>
                    <a:pt x="92961" y="17182"/>
                  </a:lnTo>
                  <a:lnTo>
                    <a:pt x="88101" y="19673"/>
                  </a:lnTo>
                  <a:lnTo>
                    <a:pt x="83325" y="22322"/>
                  </a:lnTo>
                  <a:lnTo>
                    <a:pt x="78639" y="25125"/>
                  </a:lnTo>
                  <a:lnTo>
                    <a:pt x="74046" y="28080"/>
                  </a:lnTo>
                  <a:lnTo>
                    <a:pt x="69553" y="31183"/>
                  </a:lnTo>
                  <a:lnTo>
                    <a:pt x="65163" y="34431"/>
                  </a:lnTo>
                  <a:lnTo>
                    <a:pt x="60881" y="37821"/>
                  </a:lnTo>
                  <a:lnTo>
                    <a:pt x="56713" y="41349"/>
                  </a:lnTo>
                  <a:lnTo>
                    <a:pt x="52662" y="45012"/>
                  </a:lnTo>
                  <a:lnTo>
                    <a:pt x="48733" y="48804"/>
                  </a:lnTo>
                  <a:lnTo>
                    <a:pt x="44930" y="52723"/>
                  </a:lnTo>
                  <a:lnTo>
                    <a:pt x="41257" y="56765"/>
                  </a:lnTo>
                  <a:lnTo>
                    <a:pt x="37717" y="60924"/>
                  </a:lnTo>
                  <a:lnTo>
                    <a:pt x="34316" y="65196"/>
                  </a:lnTo>
                  <a:lnTo>
                    <a:pt x="31056" y="69577"/>
                  </a:lnTo>
                  <a:lnTo>
                    <a:pt x="27941" y="74062"/>
                  </a:lnTo>
                  <a:lnTo>
                    <a:pt x="24974" y="78647"/>
                  </a:lnTo>
                  <a:lnTo>
                    <a:pt x="22158" y="83326"/>
                  </a:lnTo>
                  <a:lnTo>
                    <a:pt x="19497" y="88095"/>
                  </a:lnTo>
                  <a:lnTo>
                    <a:pt x="16992" y="92948"/>
                  </a:lnTo>
                  <a:lnTo>
                    <a:pt x="14648" y="97880"/>
                  </a:lnTo>
                  <a:lnTo>
                    <a:pt x="12466" y="102886"/>
                  </a:lnTo>
                  <a:lnTo>
                    <a:pt x="10449" y="107961"/>
                  </a:lnTo>
                  <a:lnTo>
                    <a:pt x="8598" y="113099"/>
                  </a:lnTo>
                  <a:lnTo>
                    <a:pt x="6917" y="118295"/>
                  </a:lnTo>
                  <a:lnTo>
                    <a:pt x="5406" y="123543"/>
                  </a:lnTo>
                  <a:lnTo>
                    <a:pt x="4067" y="128837"/>
                  </a:lnTo>
                  <a:lnTo>
                    <a:pt x="2902" y="134172"/>
                  </a:lnTo>
                  <a:lnTo>
                    <a:pt x="1911" y="139543"/>
                  </a:lnTo>
                  <a:lnTo>
                    <a:pt x="1097" y="144943"/>
                  </a:lnTo>
                  <a:lnTo>
                    <a:pt x="460" y="150366"/>
                  </a:lnTo>
                  <a:lnTo>
                    <a:pt x="0" y="155808"/>
                  </a:lnTo>
                  <a:lnTo>
                    <a:pt x="16678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720" y="1226837"/>
              <a:ext cx="166781" cy="11358"/>
            </a:xfrm>
            <a:custGeom>
              <a:avLst/>
              <a:pathLst>
                <a:path w="166781" h="11358">
                  <a:moveTo>
                    <a:pt x="0" y="0"/>
                  </a:moveTo>
                  <a:lnTo>
                    <a:pt x="166781" y="113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35" y="1074116"/>
              <a:ext cx="334316" cy="331243"/>
            </a:xfrm>
            <a:custGeom>
              <a:avLst/>
              <a:pathLst>
                <a:path w="334316" h="331243">
                  <a:moveTo>
                    <a:pt x="384" y="152720"/>
                  </a:moveTo>
                  <a:lnTo>
                    <a:pt x="108" y="158002"/>
                  </a:lnTo>
                  <a:lnTo>
                    <a:pt x="0" y="163290"/>
                  </a:lnTo>
                  <a:lnTo>
                    <a:pt x="58" y="168579"/>
                  </a:lnTo>
                  <a:lnTo>
                    <a:pt x="284" y="173863"/>
                  </a:lnTo>
                  <a:lnTo>
                    <a:pt x="677" y="179138"/>
                  </a:lnTo>
                  <a:lnTo>
                    <a:pt x="1237" y="184397"/>
                  </a:lnTo>
                  <a:lnTo>
                    <a:pt x="1963" y="189636"/>
                  </a:lnTo>
                  <a:lnTo>
                    <a:pt x="2854" y="194850"/>
                  </a:lnTo>
                  <a:lnTo>
                    <a:pt x="3910" y="200032"/>
                  </a:lnTo>
                  <a:lnTo>
                    <a:pt x="5129" y="205179"/>
                  </a:lnTo>
                  <a:lnTo>
                    <a:pt x="6510" y="210284"/>
                  </a:lnTo>
                  <a:lnTo>
                    <a:pt x="8052" y="215344"/>
                  </a:lnTo>
                  <a:lnTo>
                    <a:pt x="9754" y="220352"/>
                  </a:lnTo>
                  <a:lnTo>
                    <a:pt x="11613" y="225303"/>
                  </a:lnTo>
                  <a:lnTo>
                    <a:pt x="13627" y="230194"/>
                  </a:lnTo>
                  <a:lnTo>
                    <a:pt x="15796" y="235018"/>
                  </a:lnTo>
                  <a:lnTo>
                    <a:pt x="18116" y="239771"/>
                  </a:lnTo>
                  <a:lnTo>
                    <a:pt x="20585" y="244448"/>
                  </a:lnTo>
                  <a:lnTo>
                    <a:pt x="23201" y="249045"/>
                  </a:lnTo>
                  <a:lnTo>
                    <a:pt x="25961" y="253557"/>
                  </a:lnTo>
                  <a:lnTo>
                    <a:pt x="28862" y="257979"/>
                  </a:lnTo>
                  <a:lnTo>
                    <a:pt x="31902" y="262307"/>
                  </a:lnTo>
                  <a:lnTo>
                    <a:pt x="35077" y="266537"/>
                  </a:lnTo>
                  <a:lnTo>
                    <a:pt x="38384" y="270665"/>
                  </a:lnTo>
                  <a:lnTo>
                    <a:pt x="41821" y="274685"/>
                  </a:lnTo>
                  <a:lnTo>
                    <a:pt x="45382" y="278595"/>
                  </a:lnTo>
                  <a:lnTo>
                    <a:pt x="49066" y="282391"/>
                  </a:lnTo>
                  <a:lnTo>
                    <a:pt x="52868" y="286068"/>
                  </a:lnTo>
                  <a:lnTo>
                    <a:pt x="56784" y="289622"/>
                  </a:lnTo>
                  <a:lnTo>
                    <a:pt x="60811" y="293052"/>
                  </a:lnTo>
                  <a:lnTo>
                    <a:pt x="64945" y="296352"/>
                  </a:lnTo>
                  <a:lnTo>
                    <a:pt x="69180" y="299519"/>
                  </a:lnTo>
                  <a:lnTo>
                    <a:pt x="73514" y="302551"/>
                  </a:lnTo>
                  <a:lnTo>
                    <a:pt x="77941" y="305445"/>
                  </a:lnTo>
                  <a:lnTo>
                    <a:pt x="82458" y="308196"/>
                  </a:lnTo>
                  <a:lnTo>
                    <a:pt x="87060" y="310804"/>
                  </a:lnTo>
                  <a:lnTo>
                    <a:pt x="91742" y="313265"/>
                  </a:lnTo>
                  <a:lnTo>
                    <a:pt x="96499" y="315576"/>
                  </a:lnTo>
                  <a:lnTo>
                    <a:pt x="101327" y="317736"/>
                  </a:lnTo>
                  <a:lnTo>
                    <a:pt x="106221" y="319742"/>
                  </a:lnTo>
                  <a:lnTo>
                    <a:pt x="111176" y="321592"/>
                  </a:lnTo>
                  <a:lnTo>
                    <a:pt x="116187" y="323284"/>
                  </a:lnTo>
                  <a:lnTo>
                    <a:pt x="121249" y="324817"/>
                  </a:lnTo>
                  <a:lnTo>
                    <a:pt x="126357" y="326189"/>
                  </a:lnTo>
                  <a:lnTo>
                    <a:pt x="131506" y="327399"/>
                  </a:lnTo>
                  <a:lnTo>
                    <a:pt x="136690" y="328446"/>
                  </a:lnTo>
                  <a:lnTo>
                    <a:pt x="141905" y="329327"/>
                  </a:lnTo>
                  <a:lnTo>
                    <a:pt x="147146" y="330044"/>
                  </a:lnTo>
                  <a:lnTo>
                    <a:pt x="152406" y="330594"/>
                  </a:lnTo>
                  <a:lnTo>
                    <a:pt x="157681" y="330978"/>
                  </a:lnTo>
                  <a:lnTo>
                    <a:pt x="162966" y="331194"/>
                  </a:lnTo>
                  <a:lnTo>
                    <a:pt x="168255" y="331243"/>
                  </a:lnTo>
                  <a:lnTo>
                    <a:pt x="173542" y="331125"/>
                  </a:lnTo>
                  <a:lnTo>
                    <a:pt x="178824" y="330840"/>
                  </a:lnTo>
                  <a:lnTo>
                    <a:pt x="184093" y="330388"/>
                  </a:lnTo>
                  <a:lnTo>
                    <a:pt x="189346" y="329769"/>
                  </a:lnTo>
                  <a:lnTo>
                    <a:pt x="194577" y="328984"/>
                  </a:lnTo>
                  <a:lnTo>
                    <a:pt x="199780" y="328034"/>
                  </a:lnTo>
                  <a:lnTo>
                    <a:pt x="204950" y="326921"/>
                  </a:lnTo>
                  <a:lnTo>
                    <a:pt x="210083" y="325644"/>
                  </a:lnTo>
                  <a:lnTo>
                    <a:pt x="215172" y="324205"/>
                  </a:lnTo>
                  <a:lnTo>
                    <a:pt x="220214" y="322606"/>
                  </a:lnTo>
                  <a:lnTo>
                    <a:pt x="225203" y="320849"/>
                  </a:lnTo>
                  <a:lnTo>
                    <a:pt x="230133" y="318934"/>
                  </a:lnTo>
                  <a:lnTo>
                    <a:pt x="235000" y="316865"/>
                  </a:lnTo>
                  <a:lnTo>
                    <a:pt x="239800" y="314642"/>
                  </a:lnTo>
                  <a:lnTo>
                    <a:pt x="244527" y="312269"/>
                  </a:lnTo>
                  <a:lnTo>
                    <a:pt x="249176" y="309747"/>
                  </a:lnTo>
                  <a:lnTo>
                    <a:pt x="253743" y="307080"/>
                  </a:lnTo>
                  <a:lnTo>
                    <a:pt x="258224" y="304270"/>
                  </a:lnTo>
                  <a:lnTo>
                    <a:pt x="262613" y="301319"/>
                  </a:lnTo>
                  <a:lnTo>
                    <a:pt x="266907" y="298231"/>
                  </a:lnTo>
                  <a:lnTo>
                    <a:pt x="271101" y="295008"/>
                  </a:lnTo>
                  <a:lnTo>
                    <a:pt x="275191" y="291654"/>
                  </a:lnTo>
                  <a:lnTo>
                    <a:pt x="279173" y="288173"/>
                  </a:lnTo>
                  <a:lnTo>
                    <a:pt x="283042" y="284568"/>
                  </a:lnTo>
                  <a:lnTo>
                    <a:pt x="286796" y="280841"/>
                  </a:lnTo>
                  <a:lnTo>
                    <a:pt x="290430" y="276998"/>
                  </a:lnTo>
                  <a:lnTo>
                    <a:pt x="293941" y="273042"/>
                  </a:lnTo>
                  <a:lnTo>
                    <a:pt x="297324" y="268977"/>
                  </a:lnTo>
                  <a:lnTo>
                    <a:pt x="300578" y="264807"/>
                  </a:lnTo>
                  <a:lnTo>
                    <a:pt x="303697" y="260536"/>
                  </a:lnTo>
                  <a:lnTo>
                    <a:pt x="306680" y="256169"/>
                  </a:lnTo>
                  <a:lnTo>
                    <a:pt x="309524" y="251709"/>
                  </a:lnTo>
                  <a:lnTo>
                    <a:pt x="312225" y="247161"/>
                  </a:lnTo>
                  <a:lnTo>
                    <a:pt x="314781" y="242531"/>
                  </a:lnTo>
                  <a:lnTo>
                    <a:pt x="317188" y="237822"/>
                  </a:lnTo>
                  <a:lnTo>
                    <a:pt x="319446" y="233039"/>
                  </a:lnTo>
                  <a:lnTo>
                    <a:pt x="321552" y="228187"/>
                  </a:lnTo>
                  <a:lnTo>
                    <a:pt x="323502" y="223271"/>
                  </a:lnTo>
                  <a:lnTo>
                    <a:pt x="325297" y="218295"/>
                  </a:lnTo>
                  <a:lnTo>
                    <a:pt x="326933" y="213266"/>
                  </a:lnTo>
                  <a:lnTo>
                    <a:pt x="328409" y="208187"/>
                  </a:lnTo>
                  <a:lnTo>
                    <a:pt x="329723" y="203063"/>
                  </a:lnTo>
                  <a:lnTo>
                    <a:pt x="330875" y="197901"/>
                  </a:lnTo>
                  <a:lnTo>
                    <a:pt x="331863" y="192705"/>
                  </a:lnTo>
                  <a:lnTo>
                    <a:pt x="332686" y="187481"/>
                  </a:lnTo>
                  <a:lnTo>
                    <a:pt x="333344" y="182233"/>
                  </a:lnTo>
                  <a:lnTo>
                    <a:pt x="333835" y="176967"/>
                  </a:lnTo>
                  <a:lnTo>
                    <a:pt x="334159" y="171687"/>
                  </a:lnTo>
                  <a:lnTo>
                    <a:pt x="334316" y="166401"/>
                  </a:lnTo>
                  <a:lnTo>
                    <a:pt x="334306" y="161112"/>
                  </a:lnTo>
                  <a:lnTo>
                    <a:pt x="334129" y="155826"/>
                  </a:lnTo>
                  <a:lnTo>
                    <a:pt x="333784" y="150548"/>
                  </a:lnTo>
                  <a:lnTo>
                    <a:pt x="333272" y="145283"/>
                  </a:lnTo>
                  <a:lnTo>
                    <a:pt x="332595" y="140038"/>
                  </a:lnTo>
                  <a:lnTo>
                    <a:pt x="331751" y="134817"/>
                  </a:lnTo>
                  <a:lnTo>
                    <a:pt x="330743" y="129624"/>
                  </a:lnTo>
                  <a:lnTo>
                    <a:pt x="329571" y="124467"/>
                  </a:lnTo>
                  <a:lnTo>
                    <a:pt x="328237" y="119349"/>
                  </a:lnTo>
                  <a:lnTo>
                    <a:pt x="326741" y="114276"/>
                  </a:lnTo>
                  <a:lnTo>
                    <a:pt x="325086" y="109252"/>
                  </a:lnTo>
                  <a:lnTo>
                    <a:pt x="323272" y="104284"/>
                  </a:lnTo>
                  <a:lnTo>
                    <a:pt x="321302" y="99375"/>
                  </a:lnTo>
                  <a:lnTo>
                    <a:pt x="319178" y="94532"/>
                  </a:lnTo>
                  <a:lnTo>
                    <a:pt x="316902" y="89757"/>
                  </a:lnTo>
                  <a:lnTo>
                    <a:pt x="314476" y="85058"/>
                  </a:lnTo>
                  <a:lnTo>
                    <a:pt x="311902" y="80437"/>
                  </a:lnTo>
                  <a:lnTo>
                    <a:pt x="309184" y="75900"/>
                  </a:lnTo>
                  <a:lnTo>
                    <a:pt x="306323" y="71451"/>
                  </a:lnTo>
                  <a:lnTo>
                    <a:pt x="303323" y="67095"/>
                  </a:lnTo>
                  <a:lnTo>
                    <a:pt x="300187" y="62836"/>
                  </a:lnTo>
                  <a:lnTo>
                    <a:pt x="296917" y="58679"/>
                  </a:lnTo>
                  <a:lnTo>
                    <a:pt x="293518" y="54627"/>
                  </a:lnTo>
                  <a:lnTo>
                    <a:pt x="289992" y="50684"/>
                  </a:lnTo>
                  <a:lnTo>
                    <a:pt x="286344" y="46855"/>
                  </a:lnTo>
                  <a:lnTo>
                    <a:pt x="282575" y="43144"/>
                  </a:lnTo>
                  <a:lnTo>
                    <a:pt x="278692" y="39553"/>
                  </a:lnTo>
                  <a:lnTo>
                    <a:pt x="274697" y="36088"/>
                  </a:lnTo>
                  <a:lnTo>
                    <a:pt x="270594" y="32750"/>
                  </a:lnTo>
                  <a:lnTo>
                    <a:pt x="266387" y="29544"/>
                  </a:lnTo>
                  <a:lnTo>
                    <a:pt x="262081" y="26472"/>
                  </a:lnTo>
                  <a:lnTo>
                    <a:pt x="257681" y="23538"/>
                  </a:lnTo>
                  <a:lnTo>
                    <a:pt x="253189" y="20745"/>
                  </a:lnTo>
                  <a:lnTo>
                    <a:pt x="248612" y="18095"/>
                  </a:lnTo>
                  <a:lnTo>
                    <a:pt x="243953" y="15592"/>
                  </a:lnTo>
                  <a:lnTo>
                    <a:pt x="239217" y="13237"/>
                  </a:lnTo>
                  <a:lnTo>
                    <a:pt x="234409" y="11033"/>
                  </a:lnTo>
                  <a:lnTo>
                    <a:pt x="229534" y="8982"/>
                  </a:lnTo>
                  <a:lnTo>
                    <a:pt x="224596" y="7087"/>
                  </a:lnTo>
                  <a:lnTo>
                    <a:pt x="219600" y="5349"/>
                  </a:lnTo>
                  <a:lnTo>
                    <a:pt x="214553" y="3769"/>
                  </a:lnTo>
                  <a:lnTo>
                    <a:pt x="209458" y="2350"/>
                  </a:lnTo>
                  <a:lnTo>
                    <a:pt x="204320" y="1093"/>
                  </a:lnTo>
                  <a:lnTo>
                    <a:pt x="199145" y="0"/>
                  </a:lnTo>
                  <a:lnTo>
                    <a:pt x="167165" y="1640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071028"/>
              <a:ext cx="31980" cy="167167"/>
            </a:xfrm>
            <a:custGeom>
              <a:avLst/>
              <a:pathLst>
                <a:path w="31980" h="167167">
                  <a:moveTo>
                    <a:pt x="31980" y="3087"/>
                  </a:moveTo>
                  <a:lnTo>
                    <a:pt x="25641" y="1978"/>
                  </a:lnTo>
                  <a:lnTo>
                    <a:pt x="19264" y="1113"/>
                  </a:lnTo>
                  <a:lnTo>
                    <a:pt x="12858" y="495"/>
                  </a:lnTo>
                  <a:lnTo>
                    <a:pt x="6434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15213" y="1322571"/>
              <a:ext cx="73507" cy="167167"/>
            </a:xfrm>
            <a:custGeom>
              <a:avLst/>
              <a:pathLst>
                <a:path w="73507" h="167167">
                  <a:moveTo>
                    <a:pt x="73507" y="0"/>
                  </a:moveTo>
                  <a:lnTo>
                    <a:pt x="67653" y="102"/>
                  </a:lnTo>
                  <a:lnTo>
                    <a:pt x="61807" y="409"/>
                  </a:lnTo>
                  <a:lnTo>
                    <a:pt x="55975" y="921"/>
                  </a:lnTo>
                  <a:lnTo>
                    <a:pt x="50165" y="1637"/>
                  </a:lnTo>
                  <a:lnTo>
                    <a:pt x="44383" y="2556"/>
                  </a:lnTo>
                  <a:lnTo>
                    <a:pt x="38637" y="3677"/>
                  </a:lnTo>
                  <a:lnTo>
                    <a:pt x="32934" y="4998"/>
                  </a:lnTo>
                  <a:lnTo>
                    <a:pt x="27280" y="6518"/>
                  </a:lnTo>
                  <a:lnTo>
                    <a:pt x="21684" y="8235"/>
                  </a:lnTo>
                  <a:lnTo>
                    <a:pt x="16150" y="10147"/>
                  </a:lnTo>
                  <a:lnTo>
                    <a:pt x="10688" y="12252"/>
                  </a:lnTo>
                  <a:lnTo>
                    <a:pt x="5302" y="14546"/>
                  </a:lnTo>
                  <a:lnTo>
                    <a:pt x="0" y="17028"/>
                  </a:lnTo>
                  <a:lnTo>
                    <a:pt x="7350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5213" y="1339600"/>
              <a:ext cx="73507" cy="150138"/>
            </a:xfrm>
            <a:custGeom>
              <a:avLst/>
              <a:pathLst>
                <a:path w="73507" h="150138">
                  <a:moveTo>
                    <a:pt x="0" y="0"/>
                  </a:moveTo>
                  <a:lnTo>
                    <a:pt x="73507" y="150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21554" y="1339600"/>
              <a:ext cx="334333" cy="317285"/>
            </a:xfrm>
            <a:custGeom>
              <a:avLst/>
              <a:pathLst>
                <a:path w="334333" h="317285">
                  <a:moveTo>
                    <a:pt x="93659" y="0"/>
                  </a:moveTo>
                  <a:lnTo>
                    <a:pt x="88924" y="2412"/>
                  </a:lnTo>
                  <a:lnTo>
                    <a:pt x="84269" y="4973"/>
                  </a:lnTo>
                  <a:lnTo>
                    <a:pt x="79697" y="7681"/>
                  </a:lnTo>
                  <a:lnTo>
                    <a:pt x="75214" y="10533"/>
                  </a:lnTo>
                  <a:lnTo>
                    <a:pt x="70823" y="13526"/>
                  </a:lnTo>
                  <a:lnTo>
                    <a:pt x="66530" y="16657"/>
                  </a:lnTo>
                  <a:lnTo>
                    <a:pt x="62338" y="19923"/>
                  </a:lnTo>
                  <a:lnTo>
                    <a:pt x="58253" y="23320"/>
                  </a:lnTo>
                  <a:lnTo>
                    <a:pt x="54277" y="26846"/>
                  </a:lnTo>
                  <a:lnTo>
                    <a:pt x="50416" y="30496"/>
                  </a:lnTo>
                  <a:lnTo>
                    <a:pt x="46672" y="34267"/>
                  </a:lnTo>
                  <a:lnTo>
                    <a:pt x="43051" y="38155"/>
                  </a:lnTo>
                  <a:lnTo>
                    <a:pt x="39554" y="42156"/>
                  </a:lnTo>
                  <a:lnTo>
                    <a:pt x="36187" y="46267"/>
                  </a:lnTo>
                  <a:lnTo>
                    <a:pt x="32952" y="50482"/>
                  </a:lnTo>
                  <a:lnTo>
                    <a:pt x="29852" y="54798"/>
                  </a:lnTo>
                  <a:lnTo>
                    <a:pt x="26891" y="59210"/>
                  </a:lnTo>
                  <a:lnTo>
                    <a:pt x="24072" y="63714"/>
                  </a:lnTo>
                  <a:lnTo>
                    <a:pt x="21398" y="68306"/>
                  </a:lnTo>
                  <a:lnTo>
                    <a:pt x="18871" y="72980"/>
                  </a:lnTo>
                  <a:lnTo>
                    <a:pt x="16493" y="77732"/>
                  </a:lnTo>
                  <a:lnTo>
                    <a:pt x="14268" y="82557"/>
                  </a:lnTo>
                  <a:lnTo>
                    <a:pt x="12198" y="87451"/>
                  </a:lnTo>
                  <a:lnTo>
                    <a:pt x="10284" y="92408"/>
                  </a:lnTo>
                  <a:lnTo>
                    <a:pt x="8528" y="97423"/>
                  </a:lnTo>
                  <a:lnTo>
                    <a:pt x="6933" y="102492"/>
                  </a:lnTo>
                  <a:lnTo>
                    <a:pt x="5499" y="107608"/>
                  </a:lnTo>
                  <a:lnTo>
                    <a:pt x="4229" y="112768"/>
                  </a:lnTo>
                  <a:lnTo>
                    <a:pt x="3124" y="117965"/>
                  </a:lnTo>
                  <a:lnTo>
                    <a:pt x="2184" y="123195"/>
                  </a:lnTo>
                  <a:lnTo>
                    <a:pt x="1411" y="128452"/>
                  </a:lnTo>
                  <a:lnTo>
                    <a:pt x="806" y="133731"/>
                  </a:lnTo>
                  <a:lnTo>
                    <a:pt x="368" y="139027"/>
                  </a:lnTo>
                  <a:lnTo>
                    <a:pt x="100" y="144334"/>
                  </a:lnTo>
                  <a:lnTo>
                    <a:pt x="0" y="149646"/>
                  </a:lnTo>
                  <a:lnTo>
                    <a:pt x="68" y="154959"/>
                  </a:lnTo>
                  <a:lnTo>
                    <a:pt x="306" y="160268"/>
                  </a:lnTo>
                  <a:lnTo>
                    <a:pt x="712" y="165566"/>
                  </a:lnTo>
                  <a:lnTo>
                    <a:pt x="1287" y="170848"/>
                  </a:lnTo>
                  <a:lnTo>
                    <a:pt x="2029" y="176110"/>
                  </a:lnTo>
                  <a:lnTo>
                    <a:pt x="2937" y="181345"/>
                  </a:lnTo>
                  <a:lnTo>
                    <a:pt x="4012" y="186549"/>
                  </a:lnTo>
                  <a:lnTo>
                    <a:pt x="5252" y="191716"/>
                  </a:lnTo>
                  <a:lnTo>
                    <a:pt x="6655" y="196841"/>
                  </a:lnTo>
                  <a:lnTo>
                    <a:pt x="8220" y="201919"/>
                  </a:lnTo>
                  <a:lnTo>
                    <a:pt x="9946" y="206944"/>
                  </a:lnTo>
                  <a:lnTo>
                    <a:pt x="11831" y="211912"/>
                  </a:lnTo>
                  <a:lnTo>
                    <a:pt x="13873" y="216818"/>
                  </a:lnTo>
                  <a:lnTo>
                    <a:pt x="16070" y="221656"/>
                  </a:lnTo>
                  <a:lnTo>
                    <a:pt x="18419" y="226422"/>
                  </a:lnTo>
                  <a:lnTo>
                    <a:pt x="20919" y="231111"/>
                  </a:lnTo>
                  <a:lnTo>
                    <a:pt x="23566" y="235718"/>
                  </a:lnTo>
                  <a:lnTo>
                    <a:pt x="26359" y="240239"/>
                  </a:lnTo>
                  <a:lnTo>
                    <a:pt x="29293" y="244669"/>
                  </a:lnTo>
                  <a:lnTo>
                    <a:pt x="32367" y="249003"/>
                  </a:lnTo>
                  <a:lnTo>
                    <a:pt x="35578" y="253237"/>
                  </a:lnTo>
                  <a:lnTo>
                    <a:pt x="38921" y="257367"/>
                  </a:lnTo>
                  <a:lnTo>
                    <a:pt x="42393" y="261389"/>
                  </a:lnTo>
                  <a:lnTo>
                    <a:pt x="45992" y="265298"/>
                  </a:lnTo>
                  <a:lnTo>
                    <a:pt x="49714" y="269091"/>
                  </a:lnTo>
                  <a:lnTo>
                    <a:pt x="53553" y="272764"/>
                  </a:lnTo>
                  <a:lnTo>
                    <a:pt x="57508" y="276313"/>
                  </a:lnTo>
                  <a:lnTo>
                    <a:pt x="61574" y="279734"/>
                  </a:lnTo>
                  <a:lnTo>
                    <a:pt x="65746" y="283025"/>
                  </a:lnTo>
                  <a:lnTo>
                    <a:pt x="70021" y="286181"/>
                  </a:lnTo>
                  <a:lnTo>
                    <a:pt x="74393" y="289200"/>
                  </a:lnTo>
                  <a:lnTo>
                    <a:pt x="78860" y="292078"/>
                  </a:lnTo>
                  <a:lnTo>
                    <a:pt x="83416" y="294813"/>
                  </a:lnTo>
                  <a:lnTo>
                    <a:pt x="88056" y="297402"/>
                  </a:lnTo>
                  <a:lnTo>
                    <a:pt x="92776" y="299842"/>
                  </a:lnTo>
                  <a:lnTo>
                    <a:pt x="97572" y="302130"/>
                  </a:lnTo>
                  <a:lnTo>
                    <a:pt x="102438" y="304265"/>
                  </a:lnTo>
                  <a:lnTo>
                    <a:pt x="107369" y="306245"/>
                  </a:lnTo>
                  <a:lnTo>
                    <a:pt x="112360" y="308066"/>
                  </a:lnTo>
                  <a:lnTo>
                    <a:pt x="117407" y="309728"/>
                  </a:lnTo>
                  <a:lnTo>
                    <a:pt x="122505" y="311229"/>
                  </a:lnTo>
                  <a:lnTo>
                    <a:pt x="127647" y="312567"/>
                  </a:lnTo>
                  <a:lnTo>
                    <a:pt x="132829" y="313741"/>
                  </a:lnTo>
                  <a:lnTo>
                    <a:pt x="138046" y="314750"/>
                  </a:lnTo>
                  <a:lnTo>
                    <a:pt x="143293" y="315592"/>
                  </a:lnTo>
                  <a:lnTo>
                    <a:pt x="148563" y="316267"/>
                  </a:lnTo>
                  <a:lnTo>
                    <a:pt x="153853" y="316775"/>
                  </a:lnTo>
                  <a:lnTo>
                    <a:pt x="159155" y="317114"/>
                  </a:lnTo>
                  <a:lnTo>
                    <a:pt x="164466" y="317284"/>
                  </a:lnTo>
                  <a:lnTo>
                    <a:pt x="169780" y="317285"/>
                  </a:lnTo>
                  <a:lnTo>
                    <a:pt x="175091" y="317118"/>
                  </a:lnTo>
                  <a:lnTo>
                    <a:pt x="180394" y="316781"/>
                  </a:lnTo>
                  <a:lnTo>
                    <a:pt x="185684" y="316277"/>
                  </a:lnTo>
                  <a:lnTo>
                    <a:pt x="190954" y="315604"/>
                  </a:lnTo>
                  <a:lnTo>
                    <a:pt x="196201" y="314765"/>
                  </a:lnTo>
                  <a:lnTo>
                    <a:pt x="201419" y="313759"/>
                  </a:lnTo>
                  <a:lnTo>
                    <a:pt x="206602" y="312588"/>
                  </a:lnTo>
                  <a:lnTo>
                    <a:pt x="211745" y="311252"/>
                  </a:lnTo>
                  <a:lnTo>
                    <a:pt x="216843" y="309754"/>
                  </a:lnTo>
                  <a:lnTo>
                    <a:pt x="221891" y="308094"/>
                  </a:lnTo>
                  <a:lnTo>
                    <a:pt x="226883" y="306275"/>
                  </a:lnTo>
                  <a:lnTo>
                    <a:pt x="231815" y="304299"/>
                  </a:lnTo>
                  <a:lnTo>
                    <a:pt x="236682" y="302166"/>
                  </a:lnTo>
                  <a:lnTo>
                    <a:pt x="241479" y="299880"/>
                  </a:lnTo>
                  <a:lnTo>
                    <a:pt x="246201" y="297442"/>
                  </a:lnTo>
                  <a:lnTo>
                    <a:pt x="250842" y="294856"/>
                  </a:lnTo>
                  <a:lnTo>
                    <a:pt x="255399" y="292124"/>
                  </a:lnTo>
                  <a:lnTo>
                    <a:pt x="259867" y="289248"/>
                  </a:lnTo>
                  <a:lnTo>
                    <a:pt x="264242" y="286231"/>
                  </a:lnTo>
                  <a:lnTo>
                    <a:pt x="268518" y="283077"/>
                  </a:lnTo>
                  <a:lnTo>
                    <a:pt x="272692" y="279789"/>
                  </a:lnTo>
                  <a:lnTo>
                    <a:pt x="276759" y="276369"/>
                  </a:lnTo>
                  <a:lnTo>
                    <a:pt x="280716" y="272823"/>
                  </a:lnTo>
                  <a:lnTo>
                    <a:pt x="284558" y="269152"/>
                  </a:lnTo>
                  <a:lnTo>
                    <a:pt x="288281" y="265361"/>
                  </a:lnTo>
                  <a:lnTo>
                    <a:pt x="291882" y="261453"/>
                  </a:lnTo>
                  <a:lnTo>
                    <a:pt x="295356" y="257433"/>
                  </a:lnTo>
                  <a:lnTo>
                    <a:pt x="298702" y="253305"/>
                  </a:lnTo>
                  <a:lnTo>
                    <a:pt x="301914" y="249072"/>
                  </a:lnTo>
                  <a:lnTo>
                    <a:pt x="304990" y="244740"/>
                  </a:lnTo>
                  <a:lnTo>
                    <a:pt x="307927" y="240311"/>
                  </a:lnTo>
                  <a:lnTo>
                    <a:pt x="310722" y="235792"/>
                  </a:lnTo>
                  <a:lnTo>
                    <a:pt x="313372" y="231186"/>
                  </a:lnTo>
                  <a:lnTo>
                    <a:pt x="315874" y="226499"/>
                  </a:lnTo>
                  <a:lnTo>
                    <a:pt x="318226" y="221734"/>
                  </a:lnTo>
                  <a:lnTo>
                    <a:pt x="320425" y="216897"/>
                  </a:lnTo>
                  <a:lnTo>
                    <a:pt x="322469" y="211992"/>
                  </a:lnTo>
                  <a:lnTo>
                    <a:pt x="324357" y="207025"/>
                  </a:lnTo>
                  <a:lnTo>
                    <a:pt x="326085" y="202000"/>
                  </a:lnTo>
                  <a:lnTo>
                    <a:pt x="327653" y="196923"/>
                  </a:lnTo>
                  <a:lnTo>
                    <a:pt x="329059" y="191799"/>
                  </a:lnTo>
                  <a:lnTo>
                    <a:pt x="330301" y="186633"/>
                  </a:lnTo>
                  <a:lnTo>
                    <a:pt x="331379" y="181430"/>
                  </a:lnTo>
                  <a:lnTo>
                    <a:pt x="332290" y="176195"/>
                  </a:lnTo>
                  <a:lnTo>
                    <a:pt x="333035" y="170934"/>
                  </a:lnTo>
                  <a:lnTo>
                    <a:pt x="333612" y="165651"/>
                  </a:lnTo>
                  <a:lnTo>
                    <a:pt x="334021" y="160354"/>
                  </a:lnTo>
                  <a:lnTo>
                    <a:pt x="334262" y="155045"/>
                  </a:lnTo>
                  <a:lnTo>
                    <a:pt x="334333" y="149732"/>
                  </a:lnTo>
                  <a:lnTo>
                    <a:pt x="334236" y="144420"/>
                  </a:lnTo>
                  <a:lnTo>
                    <a:pt x="333970" y="139113"/>
                  </a:lnTo>
                  <a:lnTo>
                    <a:pt x="333535" y="133817"/>
                  </a:lnTo>
                  <a:lnTo>
                    <a:pt x="332932" y="128537"/>
                  </a:lnTo>
                  <a:lnTo>
                    <a:pt x="332162" y="123280"/>
                  </a:lnTo>
                  <a:lnTo>
                    <a:pt x="331225" y="118050"/>
                  </a:lnTo>
                  <a:lnTo>
                    <a:pt x="330122" y="112852"/>
                  </a:lnTo>
                  <a:lnTo>
                    <a:pt x="328855" y="107691"/>
                  </a:lnTo>
                  <a:lnTo>
                    <a:pt x="327424" y="102574"/>
                  </a:lnTo>
                  <a:lnTo>
                    <a:pt x="325832" y="97505"/>
                  </a:lnTo>
                  <a:lnTo>
                    <a:pt x="324079" y="92489"/>
                  </a:lnTo>
                  <a:lnTo>
                    <a:pt x="322167" y="87531"/>
                  </a:lnTo>
                  <a:lnTo>
                    <a:pt x="320099" y="82636"/>
                  </a:lnTo>
                  <a:lnTo>
                    <a:pt x="317876" y="77810"/>
                  </a:lnTo>
                  <a:lnTo>
                    <a:pt x="315501" y="73056"/>
                  </a:lnTo>
                  <a:lnTo>
                    <a:pt x="312977" y="68381"/>
                  </a:lnTo>
                  <a:lnTo>
                    <a:pt x="310305" y="63788"/>
                  </a:lnTo>
                  <a:lnTo>
                    <a:pt x="307488" y="59282"/>
                  </a:lnTo>
                  <a:lnTo>
                    <a:pt x="304529" y="54868"/>
                  </a:lnTo>
                  <a:lnTo>
                    <a:pt x="301432" y="50551"/>
                  </a:lnTo>
                  <a:lnTo>
                    <a:pt x="298199" y="46334"/>
                  </a:lnTo>
                  <a:lnTo>
                    <a:pt x="294834" y="42222"/>
                  </a:lnTo>
                  <a:lnTo>
                    <a:pt x="291340" y="38219"/>
                  </a:lnTo>
                  <a:lnTo>
                    <a:pt x="287720" y="34329"/>
                  </a:lnTo>
                  <a:lnTo>
                    <a:pt x="283978" y="30556"/>
                  </a:lnTo>
                  <a:lnTo>
                    <a:pt x="280119" y="26904"/>
                  </a:lnTo>
                  <a:lnTo>
                    <a:pt x="276145" y="23376"/>
                  </a:lnTo>
                  <a:lnTo>
                    <a:pt x="167166" y="150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88720" y="1322571"/>
              <a:ext cx="108978" cy="167167"/>
            </a:xfrm>
            <a:custGeom>
              <a:avLst/>
              <a:pathLst>
                <a:path w="108978" h="167167">
                  <a:moveTo>
                    <a:pt x="108978" y="40405"/>
                  </a:moveTo>
                  <a:lnTo>
                    <a:pt x="104630" y="36793"/>
                  </a:lnTo>
                  <a:lnTo>
                    <a:pt x="100163" y="33330"/>
                  </a:lnTo>
                  <a:lnTo>
                    <a:pt x="95581" y="30020"/>
                  </a:lnTo>
                  <a:lnTo>
                    <a:pt x="90889" y="26867"/>
                  </a:lnTo>
                  <a:lnTo>
                    <a:pt x="86094" y="23875"/>
                  </a:lnTo>
                  <a:lnTo>
                    <a:pt x="81201" y="21046"/>
                  </a:lnTo>
                  <a:lnTo>
                    <a:pt x="76214" y="18384"/>
                  </a:lnTo>
                  <a:lnTo>
                    <a:pt x="71141" y="15893"/>
                  </a:lnTo>
                  <a:lnTo>
                    <a:pt x="65986" y="13574"/>
                  </a:lnTo>
                  <a:lnTo>
                    <a:pt x="60755" y="11431"/>
                  </a:lnTo>
                  <a:lnTo>
                    <a:pt x="55455" y="9466"/>
                  </a:lnTo>
                  <a:lnTo>
                    <a:pt x="50092" y="7681"/>
                  </a:lnTo>
                  <a:lnTo>
                    <a:pt x="44671" y="6079"/>
                  </a:lnTo>
                  <a:lnTo>
                    <a:pt x="39200" y="4661"/>
                  </a:lnTo>
                  <a:lnTo>
                    <a:pt x="33683" y="3428"/>
                  </a:lnTo>
                  <a:lnTo>
                    <a:pt x="28128" y="2383"/>
                  </a:lnTo>
                  <a:lnTo>
                    <a:pt x="22541" y="1526"/>
                  </a:lnTo>
                  <a:lnTo>
                    <a:pt x="16928" y="859"/>
                  </a:lnTo>
                  <a:lnTo>
                    <a:pt x="11296" y="382"/>
                  </a:lnTo>
                  <a:lnTo>
                    <a:pt x="5651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3548" y="1681503"/>
              <a:ext cx="2976" cy="167167"/>
            </a:xfrm>
            <a:custGeom>
              <a:avLst/>
              <a:pathLst>
                <a:path w="2976" h="167167">
                  <a:moveTo>
                    <a:pt x="2976" y="0"/>
                  </a:moveTo>
                  <a:lnTo>
                    <a:pt x="0" y="26"/>
                  </a:lnTo>
                  <a:lnTo>
                    <a:pt x="297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3548" y="1681529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53734" y="1681529"/>
              <a:ext cx="132790" cy="167140"/>
            </a:xfrm>
            <a:custGeom>
              <a:avLst/>
              <a:pathLst>
                <a:path w="132790" h="167140">
                  <a:moveTo>
                    <a:pt x="129814" y="0"/>
                  </a:moveTo>
                  <a:lnTo>
                    <a:pt x="124244" y="192"/>
                  </a:lnTo>
                  <a:lnTo>
                    <a:pt x="118684" y="569"/>
                  </a:lnTo>
                  <a:lnTo>
                    <a:pt x="113140" y="1132"/>
                  </a:lnTo>
                  <a:lnTo>
                    <a:pt x="107617" y="1879"/>
                  </a:lnTo>
                  <a:lnTo>
                    <a:pt x="102123" y="2810"/>
                  </a:lnTo>
                  <a:lnTo>
                    <a:pt x="96662" y="3924"/>
                  </a:lnTo>
                  <a:lnTo>
                    <a:pt x="91242" y="5219"/>
                  </a:lnTo>
                  <a:lnTo>
                    <a:pt x="85868" y="6693"/>
                  </a:lnTo>
                  <a:lnTo>
                    <a:pt x="80546" y="8347"/>
                  </a:lnTo>
                  <a:lnTo>
                    <a:pt x="75282" y="10176"/>
                  </a:lnTo>
                  <a:lnTo>
                    <a:pt x="70082" y="12180"/>
                  </a:lnTo>
                  <a:lnTo>
                    <a:pt x="64951" y="14357"/>
                  </a:lnTo>
                  <a:lnTo>
                    <a:pt x="59896" y="16703"/>
                  </a:lnTo>
                  <a:lnTo>
                    <a:pt x="54922" y="19216"/>
                  </a:lnTo>
                  <a:lnTo>
                    <a:pt x="50035" y="21894"/>
                  </a:lnTo>
                  <a:lnTo>
                    <a:pt x="45239" y="24733"/>
                  </a:lnTo>
                  <a:lnTo>
                    <a:pt x="40541" y="27731"/>
                  </a:lnTo>
                  <a:lnTo>
                    <a:pt x="35946" y="30883"/>
                  </a:lnTo>
                  <a:lnTo>
                    <a:pt x="31458" y="34187"/>
                  </a:lnTo>
                  <a:lnTo>
                    <a:pt x="27082" y="37638"/>
                  </a:lnTo>
                  <a:lnTo>
                    <a:pt x="22825" y="41234"/>
                  </a:lnTo>
                  <a:lnTo>
                    <a:pt x="18689" y="44969"/>
                  </a:lnTo>
                  <a:lnTo>
                    <a:pt x="14680" y="48840"/>
                  </a:lnTo>
                  <a:lnTo>
                    <a:pt x="10802" y="52843"/>
                  </a:lnTo>
                  <a:lnTo>
                    <a:pt x="7060" y="56972"/>
                  </a:lnTo>
                  <a:lnTo>
                    <a:pt x="3458" y="61225"/>
                  </a:lnTo>
                  <a:lnTo>
                    <a:pt x="0" y="65594"/>
                  </a:lnTo>
                  <a:lnTo>
                    <a:pt x="132790" y="167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9373" y="1681503"/>
              <a:ext cx="334299" cy="334334"/>
            </a:xfrm>
            <a:custGeom>
              <a:avLst/>
              <a:pathLst>
                <a:path w="334299" h="334334">
                  <a:moveTo>
                    <a:pt x="34360" y="65621"/>
                  </a:moveTo>
                  <a:lnTo>
                    <a:pt x="31204" y="69887"/>
                  </a:lnTo>
                  <a:lnTo>
                    <a:pt x="28185" y="74251"/>
                  </a:lnTo>
                  <a:lnTo>
                    <a:pt x="25305" y="78709"/>
                  </a:lnTo>
                  <a:lnTo>
                    <a:pt x="22569" y="83256"/>
                  </a:lnTo>
                  <a:lnTo>
                    <a:pt x="19978" y="87888"/>
                  </a:lnTo>
                  <a:lnTo>
                    <a:pt x="17536" y="92599"/>
                  </a:lnTo>
                  <a:lnTo>
                    <a:pt x="15245" y="97386"/>
                  </a:lnTo>
                  <a:lnTo>
                    <a:pt x="13106" y="102243"/>
                  </a:lnTo>
                  <a:lnTo>
                    <a:pt x="11123" y="107165"/>
                  </a:lnTo>
                  <a:lnTo>
                    <a:pt x="9297" y="112148"/>
                  </a:lnTo>
                  <a:lnTo>
                    <a:pt x="7630" y="117186"/>
                  </a:lnTo>
                  <a:lnTo>
                    <a:pt x="6124" y="122275"/>
                  </a:lnTo>
                  <a:lnTo>
                    <a:pt x="4780" y="127408"/>
                  </a:lnTo>
                  <a:lnTo>
                    <a:pt x="3600" y="132582"/>
                  </a:lnTo>
                  <a:lnTo>
                    <a:pt x="2585" y="137791"/>
                  </a:lnTo>
                  <a:lnTo>
                    <a:pt x="1735" y="143030"/>
                  </a:lnTo>
                  <a:lnTo>
                    <a:pt x="1052" y="148292"/>
                  </a:lnTo>
                  <a:lnTo>
                    <a:pt x="537" y="153574"/>
                  </a:lnTo>
                  <a:lnTo>
                    <a:pt x="190" y="158869"/>
                  </a:lnTo>
                  <a:lnTo>
                    <a:pt x="10" y="164173"/>
                  </a:lnTo>
                  <a:lnTo>
                    <a:pt x="0" y="169480"/>
                  </a:lnTo>
                  <a:lnTo>
                    <a:pt x="157" y="174785"/>
                  </a:lnTo>
                  <a:lnTo>
                    <a:pt x="483" y="180081"/>
                  </a:lnTo>
                  <a:lnTo>
                    <a:pt x="977" y="185365"/>
                  </a:lnTo>
                  <a:lnTo>
                    <a:pt x="1638" y="190631"/>
                  </a:lnTo>
                  <a:lnTo>
                    <a:pt x="2467" y="195873"/>
                  </a:lnTo>
                  <a:lnTo>
                    <a:pt x="3461" y="201085"/>
                  </a:lnTo>
                  <a:lnTo>
                    <a:pt x="4620" y="206264"/>
                  </a:lnTo>
                  <a:lnTo>
                    <a:pt x="5943" y="211403"/>
                  </a:lnTo>
                  <a:lnTo>
                    <a:pt x="7428" y="216498"/>
                  </a:lnTo>
                  <a:lnTo>
                    <a:pt x="9074" y="221543"/>
                  </a:lnTo>
                  <a:lnTo>
                    <a:pt x="10880" y="226533"/>
                  </a:lnTo>
                  <a:lnTo>
                    <a:pt x="12843" y="231464"/>
                  </a:lnTo>
                  <a:lnTo>
                    <a:pt x="14962" y="236329"/>
                  </a:lnTo>
                  <a:lnTo>
                    <a:pt x="17234" y="241125"/>
                  </a:lnTo>
                  <a:lnTo>
                    <a:pt x="19657" y="245847"/>
                  </a:lnTo>
                  <a:lnTo>
                    <a:pt x="22229" y="250489"/>
                  </a:lnTo>
                  <a:lnTo>
                    <a:pt x="24946" y="255047"/>
                  </a:lnTo>
                  <a:lnTo>
                    <a:pt x="27808" y="259516"/>
                  </a:lnTo>
                  <a:lnTo>
                    <a:pt x="30809" y="263893"/>
                  </a:lnTo>
                  <a:lnTo>
                    <a:pt x="33948" y="268172"/>
                  </a:lnTo>
                  <a:lnTo>
                    <a:pt x="37221" y="272349"/>
                  </a:lnTo>
                  <a:lnTo>
                    <a:pt x="40625" y="276420"/>
                  </a:lnTo>
                  <a:lnTo>
                    <a:pt x="44157" y="280381"/>
                  </a:lnTo>
                  <a:lnTo>
                    <a:pt x="47813" y="284228"/>
                  </a:lnTo>
                  <a:lnTo>
                    <a:pt x="51588" y="287957"/>
                  </a:lnTo>
                  <a:lnTo>
                    <a:pt x="55481" y="291564"/>
                  </a:lnTo>
                  <a:lnTo>
                    <a:pt x="59486" y="295046"/>
                  </a:lnTo>
                  <a:lnTo>
                    <a:pt x="63599" y="298399"/>
                  </a:lnTo>
                  <a:lnTo>
                    <a:pt x="67817" y="301620"/>
                  </a:lnTo>
                  <a:lnTo>
                    <a:pt x="72134" y="304705"/>
                  </a:lnTo>
                  <a:lnTo>
                    <a:pt x="76548" y="307652"/>
                  </a:lnTo>
                  <a:lnTo>
                    <a:pt x="81053" y="310457"/>
                  </a:lnTo>
                  <a:lnTo>
                    <a:pt x="85645" y="313118"/>
                  </a:lnTo>
                  <a:lnTo>
                    <a:pt x="90318" y="315631"/>
                  </a:lnTo>
                  <a:lnTo>
                    <a:pt x="95070" y="317995"/>
                  </a:lnTo>
                  <a:lnTo>
                    <a:pt x="99893" y="320207"/>
                  </a:lnTo>
                  <a:lnTo>
                    <a:pt x="104785" y="322265"/>
                  </a:lnTo>
                  <a:lnTo>
                    <a:pt x="109740" y="324167"/>
                  </a:lnTo>
                  <a:lnTo>
                    <a:pt x="114752" y="325910"/>
                  </a:lnTo>
                  <a:lnTo>
                    <a:pt x="119817" y="327493"/>
                  </a:lnTo>
                  <a:lnTo>
                    <a:pt x="124930" y="328915"/>
                  </a:lnTo>
                  <a:lnTo>
                    <a:pt x="130085" y="330173"/>
                  </a:lnTo>
                  <a:lnTo>
                    <a:pt x="135278" y="331268"/>
                  </a:lnTo>
                  <a:lnTo>
                    <a:pt x="140503" y="332197"/>
                  </a:lnTo>
                  <a:lnTo>
                    <a:pt x="145755" y="332959"/>
                  </a:lnTo>
                  <a:lnTo>
                    <a:pt x="151028" y="333555"/>
                  </a:lnTo>
                  <a:lnTo>
                    <a:pt x="156318" y="333983"/>
                  </a:lnTo>
                  <a:lnTo>
                    <a:pt x="161618" y="334243"/>
                  </a:lnTo>
                  <a:lnTo>
                    <a:pt x="166924" y="334334"/>
                  </a:lnTo>
                  <a:lnTo>
                    <a:pt x="172230" y="334257"/>
                  </a:lnTo>
                  <a:lnTo>
                    <a:pt x="177532" y="334012"/>
                  </a:lnTo>
                  <a:lnTo>
                    <a:pt x="182822" y="333598"/>
                  </a:lnTo>
                  <a:lnTo>
                    <a:pt x="188097" y="333017"/>
                  </a:lnTo>
                  <a:lnTo>
                    <a:pt x="193351" y="332268"/>
                  </a:lnTo>
                  <a:lnTo>
                    <a:pt x="198578" y="331354"/>
                  </a:lnTo>
                  <a:lnTo>
                    <a:pt x="203774" y="330273"/>
                  </a:lnTo>
                  <a:lnTo>
                    <a:pt x="208933" y="329029"/>
                  </a:lnTo>
                  <a:lnTo>
                    <a:pt x="214050" y="327621"/>
                  </a:lnTo>
                  <a:lnTo>
                    <a:pt x="219119" y="326051"/>
                  </a:lnTo>
                  <a:lnTo>
                    <a:pt x="224136" y="324322"/>
                  </a:lnTo>
                  <a:lnTo>
                    <a:pt x="229096" y="322434"/>
                  </a:lnTo>
                  <a:lnTo>
                    <a:pt x="233993" y="320389"/>
                  </a:lnTo>
                  <a:lnTo>
                    <a:pt x="238823" y="318190"/>
                  </a:lnTo>
                  <a:lnTo>
                    <a:pt x="243580" y="315839"/>
                  </a:lnTo>
                  <a:lnTo>
                    <a:pt x="248261" y="313338"/>
                  </a:lnTo>
                  <a:lnTo>
                    <a:pt x="252860" y="310690"/>
                  </a:lnTo>
                  <a:lnTo>
                    <a:pt x="257372" y="307897"/>
                  </a:lnTo>
                  <a:lnTo>
                    <a:pt x="261794" y="304963"/>
                  </a:lnTo>
                  <a:lnTo>
                    <a:pt x="266120" y="301889"/>
                  </a:lnTo>
                  <a:lnTo>
                    <a:pt x="270346" y="298680"/>
                  </a:lnTo>
                  <a:lnTo>
                    <a:pt x="274469" y="295338"/>
                  </a:lnTo>
                  <a:lnTo>
                    <a:pt x="278483" y="291867"/>
                  </a:lnTo>
                  <a:lnTo>
                    <a:pt x="282385" y="288270"/>
                  </a:lnTo>
                  <a:lnTo>
                    <a:pt x="286171" y="284551"/>
                  </a:lnTo>
                  <a:lnTo>
                    <a:pt x="289837" y="280714"/>
                  </a:lnTo>
                  <a:lnTo>
                    <a:pt x="293380" y="276763"/>
                  </a:lnTo>
                  <a:lnTo>
                    <a:pt x="296795" y="272701"/>
                  </a:lnTo>
                  <a:lnTo>
                    <a:pt x="300079" y="268533"/>
                  </a:lnTo>
                  <a:lnTo>
                    <a:pt x="303230" y="264262"/>
                  </a:lnTo>
                  <a:lnTo>
                    <a:pt x="306243" y="259894"/>
                  </a:lnTo>
                  <a:lnTo>
                    <a:pt x="309116" y="255432"/>
                  </a:lnTo>
                  <a:lnTo>
                    <a:pt x="311847" y="250882"/>
                  </a:lnTo>
                  <a:lnTo>
                    <a:pt x="314431" y="246247"/>
                  </a:lnTo>
                  <a:lnTo>
                    <a:pt x="316867" y="241532"/>
                  </a:lnTo>
                  <a:lnTo>
                    <a:pt x="319152" y="236742"/>
                  </a:lnTo>
                  <a:lnTo>
                    <a:pt x="321284" y="231882"/>
                  </a:lnTo>
                  <a:lnTo>
                    <a:pt x="323260" y="226957"/>
                  </a:lnTo>
                  <a:lnTo>
                    <a:pt x="325079" y="221972"/>
                  </a:lnTo>
                  <a:lnTo>
                    <a:pt x="326739" y="216931"/>
                  </a:lnTo>
                  <a:lnTo>
                    <a:pt x="328238" y="211841"/>
                  </a:lnTo>
                  <a:lnTo>
                    <a:pt x="329575" y="206705"/>
                  </a:lnTo>
                  <a:lnTo>
                    <a:pt x="330749" y="201530"/>
                  </a:lnTo>
                  <a:lnTo>
                    <a:pt x="331757" y="196319"/>
                  </a:lnTo>
                  <a:lnTo>
                    <a:pt x="332599" y="191080"/>
                  </a:lnTo>
                  <a:lnTo>
                    <a:pt x="333275" y="185816"/>
                  </a:lnTo>
                  <a:lnTo>
                    <a:pt x="333783" y="180534"/>
                  </a:lnTo>
                  <a:lnTo>
                    <a:pt x="334123" y="175238"/>
                  </a:lnTo>
                  <a:lnTo>
                    <a:pt x="334295" y="169934"/>
                  </a:lnTo>
                  <a:lnTo>
                    <a:pt x="334299" y="164627"/>
                  </a:lnTo>
                  <a:lnTo>
                    <a:pt x="334134" y="159323"/>
                  </a:lnTo>
                  <a:lnTo>
                    <a:pt x="333801" y="154026"/>
                  </a:lnTo>
                  <a:lnTo>
                    <a:pt x="333300" y="148743"/>
                  </a:lnTo>
                  <a:lnTo>
                    <a:pt x="332631" y="143479"/>
                  </a:lnTo>
                  <a:lnTo>
                    <a:pt x="331796" y="138238"/>
                  </a:lnTo>
                  <a:lnTo>
                    <a:pt x="330795" y="133026"/>
                  </a:lnTo>
                  <a:lnTo>
                    <a:pt x="329629" y="127849"/>
                  </a:lnTo>
                  <a:lnTo>
                    <a:pt x="328299" y="122712"/>
                  </a:lnTo>
                  <a:lnTo>
                    <a:pt x="326807" y="117619"/>
                  </a:lnTo>
                  <a:lnTo>
                    <a:pt x="325154" y="112576"/>
                  </a:lnTo>
                  <a:lnTo>
                    <a:pt x="323341" y="107589"/>
                  </a:lnTo>
                  <a:lnTo>
                    <a:pt x="321371" y="102661"/>
                  </a:lnTo>
                  <a:lnTo>
                    <a:pt x="319246" y="97798"/>
                  </a:lnTo>
                  <a:lnTo>
                    <a:pt x="316968" y="93005"/>
                  </a:lnTo>
                  <a:lnTo>
                    <a:pt x="314538" y="88287"/>
                  </a:lnTo>
                  <a:lnTo>
                    <a:pt x="311960" y="83649"/>
                  </a:lnTo>
                  <a:lnTo>
                    <a:pt x="309236" y="79094"/>
                  </a:lnTo>
                  <a:lnTo>
                    <a:pt x="306369" y="74629"/>
                  </a:lnTo>
                  <a:lnTo>
                    <a:pt x="303361" y="70256"/>
                  </a:lnTo>
                  <a:lnTo>
                    <a:pt x="300217" y="65982"/>
                  </a:lnTo>
                  <a:lnTo>
                    <a:pt x="296938" y="61809"/>
                  </a:lnTo>
                  <a:lnTo>
                    <a:pt x="293528" y="57742"/>
                  </a:lnTo>
                  <a:lnTo>
                    <a:pt x="289991" y="53786"/>
                  </a:lnTo>
                  <a:lnTo>
                    <a:pt x="286330" y="49944"/>
                  </a:lnTo>
                  <a:lnTo>
                    <a:pt x="282549" y="46220"/>
                  </a:lnTo>
                  <a:lnTo>
                    <a:pt x="278652" y="42618"/>
                  </a:lnTo>
                  <a:lnTo>
                    <a:pt x="274643" y="39142"/>
                  </a:lnTo>
                  <a:lnTo>
                    <a:pt x="270525" y="35794"/>
                  </a:lnTo>
                  <a:lnTo>
                    <a:pt x="266303" y="32579"/>
                  </a:lnTo>
                  <a:lnTo>
                    <a:pt x="261981" y="29500"/>
                  </a:lnTo>
                  <a:lnTo>
                    <a:pt x="257563" y="26559"/>
                  </a:lnTo>
                  <a:lnTo>
                    <a:pt x="253054" y="23760"/>
                  </a:lnTo>
                  <a:lnTo>
                    <a:pt x="248459" y="21106"/>
                  </a:lnTo>
                  <a:lnTo>
                    <a:pt x="243782" y="18598"/>
                  </a:lnTo>
                  <a:lnTo>
                    <a:pt x="239028" y="16241"/>
                  </a:lnTo>
                  <a:lnTo>
                    <a:pt x="234201" y="14035"/>
                  </a:lnTo>
                  <a:lnTo>
                    <a:pt x="229306" y="11984"/>
                  </a:lnTo>
                  <a:lnTo>
                    <a:pt x="224349" y="10090"/>
                  </a:lnTo>
                  <a:lnTo>
                    <a:pt x="219335" y="8353"/>
                  </a:lnTo>
                  <a:lnTo>
                    <a:pt x="214267" y="6777"/>
                  </a:lnTo>
                  <a:lnTo>
                    <a:pt x="209152" y="5362"/>
                  </a:lnTo>
                  <a:lnTo>
                    <a:pt x="203995" y="4110"/>
                  </a:lnTo>
                  <a:lnTo>
                    <a:pt x="198801" y="3023"/>
                  </a:lnTo>
                  <a:lnTo>
                    <a:pt x="193575" y="2101"/>
                  </a:lnTo>
                  <a:lnTo>
                    <a:pt x="188322" y="1346"/>
                  </a:lnTo>
                  <a:lnTo>
                    <a:pt x="183048" y="757"/>
                  </a:lnTo>
                  <a:lnTo>
                    <a:pt x="177758" y="336"/>
                  </a:lnTo>
                  <a:lnTo>
                    <a:pt x="172457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5930" y="2126963"/>
              <a:ext cx="25357" cy="167167"/>
            </a:xfrm>
            <a:custGeom>
              <a:avLst/>
              <a:pathLst>
                <a:path w="25357" h="167167">
                  <a:moveTo>
                    <a:pt x="25357" y="0"/>
                  </a:moveTo>
                  <a:lnTo>
                    <a:pt x="16875" y="215"/>
                  </a:lnTo>
                  <a:lnTo>
                    <a:pt x="8416" y="860"/>
                  </a:lnTo>
                  <a:lnTo>
                    <a:pt x="0" y="1934"/>
                  </a:lnTo>
                  <a:lnTo>
                    <a:pt x="2535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5930" y="2128898"/>
              <a:ext cx="25357" cy="165233"/>
            </a:xfrm>
            <a:custGeom>
              <a:avLst/>
              <a:pathLst>
                <a:path w="25357" h="165233">
                  <a:moveTo>
                    <a:pt x="0" y="0"/>
                  </a:moveTo>
                  <a:lnTo>
                    <a:pt x="25357" y="1652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614124" y="2128035"/>
              <a:ext cx="334331" cy="333250"/>
            </a:xfrm>
            <a:custGeom>
              <a:avLst/>
              <a:pathLst>
                <a:path w="334331" h="333250">
                  <a:moveTo>
                    <a:pt x="141806" y="862"/>
                  </a:moveTo>
                  <a:lnTo>
                    <a:pt x="136586" y="1748"/>
                  </a:lnTo>
                  <a:lnTo>
                    <a:pt x="131397" y="2799"/>
                  </a:lnTo>
                  <a:lnTo>
                    <a:pt x="126244" y="4013"/>
                  </a:lnTo>
                  <a:lnTo>
                    <a:pt x="121132" y="5390"/>
                  </a:lnTo>
                  <a:lnTo>
                    <a:pt x="116066" y="6929"/>
                  </a:lnTo>
                  <a:lnTo>
                    <a:pt x="111052" y="8626"/>
                  </a:lnTo>
                  <a:lnTo>
                    <a:pt x="106094" y="10482"/>
                  </a:lnTo>
                  <a:lnTo>
                    <a:pt x="101196" y="12494"/>
                  </a:lnTo>
                  <a:lnTo>
                    <a:pt x="96366" y="14660"/>
                  </a:lnTo>
                  <a:lnTo>
                    <a:pt x="91606" y="16978"/>
                  </a:lnTo>
                  <a:lnTo>
                    <a:pt x="86921" y="19445"/>
                  </a:lnTo>
                  <a:lnTo>
                    <a:pt x="82318" y="22060"/>
                  </a:lnTo>
                  <a:lnTo>
                    <a:pt x="77799" y="24819"/>
                  </a:lnTo>
                  <a:lnTo>
                    <a:pt x="73370" y="27720"/>
                  </a:lnTo>
                  <a:lnTo>
                    <a:pt x="69036" y="30759"/>
                  </a:lnTo>
                  <a:lnTo>
                    <a:pt x="64799" y="33934"/>
                  </a:lnTo>
                  <a:lnTo>
                    <a:pt x="60665" y="37242"/>
                  </a:lnTo>
                  <a:lnTo>
                    <a:pt x="56639" y="40679"/>
                  </a:lnTo>
                  <a:lnTo>
                    <a:pt x="52722" y="44242"/>
                  </a:lnTo>
                  <a:lnTo>
                    <a:pt x="48921" y="47927"/>
                  </a:lnTo>
                  <a:lnTo>
                    <a:pt x="45239" y="51731"/>
                  </a:lnTo>
                  <a:lnTo>
                    <a:pt x="41678" y="55649"/>
                  </a:lnTo>
                  <a:lnTo>
                    <a:pt x="38244" y="59678"/>
                  </a:lnTo>
                  <a:lnTo>
                    <a:pt x="34938" y="63814"/>
                  </a:lnTo>
                  <a:lnTo>
                    <a:pt x="31766" y="68052"/>
                  </a:lnTo>
                  <a:lnTo>
                    <a:pt x="28729" y="72389"/>
                  </a:lnTo>
                  <a:lnTo>
                    <a:pt x="25831" y="76819"/>
                  </a:lnTo>
                  <a:lnTo>
                    <a:pt x="23075" y="81340"/>
                  </a:lnTo>
                  <a:lnTo>
                    <a:pt x="20463" y="85945"/>
                  </a:lnTo>
                  <a:lnTo>
                    <a:pt x="17999" y="90631"/>
                  </a:lnTo>
                  <a:lnTo>
                    <a:pt x="15684" y="95392"/>
                  </a:lnTo>
                  <a:lnTo>
                    <a:pt x="13521" y="100224"/>
                  </a:lnTo>
                  <a:lnTo>
                    <a:pt x="11512" y="105123"/>
                  </a:lnTo>
                  <a:lnTo>
                    <a:pt x="9659" y="110082"/>
                  </a:lnTo>
                  <a:lnTo>
                    <a:pt x="7965" y="115098"/>
                  </a:lnTo>
                  <a:lnTo>
                    <a:pt x="6430" y="120165"/>
                  </a:lnTo>
                  <a:lnTo>
                    <a:pt x="5056" y="125277"/>
                  </a:lnTo>
                  <a:lnTo>
                    <a:pt x="3844" y="130431"/>
                  </a:lnTo>
                  <a:lnTo>
                    <a:pt x="2797" y="135621"/>
                  </a:lnTo>
                  <a:lnTo>
                    <a:pt x="1914" y="140841"/>
                  </a:lnTo>
                  <a:lnTo>
                    <a:pt x="1198" y="146087"/>
                  </a:lnTo>
                  <a:lnTo>
                    <a:pt x="647" y="151352"/>
                  </a:lnTo>
                  <a:lnTo>
                    <a:pt x="264" y="156632"/>
                  </a:lnTo>
                  <a:lnTo>
                    <a:pt x="48" y="161922"/>
                  </a:lnTo>
                  <a:lnTo>
                    <a:pt x="0" y="167216"/>
                  </a:lnTo>
                  <a:lnTo>
                    <a:pt x="119" y="172509"/>
                  </a:lnTo>
                  <a:lnTo>
                    <a:pt x="406" y="177796"/>
                  </a:lnTo>
                  <a:lnTo>
                    <a:pt x="860" y="183071"/>
                  </a:lnTo>
                  <a:lnTo>
                    <a:pt x="1481" y="188328"/>
                  </a:lnTo>
                  <a:lnTo>
                    <a:pt x="2268" y="193564"/>
                  </a:lnTo>
                  <a:lnTo>
                    <a:pt x="3220" y="198772"/>
                  </a:lnTo>
                  <a:lnTo>
                    <a:pt x="4337" y="203947"/>
                  </a:lnTo>
                  <a:lnTo>
                    <a:pt x="5618" y="209084"/>
                  </a:lnTo>
                  <a:lnTo>
                    <a:pt x="7060" y="214178"/>
                  </a:lnTo>
                  <a:lnTo>
                    <a:pt x="8663" y="219224"/>
                  </a:lnTo>
                  <a:lnTo>
                    <a:pt x="10425" y="224216"/>
                  </a:lnTo>
                  <a:lnTo>
                    <a:pt x="12344" y="229150"/>
                  </a:lnTo>
                  <a:lnTo>
                    <a:pt x="14418" y="234021"/>
                  </a:lnTo>
                  <a:lnTo>
                    <a:pt x="16646" y="238824"/>
                  </a:lnTo>
                  <a:lnTo>
                    <a:pt x="19024" y="243554"/>
                  </a:lnTo>
                  <a:lnTo>
                    <a:pt x="21551" y="248206"/>
                  </a:lnTo>
                  <a:lnTo>
                    <a:pt x="24225" y="252776"/>
                  </a:lnTo>
                  <a:lnTo>
                    <a:pt x="27041" y="257259"/>
                  </a:lnTo>
                  <a:lnTo>
                    <a:pt x="29998" y="261650"/>
                  </a:lnTo>
                  <a:lnTo>
                    <a:pt x="33093" y="265946"/>
                  </a:lnTo>
                  <a:lnTo>
                    <a:pt x="36322" y="270141"/>
                  </a:lnTo>
                  <a:lnTo>
                    <a:pt x="39682" y="274232"/>
                  </a:lnTo>
                  <a:lnTo>
                    <a:pt x="43171" y="278215"/>
                  </a:lnTo>
                  <a:lnTo>
                    <a:pt x="46783" y="282085"/>
                  </a:lnTo>
                  <a:lnTo>
                    <a:pt x="50517" y="285839"/>
                  </a:lnTo>
                  <a:lnTo>
                    <a:pt x="54367" y="289473"/>
                  </a:lnTo>
                  <a:lnTo>
                    <a:pt x="58330" y="292983"/>
                  </a:lnTo>
                  <a:lnTo>
                    <a:pt x="62403" y="296365"/>
                  </a:lnTo>
                  <a:lnTo>
                    <a:pt x="66581" y="299617"/>
                  </a:lnTo>
                  <a:lnTo>
                    <a:pt x="70859" y="302736"/>
                  </a:lnTo>
                  <a:lnTo>
                    <a:pt x="75235" y="305717"/>
                  </a:lnTo>
                  <a:lnTo>
                    <a:pt x="79702" y="308558"/>
                  </a:lnTo>
                  <a:lnTo>
                    <a:pt x="84257" y="311256"/>
                  </a:lnTo>
                  <a:lnTo>
                    <a:pt x="88895" y="313808"/>
                  </a:lnTo>
                  <a:lnTo>
                    <a:pt x="93612" y="316213"/>
                  </a:lnTo>
                  <a:lnTo>
                    <a:pt x="98403" y="318467"/>
                  </a:lnTo>
                  <a:lnTo>
                    <a:pt x="103262" y="320568"/>
                  </a:lnTo>
                  <a:lnTo>
                    <a:pt x="108186" y="322514"/>
                  </a:lnTo>
                  <a:lnTo>
                    <a:pt x="113169" y="324303"/>
                  </a:lnTo>
                  <a:lnTo>
                    <a:pt x="118206" y="325933"/>
                  </a:lnTo>
                  <a:lnTo>
                    <a:pt x="123292" y="327403"/>
                  </a:lnTo>
                  <a:lnTo>
                    <a:pt x="128422" y="328712"/>
                  </a:lnTo>
                  <a:lnTo>
                    <a:pt x="133591" y="329857"/>
                  </a:lnTo>
                  <a:lnTo>
                    <a:pt x="138793" y="330838"/>
                  </a:lnTo>
                  <a:lnTo>
                    <a:pt x="144024" y="331654"/>
                  </a:lnTo>
                  <a:lnTo>
                    <a:pt x="149278" y="332303"/>
                  </a:lnTo>
                  <a:lnTo>
                    <a:pt x="154551" y="332786"/>
                  </a:lnTo>
                  <a:lnTo>
                    <a:pt x="159835" y="333102"/>
                  </a:lnTo>
                  <a:lnTo>
                    <a:pt x="165128" y="333250"/>
                  </a:lnTo>
                  <a:lnTo>
                    <a:pt x="170422" y="333231"/>
                  </a:lnTo>
                  <a:lnTo>
                    <a:pt x="175713" y="333044"/>
                  </a:lnTo>
                  <a:lnTo>
                    <a:pt x="180995" y="332690"/>
                  </a:lnTo>
                  <a:lnTo>
                    <a:pt x="186264" y="332168"/>
                  </a:lnTo>
                  <a:lnTo>
                    <a:pt x="191513" y="331480"/>
                  </a:lnTo>
                  <a:lnTo>
                    <a:pt x="196738" y="330626"/>
                  </a:lnTo>
                  <a:lnTo>
                    <a:pt x="201933" y="329607"/>
                  </a:lnTo>
                  <a:lnTo>
                    <a:pt x="207094" y="328424"/>
                  </a:lnTo>
                  <a:lnTo>
                    <a:pt x="212214" y="327078"/>
                  </a:lnTo>
                  <a:lnTo>
                    <a:pt x="217289" y="325571"/>
                  </a:lnTo>
                  <a:lnTo>
                    <a:pt x="222314" y="323903"/>
                  </a:lnTo>
                  <a:lnTo>
                    <a:pt x="227284" y="322078"/>
                  </a:lnTo>
                  <a:lnTo>
                    <a:pt x="232193" y="320096"/>
                  </a:lnTo>
                  <a:lnTo>
                    <a:pt x="237037" y="317959"/>
                  </a:lnTo>
                  <a:lnTo>
                    <a:pt x="241811" y="315670"/>
                  </a:lnTo>
                  <a:lnTo>
                    <a:pt x="246510" y="313232"/>
                  </a:lnTo>
                  <a:lnTo>
                    <a:pt x="251129" y="310645"/>
                  </a:lnTo>
                  <a:lnTo>
                    <a:pt x="255665" y="307914"/>
                  </a:lnTo>
                  <a:lnTo>
                    <a:pt x="260111" y="305040"/>
                  </a:lnTo>
                  <a:lnTo>
                    <a:pt x="264464" y="302027"/>
                  </a:lnTo>
                  <a:lnTo>
                    <a:pt x="268720" y="298878"/>
                  </a:lnTo>
                  <a:lnTo>
                    <a:pt x="272874" y="295595"/>
                  </a:lnTo>
                  <a:lnTo>
                    <a:pt x="276922" y="292183"/>
                  </a:lnTo>
                  <a:lnTo>
                    <a:pt x="280859" y="288644"/>
                  </a:lnTo>
                  <a:lnTo>
                    <a:pt x="284683" y="284982"/>
                  </a:lnTo>
                  <a:lnTo>
                    <a:pt x="288389" y="281201"/>
                  </a:lnTo>
                  <a:lnTo>
                    <a:pt x="291973" y="277305"/>
                  </a:lnTo>
                  <a:lnTo>
                    <a:pt x="295432" y="273297"/>
                  </a:lnTo>
                  <a:lnTo>
                    <a:pt x="298762" y="269181"/>
                  </a:lnTo>
                  <a:lnTo>
                    <a:pt x="301961" y="264962"/>
                  </a:lnTo>
                  <a:lnTo>
                    <a:pt x="305024" y="260644"/>
                  </a:lnTo>
                  <a:lnTo>
                    <a:pt x="307949" y="256231"/>
                  </a:lnTo>
                  <a:lnTo>
                    <a:pt x="310732" y="251728"/>
                  </a:lnTo>
                  <a:lnTo>
                    <a:pt x="313372" y="247138"/>
                  </a:lnTo>
                  <a:lnTo>
                    <a:pt x="315865" y="242468"/>
                  </a:lnTo>
                  <a:lnTo>
                    <a:pt x="318209" y="237721"/>
                  </a:lnTo>
                  <a:lnTo>
                    <a:pt x="320401" y="232902"/>
                  </a:lnTo>
                  <a:lnTo>
                    <a:pt x="322440" y="228016"/>
                  </a:lnTo>
                  <a:lnTo>
                    <a:pt x="324323" y="223067"/>
                  </a:lnTo>
                  <a:lnTo>
                    <a:pt x="326048" y="218062"/>
                  </a:lnTo>
                  <a:lnTo>
                    <a:pt x="327614" y="213005"/>
                  </a:lnTo>
                  <a:lnTo>
                    <a:pt x="329019" y="207900"/>
                  </a:lnTo>
                  <a:lnTo>
                    <a:pt x="330262" y="202754"/>
                  </a:lnTo>
                  <a:lnTo>
                    <a:pt x="331341" y="197571"/>
                  </a:lnTo>
                  <a:lnTo>
                    <a:pt x="332255" y="192356"/>
                  </a:lnTo>
                  <a:lnTo>
                    <a:pt x="333004" y="187115"/>
                  </a:lnTo>
                  <a:lnTo>
                    <a:pt x="333586" y="181853"/>
                  </a:lnTo>
                  <a:lnTo>
                    <a:pt x="334002" y="176575"/>
                  </a:lnTo>
                  <a:lnTo>
                    <a:pt x="334250" y="171287"/>
                  </a:lnTo>
                  <a:lnTo>
                    <a:pt x="334331" y="165993"/>
                  </a:lnTo>
                  <a:lnTo>
                    <a:pt x="334244" y="160699"/>
                  </a:lnTo>
                  <a:lnTo>
                    <a:pt x="333989" y="155411"/>
                  </a:lnTo>
                  <a:lnTo>
                    <a:pt x="333567" y="150134"/>
                  </a:lnTo>
                  <a:lnTo>
                    <a:pt x="332978" y="144873"/>
                  </a:lnTo>
                  <a:lnTo>
                    <a:pt x="332223" y="139632"/>
                  </a:lnTo>
                  <a:lnTo>
                    <a:pt x="331302" y="134419"/>
                  </a:lnTo>
                  <a:lnTo>
                    <a:pt x="330217" y="129237"/>
                  </a:lnTo>
                  <a:lnTo>
                    <a:pt x="328968" y="124092"/>
                  </a:lnTo>
                  <a:lnTo>
                    <a:pt x="327556" y="118990"/>
                  </a:lnTo>
                  <a:lnTo>
                    <a:pt x="325984" y="113934"/>
                  </a:lnTo>
                  <a:lnTo>
                    <a:pt x="324253" y="108931"/>
                  </a:lnTo>
                  <a:lnTo>
                    <a:pt x="322364" y="103985"/>
                  </a:lnTo>
                  <a:lnTo>
                    <a:pt x="320319" y="99102"/>
                  </a:lnTo>
                  <a:lnTo>
                    <a:pt x="318121" y="94285"/>
                  </a:lnTo>
                  <a:lnTo>
                    <a:pt x="315771" y="89541"/>
                  </a:lnTo>
                  <a:lnTo>
                    <a:pt x="313273" y="84874"/>
                  </a:lnTo>
                  <a:lnTo>
                    <a:pt x="310627" y="80288"/>
                  </a:lnTo>
                  <a:lnTo>
                    <a:pt x="307838" y="75788"/>
                  </a:lnTo>
                  <a:lnTo>
                    <a:pt x="304908" y="71378"/>
                  </a:lnTo>
                  <a:lnTo>
                    <a:pt x="301839" y="67064"/>
                  </a:lnTo>
                  <a:lnTo>
                    <a:pt x="298636" y="62849"/>
                  </a:lnTo>
                  <a:lnTo>
                    <a:pt x="295301" y="58737"/>
                  </a:lnTo>
                  <a:lnTo>
                    <a:pt x="291837" y="54733"/>
                  </a:lnTo>
                  <a:lnTo>
                    <a:pt x="288248" y="50841"/>
                  </a:lnTo>
                  <a:lnTo>
                    <a:pt x="284537" y="47065"/>
                  </a:lnTo>
                  <a:lnTo>
                    <a:pt x="280709" y="43408"/>
                  </a:lnTo>
                  <a:lnTo>
                    <a:pt x="276767" y="39874"/>
                  </a:lnTo>
                  <a:lnTo>
                    <a:pt x="272715" y="36466"/>
                  </a:lnTo>
                  <a:lnTo>
                    <a:pt x="268557" y="33189"/>
                  </a:lnTo>
                  <a:lnTo>
                    <a:pt x="264298" y="30045"/>
                  </a:lnTo>
                  <a:lnTo>
                    <a:pt x="259941" y="27037"/>
                  </a:lnTo>
                  <a:lnTo>
                    <a:pt x="255491" y="24169"/>
                  </a:lnTo>
                  <a:lnTo>
                    <a:pt x="250952" y="21443"/>
                  </a:lnTo>
                  <a:lnTo>
                    <a:pt x="246330" y="18862"/>
                  </a:lnTo>
                  <a:lnTo>
                    <a:pt x="241628" y="16429"/>
                  </a:lnTo>
                  <a:lnTo>
                    <a:pt x="236851" y="14146"/>
                  </a:lnTo>
                  <a:lnTo>
                    <a:pt x="232004" y="12016"/>
                  </a:lnTo>
                  <a:lnTo>
                    <a:pt x="227092" y="10040"/>
                  </a:lnTo>
                  <a:lnTo>
                    <a:pt x="222121" y="8220"/>
                  </a:lnTo>
                  <a:lnTo>
                    <a:pt x="217094" y="6559"/>
                  </a:lnTo>
                  <a:lnTo>
                    <a:pt x="212017" y="5058"/>
                  </a:lnTo>
                  <a:lnTo>
                    <a:pt x="206895" y="3718"/>
                  </a:lnTo>
                  <a:lnTo>
                    <a:pt x="201733" y="2541"/>
                  </a:lnTo>
                  <a:lnTo>
                    <a:pt x="196536" y="1529"/>
                  </a:lnTo>
                  <a:lnTo>
                    <a:pt x="191310" y="681"/>
                  </a:lnTo>
                  <a:lnTo>
                    <a:pt x="186060" y="0"/>
                  </a:lnTo>
                  <a:lnTo>
                    <a:pt x="167163" y="1660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81287" y="2126963"/>
              <a:ext cx="18897" cy="167167"/>
            </a:xfrm>
            <a:custGeom>
              <a:avLst/>
              <a:pathLst>
                <a:path w="18897" h="167167">
                  <a:moveTo>
                    <a:pt x="18897" y="1071"/>
                  </a:moveTo>
                  <a:lnTo>
                    <a:pt x="9463" y="26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5924" y="2633064"/>
              <a:ext cx="4823" cy="167167"/>
            </a:xfrm>
            <a:custGeom>
              <a:avLst/>
              <a:pathLst>
                <a:path w="4823" h="167167">
                  <a:moveTo>
                    <a:pt x="4823" y="0"/>
                  </a:moveTo>
                  <a:lnTo>
                    <a:pt x="0" y="69"/>
                  </a:lnTo>
                  <a:lnTo>
                    <a:pt x="482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924" y="26331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423587" y="2633133"/>
              <a:ext cx="334328" cy="334253"/>
            </a:xfrm>
            <a:custGeom>
              <a:avLst/>
              <a:pathLst>
                <a:path w="334328" h="334253">
                  <a:moveTo>
                    <a:pt x="162337" y="0"/>
                  </a:moveTo>
                  <a:lnTo>
                    <a:pt x="157053" y="236"/>
                  </a:lnTo>
                  <a:lnTo>
                    <a:pt x="151780" y="639"/>
                  </a:lnTo>
                  <a:lnTo>
                    <a:pt x="146521" y="1209"/>
                  </a:lnTo>
                  <a:lnTo>
                    <a:pt x="141283" y="1945"/>
                  </a:lnTo>
                  <a:lnTo>
                    <a:pt x="136072" y="2846"/>
                  </a:lnTo>
                  <a:lnTo>
                    <a:pt x="130891" y="3912"/>
                  </a:lnTo>
                  <a:lnTo>
                    <a:pt x="125747" y="5141"/>
                  </a:lnTo>
                  <a:lnTo>
                    <a:pt x="120644" y="6532"/>
                  </a:lnTo>
                  <a:lnTo>
                    <a:pt x="115587" y="8084"/>
                  </a:lnTo>
                  <a:lnTo>
                    <a:pt x="110582" y="9796"/>
                  </a:lnTo>
                  <a:lnTo>
                    <a:pt x="105634" y="11664"/>
                  </a:lnTo>
                  <a:lnTo>
                    <a:pt x="100748" y="13689"/>
                  </a:lnTo>
                  <a:lnTo>
                    <a:pt x="95928" y="15866"/>
                  </a:lnTo>
                  <a:lnTo>
                    <a:pt x="91179" y="18196"/>
                  </a:lnTo>
                  <a:lnTo>
                    <a:pt x="86506" y="20674"/>
                  </a:lnTo>
                  <a:lnTo>
                    <a:pt x="81914" y="23299"/>
                  </a:lnTo>
                  <a:lnTo>
                    <a:pt x="77408" y="26068"/>
                  </a:lnTo>
                  <a:lnTo>
                    <a:pt x="72991" y="28978"/>
                  </a:lnTo>
                  <a:lnTo>
                    <a:pt x="68669" y="32026"/>
                  </a:lnTo>
                  <a:lnTo>
                    <a:pt x="64445" y="35210"/>
                  </a:lnTo>
                  <a:lnTo>
                    <a:pt x="60324" y="38525"/>
                  </a:lnTo>
                  <a:lnTo>
                    <a:pt x="56310" y="41969"/>
                  </a:lnTo>
                  <a:lnTo>
                    <a:pt x="52407" y="45539"/>
                  </a:lnTo>
                  <a:lnTo>
                    <a:pt x="48619" y="49230"/>
                  </a:lnTo>
                  <a:lnTo>
                    <a:pt x="44949" y="53039"/>
                  </a:lnTo>
                  <a:lnTo>
                    <a:pt x="41402" y="56963"/>
                  </a:lnTo>
                  <a:lnTo>
                    <a:pt x="37981" y="60996"/>
                  </a:lnTo>
                  <a:lnTo>
                    <a:pt x="34689" y="65136"/>
                  </a:lnTo>
                  <a:lnTo>
                    <a:pt x="31529" y="69378"/>
                  </a:lnTo>
                  <a:lnTo>
                    <a:pt x="28506" y="73718"/>
                  </a:lnTo>
                  <a:lnTo>
                    <a:pt x="25621" y="78151"/>
                  </a:lnTo>
                  <a:lnTo>
                    <a:pt x="22878" y="82674"/>
                  </a:lnTo>
                  <a:lnTo>
                    <a:pt x="20279" y="87281"/>
                  </a:lnTo>
                  <a:lnTo>
                    <a:pt x="17828" y="91967"/>
                  </a:lnTo>
                  <a:lnTo>
                    <a:pt x="15526" y="96729"/>
                  </a:lnTo>
                  <a:lnTo>
                    <a:pt x="13375" y="101562"/>
                  </a:lnTo>
                  <a:lnTo>
                    <a:pt x="11379" y="106460"/>
                  </a:lnTo>
                  <a:lnTo>
                    <a:pt x="9539" y="111418"/>
                  </a:lnTo>
                  <a:lnTo>
                    <a:pt x="7856" y="116433"/>
                  </a:lnTo>
                  <a:lnTo>
                    <a:pt x="6333" y="121498"/>
                  </a:lnTo>
                  <a:lnTo>
                    <a:pt x="4971" y="126609"/>
                  </a:lnTo>
                  <a:lnTo>
                    <a:pt x="3771" y="131760"/>
                  </a:lnTo>
                  <a:lnTo>
                    <a:pt x="2735" y="136947"/>
                  </a:lnTo>
                  <a:lnTo>
                    <a:pt x="1863" y="142164"/>
                  </a:lnTo>
                  <a:lnTo>
                    <a:pt x="1157" y="147406"/>
                  </a:lnTo>
                  <a:lnTo>
                    <a:pt x="617" y="152667"/>
                  </a:lnTo>
                  <a:lnTo>
                    <a:pt x="244" y="157943"/>
                  </a:lnTo>
                  <a:lnTo>
                    <a:pt x="38" y="163228"/>
                  </a:lnTo>
                  <a:lnTo>
                    <a:pt x="0" y="168517"/>
                  </a:lnTo>
                  <a:lnTo>
                    <a:pt x="128" y="173805"/>
                  </a:lnTo>
                  <a:lnTo>
                    <a:pt x="424" y="179086"/>
                  </a:lnTo>
                  <a:lnTo>
                    <a:pt x="887" y="184355"/>
                  </a:lnTo>
                  <a:lnTo>
                    <a:pt x="1516" y="189607"/>
                  </a:lnTo>
                  <a:lnTo>
                    <a:pt x="2311" y="194836"/>
                  </a:lnTo>
                  <a:lnTo>
                    <a:pt x="3271" y="200037"/>
                  </a:lnTo>
                  <a:lnTo>
                    <a:pt x="4395" y="205205"/>
                  </a:lnTo>
                  <a:lnTo>
                    <a:pt x="5682" y="210336"/>
                  </a:lnTo>
                  <a:lnTo>
                    <a:pt x="7131" y="215423"/>
                  </a:lnTo>
                  <a:lnTo>
                    <a:pt x="8740" y="220461"/>
                  </a:lnTo>
                  <a:lnTo>
                    <a:pt x="10507" y="225446"/>
                  </a:lnTo>
                  <a:lnTo>
                    <a:pt x="12432" y="230373"/>
                  </a:lnTo>
                  <a:lnTo>
                    <a:pt x="14511" y="235236"/>
                  </a:lnTo>
                  <a:lnTo>
                    <a:pt x="16743" y="240031"/>
                  </a:lnTo>
                  <a:lnTo>
                    <a:pt x="19126" y="244754"/>
                  </a:lnTo>
                  <a:lnTo>
                    <a:pt x="21656" y="249398"/>
                  </a:lnTo>
                  <a:lnTo>
                    <a:pt x="24333" y="253960"/>
                  </a:lnTo>
                  <a:lnTo>
                    <a:pt x="27152" y="258435"/>
                  </a:lnTo>
                  <a:lnTo>
                    <a:pt x="30112" y="262819"/>
                  </a:lnTo>
                  <a:lnTo>
                    <a:pt x="33209" y="267107"/>
                  </a:lnTo>
                  <a:lnTo>
                    <a:pt x="36440" y="271294"/>
                  </a:lnTo>
                  <a:lnTo>
                    <a:pt x="39802" y="275378"/>
                  </a:lnTo>
                  <a:lnTo>
                    <a:pt x="43291" y="279353"/>
                  </a:lnTo>
                  <a:lnTo>
                    <a:pt x="46904" y="283215"/>
                  </a:lnTo>
                  <a:lnTo>
                    <a:pt x="50638" y="286961"/>
                  </a:lnTo>
                  <a:lnTo>
                    <a:pt x="54489" y="290588"/>
                  </a:lnTo>
                  <a:lnTo>
                    <a:pt x="58452" y="294090"/>
                  </a:lnTo>
                  <a:lnTo>
                    <a:pt x="62524" y="297466"/>
                  </a:lnTo>
                  <a:lnTo>
                    <a:pt x="66700" y="300711"/>
                  </a:lnTo>
                  <a:lnTo>
                    <a:pt x="70978" y="303822"/>
                  </a:lnTo>
                  <a:lnTo>
                    <a:pt x="75351" y="306797"/>
                  </a:lnTo>
                  <a:lnTo>
                    <a:pt x="79817" y="309631"/>
                  </a:lnTo>
                  <a:lnTo>
                    <a:pt x="84370" y="312323"/>
                  </a:lnTo>
                  <a:lnTo>
                    <a:pt x="89006" y="314870"/>
                  </a:lnTo>
                  <a:lnTo>
                    <a:pt x="93720" y="317268"/>
                  </a:lnTo>
                  <a:lnTo>
                    <a:pt x="98507" y="319517"/>
                  </a:lnTo>
                  <a:lnTo>
                    <a:pt x="103364" y="321612"/>
                  </a:lnTo>
                  <a:lnTo>
                    <a:pt x="108284" y="323553"/>
                  </a:lnTo>
                  <a:lnTo>
                    <a:pt x="113263" y="325338"/>
                  </a:lnTo>
                  <a:lnTo>
                    <a:pt x="118296" y="326963"/>
                  </a:lnTo>
                  <a:lnTo>
                    <a:pt x="123378" y="328429"/>
                  </a:lnTo>
                  <a:lnTo>
                    <a:pt x="128504" y="329734"/>
                  </a:lnTo>
                  <a:lnTo>
                    <a:pt x="133669" y="330875"/>
                  </a:lnTo>
                  <a:lnTo>
                    <a:pt x="138867" y="331853"/>
                  </a:lnTo>
                  <a:lnTo>
                    <a:pt x="144093" y="332666"/>
                  </a:lnTo>
                  <a:lnTo>
                    <a:pt x="149343" y="333312"/>
                  </a:lnTo>
                  <a:lnTo>
                    <a:pt x="154610" y="333793"/>
                  </a:lnTo>
                  <a:lnTo>
                    <a:pt x="159890" y="334107"/>
                  </a:lnTo>
                  <a:lnTo>
                    <a:pt x="165177" y="334253"/>
                  </a:lnTo>
                  <a:lnTo>
                    <a:pt x="170466" y="334232"/>
                  </a:lnTo>
                  <a:lnTo>
                    <a:pt x="175752" y="334044"/>
                  </a:lnTo>
                  <a:lnTo>
                    <a:pt x="181029" y="333689"/>
                  </a:lnTo>
                  <a:lnTo>
                    <a:pt x="186293" y="333166"/>
                  </a:lnTo>
                  <a:lnTo>
                    <a:pt x="191537" y="332478"/>
                  </a:lnTo>
                  <a:lnTo>
                    <a:pt x="196757" y="331624"/>
                  </a:lnTo>
                  <a:lnTo>
                    <a:pt x="201947" y="330605"/>
                  </a:lnTo>
                  <a:lnTo>
                    <a:pt x="207102" y="329423"/>
                  </a:lnTo>
                  <a:lnTo>
                    <a:pt x="212218" y="328078"/>
                  </a:lnTo>
                  <a:lnTo>
                    <a:pt x="217288" y="326572"/>
                  </a:lnTo>
                  <a:lnTo>
                    <a:pt x="222308" y="324907"/>
                  </a:lnTo>
                  <a:lnTo>
                    <a:pt x="227273" y="323083"/>
                  </a:lnTo>
                  <a:lnTo>
                    <a:pt x="232177" y="321103"/>
                  </a:lnTo>
                  <a:lnTo>
                    <a:pt x="237017" y="318969"/>
                  </a:lnTo>
                  <a:lnTo>
                    <a:pt x="241787" y="316683"/>
                  </a:lnTo>
                  <a:lnTo>
                    <a:pt x="246482" y="314247"/>
                  </a:lnTo>
                  <a:lnTo>
                    <a:pt x="251097" y="311664"/>
                  </a:lnTo>
                  <a:lnTo>
                    <a:pt x="255629" y="308937"/>
                  </a:lnTo>
                  <a:lnTo>
                    <a:pt x="260072" y="306067"/>
                  </a:lnTo>
                  <a:lnTo>
                    <a:pt x="264422" y="303058"/>
                  </a:lnTo>
                  <a:lnTo>
                    <a:pt x="268674" y="299913"/>
                  </a:lnTo>
                  <a:lnTo>
                    <a:pt x="272825" y="296635"/>
                  </a:lnTo>
                  <a:lnTo>
                    <a:pt x="276871" y="293227"/>
                  </a:lnTo>
                  <a:lnTo>
                    <a:pt x="280806" y="289693"/>
                  </a:lnTo>
                  <a:lnTo>
                    <a:pt x="284627" y="286037"/>
                  </a:lnTo>
                  <a:lnTo>
                    <a:pt x="288331" y="282261"/>
                  </a:lnTo>
                  <a:lnTo>
                    <a:pt x="291914" y="278370"/>
                  </a:lnTo>
                  <a:lnTo>
                    <a:pt x="295372" y="274367"/>
                  </a:lnTo>
                  <a:lnTo>
                    <a:pt x="298701" y="270258"/>
                  </a:lnTo>
                  <a:lnTo>
                    <a:pt x="301899" y="266045"/>
                  </a:lnTo>
                  <a:lnTo>
                    <a:pt x="304962" y="261732"/>
                  </a:lnTo>
                  <a:lnTo>
                    <a:pt x="307887" y="257326"/>
                  </a:lnTo>
                  <a:lnTo>
                    <a:pt x="310671" y="252828"/>
                  </a:lnTo>
                  <a:lnTo>
                    <a:pt x="313311" y="248245"/>
                  </a:lnTo>
                  <a:lnTo>
                    <a:pt x="315805" y="243581"/>
                  </a:lnTo>
                  <a:lnTo>
                    <a:pt x="318151" y="238840"/>
                  </a:lnTo>
                  <a:lnTo>
                    <a:pt x="320345" y="234028"/>
                  </a:lnTo>
                  <a:lnTo>
                    <a:pt x="322386" y="229148"/>
                  </a:lnTo>
                  <a:lnTo>
                    <a:pt x="324271" y="224206"/>
                  </a:lnTo>
                  <a:lnTo>
                    <a:pt x="325999" y="219207"/>
                  </a:lnTo>
                  <a:lnTo>
                    <a:pt x="327568" y="214156"/>
                  </a:lnTo>
                  <a:lnTo>
                    <a:pt x="328976" y="209058"/>
                  </a:lnTo>
                  <a:lnTo>
                    <a:pt x="330223" y="203918"/>
                  </a:lnTo>
                  <a:lnTo>
                    <a:pt x="331306" y="198741"/>
                  </a:lnTo>
                  <a:lnTo>
                    <a:pt x="332225" y="193532"/>
                  </a:lnTo>
                  <a:lnTo>
                    <a:pt x="332979" y="188297"/>
                  </a:lnTo>
                  <a:lnTo>
                    <a:pt x="333566" y="183040"/>
                  </a:lnTo>
                  <a:lnTo>
                    <a:pt x="333987" y="177768"/>
                  </a:lnTo>
                  <a:lnTo>
                    <a:pt x="334242" y="172485"/>
                  </a:lnTo>
                  <a:lnTo>
                    <a:pt x="334328" y="167196"/>
                  </a:lnTo>
                  <a:lnTo>
                    <a:pt x="334248" y="161907"/>
                  </a:lnTo>
                  <a:lnTo>
                    <a:pt x="334000" y="156624"/>
                  </a:lnTo>
                  <a:lnTo>
                    <a:pt x="333585" y="151351"/>
                  </a:lnTo>
                  <a:lnTo>
                    <a:pt x="333004" y="146094"/>
                  </a:lnTo>
                  <a:lnTo>
                    <a:pt x="332256" y="140858"/>
                  </a:lnTo>
                  <a:lnTo>
                    <a:pt x="331343" y="135648"/>
                  </a:lnTo>
                  <a:lnTo>
                    <a:pt x="330266" y="130470"/>
                  </a:lnTo>
                  <a:lnTo>
                    <a:pt x="329026" y="125328"/>
                  </a:lnTo>
                  <a:lnTo>
                    <a:pt x="327623" y="120228"/>
                  </a:lnTo>
                  <a:lnTo>
                    <a:pt x="326060" y="115175"/>
                  </a:lnTo>
                  <a:lnTo>
                    <a:pt x="324338" y="110174"/>
                  </a:lnTo>
                  <a:lnTo>
                    <a:pt x="322459" y="105230"/>
                  </a:lnTo>
                  <a:lnTo>
                    <a:pt x="320424" y="100348"/>
                  </a:lnTo>
                  <a:lnTo>
                    <a:pt x="318235" y="95533"/>
                  </a:lnTo>
                  <a:lnTo>
                    <a:pt x="315896" y="90789"/>
                  </a:lnTo>
                  <a:lnTo>
                    <a:pt x="313407" y="86122"/>
                  </a:lnTo>
                  <a:lnTo>
                    <a:pt x="310772" y="81536"/>
                  </a:lnTo>
                  <a:lnTo>
                    <a:pt x="307993" y="77035"/>
                  </a:lnTo>
                  <a:lnTo>
                    <a:pt x="305074" y="72625"/>
                  </a:lnTo>
                  <a:lnTo>
                    <a:pt x="302016" y="68309"/>
                  </a:lnTo>
                  <a:lnTo>
                    <a:pt x="298823" y="64092"/>
                  </a:lnTo>
                  <a:lnTo>
                    <a:pt x="295499" y="59979"/>
                  </a:lnTo>
                  <a:lnTo>
                    <a:pt x="167161" y="1670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633064"/>
              <a:ext cx="128337" cy="167167"/>
            </a:xfrm>
            <a:custGeom>
              <a:avLst/>
              <a:pathLst>
                <a:path w="128337" h="167167">
                  <a:moveTo>
                    <a:pt x="128337" y="60048"/>
                  </a:moveTo>
                  <a:lnTo>
                    <a:pt x="124659" y="55789"/>
                  </a:lnTo>
                  <a:lnTo>
                    <a:pt x="120840" y="51657"/>
                  </a:lnTo>
                  <a:lnTo>
                    <a:pt x="116883" y="47655"/>
                  </a:lnTo>
                  <a:lnTo>
                    <a:pt x="112795" y="43789"/>
                  </a:lnTo>
                  <a:lnTo>
                    <a:pt x="108578" y="40062"/>
                  </a:lnTo>
                  <a:lnTo>
                    <a:pt x="104238" y="36479"/>
                  </a:lnTo>
                  <a:lnTo>
                    <a:pt x="99781" y="33045"/>
                  </a:lnTo>
                  <a:lnTo>
                    <a:pt x="95210" y="29763"/>
                  </a:lnTo>
                  <a:lnTo>
                    <a:pt x="90531" y="26636"/>
                  </a:lnTo>
                  <a:lnTo>
                    <a:pt x="85750" y="23668"/>
                  </a:lnTo>
                  <a:lnTo>
                    <a:pt x="80871" y="20864"/>
                  </a:lnTo>
                  <a:lnTo>
                    <a:pt x="75901" y="18224"/>
                  </a:lnTo>
                  <a:lnTo>
                    <a:pt x="70845" y="15754"/>
                  </a:lnTo>
                  <a:lnTo>
                    <a:pt x="65709" y="13455"/>
                  </a:lnTo>
                  <a:lnTo>
                    <a:pt x="60498" y="11331"/>
                  </a:lnTo>
                  <a:lnTo>
                    <a:pt x="55218" y="9383"/>
                  </a:lnTo>
                  <a:lnTo>
                    <a:pt x="49876" y="7614"/>
                  </a:lnTo>
                  <a:lnTo>
                    <a:pt x="44478" y="6025"/>
                  </a:lnTo>
                  <a:lnTo>
                    <a:pt x="39029" y="4620"/>
                  </a:lnTo>
                  <a:lnTo>
                    <a:pt x="33536" y="3398"/>
                  </a:lnTo>
                  <a:lnTo>
                    <a:pt x="28005" y="2362"/>
                  </a:lnTo>
                  <a:lnTo>
                    <a:pt x="22442" y="1513"/>
                  </a:lnTo>
                  <a:lnTo>
                    <a:pt x="16854" y="851"/>
                  </a:lnTo>
                  <a:lnTo>
                    <a:pt x="11246" y="378"/>
                  </a:lnTo>
                  <a:lnTo>
                    <a:pt x="562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7644" y="3170392"/>
              <a:ext cx="18336" cy="167167"/>
            </a:xfrm>
            <a:custGeom>
              <a:avLst/>
              <a:pathLst>
                <a:path w="18336" h="167167">
                  <a:moveTo>
                    <a:pt x="18336" y="0"/>
                  </a:moveTo>
                  <a:lnTo>
                    <a:pt x="9154" y="252"/>
                  </a:lnTo>
                  <a:lnTo>
                    <a:pt x="0" y="1008"/>
                  </a:lnTo>
                  <a:lnTo>
                    <a:pt x="1833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7644" y="3171401"/>
              <a:ext cx="18336" cy="166158"/>
            </a:xfrm>
            <a:custGeom>
              <a:avLst/>
              <a:pathLst>
                <a:path w="18336" h="166158">
                  <a:moveTo>
                    <a:pt x="0" y="0"/>
                  </a:moveTo>
                  <a:lnTo>
                    <a:pt x="18336" y="166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358813" y="3171401"/>
              <a:ext cx="334330" cy="333315"/>
            </a:xfrm>
            <a:custGeom>
              <a:avLst/>
              <a:pathLst>
                <a:path w="334330" h="333315">
                  <a:moveTo>
                    <a:pt x="148830" y="0"/>
                  </a:moveTo>
                  <a:lnTo>
                    <a:pt x="143573" y="664"/>
                  </a:lnTo>
                  <a:lnTo>
                    <a:pt x="138340" y="1495"/>
                  </a:lnTo>
                  <a:lnTo>
                    <a:pt x="133136" y="2491"/>
                  </a:lnTo>
                  <a:lnTo>
                    <a:pt x="127967" y="3652"/>
                  </a:lnTo>
                  <a:lnTo>
                    <a:pt x="122836" y="4976"/>
                  </a:lnTo>
                  <a:lnTo>
                    <a:pt x="117750" y="6462"/>
                  </a:lnTo>
                  <a:lnTo>
                    <a:pt x="112714" y="8108"/>
                  </a:lnTo>
                  <a:lnTo>
                    <a:pt x="107732" y="9913"/>
                  </a:lnTo>
                  <a:lnTo>
                    <a:pt x="102810" y="11875"/>
                  </a:lnTo>
                  <a:lnTo>
                    <a:pt x="97953" y="13992"/>
                  </a:lnTo>
                  <a:lnTo>
                    <a:pt x="93165" y="16262"/>
                  </a:lnTo>
                  <a:lnTo>
                    <a:pt x="88452" y="18683"/>
                  </a:lnTo>
                  <a:lnTo>
                    <a:pt x="83818" y="21252"/>
                  </a:lnTo>
                  <a:lnTo>
                    <a:pt x="79267" y="23966"/>
                  </a:lnTo>
                  <a:lnTo>
                    <a:pt x="74805" y="26823"/>
                  </a:lnTo>
                  <a:lnTo>
                    <a:pt x="70435" y="29820"/>
                  </a:lnTo>
                  <a:lnTo>
                    <a:pt x="66163" y="32954"/>
                  </a:lnTo>
                  <a:lnTo>
                    <a:pt x="61992" y="36222"/>
                  </a:lnTo>
                  <a:lnTo>
                    <a:pt x="57927" y="39621"/>
                  </a:lnTo>
                  <a:lnTo>
                    <a:pt x="53972" y="43146"/>
                  </a:lnTo>
                  <a:lnTo>
                    <a:pt x="50130" y="46795"/>
                  </a:lnTo>
                  <a:lnTo>
                    <a:pt x="46406" y="50564"/>
                  </a:lnTo>
                  <a:lnTo>
                    <a:pt x="42803" y="54450"/>
                  </a:lnTo>
                  <a:lnTo>
                    <a:pt x="39326" y="58447"/>
                  </a:lnTo>
                  <a:lnTo>
                    <a:pt x="35976" y="62553"/>
                  </a:lnTo>
                  <a:lnTo>
                    <a:pt x="32759" y="66762"/>
                  </a:lnTo>
                  <a:lnTo>
                    <a:pt x="29676" y="71072"/>
                  </a:lnTo>
                  <a:lnTo>
                    <a:pt x="26732" y="75477"/>
                  </a:lnTo>
                  <a:lnTo>
                    <a:pt x="23928" y="79973"/>
                  </a:lnTo>
                  <a:lnTo>
                    <a:pt x="21269" y="84556"/>
                  </a:lnTo>
                  <a:lnTo>
                    <a:pt x="18756" y="89221"/>
                  </a:lnTo>
                  <a:lnTo>
                    <a:pt x="16392" y="93963"/>
                  </a:lnTo>
                  <a:lnTo>
                    <a:pt x="14180" y="98778"/>
                  </a:lnTo>
                  <a:lnTo>
                    <a:pt x="12121" y="103660"/>
                  </a:lnTo>
                  <a:lnTo>
                    <a:pt x="10219" y="108605"/>
                  </a:lnTo>
                  <a:lnTo>
                    <a:pt x="8473" y="113608"/>
                  </a:lnTo>
                  <a:lnTo>
                    <a:pt x="6888" y="118664"/>
                  </a:lnTo>
                  <a:lnTo>
                    <a:pt x="5463" y="123767"/>
                  </a:lnTo>
                  <a:lnTo>
                    <a:pt x="4201" y="128913"/>
                  </a:lnTo>
                  <a:lnTo>
                    <a:pt x="3102" y="134097"/>
                  </a:lnTo>
                  <a:lnTo>
                    <a:pt x="2169" y="139312"/>
                  </a:lnTo>
                  <a:lnTo>
                    <a:pt x="1401" y="144555"/>
                  </a:lnTo>
                  <a:lnTo>
                    <a:pt x="799" y="149819"/>
                  </a:lnTo>
                  <a:lnTo>
                    <a:pt x="365" y="155100"/>
                  </a:lnTo>
                  <a:lnTo>
                    <a:pt x="98" y="160392"/>
                  </a:lnTo>
                  <a:lnTo>
                    <a:pt x="0" y="165689"/>
                  </a:lnTo>
                  <a:lnTo>
                    <a:pt x="69" y="170988"/>
                  </a:lnTo>
                  <a:lnTo>
                    <a:pt x="306" y="176281"/>
                  </a:lnTo>
                  <a:lnTo>
                    <a:pt x="710" y="181564"/>
                  </a:lnTo>
                  <a:lnTo>
                    <a:pt x="1282" y="186832"/>
                  </a:lnTo>
                  <a:lnTo>
                    <a:pt x="2021" y="192078"/>
                  </a:lnTo>
                  <a:lnTo>
                    <a:pt x="2925" y="197299"/>
                  </a:lnTo>
                  <a:lnTo>
                    <a:pt x="3994" y="202489"/>
                  </a:lnTo>
                  <a:lnTo>
                    <a:pt x="5228" y="207642"/>
                  </a:lnTo>
                  <a:lnTo>
                    <a:pt x="6624" y="212753"/>
                  </a:lnTo>
                  <a:lnTo>
                    <a:pt x="8181" y="217818"/>
                  </a:lnTo>
                  <a:lnTo>
                    <a:pt x="9898" y="222830"/>
                  </a:lnTo>
                  <a:lnTo>
                    <a:pt x="11773" y="227786"/>
                  </a:lnTo>
                  <a:lnTo>
                    <a:pt x="13804" y="232680"/>
                  </a:lnTo>
                  <a:lnTo>
                    <a:pt x="15990" y="237507"/>
                  </a:lnTo>
                  <a:lnTo>
                    <a:pt x="18327" y="242262"/>
                  </a:lnTo>
                  <a:lnTo>
                    <a:pt x="20813" y="246941"/>
                  </a:lnTo>
                  <a:lnTo>
                    <a:pt x="23447" y="251538"/>
                  </a:lnTo>
                  <a:lnTo>
                    <a:pt x="26225" y="256050"/>
                  </a:lnTo>
                  <a:lnTo>
                    <a:pt x="29145" y="260472"/>
                  </a:lnTo>
                  <a:lnTo>
                    <a:pt x="32203" y="264799"/>
                  </a:lnTo>
                  <a:lnTo>
                    <a:pt x="35397" y="269026"/>
                  </a:lnTo>
                  <a:lnTo>
                    <a:pt x="38723" y="273151"/>
                  </a:lnTo>
                  <a:lnTo>
                    <a:pt x="42179" y="277168"/>
                  </a:lnTo>
                  <a:lnTo>
                    <a:pt x="45760" y="281073"/>
                  </a:lnTo>
                  <a:lnTo>
                    <a:pt x="49463" y="284863"/>
                  </a:lnTo>
                  <a:lnTo>
                    <a:pt x="53284" y="288534"/>
                  </a:lnTo>
                  <a:lnTo>
                    <a:pt x="57219" y="292081"/>
                  </a:lnTo>
                  <a:lnTo>
                    <a:pt x="61265" y="295503"/>
                  </a:lnTo>
                  <a:lnTo>
                    <a:pt x="65418" y="298794"/>
                  </a:lnTo>
                  <a:lnTo>
                    <a:pt x="69672" y="301952"/>
                  </a:lnTo>
                  <a:lnTo>
                    <a:pt x="74025" y="304973"/>
                  </a:lnTo>
                  <a:lnTo>
                    <a:pt x="78471" y="307855"/>
                  </a:lnTo>
                  <a:lnTo>
                    <a:pt x="83006" y="310595"/>
                  </a:lnTo>
                  <a:lnTo>
                    <a:pt x="87626" y="313190"/>
                  </a:lnTo>
                  <a:lnTo>
                    <a:pt x="92326" y="315637"/>
                  </a:lnTo>
                  <a:lnTo>
                    <a:pt x="97101" y="317934"/>
                  </a:lnTo>
                  <a:lnTo>
                    <a:pt x="101946" y="320078"/>
                  </a:lnTo>
                  <a:lnTo>
                    <a:pt x="106857" y="322068"/>
                  </a:lnTo>
                  <a:lnTo>
                    <a:pt x="111828" y="323901"/>
                  </a:lnTo>
                  <a:lnTo>
                    <a:pt x="116855" y="325575"/>
                  </a:lnTo>
                  <a:lnTo>
                    <a:pt x="121933" y="327090"/>
                  </a:lnTo>
                  <a:lnTo>
                    <a:pt x="127056" y="328442"/>
                  </a:lnTo>
                  <a:lnTo>
                    <a:pt x="132219" y="329632"/>
                  </a:lnTo>
                  <a:lnTo>
                    <a:pt x="137417" y="330657"/>
                  </a:lnTo>
                  <a:lnTo>
                    <a:pt x="142646" y="331518"/>
                  </a:lnTo>
                  <a:lnTo>
                    <a:pt x="147898" y="332212"/>
                  </a:lnTo>
                  <a:lnTo>
                    <a:pt x="153171" y="332739"/>
                  </a:lnTo>
                  <a:lnTo>
                    <a:pt x="158457" y="333099"/>
                  </a:lnTo>
                  <a:lnTo>
                    <a:pt x="163752" y="333291"/>
                  </a:lnTo>
                  <a:lnTo>
                    <a:pt x="169051" y="333315"/>
                  </a:lnTo>
                  <a:lnTo>
                    <a:pt x="174347" y="333171"/>
                  </a:lnTo>
                  <a:lnTo>
                    <a:pt x="179637" y="332860"/>
                  </a:lnTo>
                  <a:lnTo>
                    <a:pt x="184914" y="332381"/>
                  </a:lnTo>
                  <a:lnTo>
                    <a:pt x="190173" y="331735"/>
                  </a:lnTo>
                  <a:lnTo>
                    <a:pt x="195409" y="330923"/>
                  </a:lnTo>
                  <a:lnTo>
                    <a:pt x="200616" y="329945"/>
                  </a:lnTo>
                  <a:lnTo>
                    <a:pt x="205790" y="328803"/>
                  </a:lnTo>
                  <a:lnTo>
                    <a:pt x="210925" y="327497"/>
                  </a:lnTo>
                  <a:lnTo>
                    <a:pt x="216016" y="326029"/>
                  </a:lnTo>
                  <a:lnTo>
                    <a:pt x="221058" y="324400"/>
                  </a:lnTo>
                  <a:lnTo>
                    <a:pt x="226046" y="322613"/>
                  </a:lnTo>
                  <a:lnTo>
                    <a:pt x="230975" y="320668"/>
                  </a:lnTo>
                  <a:lnTo>
                    <a:pt x="235840" y="318569"/>
                  </a:lnTo>
                  <a:lnTo>
                    <a:pt x="240636" y="316316"/>
                  </a:lnTo>
                  <a:lnTo>
                    <a:pt x="245358" y="313912"/>
                  </a:lnTo>
                  <a:lnTo>
                    <a:pt x="250001" y="311359"/>
                  </a:lnTo>
                  <a:lnTo>
                    <a:pt x="254561" y="308661"/>
                  </a:lnTo>
                  <a:lnTo>
                    <a:pt x="259033" y="305820"/>
                  </a:lnTo>
                  <a:lnTo>
                    <a:pt x="263413" y="302838"/>
                  </a:lnTo>
                  <a:lnTo>
                    <a:pt x="267697" y="299719"/>
                  </a:lnTo>
                  <a:lnTo>
                    <a:pt x="271879" y="296466"/>
                  </a:lnTo>
                  <a:lnTo>
                    <a:pt x="275956" y="293082"/>
                  </a:lnTo>
                  <a:lnTo>
                    <a:pt x="279924" y="289571"/>
                  </a:lnTo>
                  <a:lnTo>
                    <a:pt x="283779" y="285935"/>
                  </a:lnTo>
                  <a:lnTo>
                    <a:pt x="287516" y="282179"/>
                  </a:lnTo>
                  <a:lnTo>
                    <a:pt x="291133" y="278307"/>
                  </a:lnTo>
                  <a:lnTo>
                    <a:pt x="294625" y="274322"/>
                  </a:lnTo>
                  <a:lnTo>
                    <a:pt x="297988" y="270228"/>
                  </a:lnTo>
                  <a:lnTo>
                    <a:pt x="301221" y="266030"/>
                  </a:lnTo>
                  <a:lnTo>
                    <a:pt x="304319" y="261731"/>
                  </a:lnTo>
                  <a:lnTo>
                    <a:pt x="307279" y="257336"/>
                  </a:lnTo>
                  <a:lnTo>
                    <a:pt x="310098" y="252850"/>
                  </a:lnTo>
                  <a:lnTo>
                    <a:pt x="312774" y="248277"/>
                  </a:lnTo>
                  <a:lnTo>
                    <a:pt x="315303" y="243621"/>
                  </a:lnTo>
                  <a:lnTo>
                    <a:pt x="317684" y="238887"/>
                  </a:lnTo>
                  <a:lnTo>
                    <a:pt x="319913" y="234081"/>
                  </a:lnTo>
                  <a:lnTo>
                    <a:pt x="321989" y="229206"/>
                  </a:lnTo>
                  <a:lnTo>
                    <a:pt x="323909" y="224267"/>
                  </a:lnTo>
                  <a:lnTo>
                    <a:pt x="325672" y="219270"/>
                  </a:lnTo>
                  <a:lnTo>
                    <a:pt x="327276" y="214220"/>
                  </a:lnTo>
                  <a:lnTo>
                    <a:pt x="328718" y="209122"/>
                  </a:lnTo>
                  <a:lnTo>
                    <a:pt x="329999" y="203981"/>
                  </a:lnTo>
                  <a:lnTo>
                    <a:pt x="331116" y="198801"/>
                  </a:lnTo>
                  <a:lnTo>
                    <a:pt x="332068" y="193589"/>
                  </a:lnTo>
                  <a:lnTo>
                    <a:pt x="332854" y="188349"/>
                  </a:lnTo>
                  <a:lnTo>
                    <a:pt x="333474" y="183087"/>
                  </a:lnTo>
                  <a:lnTo>
                    <a:pt x="333927" y="177808"/>
                  </a:lnTo>
                  <a:lnTo>
                    <a:pt x="334213" y="172517"/>
                  </a:lnTo>
                  <a:lnTo>
                    <a:pt x="334330" y="167219"/>
                  </a:lnTo>
                  <a:lnTo>
                    <a:pt x="334280" y="161921"/>
                  </a:lnTo>
                  <a:lnTo>
                    <a:pt x="334062" y="156627"/>
                  </a:lnTo>
                  <a:lnTo>
                    <a:pt x="333676" y="151343"/>
                  </a:lnTo>
                  <a:lnTo>
                    <a:pt x="333123" y="146073"/>
                  </a:lnTo>
                  <a:lnTo>
                    <a:pt x="332403" y="140824"/>
                  </a:lnTo>
                  <a:lnTo>
                    <a:pt x="331517" y="135600"/>
                  </a:lnTo>
                  <a:lnTo>
                    <a:pt x="330466" y="130406"/>
                  </a:lnTo>
                  <a:lnTo>
                    <a:pt x="329251" y="125249"/>
                  </a:lnTo>
                  <a:lnTo>
                    <a:pt x="327873" y="120133"/>
                  </a:lnTo>
                  <a:lnTo>
                    <a:pt x="326333" y="115063"/>
                  </a:lnTo>
                  <a:lnTo>
                    <a:pt x="324634" y="110044"/>
                  </a:lnTo>
                  <a:lnTo>
                    <a:pt x="322777" y="105082"/>
                  </a:lnTo>
                  <a:lnTo>
                    <a:pt x="320763" y="100181"/>
                  </a:lnTo>
                  <a:lnTo>
                    <a:pt x="318595" y="95346"/>
                  </a:lnTo>
                  <a:lnTo>
                    <a:pt x="316274" y="90582"/>
                  </a:lnTo>
                  <a:lnTo>
                    <a:pt x="313804" y="85895"/>
                  </a:lnTo>
                  <a:lnTo>
                    <a:pt x="311187" y="81288"/>
                  </a:lnTo>
                  <a:lnTo>
                    <a:pt x="308425" y="76766"/>
                  </a:lnTo>
                  <a:lnTo>
                    <a:pt x="305521" y="72334"/>
                  </a:lnTo>
                  <a:lnTo>
                    <a:pt x="302478" y="67997"/>
                  </a:lnTo>
                  <a:lnTo>
                    <a:pt x="299299" y="63758"/>
                  </a:lnTo>
                  <a:lnTo>
                    <a:pt x="295987" y="59622"/>
                  </a:lnTo>
                  <a:lnTo>
                    <a:pt x="292546" y="55592"/>
                  </a:lnTo>
                  <a:lnTo>
                    <a:pt x="288979" y="51674"/>
                  </a:lnTo>
                  <a:lnTo>
                    <a:pt x="285290" y="47871"/>
                  </a:lnTo>
                  <a:lnTo>
                    <a:pt x="167166" y="166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170392"/>
              <a:ext cx="118123" cy="167167"/>
            </a:xfrm>
            <a:custGeom>
              <a:avLst/>
              <a:pathLst>
                <a:path w="118123" h="167167">
                  <a:moveTo>
                    <a:pt x="118123" y="48880"/>
                  </a:moveTo>
                  <a:lnTo>
                    <a:pt x="114019" y="44920"/>
                  </a:lnTo>
                  <a:lnTo>
                    <a:pt x="109783" y="41101"/>
                  </a:lnTo>
                  <a:lnTo>
                    <a:pt x="105419" y="37430"/>
                  </a:lnTo>
                  <a:lnTo>
                    <a:pt x="100932" y="33909"/>
                  </a:lnTo>
                  <a:lnTo>
                    <a:pt x="96328" y="30544"/>
                  </a:lnTo>
                  <a:lnTo>
                    <a:pt x="91611" y="27338"/>
                  </a:lnTo>
                  <a:lnTo>
                    <a:pt x="86788" y="24294"/>
                  </a:lnTo>
                  <a:lnTo>
                    <a:pt x="81864" y="21417"/>
                  </a:lnTo>
                  <a:lnTo>
                    <a:pt x="76845" y="18709"/>
                  </a:lnTo>
                  <a:lnTo>
                    <a:pt x="71736" y="16174"/>
                  </a:lnTo>
                  <a:lnTo>
                    <a:pt x="66544" y="13815"/>
                  </a:lnTo>
                  <a:lnTo>
                    <a:pt x="61274" y="11634"/>
                  </a:lnTo>
                  <a:lnTo>
                    <a:pt x="55933" y="9635"/>
                  </a:lnTo>
                  <a:lnTo>
                    <a:pt x="50527" y="7819"/>
                  </a:lnTo>
                  <a:lnTo>
                    <a:pt x="45062" y="6188"/>
                  </a:lnTo>
                  <a:lnTo>
                    <a:pt x="39545" y="4744"/>
                  </a:lnTo>
                  <a:lnTo>
                    <a:pt x="33981" y="3490"/>
                  </a:lnTo>
                  <a:lnTo>
                    <a:pt x="28378" y="2426"/>
                  </a:lnTo>
                  <a:lnTo>
                    <a:pt x="22742" y="1554"/>
                  </a:lnTo>
                  <a:lnTo>
                    <a:pt x="17080" y="874"/>
                  </a:lnTo>
                  <a:lnTo>
                    <a:pt x="11397" y="389"/>
                  </a:lnTo>
                  <a:lnTo>
                    <a:pt x="5702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181" y="3707720"/>
              <a:ext cx="4567" cy="167167"/>
            </a:xfrm>
            <a:custGeom>
              <a:avLst/>
              <a:pathLst>
                <a:path w="4567" h="167167">
                  <a:moveTo>
                    <a:pt x="4567" y="0"/>
                  </a:moveTo>
                  <a:lnTo>
                    <a:pt x="0" y="62"/>
                  </a:lnTo>
                  <a:lnTo>
                    <a:pt x="456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181" y="3707783"/>
              <a:ext cx="4567" cy="167105"/>
            </a:xfrm>
            <a:custGeom>
              <a:avLst/>
              <a:pathLst>
                <a:path w="4567" h="167105">
                  <a:moveTo>
                    <a:pt x="0" y="0"/>
                  </a:moveTo>
                  <a:lnTo>
                    <a:pt x="4567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181" y="3707783"/>
              <a:ext cx="4567" cy="167105"/>
            </a:xfrm>
            <a:custGeom>
              <a:avLst/>
              <a:pathLst>
                <a:path w="4567" h="167105">
                  <a:moveTo>
                    <a:pt x="0" y="0"/>
                  </a:moveTo>
                  <a:lnTo>
                    <a:pt x="4567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181" y="3707783"/>
              <a:ext cx="4567" cy="167105"/>
            </a:xfrm>
            <a:custGeom>
              <a:avLst/>
              <a:pathLst>
                <a:path w="4567" h="167105">
                  <a:moveTo>
                    <a:pt x="0" y="0"/>
                  </a:moveTo>
                  <a:lnTo>
                    <a:pt x="4567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181" y="3707783"/>
              <a:ext cx="4567" cy="167105"/>
            </a:xfrm>
            <a:custGeom>
              <a:avLst/>
              <a:pathLst>
                <a:path w="4567" h="167105">
                  <a:moveTo>
                    <a:pt x="0" y="0"/>
                  </a:moveTo>
                  <a:lnTo>
                    <a:pt x="4567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181" y="3707783"/>
              <a:ext cx="4567" cy="167105"/>
            </a:xfrm>
            <a:custGeom>
              <a:avLst/>
              <a:pathLst>
                <a:path w="4567" h="167105">
                  <a:moveTo>
                    <a:pt x="0" y="0"/>
                  </a:moveTo>
                  <a:lnTo>
                    <a:pt x="4567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181" y="3707783"/>
              <a:ext cx="4567" cy="167105"/>
            </a:xfrm>
            <a:custGeom>
              <a:avLst/>
              <a:pathLst>
                <a:path w="4567" h="167105">
                  <a:moveTo>
                    <a:pt x="0" y="0"/>
                  </a:moveTo>
                  <a:lnTo>
                    <a:pt x="4567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181" y="3707783"/>
              <a:ext cx="4567" cy="167105"/>
            </a:xfrm>
            <a:custGeom>
              <a:avLst/>
              <a:pathLst>
                <a:path w="4567" h="167105">
                  <a:moveTo>
                    <a:pt x="0" y="0"/>
                  </a:moveTo>
                  <a:lnTo>
                    <a:pt x="4567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181" y="3707783"/>
              <a:ext cx="4567" cy="167105"/>
            </a:xfrm>
            <a:custGeom>
              <a:avLst/>
              <a:pathLst>
                <a:path w="4567" h="167105">
                  <a:moveTo>
                    <a:pt x="0" y="0"/>
                  </a:moveTo>
                  <a:lnTo>
                    <a:pt x="4567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181" y="3707783"/>
              <a:ext cx="4567" cy="167105"/>
            </a:xfrm>
            <a:custGeom>
              <a:avLst/>
              <a:pathLst>
                <a:path w="4567" h="167105">
                  <a:moveTo>
                    <a:pt x="0" y="0"/>
                  </a:moveTo>
                  <a:lnTo>
                    <a:pt x="4567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181" y="3707783"/>
              <a:ext cx="4567" cy="167105"/>
            </a:xfrm>
            <a:custGeom>
              <a:avLst/>
              <a:pathLst>
                <a:path w="4567" h="167105">
                  <a:moveTo>
                    <a:pt x="0" y="0"/>
                  </a:moveTo>
                  <a:lnTo>
                    <a:pt x="4567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181" y="3707783"/>
              <a:ext cx="4567" cy="167105"/>
            </a:xfrm>
            <a:custGeom>
              <a:avLst/>
              <a:pathLst>
                <a:path w="4567" h="167105">
                  <a:moveTo>
                    <a:pt x="0" y="0"/>
                  </a:moveTo>
                  <a:lnTo>
                    <a:pt x="4567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423585" y="3707783"/>
              <a:ext cx="334330" cy="334258"/>
            </a:xfrm>
            <a:custGeom>
              <a:avLst/>
              <a:pathLst>
                <a:path w="334330" h="334258">
                  <a:moveTo>
                    <a:pt x="162596" y="0"/>
                  </a:moveTo>
                  <a:lnTo>
                    <a:pt x="157311" y="228"/>
                  </a:lnTo>
                  <a:lnTo>
                    <a:pt x="152035" y="623"/>
                  </a:lnTo>
                  <a:lnTo>
                    <a:pt x="146775" y="1185"/>
                  </a:lnTo>
                  <a:lnTo>
                    <a:pt x="141536" y="1913"/>
                  </a:lnTo>
                  <a:lnTo>
                    <a:pt x="136322" y="2807"/>
                  </a:lnTo>
                  <a:lnTo>
                    <a:pt x="131139" y="3865"/>
                  </a:lnTo>
                  <a:lnTo>
                    <a:pt x="125992" y="5086"/>
                  </a:lnTo>
                  <a:lnTo>
                    <a:pt x="120886" y="6470"/>
                  </a:lnTo>
                  <a:lnTo>
                    <a:pt x="115826" y="8015"/>
                  </a:lnTo>
                  <a:lnTo>
                    <a:pt x="110818" y="9719"/>
                  </a:lnTo>
                  <a:lnTo>
                    <a:pt x="105867" y="11580"/>
                  </a:lnTo>
                  <a:lnTo>
                    <a:pt x="100976" y="13598"/>
                  </a:lnTo>
                  <a:lnTo>
                    <a:pt x="96152" y="15769"/>
                  </a:lnTo>
                  <a:lnTo>
                    <a:pt x="91400" y="18091"/>
                  </a:lnTo>
                  <a:lnTo>
                    <a:pt x="86723" y="20563"/>
                  </a:lnTo>
                  <a:lnTo>
                    <a:pt x="82126" y="23182"/>
                  </a:lnTo>
                  <a:lnTo>
                    <a:pt x="77615" y="25944"/>
                  </a:lnTo>
                  <a:lnTo>
                    <a:pt x="73193" y="28849"/>
                  </a:lnTo>
                  <a:lnTo>
                    <a:pt x="68866" y="31891"/>
                  </a:lnTo>
                  <a:lnTo>
                    <a:pt x="64637" y="35069"/>
                  </a:lnTo>
                  <a:lnTo>
                    <a:pt x="60510" y="38379"/>
                  </a:lnTo>
                  <a:lnTo>
                    <a:pt x="56491" y="41818"/>
                  </a:lnTo>
                  <a:lnTo>
                    <a:pt x="52582" y="45383"/>
                  </a:lnTo>
                  <a:lnTo>
                    <a:pt x="48788" y="49069"/>
                  </a:lnTo>
                  <a:lnTo>
                    <a:pt x="45113" y="52873"/>
                  </a:lnTo>
                  <a:lnTo>
                    <a:pt x="41559" y="56792"/>
                  </a:lnTo>
                  <a:lnTo>
                    <a:pt x="38132" y="60822"/>
                  </a:lnTo>
                  <a:lnTo>
                    <a:pt x="34834" y="64958"/>
                  </a:lnTo>
                  <a:lnTo>
                    <a:pt x="31668" y="69196"/>
                  </a:lnTo>
                  <a:lnTo>
                    <a:pt x="28638" y="73532"/>
                  </a:lnTo>
                  <a:lnTo>
                    <a:pt x="25746" y="77962"/>
                  </a:lnTo>
                  <a:lnTo>
                    <a:pt x="22997" y="82481"/>
                  </a:lnTo>
                  <a:lnTo>
                    <a:pt x="20391" y="87085"/>
                  </a:lnTo>
                  <a:lnTo>
                    <a:pt x="17933" y="91769"/>
                  </a:lnTo>
                  <a:lnTo>
                    <a:pt x="15624" y="96529"/>
                  </a:lnTo>
                  <a:lnTo>
                    <a:pt x="13467" y="101359"/>
                  </a:lnTo>
                  <a:lnTo>
                    <a:pt x="11463" y="106255"/>
                  </a:lnTo>
                  <a:lnTo>
                    <a:pt x="9616" y="111212"/>
                  </a:lnTo>
                  <a:lnTo>
                    <a:pt x="7926" y="116225"/>
                  </a:lnTo>
                  <a:lnTo>
                    <a:pt x="6396" y="121288"/>
                  </a:lnTo>
                  <a:lnTo>
                    <a:pt x="5027" y="126398"/>
                  </a:lnTo>
                  <a:lnTo>
                    <a:pt x="3820" y="131549"/>
                  </a:lnTo>
                  <a:lnTo>
                    <a:pt x="2777" y="136735"/>
                  </a:lnTo>
                  <a:lnTo>
                    <a:pt x="1898" y="141951"/>
                  </a:lnTo>
                  <a:lnTo>
                    <a:pt x="1185" y="147193"/>
                  </a:lnTo>
                  <a:lnTo>
                    <a:pt x="638" y="152455"/>
                  </a:lnTo>
                  <a:lnTo>
                    <a:pt x="258" y="157731"/>
                  </a:lnTo>
                  <a:lnTo>
                    <a:pt x="45" y="163017"/>
                  </a:lnTo>
                  <a:lnTo>
                    <a:pt x="0" y="168306"/>
                  </a:lnTo>
                  <a:lnTo>
                    <a:pt x="121" y="173595"/>
                  </a:lnTo>
                  <a:lnTo>
                    <a:pt x="410" y="178877"/>
                  </a:lnTo>
                  <a:lnTo>
                    <a:pt x="866" y="184147"/>
                  </a:lnTo>
                  <a:lnTo>
                    <a:pt x="1489" y="189401"/>
                  </a:lnTo>
                  <a:lnTo>
                    <a:pt x="2277" y="194632"/>
                  </a:lnTo>
                  <a:lnTo>
                    <a:pt x="3231" y="199835"/>
                  </a:lnTo>
                  <a:lnTo>
                    <a:pt x="4348" y="205006"/>
                  </a:lnTo>
                  <a:lnTo>
                    <a:pt x="5629" y="210138"/>
                  </a:lnTo>
                  <a:lnTo>
                    <a:pt x="7072" y="215228"/>
                  </a:lnTo>
                  <a:lnTo>
                    <a:pt x="8674" y="220269"/>
                  </a:lnTo>
                  <a:lnTo>
                    <a:pt x="10436" y="225257"/>
                  </a:lnTo>
                  <a:lnTo>
                    <a:pt x="12354" y="230187"/>
                  </a:lnTo>
                  <a:lnTo>
                    <a:pt x="14428" y="235054"/>
                  </a:lnTo>
                  <a:lnTo>
                    <a:pt x="16654" y="239852"/>
                  </a:lnTo>
                  <a:lnTo>
                    <a:pt x="19032" y="244578"/>
                  </a:lnTo>
                  <a:lnTo>
                    <a:pt x="21557" y="249226"/>
                  </a:lnTo>
                  <a:lnTo>
                    <a:pt x="24228" y="253792"/>
                  </a:lnTo>
                  <a:lnTo>
                    <a:pt x="27043" y="258271"/>
                  </a:lnTo>
                  <a:lnTo>
                    <a:pt x="29998" y="262659"/>
                  </a:lnTo>
                  <a:lnTo>
                    <a:pt x="33090" y="266951"/>
                  </a:lnTo>
                  <a:lnTo>
                    <a:pt x="36316" y="271144"/>
                  </a:lnTo>
                  <a:lnTo>
                    <a:pt x="39673" y="275232"/>
                  </a:lnTo>
                  <a:lnTo>
                    <a:pt x="43159" y="279211"/>
                  </a:lnTo>
                  <a:lnTo>
                    <a:pt x="46768" y="283079"/>
                  </a:lnTo>
                  <a:lnTo>
                    <a:pt x="50498" y="286830"/>
                  </a:lnTo>
                  <a:lnTo>
                    <a:pt x="54344" y="290462"/>
                  </a:lnTo>
                  <a:lnTo>
                    <a:pt x="58304" y="293970"/>
                  </a:lnTo>
                  <a:lnTo>
                    <a:pt x="62372" y="297350"/>
                  </a:lnTo>
                  <a:lnTo>
                    <a:pt x="66546" y="300601"/>
                  </a:lnTo>
                  <a:lnTo>
                    <a:pt x="70820" y="303718"/>
                  </a:lnTo>
                  <a:lnTo>
                    <a:pt x="75191" y="306698"/>
                  </a:lnTo>
                  <a:lnTo>
                    <a:pt x="79654" y="309538"/>
                  </a:lnTo>
                  <a:lnTo>
                    <a:pt x="84205" y="312235"/>
                  </a:lnTo>
                  <a:lnTo>
                    <a:pt x="88838" y="314787"/>
                  </a:lnTo>
                  <a:lnTo>
                    <a:pt x="93550" y="317192"/>
                  </a:lnTo>
                  <a:lnTo>
                    <a:pt x="98336" y="319446"/>
                  </a:lnTo>
                  <a:lnTo>
                    <a:pt x="103191" y="321547"/>
                  </a:lnTo>
                  <a:lnTo>
                    <a:pt x="108109" y="323494"/>
                  </a:lnTo>
                  <a:lnTo>
                    <a:pt x="113087" y="325284"/>
                  </a:lnTo>
                  <a:lnTo>
                    <a:pt x="118119" y="326916"/>
                  </a:lnTo>
                  <a:lnTo>
                    <a:pt x="123200" y="328388"/>
                  </a:lnTo>
                  <a:lnTo>
                    <a:pt x="128326" y="329698"/>
                  </a:lnTo>
                  <a:lnTo>
                    <a:pt x="133490" y="330845"/>
                  </a:lnTo>
                  <a:lnTo>
                    <a:pt x="138687" y="331829"/>
                  </a:lnTo>
                  <a:lnTo>
                    <a:pt x="143914" y="332647"/>
                  </a:lnTo>
                  <a:lnTo>
                    <a:pt x="149163" y="333300"/>
                  </a:lnTo>
                  <a:lnTo>
                    <a:pt x="154431" y="333786"/>
                  </a:lnTo>
                  <a:lnTo>
                    <a:pt x="159711" y="334106"/>
                  </a:lnTo>
                  <a:lnTo>
                    <a:pt x="164999" y="334258"/>
                  </a:lnTo>
                  <a:lnTo>
                    <a:pt x="170289" y="334243"/>
                  </a:lnTo>
                  <a:lnTo>
                    <a:pt x="175576" y="334060"/>
                  </a:lnTo>
                  <a:lnTo>
                    <a:pt x="180854" y="333710"/>
                  </a:lnTo>
                  <a:lnTo>
                    <a:pt x="186119" y="333194"/>
                  </a:lnTo>
                  <a:lnTo>
                    <a:pt x="191365" y="332511"/>
                  </a:lnTo>
                  <a:lnTo>
                    <a:pt x="196586" y="331662"/>
                  </a:lnTo>
                  <a:lnTo>
                    <a:pt x="201778" y="330649"/>
                  </a:lnTo>
                  <a:lnTo>
                    <a:pt x="206935" y="329472"/>
                  </a:lnTo>
                  <a:lnTo>
                    <a:pt x="212053" y="328132"/>
                  </a:lnTo>
                  <a:lnTo>
                    <a:pt x="217126" y="326631"/>
                  </a:lnTo>
                  <a:lnTo>
                    <a:pt x="222148" y="324970"/>
                  </a:lnTo>
                  <a:lnTo>
                    <a:pt x="227116" y="323151"/>
                  </a:lnTo>
                  <a:lnTo>
                    <a:pt x="232023" y="321176"/>
                  </a:lnTo>
                  <a:lnTo>
                    <a:pt x="236866" y="319047"/>
                  </a:lnTo>
                  <a:lnTo>
                    <a:pt x="241638" y="316765"/>
                  </a:lnTo>
                  <a:lnTo>
                    <a:pt x="246336" y="314334"/>
                  </a:lnTo>
                  <a:lnTo>
                    <a:pt x="250955" y="311755"/>
                  </a:lnTo>
                  <a:lnTo>
                    <a:pt x="255490" y="309031"/>
                  </a:lnTo>
                  <a:lnTo>
                    <a:pt x="259937" y="306166"/>
                  </a:lnTo>
                  <a:lnTo>
                    <a:pt x="264290" y="303160"/>
                  </a:lnTo>
                  <a:lnTo>
                    <a:pt x="268546" y="300019"/>
                  </a:lnTo>
                  <a:lnTo>
                    <a:pt x="272701" y="296745"/>
                  </a:lnTo>
                  <a:lnTo>
                    <a:pt x="276750" y="293340"/>
                  </a:lnTo>
                  <a:lnTo>
                    <a:pt x="280690" y="289810"/>
                  </a:lnTo>
                  <a:lnTo>
                    <a:pt x="284515" y="286156"/>
                  </a:lnTo>
                  <a:lnTo>
                    <a:pt x="288223" y="282384"/>
                  </a:lnTo>
                  <a:lnTo>
                    <a:pt x="291810" y="278495"/>
                  </a:lnTo>
                  <a:lnTo>
                    <a:pt x="295272" y="274496"/>
                  </a:lnTo>
                  <a:lnTo>
                    <a:pt x="298606" y="270388"/>
                  </a:lnTo>
                  <a:lnTo>
                    <a:pt x="301808" y="266178"/>
                  </a:lnTo>
                  <a:lnTo>
                    <a:pt x="304876" y="261868"/>
                  </a:lnTo>
                  <a:lnTo>
                    <a:pt x="307805" y="257463"/>
                  </a:lnTo>
                  <a:lnTo>
                    <a:pt x="310594" y="252968"/>
                  </a:lnTo>
                  <a:lnTo>
                    <a:pt x="313239" y="248386"/>
                  </a:lnTo>
                  <a:lnTo>
                    <a:pt x="315737" y="243724"/>
                  </a:lnTo>
                  <a:lnTo>
                    <a:pt x="318087" y="238984"/>
                  </a:lnTo>
                  <a:lnTo>
                    <a:pt x="320286" y="234173"/>
                  </a:lnTo>
                  <a:lnTo>
                    <a:pt x="322332" y="229294"/>
                  </a:lnTo>
                  <a:lnTo>
                    <a:pt x="324222" y="224353"/>
                  </a:lnTo>
                  <a:lnTo>
                    <a:pt x="325954" y="219355"/>
                  </a:lnTo>
                  <a:lnTo>
                    <a:pt x="327528" y="214305"/>
                  </a:lnTo>
                  <a:lnTo>
                    <a:pt x="328941" y="209207"/>
                  </a:lnTo>
                  <a:lnTo>
                    <a:pt x="330192" y="204067"/>
                  </a:lnTo>
                  <a:lnTo>
                    <a:pt x="331280" y="198890"/>
                  </a:lnTo>
                  <a:lnTo>
                    <a:pt x="332204" y="193682"/>
                  </a:lnTo>
                  <a:lnTo>
                    <a:pt x="332962" y="188446"/>
                  </a:lnTo>
                  <a:lnTo>
                    <a:pt x="333554" y="183189"/>
                  </a:lnTo>
                  <a:lnTo>
                    <a:pt x="333980" y="177917"/>
                  </a:lnTo>
                  <a:lnTo>
                    <a:pt x="334239" y="172633"/>
                  </a:lnTo>
                  <a:lnTo>
                    <a:pt x="334330" y="167344"/>
                  </a:lnTo>
                  <a:lnTo>
                    <a:pt x="334254" y="162054"/>
                  </a:lnTo>
                  <a:lnTo>
                    <a:pt x="334010" y="156770"/>
                  </a:lnTo>
                  <a:lnTo>
                    <a:pt x="333600" y="151496"/>
                  </a:lnTo>
                  <a:lnTo>
                    <a:pt x="333023" y="146237"/>
                  </a:lnTo>
                  <a:lnTo>
                    <a:pt x="332279" y="141000"/>
                  </a:lnTo>
                  <a:lnTo>
                    <a:pt x="331371" y="135789"/>
                  </a:lnTo>
                  <a:lnTo>
                    <a:pt x="330298" y="130609"/>
                  </a:lnTo>
                  <a:lnTo>
                    <a:pt x="329061" y="125465"/>
                  </a:lnTo>
                  <a:lnTo>
                    <a:pt x="327663" y="120363"/>
                  </a:lnTo>
                  <a:lnTo>
                    <a:pt x="326103" y="115308"/>
                  </a:lnTo>
                  <a:lnTo>
                    <a:pt x="324385" y="110305"/>
                  </a:lnTo>
                  <a:lnTo>
                    <a:pt x="322509" y="105359"/>
                  </a:lnTo>
                  <a:lnTo>
                    <a:pt x="320477" y="100475"/>
                  </a:lnTo>
                  <a:lnTo>
                    <a:pt x="318292" y="95657"/>
                  </a:lnTo>
                  <a:lnTo>
                    <a:pt x="315956" y="90911"/>
                  </a:lnTo>
                  <a:lnTo>
                    <a:pt x="313471" y="86241"/>
                  </a:lnTo>
                  <a:lnTo>
                    <a:pt x="310839" y="81652"/>
                  </a:lnTo>
                  <a:lnTo>
                    <a:pt x="308063" y="77149"/>
                  </a:lnTo>
                  <a:lnTo>
                    <a:pt x="305146" y="72736"/>
                  </a:lnTo>
                  <a:lnTo>
                    <a:pt x="302091" y="68417"/>
                  </a:lnTo>
                  <a:lnTo>
                    <a:pt x="298901" y="64197"/>
                  </a:lnTo>
                  <a:lnTo>
                    <a:pt x="295579" y="60081"/>
                  </a:lnTo>
                  <a:lnTo>
                    <a:pt x="292129" y="56071"/>
                  </a:lnTo>
                  <a:lnTo>
                    <a:pt x="288553" y="52172"/>
                  </a:lnTo>
                  <a:lnTo>
                    <a:pt x="284855" y="48389"/>
                  </a:lnTo>
                  <a:lnTo>
                    <a:pt x="281040" y="44725"/>
                  </a:lnTo>
                  <a:lnTo>
                    <a:pt x="277111" y="41183"/>
                  </a:lnTo>
                  <a:lnTo>
                    <a:pt x="167163" y="167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07720"/>
              <a:ext cx="109948" cy="167167"/>
            </a:xfrm>
            <a:custGeom>
              <a:avLst/>
              <a:pathLst>
                <a:path w="109948" h="167167">
                  <a:moveTo>
                    <a:pt x="109948" y="41245"/>
                  </a:moveTo>
                  <a:lnTo>
                    <a:pt x="105580" y="37561"/>
                  </a:lnTo>
                  <a:lnTo>
                    <a:pt x="101090" y="34029"/>
                  </a:lnTo>
                  <a:lnTo>
                    <a:pt x="96481" y="30652"/>
                  </a:lnTo>
                  <a:lnTo>
                    <a:pt x="91759" y="27435"/>
                  </a:lnTo>
                  <a:lnTo>
                    <a:pt x="86931" y="24381"/>
                  </a:lnTo>
                  <a:lnTo>
                    <a:pt x="82000" y="21493"/>
                  </a:lnTo>
                  <a:lnTo>
                    <a:pt x="76974" y="18776"/>
                  </a:lnTo>
                  <a:lnTo>
                    <a:pt x="71858" y="16232"/>
                  </a:lnTo>
                  <a:lnTo>
                    <a:pt x="66659" y="13865"/>
                  </a:lnTo>
                  <a:lnTo>
                    <a:pt x="61381" y="11676"/>
                  </a:lnTo>
                  <a:lnTo>
                    <a:pt x="56031" y="9670"/>
                  </a:lnTo>
                  <a:lnTo>
                    <a:pt x="50616" y="7847"/>
                  </a:lnTo>
                  <a:lnTo>
                    <a:pt x="45142" y="6210"/>
                  </a:lnTo>
                  <a:lnTo>
                    <a:pt x="39615" y="4761"/>
                  </a:lnTo>
                  <a:lnTo>
                    <a:pt x="34042" y="3503"/>
                  </a:lnTo>
                  <a:lnTo>
                    <a:pt x="28430" y="2435"/>
                  </a:lnTo>
                  <a:lnTo>
                    <a:pt x="22783" y="1559"/>
                  </a:lnTo>
                  <a:lnTo>
                    <a:pt x="17111" y="878"/>
                  </a:lnTo>
                  <a:lnTo>
                    <a:pt x="11418" y="390"/>
                  </a:lnTo>
                  <a:lnTo>
                    <a:pt x="5712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8106" y="4213821"/>
              <a:ext cx="3181" cy="167167"/>
            </a:xfrm>
            <a:custGeom>
              <a:avLst/>
              <a:pathLst>
                <a:path w="3181" h="167167">
                  <a:moveTo>
                    <a:pt x="3181" y="0"/>
                  </a:moveTo>
                  <a:lnTo>
                    <a:pt x="0" y="30"/>
                  </a:lnTo>
                  <a:lnTo>
                    <a:pt x="318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8106" y="4213851"/>
              <a:ext cx="3181" cy="167137"/>
            </a:xfrm>
            <a:custGeom>
              <a:avLst/>
              <a:pathLst>
                <a:path w="3181" h="167137">
                  <a:moveTo>
                    <a:pt x="0" y="0"/>
                  </a:moveTo>
                  <a:lnTo>
                    <a:pt x="3181" y="167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14124" y="4213851"/>
              <a:ext cx="167162" cy="257599"/>
            </a:xfrm>
            <a:custGeom>
              <a:avLst/>
              <a:pathLst>
                <a:path w="167162" h="257599">
                  <a:moveTo>
                    <a:pt x="163981" y="0"/>
                  </a:moveTo>
                  <a:lnTo>
                    <a:pt x="158606" y="188"/>
                  </a:lnTo>
                  <a:lnTo>
                    <a:pt x="153239" y="550"/>
                  </a:lnTo>
                  <a:lnTo>
                    <a:pt x="147888" y="1084"/>
                  </a:lnTo>
                  <a:lnTo>
                    <a:pt x="142556" y="1790"/>
                  </a:lnTo>
                  <a:lnTo>
                    <a:pt x="137249" y="2667"/>
                  </a:lnTo>
                  <a:lnTo>
                    <a:pt x="131974" y="3715"/>
                  </a:lnTo>
                  <a:lnTo>
                    <a:pt x="126735" y="4931"/>
                  </a:lnTo>
                  <a:lnTo>
                    <a:pt x="121538" y="6316"/>
                  </a:lnTo>
                  <a:lnTo>
                    <a:pt x="116388" y="7867"/>
                  </a:lnTo>
                  <a:lnTo>
                    <a:pt x="111290" y="9583"/>
                  </a:lnTo>
                  <a:lnTo>
                    <a:pt x="106251" y="11462"/>
                  </a:lnTo>
                  <a:lnTo>
                    <a:pt x="101274" y="13502"/>
                  </a:lnTo>
                  <a:lnTo>
                    <a:pt x="96366" y="15701"/>
                  </a:lnTo>
                  <a:lnTo>
                    <a:pt x="91531" y="18057"/>
                  </a:lnTo>
                  <a:lnTo>
                    <a:pt x="86774" y="20567"/>
                  </a:lnTo>
                  <a:lnTo>
                    <a:pt x="82101" y="23229"/>
                  </a:lnTo>
                  <a:lnTo>
                    <a:pt x="77515" y="26040"/>
                  </a:lnTo>
                  <a:lnTo>
                    <a:pt x="73023" y="28997"/>
                  </a:lnTo>
                  <a:lnTo>
                    <a:pt x="68628" y="32096"/>
                  </a:lnTo>
                  <a:lnTo>
                    <a:pt x="64334" y="35336"/>
                  </a:lnTo>
                  <a:lnTo>
                    <a:pt x="60148" y="38712"/>
                  </a:lnTo>
                  <a:lnTo>
                    <a:pt x="56072" y="42221"/>
                  </a:lnTo>
                  <a:lnTo>
                    <a:pt x="52111" y="45860"/>
                  </a:lnTo>
                  <a:lnTo>
                    <a:pt x="48269" y="49624"/>
                  </a:lnTo>
                  <a:lnTo>
                    <a:pt x="44550" y="53509"/>
                  </a:lnTo>
                  <a:lnTo>
                    <a:pt x="40958" y="57513"/>
                  </a:lnTo>
                  <a:lnTo>
                    <a:pt x="37497" y="61629"/>
                  </a:lnTo>
                  <a:lnTo>
                    <a:pt x="34170" y="65855"/>
                  </a:lnTo>
                  <a:lnTo>
                    <a:pt x="30981" y="70186"/>
                  </a:lnTo>
                  <a:lnTo>
                    <a:pt x="27932" y="74617"/>
                  </a:lnTo>
                  <a:lnTo>
                    <a:pt x="25028" y="79144"/>
                  </a:lnTo>
                  <a:lnTo>
                    <a:pt x="22271" y="83762"/>
                  </a:lnTo>
                  <a:lnTo>
                    <a:pt x="19664" y="88466"/>
                  </a:lnTo>
                  <a:lnTo>
                    <a:pt x="17209" y="93252"/>
                  </a:lnTo>
                  <a:lnTo>
                    <a:pt x="14910" y="98114"/>
                  </a:lnTo>
                  <a:lnTo>
                    <a:pt x="12768" y="103048"/>
                  </a:lnTo>
                  <a:lnTo>
                    <a:pt x="10787" y="108048"/>
                  </a:lnTo>
                  <a:lnTo>
                    <a:pt x="8967" y="113109"/>
                  </a:lnTo>
                  <a:lnTo>
                    <a:pt x="7310" y="118226"/>
                  </a:lnTo>
                  <a:lnTo>
                    <a:pt x="5820" y="123393"/>
                  </a:lnTo>
                  <a:lnTo>
                    <a:pt x="4496" y="128606"/>
                  </a:lnTo>
                  <a:lnTo>
                    <a:pt x="3341" y="133859"/>
                  </a:lnTo>
                  <a:lnTo>
                    <a:pt x="2355" y="139147"/>
                  </a:lnTo>
                  <a:lnTo>
                    <a:pt x="1540" y="144463"/>
                  </a:lnTo>
                  <a:lnTo>
                    <a:pt x="896" y="149803"/>
                  </a:lnTo>
                  <a:lnTo>
                    <a:pt x="425" y="155160"/>
                  </a:lnTo>
                  <a:lnTo>
                    <a:pt x="126" y="160530"/>
                  </a:lnTo>
                  <a:lnTo>
                    <a:pt x="0" y="165907"/>
                  </a:lnTo>
                  <a:lnTo>
                    <a:pt x="46" y="171285"/>
                  </a:lnTo>
                  <a:lnTo>
                    <a:pt x="266" y="176659"/>
                  </a:lnTo>
                  <a:lnTo>
                    <a:pt x="659" y="182023"/>
                  </a:lnTo>
                  <a:lnTo>
                    <a:pt x="1224" y="187372"/>
                  </a:lnTo>
                  <a:lnTo>
                    <a:pt x="1961" y="192700"/>
                  </a:lnTo>
                  <a:lnTo>
                    <a:pt x="2869" y="198001"/>
                  </a:lnTo>
                  <a:lnTo>
                    <a:pt x="3947" y="203270"/>
                  </a:lnTo>
                  <a:lnTo>
                    <a:pt x="5194" y="208502"/>
                  </a:lnTo>
                  <a:lnTo>
                    <a:pt x="6608" y="213691"/>
                  </a:lnTo>
                  <a:lnTo>
                    <a:pt x="8189" y="218832"/>
                  </a:lnTo>
                  <a:lnTo>
                    <a:pt x="9934" y="223919"/>
                  </a:lnTo>
                  <a:lnTo>
                    <a:pt x="11842" y="228948"/>
                  </a:lnTo>
                  <a:lnTo>
                    <a:pt x="13911" y="233913"/>
                  </a:lnTo>
                  <a:lnTo>
                    <a:pt x="16139" y="238808"/>
                  </a:lnTo>
                  <a:lnTo>
                    <a:pt x="18523" y="243629"/>
                  </a:lnTo>
                  <a:lnTo>
                    <a:pt x="21060" y="248371"/>
                  </a:lnTo>
                  <a:lnTo>
                    <a:pt x="23749" y="253029"/>
                  </a:lnTo>
                  <a:lnTo>
                    <a:pt x="26586" y="257599"/>
                  </a:lnTo>
                  <a:lnTo>
                    <a:pt x="167162" y="167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0711" y="4213821"/>
              <a:ext cx="307734" cy="334323"/>
            </a:xfrm>
            <a:custGeom>
              <a:avLst/>
              <a:pathLst>
                <a:path w="307734" h="334323">
                  <a:moveTo>
                    <a:pt x="0" y="257629"/>
                  </a:moveTo>
                  <a:lnTo>
                    <a:pt x="2952" y="262060"/>
                  </a:lnTo>
                  <a:lnTo>
                    <a:pt x="6043" y="266394"/>
                  </a:lnTo>
                  <a:lnTo>
                    <a:pt x="9271" y="270628"/>
                  </a:lnTo>
                  <a:lnTo>
                    <a:pt x="12633" y="274757"/>
                  </a:lnTo>
                  <a:lnTo>
                    <a:pt x="16124" y="278777"/>
                  </a:lnTo>
                  <a:lnTo>
                    <a:pt x="19741" y="282683"/>
                  </a:lnTo>
                  <a:lnTo>
                    <a:pt x="23481" y="286473"/>
                  </a:lnTo>
                  <a:lnTo>
                    <a:pt x="27340" y="290141"/>
                  </a:lnTo>
                  <a:lnTo>
                    <a:pt x="31314" y="293685"/>
                  </a:lnTo>
                  <a:lnTo>
                    <a:pt x="35398" y="297100"/>
                  </a:lnTo>
                  <a:lnTo>
                    <a:pt x="39589" y="300384"/>
                  </a:lnTo>
                  <a:lnTo>
                    <a:pt x="43883" y="303532"/>
                  </a:lnTo>
                  <a:lnTo>
                    <a:pt x="48274" y="306542"/>
                  </a:lnTo>
                  <a:lnTo>
                    <a:pt x="52760" y="309411"/>
                  </a:lnTo>
                  <a:lnTo>
                    <a:pt x="57334" y="312135"/>
                  </a:lnTo>
                  <a:lnTo>
                    <a:pt x="61993" y="314713"/>
                  </a:lnTo>
                  <a:lnTo>
                    <a:pt x="66731" y="317140"/>
                  </a:lnTo>
                  <a:lnTo>
                    <a:pt x="71545" y="319416"/>
                  </a:lnTo>
                  <a:lnTo>
                    <a:pt x="76428" y="321537"/>
                  </a:lnTo>
                  <a:lnTo>
                    <a:pt x="81376" y="323501"/>
                  </a:lnTo>
                  <a:lnTo>
                    <a:pt x="86385" y="325307"/>
                  </a:lnTo>
                  <a:lnTo>
                    <a:pt x="91448" y="326953"/>
                  </a:lnTo>
                  <a:lnTo>
                    <a:pt x="96562" y="328436"/>
                  </a:lnTo>
                  <a:lnTo>
                    <a:pt x="101720" y="329756"/>
                  </a:lnTo>
                  <a:lnTo>
                    <a:pt x="106917" y="330911"/>
                  </a:lnTo>
                  <a:lnTo>
                    <a:pt x="112149" y="331900"/>
                  </a:lnTo>
                  <a:lnTo>
                    <a:pt x="117409" y="332721"/>
                  </a:lnTo>
                  <a:lnTo>
                    <a:pt x="122693" y="333375"/>
                  </a:lnTo>
                  <a:lnTo>
                    <a:pt x="127995" y="333860"/>
                  </a:lnTo>
                  <a:lnTo>
                    <a:pt x="133310" y="334176"/>
                  </a:lnTo>
                  <a:lnTo>
                    <a:pt x="138632" y="334323"/>
                  </a:lnTo>
                  <a:lnTo>
                    <a:pt x="143956" y="334300"/>
                  </a:lnTo>
                  <a:lnTo>
                    <a:pt x="149277" y="334108"/>
                  </a:lnTo>
                  <a:lnTo>
                    <a:pt x="154589" y="333746"/>
                  </a:lnTo>
                  <a:lnTo>
                    <a:pt x="159886" y="333215"/>
                  </a:lnTo>
                  <a:lnTo>
                    <a:pt x="165164" y="332516"/>
                  </a:lnTo>
                  <a:lnTo>
                    <a:pt x="170418" y="331649"/>
                  </a:lnTo>
                  <a:lnTo>
                    <a:pt x="175640" y="330615"/>
                  </a:lnTo>
                  <a:lnTo>
                    <a:pt x="180828" y="329416"/>
                  </a:lnTo>
                  <a:lnTo>
                    <a:pt x="185974" y="328052"/>
                  </a:lnTo>
                  <a:lnTo>
                    <a:pt x="191075" y="326524"/>
                  </a:lnTo>
                  <a:lnTo>
                    <a:pt x="196124" y="324835"/>
                  </a:lnTo>
                  <a:lnTo>
                    <a:pt x="201117" y="322986"/>
                  </a:lnTo>
                  <a:lnTo>
                    <a:pt x="206048" y="320980"/>
                  </a:lnTo>
                  <a:lnTo>
                    <a:pt x="210913" y="318817"/>
                  </a:lnTo>
                  <a:lnTo>
                    <a:pt x="215707" y="316500"/>
                  </a:lnTo>
                  <a:lnTo>
                    <a:pt x="220424" y="314031"/>
                  </a:lnTo>
                  <a:lnTo>
                    <a:pt x="225060" y="311414"/>
                  </a:lnTo>
                  <a:lnTo>
                    <a:pt x="229611" y="308650"/>
                  </a:lnTo>
                  <a:lnTo>
                    <a:pt x="234072" y="305743"/>
                  </a:lnTo>
                  <a:lnTo>
                    <a:pt x="238437" y="302696"/>
                  </a:lnTo>
                  <a:lnTo>
                    <a:pt x="242704" y="299510"/>
                  </a:lnTo>
                  <a:lnTo>
                    <a:pt x="246866" y="296191"/>
                  </a:lnTo>
                  <a:lnTo>
                    <a:pt x="250921" y="292741"/>
                  </a:lnTo>
                  <a:lnTo>
                    <a:pt x="254864" y="289163"/>
                  </a:lnTo>
                  <a:lnTo>
                    <a:pt x="258691" y="285462"/>
                  </a:lnTo>
                  <a:lnTo>
                    <a:pt x="262398" y="281640"/>
                  </a:lnTo>
                  <a:lnTo>
                    <a:pt x="265982" y="277703"/>
                  </a:lnTo>
                  <a:lnTo>
                    <a:pt x="269438" y="273653"/>
                  </a:lnTo>
                  <a:lnTo>
                    <a:pt x="272764" y="269495"/>
                  </a:lnTo>
                  <a:lnTo>
                    <a:pt x="275956" y="265234"/>
                  </a:lnTo>
                  <a:lnTo>
                    <a:pt x="279010" y="260873"/>
                  </a:lnTo>
                  <a:lnTo>
                    <a:pt x="281924" y="256417"/>
                  </a:lnTo>
                  <a:lnTo>
                    <a:pt x="284695" y="251870"/>
                  </a:lnTo>
                  <a:lnTo>
                    <a:pt x="287319" y="247238"/>
                  </a:lnTo>
                  <a:lnTo>
                    <a:pt x="289794" y="242524"/>
                  </a:lnTo>
                  <a:lnTo>
                    <a:pt x="292118" y="237734"/>
                  </a:lnTo>
                  <a:lnTo>
                    <a:pt x="294289" y="232872"/>
                  </a:lnTo>
                  <a:lnTo>
                    <a:pt x="296303" y="227944"/>
                  </a:lnTo>
                  <a:lnTo>
                    <a:pt x="298160" y="222954"/>
                  </a:lnTo>
                  <a:lnTo>
                    <a:pt x="299856" y="217907"/>
                  </a:lnTo>
                  <a:lnTo>
                    <a:pt x="301391" y="212809"/>
                  </a:lnTo>
                  <a:lnTo>
                    <a:pt x="302763" y="207665"/>
                  </a:lnTo>
                  <a:lnTo>
                    <a:pt x="303971" y="202479"/>
                  </a:lnTo>
                  <a:lnTo>
                    <a:pt x="305012" y="197258"/>
                  </a:lnTo>
                  <a:lnTo>
                    <a:pt x="305887" y="192006"/>
                  </a:lnTo>
                  <a:lnTo>
                    <a:pt x="306594" y="186729"/>
                  </a:lnTo>
                  <a:lnTo>
                    <a:pt x="307133" y="181432"/>
                  </a:lnTo>
                  <a:lnTo>
                    <a:pt x="307503" y="176121"/>
                  </a:lnTo>
                  <a:lnTo>
                    <a:pt x="307703" y="170801"/>
                  </a:lnTo>
                  <a:lnTo>
                    <a:pt x="307734" y="165477"/>
                  </a:lnTo>
                  <a:lnTo>
                    <a:pt x="307596" y="160154"/>
                  </a:lnTo>
                  <a:lnTo>
                    <a:pt x="307288" y="154839"/>
                  </a:lnTo>
                  <a:lnTo>
                    <a:pt x="306811" y="149536"/>
                  </a:lnTo>
                  <a:lnTo>
                    <a:pt x="306165" y="144251"/>
                  </a:lnTo>
                  <a:lnTo>
                    <a:pt x="305351" y="138990"/>
                  </a:lnTo>
                  <a:lnTo>
                    <a:pt x="304370" y="133757"/>
                  </a:lnTo>
                  <a:lnTo>
                    <a:pt x="303223" y="128557"/>
                  </a:lnTo>
                  <a:lnTo>
                    <a:pt x="301911" y="123397"/>
                  </a:lnTo>
                  <a:lnTo>
                    <a:pt x="300435" y="118282"/>
                  </a:lnTo>
                  <a:lnTo>
                    <a:pt x="298798" y="113216"/>
                  </a:lnTo>
                  <a:lnTo>
                    <a:pt x="296999" y="108205"/>
                  </a:lnTo>
                  <a:lnTo>
                    <a:pt x="295042" y="103253"/>
                  </a:lnTo>
                  <a:lnTo>
                    <a:pt x="292929" y="98367"/>
                  </a:lnTo>
                  <a:lnTo>
                    <a:pt x="290660" y="93550"/>
                  </a:lnTo>
                  <a:lnTo>
                    <a:pt x="288240" y="88808"/>
                  </a:lnTo>
                  <a:lnTo>
                    <a:pt x="285670" y="84145"/>
                  </a:lnTo>
                  <a:lnTo>
                    <a:pt x="282952" y="79566"/>
                  </a:lnTo>
                  <a:lnTo>
                    <a:pt x="280090" y="75077"/>
                  </a:lnTo>
                  <a:lnTo>
                    <a:pt x="277087" y="70681"/>
                  </a:lnTo>
                  <a:lnTo>
                    <a:pt x="273945" y="66382"/>
                  </a:lnTo>
                  <a:lnTo>
                    <a:pt x="270668" y="62186"/>
                  </a:lnTo>
                  <a:lnTo>
                    <a:pt x="267259" y="58097"/>
                  </a:lnTo>
                  <a:lnTo>
                    <a:pt x="263721" y="54118"/>
                  </a:lnTo>
                  <a:lnTo>
                    <a:pt x="260058" y="50253"/>
                  </a:lnTo>
                  <a:lnTo>
                    <a:pt x="256275" y="46508"/>
                  </a:lnTo>
                  <a:lnTo>
                    <a:pt x="252374" y="42885"/>
                  </a:lnTo>
                  <a:lnTo>
                    <a:pt x="248359" y="39387"/>
                  </a:lnTo>
                  <a:lnTo>
                    <a:pt x="244235" y="36020"/>
                  </a:lnTo>
                  <a:lnTo>
                    <a:pt x="240006" y="32785"/>
                  </a:lnTo>
                  <a:lnTo>
                    <a:pt x="235676" y="29687"/>
                  </a:lnTo>
                  <a:lnTo>
                    <a:pt x="231250" y="26728"/>
                  </a:lnTo>
                  <a:lnTo>
                    <a:pt x="226732" y="23912"/>
                  </a:lnTo>
                  <a:lnTo>
                    <a:pt x="222126" y="21241"/>
                  </a:lnTo>
                  <a:lnTo>
                    <a:pt x="217438" y="18718"/>
                  </a:lnTo>
                  <a:lnTo>
                    <a:pt x="212671" y="16345"/>
                  </a:lnTo>
                  <a:lnTo>
                    <a:pt x="207832" y="14126"/>
                  </a:lnTo>
                  <a:lnTo>
                    <a:pt x="202924" y="12062"/>
                  </a:lnTo>
                  <a:lnTo>
                    <a:pt x="197953" y="10155"/>
                  </a:lnTo>
                  <a:lnTo>
                    <a:pt x="192924" y="8407"/>
                  </a:lnTo>
                  <a:lnTo>
                    <a:pt x="187841" y="6821"/>
                  </a:lnTo>
                  <a:lnTo>
                    <a:pt x="182711" y="5397"/>
                  </a:lnTo>
                  <a:lnTo>
                    <a:pt x="177538" y="4137"/>
                  </a:lnTo>
                  <a:lnTo>
                    <a:pt x="172328" y="3043"/>
                  </a:lnTo>
                  <a:lnTo>
                    <a:pt x="167085" y="2115"/>
                  </a:lnTo>
                  <a:lnTo>
                    <a:pt x="161815" y="1354"/>
                  </a:lnTo>
                  <a:lnTo>
                    <a:pt x="156524" y="762"/>
                  </a:lnTo>
                  <a:lnTo>
                    <a:pt x="151217" y="339"/>
                  </a:lnTo>
                  <a:lnTo>
                    <a:pt x="145899" y="84"/>
                  </a:lnTo>
                  <a:lnTo>
                    <a:pt x="140575" y="0"/>
                  </a:lnTo>
                  <a:lnTo>
                    <a:pt x="1405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4780" y="4659281"/>
              <a:ext cx="1744" cy="167167"/>
            </a:xfrm>
            <a:custGeom>
              <a:avLst/>
              <a:pathLst>
                <a:path w="1744" h="167167">
                  <a:moveTo>
                    <a:pt x="1744" y="0"/>
                  </a:moveTo>
                  <a:lnTo>
                    <a:pt x="0" y="9"/>
                  </a:lnTo>
                  <a:lnTo>
                    <a:pt x="174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4780" y="4659290"/>
              <a:ext cx="1744" cy="167158"/>
            </a:xfrm>
            <a:custGeom>
              <a:avLst/>
              <a:pathLst>
                <a:path w="1744" h="167158">
                  <a:moveTo>
                    <a:pt x="0" y="0"/>
                  </a:moveTo>
                  <a:lnTo>
                    <a:pt x="1744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4780" y="4659290"/>
              <a:ext cx="1744" cy="167158"/>
            </a:xfrm>
            <a:custGeom>
              <a:avLst/>
              <a:pathLst>
                <a:path w="1744" h="167158">
                  <a:moveTo>
                    <a:pt x="0" y="0"/>
                  </a:moveTo>
                  <a:lnTo>
                    <a:pt x="1744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4780" y="4659290"/>
              <a:ext cx="1744" cy="167158"/>
            </a:xfrm>
            <a:custGeom>
              <a:avLst/>
              <a:pathLst>
                <a:path w="1744" h="167158">
                  <a:moveTo>
                    <a:pt x="0" y="0"/>
                  </a:moveTo>
                  <a:lnTo>
                    <a:pt x="1744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4780" y="4659290"/>
              <a:ext cx="1744" cy="167158"/>
            </a:xfrm>
            <a:custGeom>
              <a:avLst/>
              <a:pathLst>
                <a:path w="1744" h="167158">
                  <a:moveTo>
                    <a:pt x="0" y="0"/>
                  </a:moveTo>
                  <a:lnTo>
                    <a:pt x="174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4780" y="4659290"/>
              <a:ext cx="1744" cy="167158"/>
            </a:xfrm>
            <a:custGeom>
              <a:avLst/>
              <a:pathLst>
                <a:path w="1744" h="167158">
                  <a:moveTo>
                    <a:pt x="0" y="0"/>
                  </a:moveTo>
                  <a:lnTo>
                    <a:pt x="174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780" y="4659290"/>
              <a:ext cx="1744" cy="167158"/>
            </a:xfrm>
            <a:custGeom>
              <a:avLst/>
              <a:pathLst>
                <a:path w="1744" h="167158">
                  <a:moveTo>
                    <a:pt x="0" y="0"/>
                  </a:moveTo>
                  <a:lnTo>
                    <a:pt x="174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780" y="4659290"/>
              <a:ext cx="1744" cy="167158"/>
            </a:xfrm>
            <a:custGeom>
              <a:avLst/>
              <a:pathLst>
                <a:path w="1744" h="167158">
                  <a:moveTo>
                    <a:pt x="0" y="0"/>
                  </a:moveTo>
                  <a:lnTo>
                    <a:pt x="174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780" y="4659290"/>
              <a:ext cx="1744" cy="167158"/>
            </a:xfrm>
            <a:custGeom>
              <a:avLst/>
              <a:pathLst>
                <a:path w="1744" h="167158">
                  <a:moveTo>
                    <a:pt x="0" y="0"/>
                  </a:moveTo>
                  <a:lnTo>
                    <a:pt x="1744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780" y="4659290"/>
              <a:ext cx="1744" cy="167158"/>
            </a:xfrm>
            <a:custGeom>
              <a:avLst/>
              <a:pathLst>
                <a:path w="1744" h="167158">
                  <a:moveTo>
                    <a:pt x="0" y="0"/>
                  </a:moveTo>
                  <a:lnTo>
                    <a:pt x="1744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628" y="4659290"/>
              <a:ext cx="166896" cy="167158"/>
            </a:xfrm>
            <a:custGeom>
              <a:avLst/>
              <a:pathLst>
                <a:path w="166896" h="167158">
                  <a:moveTo>
                    <a:pt x="165151" y="0"/>
                  </a:moveTo>
                  <a:lnTo>
                    <a:pt x="159690" y="146"/>
                  </a:lnTo>
                  <a:lnTo>
                    <a:pt x="154236" y="470"/>
                  </a:lnTo>
                  <a:lnTo>
                    <a:pt x="148796" y="973"/>
                  </a:lnTo>
                  <a:lnTo>
                    <a:pt x="143375" y="1653"/>
                  </a:lnTo>
                  <a:lnTo>
                    <a:pt x="137980" y="2510"/>
                  </a:lnTo>
                  <a:lnTo>
                    <a:pt x="132615" y="3543"/>
                  </a:lnTo>
                  <a:lnTo>
                    <a:pt x="127287" y="4751"/>
                  </a:lnTo>
                  <a:lnTo>
                    <a:pt x="122001" y="6132"/>
                  </a:lnTo>
                  <a:lnTo>
                    <a:pt x="116763" y="7685"/>
                  </a:lnTo>
                  <a:lnTo>
                    <a:pt x="111579" y="9408"/>
                  </a:lnTo>
                  <a:lnTo>
                    <a:pt x="106454" y="11300"/>
                  </a:lnTo>
                  <a:lnTo>
                    <a:pt x="101393" y="13358"/>
                  </a:lnTo>
                  <a:lnTo>
                    <a:pt x="96402" y="15581"/>
                  </a:lnTo>
                  <a:lnTo>
                    <a:pt x="91487" y="17965"/>
                  </a:lnTo>
                  <a:lnTo>
                    <a:pt x="86652" y="20509"/>
                  </a:lnTo>
                  <a:lnTo>
                    <a:pt x="81903" y="23210"/>
                  </a:lnTo>
                  <a:lnTo>
                    <a:pt x="77244" y="26064"/>
                  </a:lnTo>
                  <a:lnTo>
                    <a:pt x="72682" y="29069"/>
                  </a:lnTo>
                  <a:lnTo>
                    <a:pt x="68220" y="32221"/>
                  </a:lnTo>
                  <a:lnTo>
                    <a:pt x="63863" y="35518"/>
                  </a:lnTo>
                  <a:lnTo>
                    <a:pt x="59616" y="38955"/>
                  </a:lnTo>
                  <a:lnTo>
                    <a:pt x="55484" y="42529"/>
                  </a:lnTo>
                  <a:lnTo>
                    <a:pt x="51471" y="46236"/>
                  </a:lnTo>
                  <a:lnTo>
                    <a:pt x="47582" y="50072"/>
                  </a:lnTo>
                  <a:lnTo>
                    <a:pt x="43819" y="54034"/>
                  </a:lnTo>
                  <a:lnTo>
                    <a:pt x="40189" y="58116"/>
                  </a:lnTo>
                  <a:lnTo>
                    <a:pt x="36693" y="62314"/>
                  </a:lnTo>
                  <a:lnTo>
                    <a:pt x="33337" y="66625"/>
                  </a:lnTo>
                  <a:lnTo>
                    <a:pt x="30123" y="71043"/>
                  </a:lnTo>
                  <a:lnTo>
                    <a:pt x="27055" y="75564"/>
                  </a:lnTo>
                  <a:lnTo>
                    <a:pt x="24137" y="80182"/>
                  </a:lnTo>
                  <a:lnTo>
                    <a:pt x="21371" y="84894"/>
                  </a:lnTo>
                  <a:lnTo>
                    <a:pt x="18760" y="89693"/>
                  </a:lnTo>
                  <a:lnTo>
                    <a:pt x="16308" y="94575"/>
                  </a:lnTo>
                  <a:lnTo>
                    <a:pt x="14017" y="99534"/>
                  </a:lnTo>
                  <a:lnTo>
                    <a:pt x="11889" y="104566"/>
                  </a:lnTo>
                  <a:lnTo>
                    <a:pt x="9926" y="109665"/>
                  </a:lnTo>
                  <a:lnTo>
                    <a:pt x="8131" y="114825"/>
                  </a:lnTo>
                  <a:lnTo>
                    <a:pt x="6506" y="120040"/>
                  </a:lnTo>
                  <a:lnTo>
                    <a:pt x="5052" y="125307"/>
                  </a:lnTo>
                  <a:lnTo>
                    <a:pt x="3771" y="130618"/>
                  </a:lnTo>
                  <a:lnTo>
                    <a:pt x="2664" y="135968"/>
                  </a:lnTo>
                  <a:lnTo>
                    <a:pt x="1733" y="141351"/>
                  </a:lnTo>
                  <a:lnTo>
                    <a:pt x="977" y="146762"/>
                  </a:lnTo>
                  <a:lnTo>
                    <a:pt x="400" y="152194"/>
                  </a:lnTo>
                  <a:lnTo>
                    <a:pt x="0" y="157643"/>
                  </a:lnTo>
                  <a:lnTo>
                    <a:pt x="166896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361" y="4659281"/>
              <a:ext cx="334317" cy="334331"/>
            </a:xfrm>
            <a:custGeom>
              <a:avLst/>
              <a:pathLst>
                <a:path w="334317" h="334331">
                  <a:moveTo>
                    <a:pt x="267" y="157652"/>
                  </a:moveTo>
                  <a:lnTo>
                    <a:pt x="49" y="162962"/>
                  </a:lnTo>
                  <a:lnTo>
                    <a:pt x="0" y="168277"/>
                  </a:lnTo>
                  <a:lnTo>
                    <a:pt x="119" y="173591"/>
                  </a:lnTo>
                  <a:lnTo>
                    <a:pt x="408" y="178898"/>
                  </a:lnTo>
                  <a:lnTo>
                    <a:pt x="865" y="184193"/>
                  </a:lnTo>
                  <a:lnTo>
                    <a:pt x="1490" y="189471"/>
                  </a:lnTo>
                  <a:lnTo>
                    <a:pt x="2283" y="194727"/>
                  </a:lnTo>
                  <a:lnTo>
                    <a:pt x="3243" y="199954"/>
                  </a:lnTo>
                  <a:lnTo>
                    <a:pt x="4368" y="205149"/>
                  </a:lnTo>
                  <a:lnTo>
                    <a:pt x="5658" y="210305"/>
                  </a:lnTo>
                  <a:lnTo>
                    <a:pt x="7111" y="215417"/>
                  </a:lnTo>
                  <a:lnTo>
                    <a:pt x="8725" y="220481"/>
                  </a:lnTo>
                  <a:lnTo>
                    <a:pt x="10500" y="225491"/>
                  </a:lnTo>
                  <a:lnTo>
                    <a:pt x="12434" y="230442"/>
                  </a:lnTo>
                  <a:lnTo>
                    <a:pt x="14523" y="235329"/>
                  </a:lnTo>
                  <a:lnTo>
                    <a:pt x="16767" y="240147"/>
                  </a:lnTo>
                  <a:lnTo>
                    <a:pt x="19164" y="244891"/>
                  </a:lnTo>
                  <a:lnTo>
                    <a:pt x="21709" y="249557"/>
                  </a:lnTo>
                  <a:lnTo>
                    <a:pt x="24402" y="254139"/>
                  </a:lnTo>
                  <a:lnTo>
                    <a:pt x="27239" y="258634"/>
                  </a:lnTo>
                  <a:lnTo>
                    <a:pt x="30217" y="263036"/>
                  </a:lnTo>
                  <a:lnTo>
                    <a:pt x="33334" y="267341"/>
                  </a:lnTo>
                  <a:lnTo>
                    <a:pt x="36586" y="271544"/>
                  </a:lnTo>
                  <a:lnTo>
                    <a:pt x="39971" y="275643"/>
                  </a:lnTo>
                  <a:lnTo>
                    <a:pt x="43483" y="279631"/>
                  </a:lnTo>
                  <a:lnTo>
                    <a:pt x="47121" y="283506"/>
                  </a:lnTo>
                  <a:lnTo>
                    <a:pt x="50880" y="287264"/>
                  </a:lnTo>
                  <a:lnTo>
                    <a:pt x="54757" y="290900"/>
                  </a:lnTo>
                  <a:lnTo>
                    <a:pt x="58747" y="294411"/>
                  </a:lnTo>
                  <a:lnTo>
                    <a:pt x="62847" y="297793"/>
                  </a:lnTo>
                  <a:lnTo>
                    <a:pt x="67053" y="301043"/>
                  </a:lnTo>
                  <a:lnTo>
                    <a:pt x="71359" y="304158"/>
                  </a:lnTo>
                  <a:lnTo>
                    <a:pt x="75763" y="307134"/>
                  </a:lnTo>
                  <a:lnTo>
                    <a:pt x="80258" y="309969"/>
                  </a:lnTo>
                  <a:lnTo>
                    <a:pt x="84842" y="312660"/>
                  </a:lnTo>
                  <a:lnTo>
                    <a:pt x="89509" y="315203"/>
                  </a:lnTo>
                  <a:lnTo>
                    <a:pt x="94254" y="317597"/>
                  </a:lnTo>
                  <a:lnTo>
                    <a:pt x="99073" y="319839"/>
                  </a:lnTo>
                  <a:lnTo>
                    <a:pt x="103961" y="321926"/>
                  </a:lnTo>
                  <a:lnTo>
                    <a:pt x="108913" y="323857"/>
                  </a:lnTo>
                  <a:lnTo>
                    <a:pt x="113924" y="325630"/>
                  </a:lnTo>
                  <a:lnTo>
                    <a:pt x="118988" y="327242"/>
                  </a:lnTo>
                  <a:lnTo>
                    <a:pt x="124101" y="328693"/>
                  </a:lnTo>
                  <a:lnTo>
                    <a:pt x="129258" y="329980"/>
                  </a:lnTo>
                  <a:lnTo>
                    <a:pt x="134453" y="331103"/>
                  </a:lnTo>
                  <a:lnTo>
                    <a:pt x="139681" y="332060"/>
                  </a:lnTo>
                  <a:lnTo>
                    <a:pt x="144937" y="332850"/>
                  </a:lnTo>
                  <a:lnTo>
                    <a:pt x="150215" y="333473"/>
                  </a:lnTo>
                  <a:lnTo>
                    <a:pt x="155511" y="333928"/>
                  </a:lnTo>
                  <a:lnTo>
                    <a:pt x="160818" y="334214"/>
                  </a:lnTo>
                  <a:lnTo>
                    <a:pt x="166132" y="334331"/>
                  </a:lnTo>
                  <a:lnTo>
                    <a:pt x="171446" y="334280"/>
                  </a:lnTo>
                  <a:lnTo>
                    <a:pt x="176757" y="334059"/>
                  </a:lnTo>
                  <a:lnTo>
                    <a:pt x="182057" y="333670"/>
                  </a:lnTo>
                  <a:lnTo>
                    <a:pt x="187343" y="333112"/>
                  </a:lnTo>
                  <a:lnTo>
                    <a:pt x="192608" y="332386"/>
                  </a:lnTo>
                  <a:lnTo>
                    <a:pt x="197848" y="331494"/>
                  </a:lnTo>
                  <a:lnTo>
                    <a:pt x="203056" y="330436"/>
                  </a:lnTo>
                  <a:lnTo>
                    <a:pt x="208229" y="329212"/>
                  </a:lnTo>
                  <a:lnTo>
                    <a:pt x="213359" y="327825"/>
                  </a:lnTo>
                  <a:lnTo>
                    <a:pt x="218443" y="326275"/>
                  </a:lnTo>
                  <a:lnTo>
                    <a:pt x="223475" y="324564"/>
                  </a:lnTo>
                  <a:lnTo>
                    <a:pt x="228451" y="322694"/>
                  </a:lnTo>
                  <a:lnTo>
                    <a:pt x="233364" y="320668"/>
                  </a:lnTo>
                  <a:lnTo>
                    <a:pt x="238210" y="318485"/>
                  </a:lnTo>
                  <a:lnTo>
                    <a:pt x="242985" y="316150"/>
                  </a:lnTo>
                  <a:lnTo>
                    <a:pt x="247683" y="313665"/>
                  </a:lnTo>
                  <a:lnTo>
                    <a:pt x="252299" y="311031"/>
                  </a:lnTo>
                  <a:lnTo>
                    <a:pt x="256830" y="308252"/>
                  </a:lnTo>
                  <a:lnTo>
                    <a:pt x="261269" y="305330"/>
                  </a:lnTo>
                  <a:lnTo>
                    <a:pt x="265614" y="302268"/>
                  </a:lnTo>
                  <a:lnTo>
                    <a:pt x="269859" y="299070"/>
                  </a:lnTo>
                  <a:lnTo>
                    <a:pt x="274001" y="295739"/>
                  </a:lnTo>
                  <a:lnTo>
                    <a:pt x="278034" y="292278"/>
                  </a:lnTo>
                  <a:lnTo>
                    <a:pt x="281955" y="288690"/>
                  </a:lnTo>
                  <a:lnTo>
                    <a:pt x="285760" y="284979"/>
                  </a:lnTo>
                  <a:lnTo>
                    <a:pt x="289446" y="281149"/>
                  </a:lnTo>
                  <a:lnTo>
                    <a:pt x="293007" y="277204"/>
                  </a:lnTo>
                  <a:lnTo>
                    <a:pt x="296442" y="273148"/>
                  </a:lnTo>
                  <a:lnTo>
                    <a:pt x="299746" y="268985"/>
                  </a:lnTo>
                  <a:lnTo>
                    <a:pt x="302916" y="264718"/>
                  </a:lnTo>
                  <a:lnTo>
                    <a:pt x="305948" y="260353"/>
                  </a:lnTo>
                  <a:lnTo>
                    <a:pt x="308840" y="255894"/>
                  </a:lnTo>
                  <a:lnTo>
                    <a:pt x="311589" y="251346"/>
                  </a:lnTo>
                  <a:lnTo>
                    <a:pt x="314192" y="246712"/>
                  </a:lnTo>
                  <a:lnTo>
                    <a:pt x="316647" y="241997"/>
                  </a:lnTo>
                  <a:lnTo>
                    <a:pt x="318950" y="237207"/>
                  </a:lnTo>
                  <a:lnTo>
                    <a:pt x="321100" y="232347"/>
                  </a:lnTo>
                  <a:lnTo>
                    <a:pt x="323094" y="227420"/>
                  </a:lnTo>
                  <a:lnTo>
                    <a:pt x="324931" y="222432"/>
                  </a:lnTo>
                  <a:lnTo>
                    <a:pt x="326608" y="217389"/>
                  </a:lnTo>
                  <a:lnTo>
                    <a:pt x="328124" y="212295"/>
                  </a:lnTo>
                  <a:lnTo>
                    <a:pt x="329477" y="207155"/>
                  </a:lnTo>
                  <a:lnTo>
                    <a:pt x="330667" y="201975"/>
                  </a:lnTo>
                  <a:lnTo>
                    <a:pt x="331691" y="196759"/>
                  </a:lnTo>
                  <a:lnTo>
                    <a:pt x="332548" y="191514"/>
                  </a:lnTo>
                  <a:lnTo>
                    <a:pt x="333239" y="186244"/>
                  </a:lnTo>
                  <a:lnTo>
                    <a:pt x="333761" y="180955"/>
                  </a:lnTo>
                  <a:lnTo>
                    <a:pt x="334115" y="175652"/>
                  </a:lnTo>
                  <a:lnTo>
                    <a:pt x="334301" y="170340"/>
                  </a:lnTo>
                  <a:lnTo>
                    <a:pt x="334317" y="165025"/>
                  </a:lnTo>
                  <a:lnTo>
                    <a:pt x="334164" y="159712"/>
                  </a:lnTo>
                  <a:lnTo>
                    <a:pt x="333843" y="154407"/>
                  </a:lnTo>
                  <a:lnTo>
                    <a:pt x="333353" y="149115"/>
                  </a:lnTo>
                  <a:lnTo>
                    <a:pt x="332695" y="143841"/>
                  </a:lnTo>
                  <a:lnTo>
                    <a:pt x="331870" y="138590"/>
                  </a:lnTo>
                  <a:lnTo>
                    <a:pt x="330878" y="133369"/>
                  </a:lnTo>
                  <a:lnTo>
                    <a:pt x="329721" y="128181"/>
                  </a:lnTo>
                  <a:lnTo>
                    <a:pt x="328400" y="123033"/>
                  </a:lnTo>
                  <a:lnTo>
                    <a:pt x="326915" y="117930"/>
                  </a:lnTo>
                  <a:lnTo>
                    <a:pt x="325269" y="112876"/>
                  </a:lnTo>
                  <a:lnTo>
                    <a:pt x="323463" y="107877"/>
                  </a:lnTo>
                  <a:lnTo>
                    <a:pt x="321499" y="102938"/>
                  </a:lnTo>
                  <a:lnTo>
                    <a:pt x="319380" y="98064"/>
                  </a:lnTo>
                  <a:lnTo>
                    <a:pt x="317106" y="93260"/>
                  </a:lnTo>
                  <a:lnTo>
                    <a:pt x="314681" y="88531"/>
                  </a:lnTo>
                  <a:lnTo>
                    <a:pt x="312106" y="83881"/>
                  </a:lnTo>
                  <a:lnTo>
                    <a:pt x="309385" y="79316"/>
                  </a:lnTo>
                  <a:lnTo>
                    <a:pt x="306520" y="74839"/>
                  </a:lnTo>
                  <a:lnTo>
                    <a:pt x="303515" y="70455"/>
                  </a:lnTo>
                  <a:lnTo>
                    <a:pt x="300372" y="66169"/>
                  </a:lnTo>
                  <a:lnTo>
                    <a:pt x="297093" y="61986"/>
                  </a:lnTo>
                  <a:lnTo>
                    <a:pt x="293684" y="57908"/>
                  </a:lnTo>
                  <a:lnTo>
                    <a:pt x="290147" y="53941"/>
                  </a:lnTo>
                  <a:lnTo>
                    <a:pt x="286485" y="50089"/>
                  </a:lnTo>
                  <a:lnTo>
                    <a:pt x="282703" y="46355"/>
                  </a:lnTo>
                  <a:lnTo>
                    <a:pt x="278804" y="42743"/>
                  </a:lnTo>
                  <a:lnTo>
                    <a:pt x="274792" y="39257"/>
                  </a:lnTo>
                  <a:lnTo>
                    <a:pt x="270671" y="35900"/>
                  </a:lnTo>
                  <a:lnTo>
                    <a:pt x="266446" y="32676"/>
                  </a:lnTo>
                  <a:lnTo>
                    <a:pt x="262120" y="29587"/>
                  </a:lnTo>
                  <a:lnTo>
                    <a:pt x="257699" y="26638"/>
                  </a:lnTo>
                  <a:lnTo>
                    <a:pt x="253185" y="23831"/>
                  </a:lnTo>
                  <a:lnTo>
                    <a:pt x="248585" y="21169"/>
                  </a:lnTo>
                  <a:lnTo>
                    <a:pt x="243903" y="18654"/>
                  </a:lnTo>
                  <a:lnTo>
                    <a:pt x="239143" y="16290"/>
                  </a:lnTo>
                  <a:lnTo>
                    <a:pt x="234310" y="14078"/>
                  </a:lnTo>
                  <a:lnTo>
                    <a:pt x="229409" y="12021"/>
                  </a:lnTo>
                  <a:lnTo>
                    <a:pt x="224446" y="10120"/>
                  </a:lnTo>
                  <a:lnTo>
                    <a:pt x="219424" y="8379"/>
                  </a:lnTo>
                  <a:lnTo>
                    <a:pt x="214350" y="6797"/>
                  </a:lnTo>
                  <a:lnTo>
                    <a:pt x="209228" y="5378"/>
                  </a:lnTo>
                  <a:lnTo>
                    <a:pt x="204063" y="4123"/>
                  </a:lnTo>
                  <a:lnTo>
                    <a:pt x="198861" y="3032"/>
                  </a:lnTo>
                  <a:lnTo>
                    <a:pt x="193627" y="2108"/>
                  </a:lnTo>
                  <a:lnTo>
                    <a:pt x="188367" y="1350"/>
                  </a:lnTo>
                  <a:lnTo>
                    <a:pt x="183085" y="759"/>
                  </a:lnTo>
                  <a:lnTo>
                    <a:pt x="177786" y="337"/>
                  </a:lnTo>
                  <a:lnTo>
                    <a:pt x="172478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321565" y="5018213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8" y="334"/>
                  </a:lnTo>
                  <a:lnTo>
                    <a:pt x="151303" y="753"/>
                  </a:lnTo>
                  <a:lnTo>
                    <a:pt x="146044" y="1338"/>
                  </a:lnTo>
                  <a:lnTo>
                    <a:pt x="140806" y="2089"/>
                  </a:lnTo>
                  <a:lnTo>
                    <a:pt x="135594" y="3006"/>
                  </a:lnTo>
                  <a:lnTo>
                    <a:pt x="130414" y="4087"/>
                  </a:lnTo>
                  <a:lnTo>
                    <a:pt x="125271" y="5331"/>
                  </a:lnTo>
                  <a:lnTo>
                    <a:pt x="120170" y="6738"/>
                  </a:lnTo>
                  <a:lnTo>
                    <a:pt x="115116" y="8306"/>
                  </a:lnTo>
                  <a:lnTo>
                    <a:pt x="110114" y="10032"/>
                  </a:lnTo>
                  <a:lnTo>
                    <a:pt x="105169" y="11916"/>
                  </a:lnTo>
                  <a:lnTo>
                    <a:pt x="100286" y="13956"/>
                  </a:lnTo>
                  <a:lnTo>
                    <a:pt x="95471" y="16149"/>
                  </a:lnTo>
                  <a:lnTo>
                    <a:pt x="90727" y="18494"/>
                  </a:lnTo>
                  <a:lnTo>
                    <a:pt x="86060" y="20987"/>
                  </a:lnTo>
                  <a:lnTo>
                    <a:pt x="81473" y="23627"/>
                  </a:lnTo>
                  <a:lnTo>
                    <a:pt x="76973" y="26411"/>
                  </a:lnTo>
                  <a:lnTo>
                    <a:pt x="72563" y="29336"/>
                  </a:lnTo>
                  <a:lnTo>
                    <a:pt x="68248" y="32399"/>
                  </a:lnTo>
                  <a:lnTo>
                    <a:pt x="64032" y="35597"/>
                  </a:lnTo>
                  <a:lnTo>
                    <a:pt x="59920" y="38927"/>
                  </a:lnTo>
                  <a:lnTo>
                    <a:pt x="55915" y="42385"/>
                  </a:lnTo>
                  <a:lnTo>
                    <a:pt x="52021" y="45968"/>
                  </a:lnTo>
                  <a:lnTo>
                    <a:pt x="48243" y="49673"/>
                  </a:lnTo>
                  <a:lnTo>
                    <a:pt x="44583" y="53496"/>
                  </a:lnTo>
                  <a:lnTo>
                    <a:pt x="41047" y="57432"/>
                  </a:lnTo>
                  <a:lnTo>
                    <a:pt x="37637" y="61478"/>
                  </a:lnTo>
                  <a:lnTo>
                    <a:pt x="34357" y="65631"/>
                  </a:lnTo>
                  <a:lnTo>
                    <a:pt x="31210" y="69885"/>
                  </a:lnTo>
                  <a:lnTo>
                    <a:pt x="28199" y="74236"/>
                  </a:lnTo>
                  <a:lnTo>
                    <a:pt x="25327" y="78681"/>
                  </a:lnTo>
                  <a:lnTo>
                    <a:pt x="22597" y="83214"/>
                  </a:lnTo>
                  <a:lnTo>
                    <a:pt x="20013" y="87831"/>
                  </a:lnTo>
                  <a:lnTo>
                    <a:pt x="17575" y="92528"/>
                  </a:lnTo>
                  <a:lnTo>
                    <a:pt x="15288" y="97300"/>
                  </a:lnTo>
                  <a:lnTo>
                    <a:pt x="13153" y="102142"/>
                  </a:lnTo>
                  <a:lnTo>
                    <a:pt x="11172" y="107048"/>
                  </a:lnTo>
                  <a:lnTo>
                    <a:pt x="9347" y="112016"/>
                  </a:lnTo>
                  <a:lnTo>
                    <a:pt x="7681" y="117038"/>
                  </a:lnTo>
                  <a:lnTo>
                    <a:pt x="6174" y="122110"/>
                  </a:lnTo>
                  <a:lnTo>
                    <a:pt x="4829" y="127228"/>
                  </a:lnTo>
                  <a:lnTo>
                    <a:pt x="3646" y="132386"/>
                  </a:lnTo>
                  <a:lnTo>
                    <a:pt x="2627" y="137578"/>
                  </a:lnTo>
                  <a:lnTo>
                    <a:pt x="1773" y="142801"/>
                  </a:lnTo>
                  <a:lnTo>
                    <a:pt x="1084" y="148047"/>
                  </a:lnTo>
                  <a:lnTo>
                    <a:pt x="563" y="153313"/>
                  </a:lnTo>
                  <a:lnTo>
                    <a:pt x="207" y="158593"/>
                  </a:lnTo>
                  <a:lnTo>
                    <a:pt x="20" y="163881"/>
                  </a:lnTo>
                  <a:lnTo>
                    <a:pt x="0" y="169173"/>
                  </a:lnTo>
                  <a:lnTo>
                    <a:pt x="147" y="174462"/>
                  </a:lnTo>
                  <a:lnTo>
                    <a:pt x="461" y="179745"/>
                  </a:lnTo>
                  <a:lnTo>
                    <a:pt x="943" y="185014"/>
                  </a:lnTo>
                  <a:lnTo>
                    <a:pt x="1591" y="190266"/>
                  </a:lnTo>
                  <a:lnTo>
                    <a:pt x="2405" y="195495"/>
                  </a:lnTo>
                  <a:lnTo>
                    <a:pt x="3384" y="200695"/>
                  </a:lnTo>
                  <a:lnTo>
                    <a:pt x="4527" y="205861"/>
                  </a:lnTo>
                  <a:lnTo>
                    <a:pt x="5834" y="210989"/>
                  </a:lnTo>
                  <a:lnTo>
                    <a:pt x="7301" y="216073"/>
                  </a:lnTo>
                  <a:lnTo>
                    <a:pt x="8929" y="221108"/>
                  </a:lnTo>
                  <a:lnTo>
                    <a:pt x="10716" y="226089"/>
                  </a:lnTo>
                  <a:lnTo>
                    <a:pt x="12659" y="231011"/>
                  </a:lnTo>
                  <a:lnTo>
                    <a:pt x="14757" y="235869"/>
                  </a:lnTo>
                  <a:lnTo>
                    <a:pt x="17008" y="240658"/>
                  </a:lnTo>
                  <a:lnTo>
                    <a:pt x="19410" y="245373"/>
                  </a:lnTo>
                  <a:lnTo>
                    <a:pt x="21959" y="250010"/>
                  </a:lnTo>
                  <a:lnTo>
                    <a:pt x="24654" y="254565"/>
                  </a:lnTo>
                  <a:lnTo>
                    <a:pt x="27491" y="259031"/>
                  </a:lnTo>
                  <a:lnTo>
                    <a:pt x="30469" y="263405"/>
                  </a:lnTo>
                  <a:lnTo>
                    <a:pt x="33583" y="267683"/>
                  </a:lnTo>
                  <a:lnTo>
                    <a:pt x="36832" y="271861"/>
                  </a:lnTo>
                  <a:lnTo>
                    <a:pt x="40210" y="275933"/>
                  </a:lnTo>
                  <a:lnTo>
                    <a:pt x="43717" y="279896"/>
                  </a:lnTo>
                  <a:lnTo>
                    <a:pt x="47346" y="283747"/>
                  </a:lnTo>
                  <a:lnTo>
                    <a:pt x="51096" y="287480"/>
                  </a:lnTo>
                  <a:lnTo>
                    <a:pt x="54962" y="291093"/>
                  </a:lnTo>
                  <a:lnTo>
                    <a:pt x="58941" y="294582"/>
                  </a:lnTo>
                  <a:lnTo>
                    <a:pt x="63028" y="297944"/>
                  </a:lnTo>
                  <a:lnTo>
                    <a:pt x="67219" y="301174"/>
                  </a:lnTo>
                  <a:lnTo>
                    <a:pt x="71511" y="304270"/>
                  </a:lnTo>
                  <a:lnTo>
                    <a:pt x="75898" y="307228"/>
                  </a:lnTo>
                  <a:lnTo>
                    <a:pt x="80377" y="310046"/>
                  </a:lnTo>
                  <a:lnTo>
                    <a:pt x="84942" y="312721"/>
                  </a:lnTo>
                  <a:lnTo>
                    <a:pt x="89591" y="315250"/>
                  </a:lnTo>
                  <a:lnTo>
                    <a:pt x="94316" y="317631"/>
                  </a:lnTo>
                  <a:lnTo>
                    <a:pt x="99115" y="319861"/>
                  </a:lnTo>
                  <a:lnTo>
                    <a:pt x="103982" y="321938"/>
                  </a:lnTo>
                  <a:lnTo>
                    <a:pt x="108912" y="323860"/>
                  </a:lnTo>
                  <a:lnTo>
                    <a:pt x="113901" y="325625"/>
                  </a:lnTo>
                  <a:lnTo>
                    <a:pt x="118943" y="327231"/>
                  </a:lnTo>
                  <a:lnTo>
                    <a:pt x="124033" y="328677"/>
                  </a:lnTo>
                  <a:lnTo>
                    <a:pt x="129167" y="329961"/>
                  </a:lnTo>
                  <a:lnTo>
                    <a:pt x="134338" y="331082"/>
                  </a:lnTo>
                  <a:lnTo>
                    <a:pt x="139543" y="332038"/>
                  </a:lnTo>
                  <a:lnTo>
                    <a:pt x="144775" y="332830"/>
                  </a:lnTo>
                  <a:lnTo>
                    <a:pt x="150029" y="333455"/>
                  </a:lnTo>
                  <a:lnTo>
                    <a:pt x="155301" y="333914"/>
                  </a:lnTo>
                  <a:lnTo>
                    <a:pt x="160585" y="334205"/>
                  </a:lnTo>
                  <a:lnTo>
                    <a:pt x="165875" y="334329"/>
                  </a:lnTo>
                  <a:lnTo>
                    <a:pt x="171166" y="334286"/>
                  </a:lnTo>
                  <a:lnTo>
                    <a:pt x="176454" y="334076"/>
                  </a:lnTo>
                  <a:lnTo>
                    <a:pt x="181732" y="333698"/>
                  </a:lnTo>
                  <a:lnTo>
                    <a:pt x="186995" y="333153"/>
                  </a:lnTo>
                  <a:lnTo>
                    <a:pt x="192239" y="332442"/>
                  </a:lnTo>
                  <a:lnTo>
                    <a:pt x="197457" y="331565"/>
                  </a:lnTo>
                  <a:lnTo>
                    <a:pt x="202645" y="330524"/>
                  </a:lnTo>
                  <a:lnTo>
                    <a:pt x="207798" y="329318"/>
                  </a:lnTo>
                  <a:lnTo>
                    <a:pt x="212910" y="327951"/>
                  </a:lnTo>
                  <a:lnTo>
                    <a:pt x="217976" y="326422"/>
                  </a:lnTo>
                  <a:lnTo>
                    <a:pt x="222991" y="324734"/>
                  </a:lnTo>
                  <a:lnTo>
                    <a:pt x="227950" y="322888"/>
                  </a:lnTo>
                  <a:lnTo>
                    <a:pt x="232848" y="320885"/>
                  </a:lnTo>
                  <a:lnTo>
                    <a:pt x="237681" y="318729"/>
                  </a:lnTo>
                  <a:lnTo>
                    <a:pt x="242442" y="316421"/>
                  </a:lnTo>
                  <a:lnTo>
                    <a:pt x="247129" y="313963"/>
                  </a:lnTo>
                  <a:lnTo>
                    <a:pt x="251735" y="311359"/>
                  </a:lnTo>
                  <a:lnTo>
                    <a:pt x="256256" y="308609"/>
                  </a:lnTo>
                  <a:lnTo>
                    <a:pt x="260688" y="305718"/>
                  </a:lnTo>
                  <a:lnTo>
                    <a:pt x="265026" y="302689"/>
                  </a:lnTo>
                  <a:lnTo>
                    <a:pt x="269267" y="299523"/>
                  </a:lnTo>
                  <a:lnTo>
                    <a:pt x="273405" y="296225"/>
                  </a:lnTo>
                  <a:lnTo>
                    <a:pt x="277436" y="292797"/>
                  </a:lnTo>
                  <a:lnTo>
                    <a:pt x="281357" y="289244"/>
                  </a:lnTo>
                  <a:lnTo>
                    <a:pt x="285164" y="285568"/>
                  </a:lnTo>
                  <a:lnTo>
                    <a:pt x="288852" y="281774"/>
                  </a:lnTo>
                  <a:lnTo>
                    <a:pt x="292419" y="277864"/>
                  </a:lnTo>
                  <a:lnTo>
                    <a:pt x="295860" y="273844"/>
                  </a:lnTo>
                  <a:lnTo>
                    <a:pt x="299171" y="269717"/>
                  </a:lnTo>
                  <a:lnTo>
                    <a:pt x="302351" y="265488"/>
                  </a:lnTo>
                  <a:lnTo>
                    <a:pt x="305395" y="261159"/>
                  </a:lnTo>
                  <a:lnTo>
                    <a:pt x="308301" y="256737"/>
                  </a:lnTo>
                  <a:lnTo>
                    <a:pt x="311065" y="252224"/>
                  </a:lnTo>
                  <a:lnTo>
                    <a:pt x="313685" y="247627"/>
                  </a:lnTo>
                  <a:lnTo>
                    <a:pt x="316158" y="242949"/>
                  </a:lnTo>
                  <a:lnTo>
                    <a:pt x="318482" y="238195"/>
                  </a:lnTo>
                  <a:lnTo>
                    <a:pt x="320655" y="233370"/>
                  </a:lnTo>
                  <a:lnTo>
                    <a:pt x="322673" y="228478"/>
                  </a:lnTo>
                  <a:lnTo>
                    <a:pt x="324536" y="223525"/>
                  </a:lnTo>
                  <a:lnTo>
                    <a:pt x="326241" y="218516"/>
                  </a:lnTo>
                  <a:lnTo>
                    <a:pt x="327786" y="213455"/>
                  </a:lnTo>
                  <a:lnTo>
                    <a:pt x="329171" y="208348"/>
                  </a:lnTo>
                  <a:lnTo>
                    <a:pt x="330393" y="203199"/>
                  </a:lnTo>
                  <a:lnTo>
                    <a:pt x="331452" y="198014"/>
                  </a:lnTo>
                  <a:lnTo>
                    <a:pt x="332346" y="192799"/>
                  </a:lnTo>
                  <a:lnTo>
                    <a:pt x="333074" y="187558"/>
                  </a:lnTo>
                  <a:lnTo>
                    <a:pt x="333636" y="182296"/>
                  </a:lnTo>
                  <a:lnTo>
                    <a:pt x="334032" y="177019"/>
                  </a:lnTo>
                  <a:lnTo>
                    <a:pt x="334260" y="171733"/>
                  </a:lnTo>
                  <a:lnTo>
                    <a:pt x="334321" y="166441"/>
                  </a:lnTo>
                  <a:lnTo>
                    <a:pt x="334214" y="161151"/>
                  </a:lnTo>
                  <a:lnTo>
                    <a:pt x="333940" y="155866"/>
                  </a:lnTo>
                  <a:lnTo>
                    <a:pt x="333499" y="150593"/>
                  </a:lnTo>
                  <a:lnTo>
                    <a:pt x="332891" y="145336"/>
                  </a:lnTo>
                  <a:lnTo>
                    <a:pt x="332117" y="140102"/>
                  </a:lnTo>
                  <a:lnTo>
                    <a:pt x="331178" y="134894"/>
                  </a:lnTo>
                  <a:lnTo>
                    <a:pt x="330074" y="129719"/>
                  </a:lnTo>
                  <a:lnTo>
                    <a:pt x="328807" y="124581"/>
                  </a:lnTo>
                  <a:lnTo>
                    <a:pt x="327378" y="119486"/>
                  </a:lnTo>
                  <a:lnTo>
                    <a:pt x="325789" y="114439"/>
                  </a:lnTo>
                  <a:lnTo>
                    <a:pt x="324040" y="109444"/>
                  </a:lnTo>
                  <a:lnTo>
                    <a:pt x="322135" y="104508"/>
                  </a:lnTo>
                  <a:lnTo>
                    <a:pt x="320074" y="99634"/>
                  </a:lnTo>
                  <a:lnTo>
                    <a:pt x="317860" y="94828"/>
                  </a:lnTo>
                  <a:lnTo>
                    <a:pt x="315495" y="90094"/>
                  </a:lnTo>
                  <a:lnTo>
                    <a:pt x="312981" y="85438"/>
                  </a:lnTo>
                  <a:lnTo>
                    <a:pt x="310321" y="80863"/>
                  </a:lnTo>
                  <a:lnTo>
                    <a:pt x="307518" y="76375"/>
                  </a:lnTo>
                  <a:lnTo>
                    <a:pt x="304574" y="71978"/>
                  </a:lnTo>
                  <a:lnTo>
                    <a:pt x="301492" y="67676"/>
                  </a:lnTo>
                  <a:lnTo>
                    <a:pt x="298276" y="63474"/>
                  </a:lnTo>
                  <a:lnTo>
                    <a:pt x="294929" y="59376"/>
                  </a:lnTo>
                  <a:lnTo>
                    <a:pt x="291453" y="55386"/>
                  </a:lnTo>
                  <a:lnTo>
                    <a:pt x="287853" y="51508"/>
                  </a:lnTo>
                  <a:lnTo>
                    <a:pt x="284132" y="47746"/>
                  </a:lnTo>
                  <a:lnTo>
                    <a:pt x="280293" y="44103"/>
                  </a:lnTo>
                  <a:lnTo>
                    <a:pt x="276341" y="40584"/>
                  </a:lnTo>
                  <a:lnTo>
                    <a:pt x="272280" y="37192"/>
                  </a:lnTo>
                  <a:lnTo>
                    <a:pt x="268114" y="33929"/>
                  </a:lnTo>
                  <a:lnTo>
                    <a:pt x="263846" y="30801"/>
                  </a:lnTo>
                  <a:lnTo>
                    <a:pt x="259482" y="27809"/>
                  </a:lnTo>
                  <a:lnTo>
                    <a:pt x="255025" y="24956"/>
                  </a:lnTo>
                  <a:lnTo>
                    <a:pt x="250480" y="22246"/>
                  </a:lnTo>
                  <a:lnTo>
                    <a:pt x="245851" y="19682"/>
                  </a:lnTo>
                  <a:lnTo>
                    <a:pt x="241144" y="17265"/>
                  </a:lnTo>
                  <a:lnTo>
                    <a:pt x="236362" y="14998"/>
                  </a:lnTo>
                  <a:lnTo>
                    <a:pt x="231511" y="12884"/>
                  </a:lnTo>
                  <a:lnTo>
                    <a:pt x="226596" y="10924"/>
                  </a:lnTo>
                  <a:lnTo>
                    <a:pt x="221621" y="9121"/>
                  </a:lnTo>
                  <a:lnTo>
                    <a:pt x="216591" y="7477"/>
                  </a:lnTo>
                  <a:lnTo>
                    <a:pt x="211512" y="5992"/>
                  </a:lnTo>
                  <a:lnTo>
                    <a:pt x="206389" y="4669"/>
                  </a:lnTo>
                  <a:lnTo>
                    <a:pt x="201226" y="3508"/>
                  </a:lnTo>
                  <a:lnTo>
                    <a:pt x="196029" y="2512"/>
                  </a:lnTo>
                  <a:lnTo>
                    <a:pt x="190803" y="1681"/>
                  </a:lnTo>
                  <a:lnTo>
                    <a:pt x="185553" y="1015"/>
                  </a:lnTo>
                  <a:lnTo>
                    <a:pt x="180285" y="516"/>
                  </a:lnTo>
                  <a:lnTo>
                    <a:pt x="175004" y="184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7849" cy="167167"/>
            </a:xfrm>
            <a:custGeom>
              <a:avLst/>
              <a:pathLst>
                <a:path w="7849" h="167167">
                  <a:moveTo>
                    <a:pt x="7849" y="18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34" y="5269756"/>
              <a:ext cx="167167" cy="167449"/>
            </a:xfrm>
            <a:custGeom>
              <a:avLst/>
              <a:pathLst>
                <a:path w="167167" h="167449">
                  <a:moveTo>
                    <a:pt x="167167" y="0"/>
                  </a:moveTo>
                  <a:lnTo>
                    <a:pt x="161803" y="86"/>
                  </a:lnTo>
                  <a:lnTo>
                    <a:pt x="156445" y="344"/>
                  </a:lnTo>
                  <a:lnTo>
                    <a:pt x="151098" y="774"/>
                  </a:lnTo>
                  <a:lnTo>
                    <a:pt x="145767" y="1375"/>
                  </a:lnTo>
                  <a:lnTo>
                    <a:pt x="140458" y="2147"/>
                  </a:lnTo>
                  <a:lnTo>
                    <a:pt x="135177" y="3089"/>
                  </a:lnTo>
                  <a:lnTo>
                    <a:pt x="129929" y="4200"/>
                  </a:lnTo>
                  <a:lnTo>
                    <a:pt x="124719" y="5478"/>
                  </a:lnTo>
                  <a:lnTo>
                    <a:pt x="119553" y="6924"/>
                  </a:lnTo>
                  <a:lnTo>
                    <a:pt x="114436" y="8534"/>
                  </a:lnTo>
                  <a:lnTo>
                    <a:pt x="109373" y="10307"/>
                  </a:lnTo>
                  <a:lnTo>
                    <a:pt x="104370" y="12243"/>
                  </a:lnTo>
                  <a:lnTo>
                    <a:pt x="99432" y="14337"/>
                  </a:lnTo>
                  <a:lnTo>
                    <a:pt x="94563" y="16589"/>
                  </a:lnTo>
                  <a:lnTo>
                    <a:pt x="89769" y="18996"/>
                  </a:lnTo>
                  <a:lnTo>
                    <a:pt x="85054" y="21556"/>
                  </a:lnTo>
                  <a:lnTo>
                    <a:pt x="80425" y="24266"/>
                  </a:lnTo>
                  <a:lnTo>
                    <a:pt x="75884" y="27122"/>
                  </a:lnTo>
                  <a:lnTo>
                    <a:pt x="71438" y="30123"/>
                  </a:lnTo>
                  <a:lnTo>
                    <a:pt x="67090" y="33266"/>
                  </a:lnTo>
                  <a:lnTo>
                    <a:pt x="62845" y="36546"/>
                  </a:lnTo>
                  <a:lnTo>
                    <a:pt x="58708" y="39960"/>
                  </a:lnTo>
                  <a:lnTo>
                    <a:pt x="54682" y="43506"/>
                  </a:lnTo>
                  <a:lnTo>
                    <a:pt x="50772" y="47179"/>
                  </a:lnTo>
                  <a:lnTo>
                    <a:pt x="46982" y="50975"/>
                  </a:lnTo>
                  <a:lnTo>
                    <a:pt x="43316" y="54891"/>
                  </a:lnTo>
                  <a:lnTo>
                    <a:pt x="39777" y="58923"/>
                  </a:lnTo>
                  <a:lnTo>
                    <a:pt x="36369" y="63066"/>
                  </a:lnTo>
                  <a:lnTo>
                    <a:pt x="33097" y="67316"/>
                  </a:lnTo>
                  <a:lnTo>
                    <a:pt x="29962" y="71669"/>
                  </a:lnTo>
                  <a:lnTo>
                    <a:pt x="26968" y="76121"/>
                  </a:lnTo>
                  <a:lnTo>
                    <a:pt x="24119" y="80666"/>
                  </a:lnTo>
                  <a:lnTo>
                    <a:pt x="21417" y="85301"/>
                  </a:lnTo>
                  <a:lnTo>
                    <a:pt x="18866" y="90019"/>
                  </a:lnTo>
                  <a:lnTo>
                    <a:pt x="16467" y="94817"/>
                  </a:lnTo>
                  <a:lnTo>
                    <a:pt x="14223" y="99690"/>
                  </a:lnTo>
                  <a:lnTo>
                    <a:pt x="12137" y="104632"/>
                  </a:lnTo>
                  <a:lnTo>
                    <a:pt x="10210" y="109639"/>
                  </a:lnTo>
                  <a:lnTo>
                    <a:pt x="8445" y="114704"/>
                  </a:lnTo>
                  <a:lnTo>
                    <a:pt x="6843" y="119824"/>
                  </a:lnTo>
                  <a:lnTo>
                    <a:pt x="5407" y="124993"/>
                  </a:lnTo>
                  <a:lnTo>
                    <a:pt x="4137" y="130205"/>
                  </a:lnTo>
                  <a:lnTo>
                    <a:pt x="3035" y="135455"/>
                  </a:lnTo>
                  <a:lnTo>
                    <a:pt x="2102" y="140737"/>
                  </a:lnTo>
                  <a:lnTo>
                    <a:pt x="1339" y="146047"/>
                  </a:lnTo>
                  <a:lnTo>
                    <a:pt x="746" y="151379"/>
                  </a:lnTo>
                  <a:lnTo>
                    <a:pt x="326" y="156727"/>
                  </a:lnTo>
                  <a:lnTo>
                    <a:pt x="77" y="162085"/>
                  </a:lnTo>
                  <a:lnTo>
                    <a:pt x="0" y="16744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34" y="5269756"/>
              <a:ext cx="334324" cy="334327"/>
            </a:xfrm>
            <a:custGeom>
              <a:avLst/>
              <a:pathLst>
                <a:path w="334324" h="334327">
                  <a:moveTo>
                    <a:pt x="0" y="167449"/>
                  </a:moveTo>
                  <a:lnTo>
                    <a:pt x="93" y="172769"/>
                  </a:lnTo>
                  <a:lnTo>
                    <a:pt x="356" y="178083"/>
                  </a:lnTo>
                  <a:lnTo>
                    <a:pt x="788" y="183386"/>
                  </a:lnTo>
                  <a:lnTo>
                    <a:pt x="1388" y="188673"/>
                  </a:lnTo>
                  <a:lnTo>
                    <a:pt x="2157" y="193937"/>
                  </a:lnTo>
                  <a:lnTo>
                    <a:pt x="3092" y="199175"/>
                  </a:lnTo>
                  <a:lnTo>
                    <a:pt x="4194" y="204380"/>
                  </a:lnTo>
                  <a:lnTo>
                    <a:pt x="5461" y="209548"/>
                  </a:lnTo>
                  <a:lnTo>
                    <a:pt x="6891" y="214672"/>
                  </a:lnTo>
                  <a:lnTo>
                    <a:pt x="8484" y="219749"/>
                  </a:lnTo>
                  <a:lnTo>
                    <a:pt x="10238" y="224772"/>
                  </a:lnTo>
                  <a:lnTo>
                    <a:pt x="12151" y="229737"/>
                  </a:lnTo>
                  <a:lnTo>
                    <a:pt x="14220" y="234638"/>
                  </a:lnTo>
                  <a:lnTo>
                    <a:pt x="16445" y="239472"/>
                  </a:lnTo>
                  <a:lnTo>
                    <a:pt x="18822" y="244232"/>
                  </a:lnTo>
                  <a:lnTo>
                    <a:pt x="21350" y="248913"/>
                  </a:lnTo>
                  <a:lnTo>
                    <a:pt x="24025" y="253512"/>
                  </a:lnTo>
                  <a:lnTo>
                    <a:pt x="26846" y="258024"/>
                  </a:lnTo>
                  <a:lnTo>
                    <a:pt x="29808" y="262443"/>
                  </a:lnTo>
                  <a:lnTo>
                    <a:pt x="32910" y="266766"/>
                  </a:lnTo>
                  <a:lnTo>
                    <a:pt x="36147" y="270989"/>
                  </a:lnTo>
                  <a:lnTo>
                    <a:pt x="39518" y="275105"/>
                  </a:lnTo>
                  <a:lnTo>
                    <a:pt x="43017" y="279113"/>
                  </a:lnTo>
                  <a:lnTo>
                    <a:pt x="46643" y="283007"/>
                  </a:lnTo>
                  <a:lnTo>
                    <a:pt x="50390" y="286784"/>
                  </a:lnTo>
                  <a:lnTo>
                    <a:pt x="54256" y="290440"/>
                  </a:lnTo>
                  <a:lnTo>
                    <a:pt x="58236" y="293971"/>
                  </a:lnTo>
                  <a:lnTo>
                    <a:pt x="62327" y="297373"/>
                  </a:lnTo>
                  <a:lnTo>
                    <a:pt x="66524" y="300643"/>
                  </a:lnTo>
                  <a:lnTo>
                    <a:pt x="70822" y="303779"/>
                  </a:lnTo>
                  <a:lnTo>
                    <a:pt x="75219" y="306775"/>
                  </a:lnTo>
                  <a:lnTo>
                    <a:pt x="79708" y="309631"/>
                  </a:lnTo>
                  <a:lnTo>
                    <a:pt x="84286" y="312342"/>
                  </a:lnTo>
                  <a:lnTo>
                    <a:pt x="88948" y="314906"/>
                  </a:lnTo>
                  <a:lnTo>
                    <a:pt x="93689" y="317320"/>
                  </a:lnTo>
                  <a:lnTo>
                    <a:pt x="98505" y="319583"/>
                  </a:lnTo>
                  <a:lnTo>
                    <a:pt x="103390" y="321690"/>
                  </a:lnTo>
                  <a:lnTo>
                    <a:pt x="108340" y="323642"/>
                  </a:lnTo>
                  <a:lnTo>
                    <a:pt x="113349" y="325435"/>
                  </a:lnTo>
                  <a:lnTo>
                    <a:pt x="118413" y="327067"/>
                  </a:lnTo>
                  <a:lnTo>
                    <a:pt x="123527" y="328538"/>
                  </a:lnTo>
                  <a:lnTo>
                    <a:pt x="128684" y="329845"/>
                  </a:lnTo>
                  <a:lnTo>
                    <a:pt x="133881" y="330987"/>
                  </a:lnTo>
                  <a:lnTo>
                    <a:pt x="139111" y="331963"/>
                  </a:lnTo>
                  <a:lnTo>
                    <a:pt x="144369" y="332773"/>
                  </a:lnTo>
                  <a:lnTo>
                    <a:pt x="149651" y="333414"/>
                  </a:lnTo>
                  <a:lnTo>
                    <a:pt x="154951" y="333887"/>
                  </a:lnTo>
                  <a:lnTo>
                    <a:pt x="160262" y="334192"/>
                  </a:lnTo>
                  <a:lnTo>
                    <a:pt x="165581" y="334327"/>
                  </a:lnTo>
                  <a:lnTo>
                    <a:pt x="170902" y="334293"/>
                  </a:lnTo>
                  <a:lnTo>
                    <a:pt x="176218" y="334089"/>
                  </a:lnTo>
                  <a:lnTo>
                    <a:pt x="181526" y="333717"/>
                  </a:lnTo>
                  <a:lnTo>
                    <a:pt x="186819" y="333175"/>
                  </a:lnTo>
                  <a:lnTo>
                    <a:pt x="192092" y="332466"/>
                  </a:lnTo>
                  <a:lnTo>
                    <a:pt x="197340" y="331589"/>
                  </a:lnTo>
                  <a:lnTo>
                    <a:pt x="202557" y="330545"/>
                  </a:lnTo>
                  <a:lnTo>
                    <a:pt x="207738" y="329336"/>
                  </a:lnTo>
                  <a:lnTo>
                    <a:pt x="212879" y="327963"/>
                  </a:lnTo>
                  <a:lnTo>
                    <a:pt x="217973" y="326427"/>
                  </a:lnTo>
                  <a:lnTo>
                    <a:pt x="223015" y="324729"/>
                  </a:lnTo>
                  <a:lnTo>
                    <a:pt x="228001" y="322872"/>
                  </a:lnTo>
                  <a:lnTo>
                    <a:pt x="232925" y="320857"/>
                  </a:lnTo>
                  <a:lnTo>
                    <a:pt x="237783" y="318687"/>
                  </a:lnTo>
                  <a:lnTo>
                    <a:pt x="242569" y="316363"/>
                  </a:lnTo>
                  <a:lnTo>
                    <a:pt x="247279" y="313888"/>
                  </a:lnTo>
                  <a:lnTo>
                    <a:pt x="251908" y="311264"/>
                  </a:lnTo>
                  <a:lnTo>
                    <a:pt x="256450" y="308494"/>
                  </a:lnTo>
                  <a:lnTo>
                    <a:pt x="260903" y="305581"/>
                  </a:lnTo>
                  <a:lnTo>
                    <a:pt x="265260" y="302528"/>
                  </a:lnTo>
                  <a:lnTo>
                    <a:pt x="269518" y="299338"/>
                  </a:lnTo>
                  <a:lnTo>
                    <a:pt x="273672" y="296014"/>
                  </a:lnTo>
                  <a:lnTo>
                    <a:pt x="277719" y="292559"/>
                  </a:lnTo>
                  <a:lnTo>
                    <a:pt x="281653" y="288977"/>
                  </a:lnTo>
                  <a:lnTo>
                    <a:pt x="285472" y="285272"/>
                  </a:lnTo>
                  <a:lnTo>
                    <a:pt x="289170" y="281448"/>
                  </a:lnTo>
                  <a:lnTo>
                    <a:pt x="292745" y="277507"/>
                  </a:lnTo>
                  <a:lnTo>
                    <a:pt x="296193" y="273455"/>
                  </a:lnTo>
                  <a:lnTo>
                    <a:pt x="299510" y="269295"/>
                  </a:lnTo>
                  <a:lnTo>
                    <a:pt x="302693" y="265032"/>
                  </a:lnTo>
                  <a:lnTo>
                    <a:pt x="305739" y="260669"/>
                  </a:lnTo>
                  <a:lnTo>
                    <a:pt x="308645" y="256212"/>
                  </a:lnTo>
                  <a:lnTo>
                    <a:pt x="311407" y="251664"/>
                  </a:lnTo>
                  <a:lnTo>
                    <a:pt x="314023" y="247031"/>
                  </a:lnTo>
                  <a:lnTo>
                    <a:pt x="316490" y="242317"/>
                  </a:lnTo>
                  <a:lnTo>
                    <a:pt x="318806" y="237527"/>
                  </a:lnTo>
                  <a:lnTo>
                    <a:pt x="320968" y="232666"/>
                  </a:lnTo>
                  <a:lnTo>
                    <a:pt x="322975" y="227738"/>
                  </a:lnTo>
                  <a:lnTo>
                    <a:pt x="324823" y="222749"/>
                  </a:lnTo>
                  <a:lnTo>
                    <a:pt x="326512" y="217704"/>
                  </a:lnTo>
                  <a:lnTo>
                    <a:pt x="328040" y="212607"/>
                  </a:lnTo>
                  <a:lnTo>
                    <a:pt x="329404" y="207465"/>
                  </a:lnTo>
                  <a:lnTo>
                    <a:pt x="330605" y="202281"/>
                  </a:lnTo>
                  <a:lnTo>
                    <a:pt x="331639" y="197062"/>
                  </a:lnTo>
                  <a:lnTo>
                    <a:pt x="332507" y="191813"/>
                  </a:lnTo>
                  <a:lnTo>
                    <a:pt x="333208" y="186539"/>
                  </a:lnTo>
                  <a:lnTo>
                    <a:pt x="333740" y="181245"/>
                  </a:lnTo>
                  <a:lnTo>
                    <a:pt x="334104" y="175937"/>
                  </a:lnTo>
                  <a:lnTo>
                    <a:pt x="334298" y="170620"/>
                  </a:lnTo>
                  <a:lnTo>
                    <a:pt x="334324" y="165299"/>
                  </a:lnTo>
                  <a:lnTo>
                    <a:pt x="334180" y="159981"/>
                  </a:lnTo>
                  <a:lnTo>
                    <a:pt x="333866" y="154669"/>
                  </a:lnTo>
                  <a:lnTo>
                    <a:pt x="333384" y="149371"/>
                  </a:lnTo>
                  <a:lnTo>
                    <a:pt x="332734" y="144090"/>
                  </a:lnTo>
                  <a:lnTo>
                    <a:pt x="331915" y="138833"/>
                  </a:lnTo>
                  <a:lnTo>
                    <a:pt x="330930" y="133604"/>
                  </a:lnTo>
                  <a:lnTo>
                    <a:pt x="329779" y="128410"/>
                  </a:lnTo>
                  <a:lnTo>
                    <a:pt x="328463" y="123254"/>
                  </a:lnTo>
                  <a:lnTo>
                    <a:pt x="326984" y="118144"/>
                  </a:lnTo>
                  <a:lnTo>
                    <a:pt x="325343" y="113082"/>
                  </a:lnTo>
                  <a:lnTo>
                    <a:pt x="323542" y="108076"/>
                  </a:lnTo>
                  <a:lnTo>
                    <a:pt x="321582" y="103130"/>
                  </a:lnTo>
                  <a:lnTo>
                    <a:pt x="319466" y="98248"/>
                  </a:lnTo>
                  <a:lnTo>
                    <a:pt x="317196" y="93436"/>
                  </a:lnTo>
                  <a:lnTo>
                    <a:pt x="314773" y="88699"/>
                  </a:lnTo>
                  <a:lnTo>
                    <a:pt x="312201" y="84041"/>
                  </a:lnTo>
                  <a:lnTo>
                    <a:pt x="309483" y="79468"/>
                  </a:lnTo>
                  <a:lnTo>
                    <a:pt x="306620" y="74983"/>
                  </a:lnTo>
                  <a:lnTo>
                    <a:pt x="303615" y="70592"/>
                  </a:lnTo>
                  <a:lnTo>
                    <a:pt x="300473" y="66299"/>
                  </a:lnTo>
                  <a:lnTo>
                    <a:pt x="297195" y="62107"/>
                  </a:lnTo>
                  <a:lnTo>
                    <a:pt x="293786" y="58023"/>
                  </a:lnTo>
                  <a:lnTo>
                    <a:pt x="290249" y="54048"/>
                  </a:lnTo>
                  <a:lnTo>
                    <a:pt x="286586" y="50189"/>
                  </a:lnTo>
                  <a:lnTo>
                    <a:pt x="282803" y="46448"/>
                  </a:lnTo>
                  <a:lnTo>
                    <a:pt x="278903" y="42829"/>
                  </a:lnTo>
                  <a:lnTo>
                    <a:pt x="274890" y="39336"/>
                  </a:lnTo>
                  <a:lnTo>
                    <a:pt x="270767" y="35973"/>
                  </a:lnTo>
                  <a:lnTo>
                    <a:pt x="266539" y="32742"/>
                  </a:lnTo>
                  <a:lnTo>
                    <a:pt x="262211" y="29648"/>
                  </a:lnTo>
                  <a:lnTo>
                    <a:pt x="257787" y="26693"/>
                  </a:lnTo>
                  <a:lnTo>
                    <a:pt x="253270" y="23880"/>
                  </a:lnTo>
                  <a:lnTo>
                    <a:pt x="248667" y="21213"/>
                  </a:lnTo>
                  <a:lnTo>
                    <a:pt x="243981" y="18693"/>
                  </a:lnTo>
                  <a:lnTo>
                    <a:pt x="239217" y="16324"/>
                  </a:lnTo>
                  <a:lnTo>
                    <a:pt x="234380" y="14107"/>
                  </a:lnTo>
                  <a:lnTo>
                    <a:pt x="229475" y="12046"/>
                  </a:lnTo>
                  <a:lnTo>
                    <a:pt x="224507" y="10141"/>
                  </a:lnTo>
                  <a:lnTo>
                    <a:pt x="219481" y="8396"/>
                  </a:lnTo>
                  <a:lnTo>
                    <a:pt x="214401" y="6812"/>
                  </a:lnTo>
                  <a:lnTo>
                    <a:pt x="209274" y="5390"/>
                  </a:lnTo>
                  <a:lnTo>
                    <a:pt x="204105" y="4132"/>
                  </a:lnTo>
                  <a:lnTo>
                    <a:pt x="198898" y="3039"/>
                  </a:lnTo>
                  <a:lnTo>
                    <a:pt x="193658" y="2112"/>
                  </a:lnTo>
                  <a:lnTo>
                    <a:pt x="188392" y="1353"/>
                  </a:lnTo>
                  <a:lnTo>
                    <a:pt x="183105" y="761"/>
                  </a:lnTo>
                  <a:lnTo>
                    <a:pt x="177801" y="338"/>
                  </a:lnTo>
                  <a:lnTo>
                    <a:pt x="172487" y="84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469" y="5399291"/>
              <a:ext cx="3746" cy="167167"/>
            </a:xfrm>
            <a:custGeom>
              <a:avLst/>
              <a:pathLst>
                <a:path w="3746" h="167167">
                  <a:moveTo>
                    <a:pt x="3746" y="0"/>
                  </a:moveTo>
                  <a:lnTo>
                    <a:pt x="0" y="41"/>
                  </a:lnTo>
                  <a:lnTo>
                    <a:pt x="374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469" y="5399333"/>
              <a:ext cx="3746" cy="167125"/>
            </a:xfrm>
            <a:custGeom>
              <a:avLst/>
              <a:pathLst>
                <a:path w="3746" h="167125">
                  <a:moveTo>
                    <a:pt x="0" y="0"/>
                  </a:moveTo>
                  <a:lnTo>
                    <a:pt x="3746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469" y="5399333"/>
              <a:ext cx="3746" cy="167125"/>
            </a:xfrm>
            <a:custGeom>
              <a:avLst/>
              <a:pathLst>
                <a:path w="3746" h="167125">
                  <a:moveTo>
                    <a:pt x="0" y="0"/>
                  </a:moveTo>
                  <a:lnTo>
                    <a:pt x="3746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469" y="5399333"/>
              <a:ext cx="3746" cy="167125"/>
            </a:xfrm>
            <a:custGeom>
              <a:avLst/>
              <a:pathLst>
                <a:path w="3746" h="167125">
                  <a:moveTo>
                    <a:pt x="0" y="0"/>
                  </a:moveTo>
                  <a:lnTo>
                    <a:pt x="3746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469" y="5399333"/>
              <a:ext cx="3746" cy="167125"/>
            </a:xfrm>
            <a:custGeom>
              <a:avLst/>
              <a:pathLst>
                <a:path w="3746" h="167125">
                  <a:moveTo>
                    <a:pt x="0" y="0"/>
                  </a:moveTo>
                  <a:lnTo>
                    <a:pt x="3746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469" y="5399333"/>
              <a:ext cx="3746" cy="167125"/>
            </a:xfrm>
            <a:custGeom>
              <a:avLst/>
              <a:pathLst>
                <a:path w="3746" h="167125">
                  <a:moveTo>
                    <a:pt x="0" y="0"/>
                  </a:moveTo>
                  <a:lnTo>
                    <a:pt x="3746" y="1671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469" y="5399333"/>
              <a:ext cx="3746" cy="167125"/>
            </a:xfrm>
            <a:custGeom>
              <a:avLst/>
              <a:pathLst>
                <a:path w="3746" h="167125">
                  <a:moveTo>
                    <a:pt x="0" y="0"/>
                  </a:moveTo>
                  <a:lnTo>
                    <a:pt x="3746" y="1671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319049" y="5399333"/>
              <a:ext cx="334333" cy="334275"/>
            </a:xfrm>
            <a:custGeom>
              <a:avLst/>
              <a:pathLst>
                <a:path w="334333" h="334275">
                  <a:moveTo>
                    <a:pt x="163419" y="0"/>
                  </a:moveTo>
                  <a:lnTo>
                    <a:pt x="158128" y="202"/>
                  </a:lnTo>
                  <a:lnTo>
                    <a:pt x="152845" y="572"/>
                  </a:lnTo>
                  <a:lnTo>
                    <a:pt x="147577" y="1109"/>
                  </a:lnTo>
                  <a:lnTo>
                    <a:pt x="142328" y="1813"/>
                  </a:lnTo>
                  <a:lnTo>
                    <a:pt x="137104" y="2683"/>
                  </a:lnTo>
                  <a:lnTo>
                    <a:pt x="131911" y="3717"/>
                  </a:lnTo>
                  <a:lnTo>
                    <a:pt x="126752" y="4916"/>
                  </a:lnTo>
                  <a:lnTo>
                    <a:pt x="121635" y="6278"/>
                  </a:lnTo>
                  <a:lnTo>
                    <a:pt x="116563" y="7800"/>
                  </a:lnTo>
                  <a:lnTo>
                    <a:pt x="111542" y="9483"/>
                  </a:lnTo>
                  <a:lnTo>
                    <a:pt x="106576" y="11324"/>
                  </a:lnTo>
                  <a:lnTo>
                    <a:pt x="101672" y="13322"/>
                  </a:lnTo>
                  <a:lnTo>
                    <a:pt x="96833" y="15473"/>
                  </a:lnTo>
                  <a:lnTo>
                    <a:pt x="92065" y="17777"/>
                  </a:lnTo>
                  <a:lnTo>
                    <a:pt x="87372" y="20231"/>
                  </a:lnTo>
                  <a:lnTo>
                    <a:pt x="82759" y="22832"/>
                  </a:lnTo>
                  <a:lnTo>
                    <a:pt x="78231" y="25578"/>
                  </a:lnTo>
                  <a:lnTo>
                    <a:pt x="73792" y="28466"/>
                  </a:lnTo>
                  <a:lnTo>
                    <a:pt x="69447" y="31493"/>
                  </a:lnTo>
                  <a:lnTo>
                    <a:pt x="65200" y="34656"/>
                  </a:lnTo>
                  <a:lnTo>
                    <a:pt x="61055" y="37953"/>
                  </a:lnTo>
                  <a:lnTo>
                    <a:pt x="57017" y="41378"/>
                  </a:lnTo>
                  <a:lnTo>
                    <a:pt x="53089" y="44931"/>
                  </a:lnTo>
                  <a:lnTo>
                    <a:pt x="49276" y="48605"/>
                  </a:lnTo>
                  <a:lnTo>
                    <a:pt x="45581" y="52399"/>
                  </a:lnTo>
                  <a:lnTo>
                    <a:pt x="42008" y="56308"/>
                  </a:lnTo>
                  <a:lnTo>
                    <a:pt x="38561" y="60328"/>
                  </a:lnTo>
                  <a:lnTo>
                    <a:pt x="35242" y="64455"/>
                  </a:lnTo>
                  <a:lnTo>
                    <a:pt x="32056" y="68685"/>
                  </a:lnTo>
                  <a:lnTo>
                    <a:pt x="29006" y="73014"/>
                  </a:lnTo>
                  <a:lnTo>
                    <a:pt x="26095" y="77437"/>
                  </a:lnTo>
                  <a:lnTo>
                    <a:pt x="23325" y="81951"/>
                  </a:lnTo>
                  <a:lnTo>
                    <a:pt x="20699" y="86549"/>
                  </a:lnTo>
                  <a:lnTo>
                    <a:pt x="18220" y="91229"/>
                  </a:lnTo>
                  <a:lnTo>
                    <a:pt x="15891" y="95985"/>
                  </a:lnTo>
                  <a:lnTo>
                    <a:pt x="13713" y="100812"/>
                  </a:lnTo>
                  <a:lnTo>
                    <a:pt x="11690" y="105706"/>
                  </a:lnTo>
                  <a:lnTo>
                    <a:pt x="9823" y="110662"/>
                  </a:lnTo>
                  <a:lnTo>
                    <a:pt x="8113" y="115674"/>
                  </a:lnTo>
                  <a:lnTo>
                    <a:pt x="6563" y="120738"/>
                  </a:lnTo>
                  <a:lnTo>
                    <a:pt x="5174" y="125848"/>
                  </a:lnTo>
                  <a:lnTo>
                    <a:pt x="3948" y="131000"/>
                  </a:lnTo>
                  <a:lnTo>
                    <a:pt x="2886" y="136188"/>
                  </a:lnTo>
                  <a:lnTo>
                    <a:pt x="1988" y="141407"/>
                  </a:lnTo>
                  <a:lnTo>
                    <a:pt x="1257" y="146652"/>
                  </a:lnTo>
                  <a:lnTo>
                    <a:pt x="691" y="151917"/>
                  </a:lnTo>
                  <a:lnTo>
                    <a:pt x="293" y="157198"/>
                  </a:lnTo>
                  <a:lnTo>
                    <a:pt x="63" y="162488"/>
                  </a:lnTo>
                  <a:lnTo>
                    <a:pt x="0" y="167784"/>
                  </a:lnTo>
                  <a:lnTo>
                    <a:pt x="104" y="173078"/>
                  </a:lnTo>
                  <a:lnTo>
                    <a:pt x="377" y="178367"/>
                  </a:lnTo>
                  <a:lnTo>
                    <a:pt x="816" y="183644"/>
                  </a:lnTo>
                  <a:lnTo>
                    <a:pt x="1423" y="188905"/>
                  </a:lnTo>
                  <a:lnTo>
                    <a:pt x="2196" y="194144"/>
                  </a:lnTo>
                  <a:lnTo>
                    <a:pt x="3135" y="199356"/>
                  </a:lnTo>
                  <a:lnTo>
                    <a:pt x="4238" y="204535"/>
                  </a:lnTo>
                  <a:lnTo>
                    <a:pt x="5505" y="209677"/>
                  </a:lnTo>
                  <a:lnTo>
                    <a:pt x="6934" y="214776"/>
                  </a:lnTo>
                  <a:lnTo>
                    <a:pt x="8523" y="219828"/>
                  </a:lnTo>
                  <a:lnTo>
                    <a:pt x="10272" y="224826"/>
                  </a:lnTo>
                  <a:lnTo>
                    <a:pt x="12179" y="229767"/>
                  </a:lnTo>
                  <a:lnTo>
                    <a:pt x="14241" y="234645"/>
                  </a:lnTo>
                  <a:lnTo>
                    <a:pt x="16456" y="239455"/>
                  </a:lnTo>
                  <a:lnTo>
                    <a:pt x="18823" y="244192"/>
                  </a:lnTo>
                  <a:lnTo>
                    <a:pt x="21338" y="248852"/>
                  </a:lnTo>
                  <a:lnTo>
                    <a:pt x="24000" y="253430"/>
                  </a:lnTo>
                  <a:lnTo>
                    <a:pt x="26806" y="257922"/>
                  </a:lnTo>
                  <a:lnTo>
                    <a:pt x="29752" y="262322"/>
                  </a:lnTo>
                  <a:lnTo>
                    <a:pt x="32836" y="266627"/>
                  </a:lnTo>
                  <a:lnTo>
                    <a:pt x="36055" y="270832"/>
                  </a:lnTo>
                  <a:lnTo>
                    <a:pt x="39406" y="274932"/>
                  </a:lnTo>
                  <a:lnTo>
                    <a:pt x="42885" y="278925"/>
                  </a:lnTo>
                  <a:lnTo>
                    <a:pt x="46489" y="282806"/>
                  </a:lnTo>
                  <a:lnTo>
                    <a:pt x="50213" y="286570"/>
                  </a:lnTo>
                  <a:lnTo>
                    <a:pt x="54055" y="290214"/>
                  </a:lnTo>
                  <a:lnTo>
                    <a:pt x="58011" y="293735"/>
                  </a:lnTo>
                  <a:lnTo>
                    <a:pt x="62076" y="297129"/>
                  </a:lnTo>
                  <a:lnTo>
                    <a:pt x="66247" y="300393"/>
                  </a:lnTo>
                  <a:lnTo>
                    <a:pt x="70519" y="303523"/>
                  </a:lnTo>
                  <a:lnTo>
                    <a:pt x="74887" y="306515"/>
                  </a:lnTo>
                  <a:lnTo>
                    <a:pt x="79349" y="309368"/>
                  </a:lnTo>
                  <a:lnTo>
                    <a:pt x="83899" y="312079"/>
                  </a:lnTo>
                  <a:lnTo>
                    <a:pt x="88532" y="314643"/>
                  </a:lnTo>
                  <a:lnTo>
                    <a:pt x="93244" y="317060"/>
                  </a:lnTo>
                  <a:lnTo>
                    <a:pt x="98030" y="319326"/>
                  </a:lnTo>
                  <a:lnTo>
                    <a:pt x="102886" y="321440"/>
                  </a:lnTo>
                  <a:lnTo>
                    <a:pt x="107806" y="323398"/>
                  </a:lnTo>
                  <a:lnTo>
                    <a:pt x="112786" y="325200"/>
                  </a:lnTo>
                  <a:lnTo>
                    <a:pt x="117820" y="326843"/>
                  </a:lnTo>
                  <a:lnTo>
                    <a:pt x="122904" y="328326"/>
                  </a:lnTo>
                  <a:lnTo>
                    <a:pt x="128032" y="329647"/>
                  </a:lnTo>
                  <a:lnTo>
                    <a:pt x="133199" y="330805"/>
                  </a:lnTo>
                  <a:lnTo>
                    <a:pt x="138401" y="331799"/>
                  </a:lnTo>
                  <a:lnTo>
                    <a:pt x="143631" y="332628"/>
                  </a:lnTo>
                  <a:lnTo>
                    <a:pt x="148885" y="333290"/>
                  </a:lnTo>
                  <a:lnTo>
                    <a:pt x="154158" y="333786"/>
                  </a:lnTo>
                  <a:lnTo>
                    <a:pt x="159443" y="334114"/>
                  </a:lnTo>
                  <a:lnTo>
                    <a:pt x="164737" y="334275"/>
                  </a:lnTo>
                  <a:lnTo>
                    <a:pt x="170032" y="334268"/>
                  </a:lnTo>
                  <a:lnTo>
                    <a:pt x="175325" y="334093"/>
                  </a:lnTo>
                  <a:lnTo>
                    <a:pt x="180610" y="333751"/>
                  </a:lnTo>
                  <a:lnTo>
                    <a:pt x="185881" y="333241"/>
                  </a:lnTo>
                  <a:lnTo>
                    <a:pt x="191133" y="332565"/>
                  </a:lnTo>
                  <a:lnTo>
                    <a:pt x="196361" y="331723"/>
                  </a:lnTo>
                  <a:lnTo>
                    <a:pt x="201560" y="330716"/>
                  </a:lnTo>
                  <a:lnTo>
                    <a:pt x="206725" y="329544"/>
                  </a:lnTo>
                  <a:lnTo>
                    <a:pt x="211849" y="328210"/>
                  </a:lnTo>
                  <a:lnTo>
                    <a:pt x="216929" y="326714"/>
                  </a:lnTo>
                  <a:lnTo>
                    <a:pt x="221959" y="325057"/>
                  </a:lnTo>
                  <a:lnTo>
                    <a:pt x="226934" y="323242"/>
                  </a:lnTo>
                  <a:lnTo>
                    <a:pt x="231849" y="321271"/>
                  </a:lnTo>
                  <a:lnTo>
                    <a:pt x="236699" y="319145"/>
                  </a:lnTo>
                  <a:lnTo>
                    <a:pt x="241480" y="316866"/>
                  </a:lnTo>
                  <a:lnTo>
                    <a:pt x="246185" y="314437"/>
                  </a:lnTo>
                  <a:lnTo>
                    <a:pt x="250812" y="311860"/>
                  </a:lnTo>
                  <a:lnTo>
                    <a:pt x="255354" y="309138"/>
                  </a:lnTo>
                  <a:lnTo>
                    <a:pt x="259808" y="306273"/>
                  </a:lnTo>
                  <a:lnTo>
                    <a:pt x="264169" y="303269"/>
                  </a:lnTo>
                  <a:lnTo>
                    <a:pt x="268433" y="300128"/>
                  </a:lnTo>
                  <a:lnTo>
                    <a:pt x="272595" y="296854"/>
                  </a:lnTo>
                  <a:lnTo>
                    <a:pt x="276651" y="293449"/>
                  </a:lnTo>
                  <a:lnTo>
                    <a:pt x="280598" y="289918"/>
                  </a:lnTo>
                  <a:lnTo>
                    <a:pt x="284430" y="286264"/>
                  </a:lnTo>
                  <a:lnTo>
                    <a:pt x="288145" y="282489"/>
                  </a:lnTo>
                  <a:lnTo>
                    <a:pt x="291738" y="278600"/>
                  </a:lnTo>
                  <a:lnTo>
                    <a:pt x="295207" y="274598"/>
                  </a:lnTo>
                  <a:lnTo>
                    <a:pt x="298547" y="270488"/>
                  </a:lnTo>
                  <a:lnTo>
                    <a:pt x="301755" y="266275"/>
                  </a:lnTo>
                  <a:lnTo>
                    <a:pt x="304828" y="261962"/>
                  </a:lnTo>
                  <a:lnTo>
                    <a:pt x="307763" y="257554"/>
                  </a:lnTo>
                  <a:lnTo>
                    <a:pt x="310557" y="253055"/>
                  </a:lnTo>
                  <a:lnTo>
                    <a:pt x="313206" y="248470"/>
                  </a:lnTo>
                  <a:lnTo>
                    <a:pt x="315710" y="243804"/>
                  </a:lnTo>
                  <a:lnTo>
                    <a:pt x="318064" y="239060"/>
                  </a:lnTo>
                  <a:lnTo>
                    <a:pt x="320267" y="234244"/>
                  </a:lnTo>
                  <a:lnTo>
                    <a:pt x="322316" y="229361"/>
                  </a:lnTo>
                  <a:lnTo>
                    <a:pt x="324209" y="224416"/>
                  </a:lnTo>
                  <a:lnTo>
                    <a:pt x="325945" y="219412"/>
                  </a:lnTo>
                  <a:lnTo>
                    <a:pt x="327522" y="214357"/>
                  </a:lnTo>
                  <a:lnTo>
                    <a:pt x="328937" y="209254"/>
                  </a:lnTo>
                  <a:lnTo>
                    <a:pt x="330191" y="204109"/>
                  </a:lnTo>
                  <a:lnTo>
                    <a:pt x="331280" y="198926"/>
                  </a:lnTo>
                  <a:lnTo>
                    <a:pt x="332205" y="193712"/>
                  </a:lnTo>
                  <a:lnTo>
                    <a:pt x="332965" y="188471"/>
                  </a:lnTo>
                  <a:lnTo>
                    <a:pt x="333558" y="183209"/>
                  </a:lnTo>
                  <a:lnTo>
                    <a:pt x="333984" y="177930"/>
                  </a:lnTo>
                  <a:lnTo>
                    <a:pt x="334242" y="172641"/>
                  </a:lnTo>
                  <a:lnTo>
                    <a:pt x="334333" y="167346"/>
                  </a:lnTo>
                  <a:lnTo>
                    <a:pt x="334256" y="162051"/>
                  </a:lnTo>
                  <a:lnTo>
                    <a:pt x="334012" y="156761"/>
                  </a:lnTo>
                  <a:lnTo>
                    <a:pt x="333600" y="151481"/>
                  </a:lnTo>
                  <a:lnTo>
                    <a:pt x="333020" y="146218"/>
                  </a:lnTo>
                  <a:lnTo>
                    <a:pt x="332275" y="140975"/>
                  </a:lnTo>
                  <a:lnTo>
                    <a:pt x="331364" y="135758"/>
                  </a:lnTo>
                  <a:lnTo>
                    <a:pt x="330288" y="130573"/>
                  </a:lnTo>
                  <a:lnTo>
                    <a:pt x="329048" y="125424"/>
                  </a:lnTo>
                  <a:lnTo>
                    <a:pt x="327646" y="120317"/>
                  </a:lnTo>
                  <a:lnTo>
                    <a:pt x="326083" y="115258"/>
                  </a:lnTo>
                  <a:lnTo>
                    <a:pt x="324360" y="110250"/>
                  </a:lnTo>
                  <a:lnTo>
                    <a:pt x="322480" y="105300"/>
                  </a:lnTo>
                  <a:lnTo>
                    <a:pt x="320444" y="100411"/>
                  </a:lnTo>
                  <a:lnTo>
                    <a:pt x="318254" y="95589"/>
                  </a:lnTo>
                  <a:lnTo>
                    <a:pt x="315912" y="90840"/>
                  </a:lnTo>
                  <a:lnTo>
                    <a:pt x="313421" y="86166"/>
                  </a:lnTo>
                  <a:lnTo>
                    <a:pt x="310783" y="81574"/>
                  </a:lnTo>
                  <a:lnTo>
                    <a:pt x="308002" y="77068"/>
                  </a:lnTo>
                  <a:lnTo>
                    <a:pt x="305078" y="72653"/>
                  </a:lnTo>
                  <a:lnTo>
                    <a:pt x="302017" y="68332"/>
                  </a:lnTo>
                  <a:lnTo>
                    <a:pt x="298820" y="64110"/>
                  </a:lnTo>
                  <a:lnTo>
                    <a:pt x="295491" y="59991"/>
                  </a:lnTo>
                  <a:lnTo>
                    <a:pt x="292033" y="55980"/>
                  </a:lnTo>
                  <a:lnTo>
                    <a:pt x="288450" y="52081"/>
                  </a:lnTo>
                  <a:lnTo>
                    <a:pt x="284745" y="48297"/>
                  </a:lnTo>
                  <a:lnTo>
                    <a:pt x="280922" y="44632"/>
                  </a:lnTo>
                  <a:lnTo>
                    <a:pt x="276985" y="41091"/>
                  </a:lnTo>
                  <a:lnTo>
                    <a:pt x="272938" y="37675"/>
                  </a:lnTo>
                  <a:lnTo>
                    <a:pt x="268785" y="34390"/>
                  </a:lnTo>
                  <a:lnTo>
                    <a:pt x="264529" y="31238"/>
                  </a:lnTo>
                  <a:lnTo>
                    <a:pt x="260176" y="28222"/>
                  </a:lnTo>
                  <a:lnTo>
                    <a:pt x="255730" y="25346"/>
                  </a:lnTo>
                  <a:lnTo>
                    <a:pt x="251194" y="22612"/>
                  </a:lnTo>
                  <a:lnTo>
                    <a:pt x="246575" y="20023"/>
                  </a:lnTo>
                  <a:lnTo>
                    <a:pt x="241876" y="17581"/>
                  </a:lnTo>
                  <a:lnTo>
                    <a:pt x="237101" y="15290"/>
                  </a:lnTo>
                  <a:lnTo>
                    <a:pt x="232257" y="13151"/>
                  </a:lnTo>
                  <a:lnTo>
                    <a:pt x="227347" y="11166"/>
                  </a:lnTo>
                  <a:lnTo>
                    <a:pt x="222377" y="9338"/>
                  </a:lnTo>
                  <a:lnTo>
                    <a:pt x="217351" y="7669"/>
                  </a:lnTo>
                  <a:lnTo>
                    <a:pt x="212275" y="6159"/>
                  </a:lnTo>
                  <a:lnTo>
                    <a:pt x="167166" y="1671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45109" cy="167167"/>
            </a:xfrm>
            <a:custGeom>
              <a:avLst/>
              <a:pathLst>
                <a:path w="45109" h="167167">
                  <a:moveTo>
                    <a:pt x="45109" y="6201"/>
                  </a:moveTo>
                  <a:lnTo>
                    <a:pt x="38793" y="4563"/>
                  </a:lnTo>
                  <a:lnTo>
                    <a:pt x="32419" y="3173"/>
                  </a:lnTo>
                  <a:lnTo>
                    <a:pt x="25994" y="2033"/>
                  </a:lnTo>
                  <a:lnTo>
                    <a:pt x="19530" y="1144"/>
                  </a:lnTo>
                  <a:lnTo>
                    <a:pt x="13037" y="509"/>
                  </a:lnTo>
                  <a:lnTo>
                    <a:pt x="6523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8187" y="5399291"/>
              <a:ext cx="45356" cy="167167"/>
            </a:xfrm>
            <a:custGeom>
              <a:avLst/>
              <a:pathLst>
                <a:path w="45356" h="167167">
                  <a:moveTo>
                    <a:pt x="45356" y="0"/>
                  </a:moveTo>
                  <a:lnTo>
                    <a:pt x="38796" y="128"/>
                  </a:lnTo>
                  <a:lnTo>
                    <a:pt x="32246" y="514"/>
                  </a:lnTo>
                  <a:lnTo>
                    <a:pt x="25716" y="1157"/>
                  </a:lnTo>
                  <a:lnTo>
                    <a:pt x="19217" y="2056"/>
                  </a:lnTo>
                  <a:lnTo>
                    <a:pt x="12758" y="3209"/>
                  </a:lnTo>
                  <a:lnTo>
                    <a:pt x="6348" y="4614"/>
                  </a:lnTo>
                  <a:lnTo>
                    <a:pt x="0" y="6270"/>
                  </a:lnTo>
                  <a:lnTo>
                    <a:pt x="453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8187" y="5405562"/>
              <a:ext cx="45356" cy="160896"/>
            </a:xfrm>
            <a:custGeom>
              <a:avLst/>
              <a:pathLst>
                <a:path w="45356" h="160896">
                  <a:moveTo>
                    <a:pt x="0" y="0"/>
                  </a:moveTo>
                  <a:lnTo>
                    <a:pt x="45356" y="1608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56385" y="5405562"/>
              <a:ext cx="167158" cy="321282"/>
            </a:xfrm>
            <a:custGeom>
              <a:avLst/>
              <a:pathLst>
                <a:path w="167158" h="321282">
                  <a:moveTo>
                    <a:pt x="121801" y="0"/>
                  </a:moveTo>
                  <a:lnTo>
                    <a:pt x="116698" y="1526"/>
                  </a:lnTo>
                  <a:lnTo>
                    <a:pt x="111646" y="3215"/>
                  </a:lnTo>
                  <a:lnTo>
                    <a:pt x="106651" y="5063"/>
                  </a:lnTo>
                  <a:lnTo>
                    <a:pt x="101717" y="7070"/>
                  </a:lnTo>
                  <a:lnTo>
                    <a:pt x="96850" y="9233"/>
                  </a:lnTo>
                  <a:lnTo>
                    <a:pt x="92053" y="11550"/>
                  </a:lnTo>
                  <a:lnTo>
                    <a:pt x="87334" y="14018"/>
                  </a:lnTo>
                  <a:lnTo>
                    <a:pt x="82695" y="16636"/>
                  </a:lnTo>
                  <a:lnTo>
                    <a:pt x="78142" y="19400"/>
                  </a:lnTo>
                  <a:lnTo>
                    <a:pt x="73679" y="22308"/>
                  </a:lnTo>
                  <a:lnTo>
                    <a:pt x="69311" y="25356"/>
                  </a:lnTo>
                  <a:lnTo>
                    <a:pt x="65043" y="28543"/>
                  </a:lnTo>
                  <a:lnTo>
                    <a:pt x="60878" y="31863"/>
                  </a:lnTo>
                  <a:lnTo>
                    <a:pt x="56821" y="35314"/>
                  </a:lnTo>
                  <a:lnTo>
                    <a:pt x="52876" y="38893"/>
                  </a:lnTo>
                  <a:lnTo>
                    <a:pt x="49047" y="42596"/>
                  </a:lnTo>
                  <a:lnTo>
                    <a:pt x="45338" y="46419"/>
                  </a:lnTo>
                  <a:lnTo>
                    <a:pt x="41753" y="50358"/>
                  </a:lnTo>
                  <a:lnTo>
                    <a:pt x="38295" y="54410"/>
                  </a:lnTo>
                  <a:lnTo>
                    <a:pt x="34968" y="58569"/>
                  </a:lnTo>
                  <a:lnTo>
                    <a:pt x="31775" y="62832"/>
                  </a:lnTo>
                  <a:lnTo>
                    <a:pt x="28720" y="67195"/>
                  </a:lnTo>
                  <a:lnTo>
                    <a:pt x="25805" y="71653"/>
                  </a:lnTo>
                  <a:lnTo>
                    <a:pt x="23033" y="76202"/>
                  </a:lnTo>
                  <a:lnTo>
                    <a:pt x="20408" y="80837"/>
                  </a:lnTo>
                  <a:lnTo>
                    <a:pt x="17932" y="85553"/>
                  </a:lnTo>
                  <a:lnTo>
                    <a:pt x="15608" y="90345"/>
                  </a:lnTo>
                  <a:lnTo>
                    <a:pt x="13437" y="95209"/>
                  </a:lnTo>
                  <a:lnTo>
                    <a:pt x="11422" y="100140"/>
                  </a:lnTo>
                  <a:lnTo>
                    <a:pt x="9566" y="105132"/>
                  </a:lnTo>
                  <a:lnTo>
                    <a:pt x="7869" y="110181"/>
                  </a:lnTo>
                  <a:lnTo>
                    <a:pt x="6334" y="115282"/>
                  </a:lnTo>
                  <a:lnTo>
                    <a:pt x="4963" y="120428"/>
                  </a:lnTo>
                  <a:lnTo>
                    <a:pt x="3756" y="125616"/>
                  </a:lnTo>
                  <a:lnTo>
                    <a:pt x="2715" y="130840"/>
                  </a:lnTo>
                  <a:lnTo>
                    <a:pt x="1841" y="136094"/>
                  </a:lnTo>
                  <a:lnTo>
                    <a:pt x="1134" y="141374"/>
                  </a:lnTo>
                  <a:lnTo>
                    <a:pt x="597" y="146673"/>
                  </a:lnTo>
                  <a:lnTo>
                    <a:pt x="228" y="151987"/>
                  </a:lnTo>
                  <a:lnTo>
                    <a:pt x="29" y="157309"/>
                  </a:lnTo>
                  <a:lnTo>
                    <a:pt x="0" y="162636"/>
                  </a:lnTo>
                  <a:lnTo>
                    <a:pt x="140" y="167960"/>
                  </a:lnTo>
                  <a:lnTo>
                    <a:pt x="450" y="173278"/>
                  </a:lnTo>
                  <a:lnTo>
                    <a:pt x="929" y="178582"/>
                  </a:lnTo>
                  <a:lnTo>
                    <a:pt x="1577" y="183869"/>
                  </a:lnTo>
                  <a:lnTo>
                    <a:pt x="2392" y="189133"/>
                  </a:lnTo>
                  <a:lnTo>
                    <a:pt x="3376" y="194368"/>
                  </a:lnTo>
                  <a:lnTo>
                    <a:pt x="4525" y="199569"/>
                  </a:lnTo>
                  <a:lnTo>
                    <a:pt x="5840" y="204730"/>
                  </a:lnTo>
                  <a:lnTo>
                    <a:pt x="7318" y="209847"/>
                  </a:lnTo>
                  <a:lnTo>
                    <a:pt x="8959" y="214915"/>
                  </a:lnTo>
                  <a:lnTo>
                    <a:pt x="10760" y="219928"/>
                  </a:lnTo>
                  <a:lnTo>
                    <a:pt x="12720" y="224880"/>
                  </a:lnTo>
                  <a:lnTo>
                    <a:pt x="14837" y="229768"/>
                  </a:lnTo>
                  <a:lnTo>
                    <a:pt x="17109" y="234586"/>
                  </a:lnTo>
                  <a:lnTo>
                    <a:pt x="19532" y="239329"/>
                  </a:lnTo>
                  <a:lnTo>
                    <a:pt x="22106" y="243992"/>
                  </a:lnTo>
                  <a:lnTo>
                    <a:pt x="24827" y="248571"/>
                  </a:lnTo>
                  <a:lnTo>
                    <a:pt x="27693" y="253061"/>
                  </a:lnTo>
                  <a:lnTo>
                    <a:pt x="30700" y="257457"/>
                  </a:lnTo>
                  <a:lnTo>
                    <a:pt x="33845" y="261756"/>
                  </a:lnTo>
                  <a:lnTo>
                    <a:pt x="37126" y="265952"/>
                  </a:lnTo>
                  <a:lnTo>
                    <a:pt x="40539" y="270041"/>
                  </a:lnTo>
                  <a:lnTo>
                    <a:pt x="44081" y="274020"/>
                  </a:lnTo>
                  <a:lnTo>
                    <a:pt x="47747" y="277883"/>
                  </a:lnTo>
                  <a:lnTo>
                    <a:pt x="51535" y="281628"/>
                  </a:lnTo>
                  <a:lnTo>
                    <a:pt x="55440" y="285251"/>
                  </a:lnTo>
                  <a:lnTo>
                    <a:pt x="59458" y="288747"/>
                  </a:lnTo>
                  <a:lnTo>
                    <a:pt x="63586" y="292113"/>
                  </a:lnTo>
                  <a:lnTo>
                    <a:pt x="67819" y="295346"/>
                  </a:lnTo>
                  <a:lnTo>
                    <a:pt x="72153" y="298443"/>
                  </a:lnTo>
                  <a:lnTo>
                    <a:pt x="76583" y="301399"/>
                  </a:lnTo>
                  <a:lnTo>
                    <a:pt x="81106" y="304214"/>
                  </a:lnTo>
                  <a:lnTo>
                    <a:pt x="85715" y="306883"/>
                  </a:lnTo>
                  <a:lnTo>
                    <a:pt x="90407" y="309403"/>
                  </a:lnTo>
                  <a:lnTo>
                    <a:pt x="95178" y="311773"/>
                  </a:lnTo>
                  <a:lnTo>
                    <a:pt x="100021" y="313989"/>
                  </a:lnTo>
                  <a:lnTo>
                    <a:pt x="104932" y="316051"/>
                  </a:lnTo>
                  <a:lnTo>
                    <a:pt x="109907" y="317954"/>
                  </a:lnTo>
                  <a:lnTo>
                    <a:pt x="114940" y="319699"/>
                  </a:lnTo>
                  <a:lnTo>
                    <a:pt x="120026" y="321282"/>
                  </a:lnTo>
                  <a:lnTo>
                    <a:pt x="167158" y="1608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76411" y="5399291"/>
              <a:ext cx="214278" cy="334334"/>
            </a:xfrm>
            <a:custGeom>
              <a:avLst/>
              <a:pathLst>
                <a:path w="214278" h="334334">
                  <a:moveTo>
                    <a:pt x="0" y="327552"/>
                  </a:moveTo>
                  <a:lnTo>
                    <a:pt x="5112" y="328967"/>
                  </a:lnTo>
                  <a:lnTo>
                    <a:pt x="10267" y="330219"/>
                  </a:lnTo>
                  <a:lnTo>
                    <a:pt x="15460" y="331307"/>
                  </a:lnTo>
                  <a:lnTo>
                    <a:pt x="20684" y="332229"/>
                  </a:lnTo>
                  <a:lnTo>
                    <a:pt x="25934" y="332985"/>
                  </a:lnTo>
                  <a:lnTo>
                    <a:pt x="31206" y="333574"/>
                  </a:lnTo>
                  <a:lnTo>
                    <a:pt x="36495" y="333996"/>
                  </a:lnTo>
                  <a:lnTo>
                    <a:pt x="41793" y="334249"/>
                  </a:lnTo>
                  <a:lnTo>
                    <a:pt x="47098" y="334334"/>
                  </a:lnTo>
                  <a:lnTo>
                    <a:pt x="52402" y="334251"/>
                  </a:lnTo>
                  <a:lnTo>
                    <a:pt x="57701" y="334000"/>
                  </a:lnTo>
                  <a:lnTo>
                    <a:pt x="62989" y="333581"/>
                  </a:lnTo>
                  <a:lnTo>
                    <a:pt x="68261" y="332994"/>
                  </a:lnTo>
                  <a:lnTo>
                    <a:pt x="73512" y="332240"/>
                  </a:lnTo>
                  <a:lnTo>
                    <a:pt x="78737" y="331320"/>
                  </a:lnTo>
                  <a:lnTo>
                    <a:pt x="83930" y="330234"/>
                  </a:lnTo>
                  <a:lnTo>
                    <a:pt x="89085" y="328984"/>
                  </a:lnTo>
                  <a:lnTo>
                    <a:pt x="94198" y="327572"/>
                  </a:lnTo>
                  <a:lnTo>
                    <a:pt x="99264" y="325997"/>
                  </a:lnTo>
                  <a:lnTo>
                    <a:pt x="104278" y="324263"/>
                  </a:lnTo>
                  <a:lnTo>
                    <a:pt x="109234" y="322371"/>
                  </a:lnTo>
                  <a:lnTo>
                    <a:pt x="114127" y="320322"/>
                  </a:lnTo>
                  <a:lnTo>
                    <a:pt x="118953" y="318119"/>
                  </a:lnTo>
                  <a:lnTo>
                    <a:pt x="123707" y="315765"/>
                  </a:lnTo>
                  <a:lnTo>
                    <a:pt x="128383" y="313260"/>
                  </a:lnTo>
                  <a:lnTo>
                    <a:pt x="132978" y="310608"/>
                  </a:lnTo>
                  <a:lnTo>
                    <a:pt x="137486" y="307812"/>
                  </a:lnTo>
                  <a:lnTo>
                    <a:pt x="141903" y="304875"/>
                  </a:lnTo>
                  <a:lnTo>
                    <a:pt x="146225" y="301798"/>
                  </a:lnTo>
                  <a:lnTo>
                    <a:pt x="150447" y="298586"/>
                  </a:lnTo>
                  <a:lnTo>
                    <a:pt x="154565" y="295242"/>
                  </a:lnTo>
                  <a:lnTo>
                    <a:pt x="158574" y="291768"/>
                  </a:lnTo>
                  <a:lnTo>
                    <a:pt x="162472" y="288170"/>
                  </a:lnTo>
                  <a:lnTo>
                    <a:pt x="166253" y="284449"/>
                  </a:lnTo>
                  <a:lnTo>
                    <a:pt x="169915" y="280610"/>
                  </a:lnTo>
                  <a:lnTo>
                    <a:pt x="173452" y="276657"/>
                  </a:lnTo>
                  <a:lnTo>
                    <a:pt x="176863" y="272594"/>
                  </a:lnTo>
                  <a:lnTo>
                    <a:pt x="180143" y="268424"/>
                  </a:lnTo>
                  <a:lnTo>
                    <a:pt x="183289" y="264153"/>
                  </a:lnTo>
                  <a:lnTo>
                    <a:pt x="186297" y="259784"/>
                  </a:lnTo>
                  <a:lnTo>
                    <a:pt x="189166" y="255322"/>
                  </a:lnTo>
                  <a:lnTo>
                    <a:pt x="191892" y="250770"/>
                  </a:lnTo>
                  <a:lnTo>
                    <a:pt x="194472" y="246135"/>
                  </a:lnTo>
                  <a:lnTo>
                    <a:pt x="196903" y="241420"/>
                  </a:lnTo>
                  <a:lnTo>
                    <a:pt x="199184" y="236631"/>
                  </a:lnTo>
                  <a:lnTo>
                    <a:pt x="201311" y="231771"/>
                  </a:lnTo>
                  <a:lnTo>
                    <a:pt x="203283" y="226846"/>
                  </a:lnTo>
                  <a:lnTo>
                    <a:pt x="205098" y="221862"/>
                  </a:lnTo>
                  <a:lnTo>
                    <a:pt x="206754" y="216822"/>
                  </a:lnTo>
                  <a:lnTo>
                    <a:pt x="208250" y="211732"/>
                  </a:lnTo>
                  <a:lnTo>
                    <a:pt x="209582" y="206597"/>
                  </a:lnTo>
                  <a:lnTo>
                    <a:pt x="210752" y="201423"/>
                  </a:lnTo>
                  <a:lnTo>
                    <a:pt x="211756" y="196214"/>
                  </a:lnTo>
                  <a:lnTo>
                    <a:pt x="212595" y="190976"/>
                  </a:lnTo>
                  <a:lnTo>
                    <a:pt x="213267" y="185714"/>
                  </a:lnTo>
                  <a:lnTo>
                    <a:pt x="213772" y="180433"/>
                  </a:lnTo>
                  <a:lnTo>
                    <a:pt x="214109" y="175139"/>
                  </a:lnTo>
                  <a:lnTo>
                    <a:pt x="214278" y="169836"/>
                  </a:lnTo>
                  <a:lnTo>
                    <a:pt x="214278" y="164532"/>
                  </a:lnTo>
                  <a:lnTo>
                    <a:pt x="214111" y="159229"/>
                  </a:lnTo>
                  <a:lnTo>
                    <a:pt x="213775" y="153935"/>
                  </a:lnTo>
                  <a:lnTo>
                    <a:pt x="213271" y="148654"/>
                  </a:lnTo>
                  <a:lnTo>
                    <a:pt x="212600" y="143392"/>
                  </a:lnTo>
                  <a:lnTo>
                    <a:pt x="211762" y="138154"/>
                  </a:lnTo>
                  <a:lnTo>
                    <a:pt x="210759" y="132944"/>
                  </a:lnTo>
                  <a:lnTo>
                    <a:pt x="209590" y="127770"/>
                  </a:lnTo>
                  <a:lnTo>
                    <a:pt x="208259" y="122635"/>
                  </a:lnTo>
                  <a:lnTo>
                    <a:pt x="206764" y="117545"/>
                  </a:lnTo>
                  <a:lnTo>
                    <a:pt x="205110" y="112505"/>
                  </a:lnTo>
                  <a:lnTo>
                    <a:pt x="203296" y="107519"/>
                  </a:lnTo>
                  <a:lnTo>
                    <a:pt x="201324" y="102594"/>
                  </a:lnTo>
                  <a:lnTo>
                    <a:pt x="199198" y="97734"/>
                  </a:lnTo>
                  <a:lnTo>
                    <a:pt x="196918" y="92944"/>
                  </a:lnTo>
                  <a:lnTo>
                    <a:pt x="194488" y="88229"/>
                  </a:lnTo>
                  <a:lnTo>
                    <a:pt x="191909" y="83593"/>
                  </a:lnTo>
                  <a:lnTo>
                    <a:pt x="189184" y="79041"/>
                  </a:lnTo>
                  <a:lnTo>
                    <a:pt x="186316" y="74578"/>
                  </a:lnTo>
                  <a:lnTo>
                    <a:pt x="183308" y="70209"/>
                  </a:lnTo>
                  <a:lnTo>
                    <a:pt x="180163" y="65937"/>
                  </a:lnTo>
                  <a:lnTo>
                    <a:pt x="176884" y="61767"/>
                  </a:lnTo>
                  <a:lnTo>
                    <a:pt x="173475" y="57703"/>
                  </a:lnTo>
                  <a:lnTo>
                    <a:pt x="169938" y="53749"/>
                  </a:lnTo>
                  <a:lnTo>
                    <a:pt x="166277" y="49909"/>
                  </a:lnTo>
                  <a:lnTo>
                    <a:pt x="162497" y="46188"/>
                  </a:lnTo>
                  <a:lnTo>
                    <a:pt x="158600" y="42588"/>
                  </a:lnTo>
                  <a:lnTo>
                    <a:pt x="154591" y="39114"/>
                  </a:lnTo>
                  <a:lnTo>
                    <a:pt x="150474" y="35769"/>
                  </a:lnTo>
                  <a:lnTo>
                    <a:pt x="146252" y="32556"/>
                  </a:lnTo>
                  <a:lnTo>
                    <a:pt x="141931" y="29479"/>
                  </a:lnTo>
                  <a:lnTo>
                    <a:pt x="137515" y="26540"/>
                  </a:lnTo>
                  <a:lnTo>
                    <a:pt x="133007" y="23743"/>
                  </a:lnTo>
                  <a:lnTo>
                    <a:pt x="128413" y="21090"/>
                  </a:lnTo>
                  <a:lnTo>
                    <a:pt x="123737" y="18585"/>
                  </a:lnTo>
                  <a:lnTo>
                    <a:pt x="118984" y="16229"/>
                  </a:lnTo>
                  <a:lnTo>
                    <a:pt x="114158" y="14025"/>
                  </a:lnTo>
                  <a:lnTo>
                    <a:pt x="109266" y="11976"/>
                  </a:lnTo>
                  <a:lnTo>
                    <a:pt x="104310" y="10082"/>
                  </a:lnTo>
                  <a:lnTo>
                    <a:pt x="99297" y="8347"/>
                  </a:lnTo>
                  <a:lnTo>
                    <a:pt x="94231" y="6772"/>
                  </a:lnTo>
                  <a:lnTo>
                    <a:pt x="89118" y="5358"/>
                  </a:lnTo>
                  <a:lnTo>
                    <a:pt x="83963" y="4107"/>
                  </a:lnTo>
                  <a:lnTo>
                    <a:pt x="78771" y="3021"/>
                  </a:lnTo>
                  <a:lnTo>
                    <a:pt x="73546" y="2100"/>
                  </a:lnTo>
                  <a:lnTo>
                    <a:pt x="68295" y="1345"/>
                  </a:lnTo>
                  <a:lnTo>
                    <a:pt x="63023" y="757"/>
                  </a:lnTo>
                  <a:lnTo>
                    <a:pt x="57735" y="336"/>
                  </a:lnTo>
                  <a:lnTo>
                    <a:pt x="52436" y="84"/>
                  </a:lnTo>
                  <a:lnTo>
                    <a:pt x="47132" y="0"/>
                  </a:lnTo>
                  <a:lnTo>
                    <a:pt x="4713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32491" y="5269756"/>
              <a:ext cx="12766" cy="167167"/>
            </a:xfrm>
            <a:custGeom>
              <a:avLst/>
              <a:pathLst>
                <a:path w="12766" h="167167">
                  <a:moveTo>
                    <a:pt x="12766" y="0"/>
                  </a:moveTo>
                  <a:lnTo>
                    <a:pt x="0" y="488"/>
                  </a:lnTo>
                  <a:lnTo>
                    <a:pt x="127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2491" y="5270244"/>
              <a:ext cx="12766" cy="166679"/>
            </a:xfrm>
            <a:custGeom>
              <a:avLst/>
              <a:pathLst>
                <a:path w="12766" h="166679">
                  <a:moveTo>
                    <a:pt x="0" y="0"/>
                  </a:moveTo>
                  <a:lnTo>
                    <a:pt x="12766" y="1666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2491" y="5270244"/>
              <a:ext cx="12766" cy="166679"/>
            </a:xfrm>
            <a:custGeom>
              <a:avLst/>
              <a:pathLst>
                <a:path w="12766" h="166679">
                  <a:moveTo>
                    <a:pt x="0" y="0"/>
                  </a:moveTo>
                  <a:lnTo>
                    <a:pt x="12766" y="1666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2491" y="5270244"/>
              <a:ext cx="12766" cy="166679"/>
            </a:xfrm>
            <a:custGeom>
              <a:avLst/>
              <a:pathLst>
                <a:path w="12766" h="166679">
                  <a:moveTo>
                    <a:pt x="0" y="0"/>
                  </a:moveTo>
                  <a:lnTo>
                    <a:pt x="12766" y="1666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32491" y="5270244"/>
              <a:ext cx="12766" cy="166679"/>
            </a:xfrm>
            <a:custGeom>
              <a:avLst/>
              <a:pathLst>
                <a:path w="12766" h="166679">
                  <a:moveTo>
                    <a:pt x="0" y="0"/>
                  </a:moveTo>
                  <a:lnTo>
                    <a:pt x="12766" y="1666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417979" y="5270244"/>
              <a:ext cx="127279" cy="166679"/>
            </a:xfrm>
            <a:custGeom>
              <a:avLst/>
              <a:pathLst>
                <a:path w="127279" h="166679">
                  <a:moveTo>
                    <a:pt x="114512" y="0"/>
                  </a:moveTo>
                  <a:lnTo>
                    <a:pt x="109040" y="509"/>
                  </a:lnTo>
                  <a:lnTo>
                    <a:pt x="103588" y="1198"/>
                  </a:lnTo>
                  <a:lnTo>
                    <a:pt x="98162" y="2067"/>
                  </a:lnTo>
                  <a:lnTo>
                    <a:pt x="92767" y="3113"/>
                  </a:lnTo>
                  <a:lnTo>
                    <a:pt x="87409" y="4335"/>
                  </a:lnTo>
                  <a:lnTo>
                    <a:pt x="82095" y="5734"/>
                  </a:lnTo>
                  <a:lnTo>
                    <a:pt x="76829" y="7306"/>
                  </a:lnTo>
                  <a:lnTo>
                    <a:pt x="71618" y="9050"/>
                  </a:lnTo>
                  <a:lnTo>
                    <a:pt x="66467" y="10965"/>
                  </a:lnTo>
                  <a:lnTo>
                    <a:pt x="61381" y="13048"/>
                  </a:lnTo>
                  <a:lnTo>
                    <a:pt x="56367" y="15297"/>
                  </a:lnTo>
                  <a:lnTo>
                    <a:pt x="51430" y="17709"/>
                  </a:lnTo>
                  <a:lnTo>
                    <a:pt x="46574" y="20283"/>
                  </a:lnTo>
                  <a:lnTo>
                    <a:pt x="41806" y="23015"/>
                  </a:lnTo>
                  <a:lnTo>
                    <a:pt x="37130" y="25902"/>
                  </a:lnTo>
                  <a:lnTo>
                    <a:pt x="32551" y="28941"/>
                  </a:lnTo>
                  <a:lnTo>
                    <a:pt x="28075" y="32129"/>
                  </a:lnTo>
                  <a:lnTo>
                    <a:pt x="23706" y="35462"/>
                  </a:lnTo>
                  <a:lnTo>
                    <a:pt x="19449" y="38938"/>
                  </a:lnTo>
                  <a:lnTo>
                    <a:pt x="15309" y="42551"/>
                  </a:lnTo>
                  <a:lnTo>
                    <a:pt x="11289" y="46298"/>
                  </a:lnTo>
                  <a:lnTo>
                    <a:pt x="7395" y="50176"/>
                  </a:lnTo>
                  <a:lnTo>
                    <a:pt x="3630" y="54179"/>
                  </a:lnTo>
                  <a:lnTo>
                    <a:pt x="0" y="58304"/>
                  </a:lnTo>
                  <a:lnTo>
                    <a:pt x="127279" y="1666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8096" y="5269756"/>
              <a:ext cx="334314" cy="334332"/>
            </a:xfrm>
            <a:custGeom>
              <a:avLst/>
              <a:pathLst>
                <a:path w="334314" h="334332">
                  <a:moveTo>
                    <a:pt x="39882" y="58793"/>
                  </a:moveTo>
                  <a:lnTo>
                    <a:pt x="36513" y="62879"/>
                  </a:lnTo>
                  <a:lnTo>
                    <a:pt x="33275" y="67070"/>
                  </a:lnTo>
                  <a:lnTo>
                    <a:pt x="30171" y="71361"/>
                  </a:lnTo>
                  <a:lnTo>
                    <a:pt x="27205" y="75749"/>
                  </a:lnTo>
                  <a:lnTo>
                    <a:pt x="24379" y="80228"/>
                  </a:lnTo>
                  <a:lnTo>
                    <a:pt x="21697" y="84795"/>
                  </a:lnTo>
                  <a:lnTo>
                    <a:pt x="19161" y="89444"/>
                  </a:lnTo>
                  <a:lnTo>
                    <a:pt x="16773" y="94171"/>
                  </a:lnTo>
                  <a:lnTo>
                    <a:pt x="14536" y="98972"/>
                  </a:lnTo>
                  <a:lnTo>
                    <a:pt x="12453" y="103841"/>
                  </a:lnTo>
                  <a:lnTo>
                    <a:pt x="10524" y="108773"/>
                  </a:lnTo>
                  <a:lnTo>
                    <a:pt x="8753" y="113764"/>
                  </a:lnTo>
                  <a:lnTo>
                    <a:pt x="7141" y="118809"/>
                  </a:lnTo>
                  <a:lnTo>
                    <a:pt x="5689" y="123902"/>
                  </a:lnTo>
                  <a:lnTo>
                    <a:pt x="4400" y="129039"/>
                  </a:lnTo>
                  <a:lnTo>
                    <a:pt x="3274" y="134214"/>
                  </a:lnTo>
                  <a:lnTo>
                    <a:pt x="2312" y="139422"/>
                  </a:lnTo>
                  <a:lnTo>
                    <a:pt x="1516" y="144658"/>
                  </a:lnTo>
                  <a:lnTo>
                    <a:pt x="886" y="149917"/>
                  </a:lnTo>
                  <a:lnTo>
                    <a:pt x="423" y="155192"/>
                  </a:lnTo>
                  <a:lnTo>
                    <a:pt x="127" y="160480"/>
                  </a:lnTo>
                  <a:lnTo>
                    <a:pt x="0" y="165775"/>
                  </a:lnTo>
                  <a:lnTo>
                    <a:pt x="39" y="171071"/>
                  </a:lnTo>
                  <a:lnTo>
                    <a:pt x="247" y="176363"/>
                  </a:lnTo>
                  <a:lnTo>
                    <a:pt x="622" y="181646"/>
                  </a:lnTo>
                  <a:lnTo>
                    <a:pt x="1164" y="186914"/>
                  </a:lnTo>
                  <a:lnTo>
                    <a:pt x="1873" y="192162"/>
                  </a:lnTo>
                  <a:lnTo>
                    <a:pt x="2748" y="197386"/>
                  </a:lnTo>
                  <a:lnTo>
                    <a:pt x="3787" y="202579"/>
                  </a:lnTo>
                  <a:lnTo>
                    <a:pt x="4991" y="207736"/>
                  </a:lnTo>
                  <a:lnTo>
                    <a:pt x="6358" y="212853"/>
                  </a:lnTo>
                  <a:lnTo>
                    <a:pt x="7886" y="217924"/>
                  </a:lnTo>
                  <a:lnTo>
                    <a:pt x="9573" y="222944"/>
                  </a:lnTo>
                  <a:lnTo>
                    <a:pt x="11419" y="227908"/>
                  </a:lnTo>
                  <a:lnTo>
                    <a:pt x="13422" y="232811"/>
                  </a:lnTo>
                  <a:lnTo>
                    <a:pt x="15578" y="237648"/>
                  </a:lnTo>
                  <a:lnTo>
                    <a:pt x="17887" y="242414"/>
                  </a:lnTo>
                  <a:lnTo>
                    <a:pt x="20345" y="247105"/>
                  </a:lnTo>
                  <a:lnTo>
                    <a:pt x="22951" y="251716"/>
                  </a:lnTo>
                  <a:lnTo>
                    <a:pt x="25702" y="256241"/>
                  </a:lnTo>
                  <a:lnTo>
                    <a:pt x="28595" y="260678"/>
                  </a:lnTo>
                  <a:lnTo>
                    <a:pt x="31626" y="265020"/>
                  </a:lnTo>
                  <a:lnTo>
                    <a:pt x="34794" y="269265"/>
                  </a:lnTo>
                  <a:lnTo>
                    <a:pt x="38095" y="273406"/>
                  </a:lnTo>
                  <a:lnTo>
                    <a:pt x="41525" y="277442"/>
                  </a:lnTo>
                  <a:lnTo>
                    <a:pt x="45081" y="281366"/>
                  </a:lnTo>
                  <a:lnTo>
                    <a:pt x="48760" y="285176"/>
                  </a:lnTo>
                  <a:lnTo>
                    <a:pt x="52558" y="288867"/>
                  </a:lnTo>
                  <a:lnTo>
                    <a:pt x="56470" y="292437"/>
                  </a:lnTo>
                  <a:lnTo>
                    <a:pt x="60494" y="295880"/>
                  </a:lnTo>
                  <a:lnTo>
                    <a:pt x="64625" y="299194"/>
                  </a:lnTo>
                  <a:lnTo>
                    <a:pt x="68859" y="302376"/>
                  </a:lnTo>
                  <a:lnTo>
                    <a:pt x="73191" y="305422"/>
                  </a:lnTo>
                  <a:lnTo>
                    <a:pt x="77618" y="308330"/>
                  </a:lnTo>
                  <a:lnTo>
                    <a:pt x="82134" y="311095"/>
                  </a:lnTo>
                  <a:lnTo>
                    <a:pt x="86736" y="313717"/>
                  </a:lnTo>
                  <a:lnTo>
                    <a:pt x="91419" y="316191"/>
                  </a:lnTo>
                  <a:lnTo>
                    <a:pt x="96178" y="318515"/>
                  </a:lnTo>
                  <a:lnTo>
                    <a:pt x="101008" y="320688"/>
                  </a:lnTo>
                  <a:lnTo>
                    <a:pt x="105904" y="322706"/>
                  </a:lnTo>
                  <a:lnTo>
                    <a:pt x="110862" y="324569"/>
                  </a:lnTo>
                  <a:lnTo>
                    <a:pt x="115876" y="326273"/>
                  </a:lnTo>
                  <a:lnTo>
                    <a:pt x="120942" y="327818"/>
                  </a:lnTo>
                  <a:lnTo>
                    <a:pt x="126054" y="329201"/>
                  </a:lnTo>
                  <a:lnTo>
                    <a:pt x="131207" y="330422"/>
                  </a:lnTo>
                  <a:lnTo>
                    <a:pt x="136397" y="331479"/>
                  </a:lnTo>
                  <a:lnTo>
                    <a:pt x="141617" y="332371"/>
                  </a:lnTo>
                  <a:lnTo>
                    <a:pt x="146863" y="333098"/>
                  </a:lnTo>
                  <a:lnTo>
                    <a:pt x="152130" y="333657"/>
                  </a:lnTo>
                  <a:lnTo>
                    <a:pt x="157411" y="334050"/>
                  </a:lnTo>
                  <a:lnTo>
                    <a:pt x="162703" y="334275"/>
                  </a:lnTo>
                  <a:lnTo>
                    <a:pt x="167998" y="334332"/>
                  </a:lnTo>
                  <a:lnTo>
                    <a:pt x="173293" y="334222"/>
                  </a:lnTo>
                  <a:lnTo>
                    <a:pt x="178582" y="333944"/>
                  </a:lnTo>
                  <a:lnTo>
                    <a:pt x="183860" y="333498"/>
                  </a:lnTo>
                  <a:lnTo>
                    <a:pt x="189120" y="332886"/>
                  </a:lnTo>
                  <a:lnTo>
                    <a:pt x="194359" y="332107"/>
                  </a:lnTo>
                  <a:lnTo>
                    <a:pt x="199570" y="331163"/>
                  </a:lnTo>
                  <a:lnTo>
                    <a:pt x="204749" y="330054"/>
                  </a:lnTo>
                  <a:lnTo>
                    <a:pt x="209889" y="328781"/>
                  </a:lnTo>
                  <a:lnTo>
                    <a:pt x="214988" y="327347"/>
                  </a:lnTo>
                  <a:lnTo>
                    <a:pt x="220038" y="325751"/>
                  </a:lnTo>
                  <a:lnTo>
                    <a:pt x="225035" y="323997"/>
                  </a:lnTo>
                  <a:lnTo>
                    <a:pt x="229974" y="322085"/>
                  </a:lnTo>
                  <a:lnTo>
                    <a:pt x="234849" y="320017"/>
                  </a:lnTo>
                  <a:lnTo>
                    <a:pt x="239657" y="317796"/>
                  </a:lnTo>
                  <a:lnTo>
                    <a:pt x="244393" y="315424"/>
                  </a:lnTo>
                  <a:lnTo>
                    <a:pt x="249050" y="312903"/>
                  </a:lnTo>
                  <a:lnTo>
                    <a:pt x="253626" y="310236"/>
                  </a:lnTo>
                  <a:lnTo>
                    <a:pt x="258114" y="307426"/>
                  </a:lnTo>
                  <a:lnTo>
                    <a:pt x="262512" y="304474"/>
                  </a:lnTo>
                  <a:lnTo>
                    <a:pt x="266813" y="301385"/>
                  </a:lnTo>
                  <a:lnTo>
                    <a:pt x="271015" y="298161"/>
                  </a:lnTo>
                  <a:lnTo>
                    <a:pt x="275112" y="294805"/>
                  </a:lnTo>
                  <a:lnTo>
                    <a:pt x="279101" y="291321"/>
                  </a:lnTo>
                  <a:lnTo>
                    <a:pt x="282978" y="287713"/>
                  </a:lnTo>
                  <a:lnTo>
                    <a:pt x="286739" y="283984"/>
                  </a:lnTo>
                  <a:lnTo>
                    <a:pt x="290379" y="280137"/>
                  </a:lnTo>
                  <a:lnTo>
                    <a:pt x="293896" y="276177"/>
                  </a:lnTo>
                  <a:lnTo>
                    <a:pt x="297285" y="272108"/>
                  </a:lnTo>
                  <a:lnTo>
                    <a:pt x="300544" y="267933"/>
                  </a:lnTo>
                  <a:lnTo>
                    <a:pt x="303669" y="263658"/>
                  </a:lnTo>
                  <a:lnTo>
                    <a:pt x="306657" y="259285"/>
                  </a:lnTo>
                  <a:lnTo>
                    <a:pt x="309506" y="254820"/>
                  </a:lnTo>
                  <a:lnTo>
                    <a:pt x="312211" y="250267"/>
                  </a:lnTo>
                  <a:lnTo>
                    <a:pt x="314770" y="245630"/>
                  </a:lnTo>
                  <a:lnTo>
                    <a:pt x="317182" y="240915"/>
                  </a:lnTo>
                  <a:lnTo>
                    <a:pt x="319443" y="236126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6"/>
                  </a:lnTo>
                  <a:lnTo>
                    <a:pt x="328414" y="211240"/>
                  </a:lnTo>
                  <a:lnTo>
                    <a:pt x="329729" y="206109"/>
                  </a:lnTo>
                  <a:lnTo>
                    <a:pt x="330881" y="200940"/>
                  </a:lnTo>
                  <a:lnTo>
                    <a:pt x="331869" y="195737"/>
                  </a:lnTo>
                  <a:lnTo>
                    <a:pt x="332691" y="190505"/>
                  </a:lnTo>
                  <a:lnTo>
                    <a:pt x="333348" y="185250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3"/>
                  </a:lnTo>
                  <a:lnTo>
                    <a:pt x="333255" y="148252"/>
                  </a:lnTo>
                  <a:lnTo>
                    <a:pt x="332572" y="143000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1"/>
                  </a:lnTo>
                  <a:lnTo>
                    <a:pt x="328191" y="122287"/>
                  </a:lnTo>
                  <a:lnTo>
                    <a:pt x="326689" y="117209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8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3" y="83342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4"/>
                  </a:lnTo>
                  <a:lnTo>
                    <a:pt x="300038" y="65734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2" y="53581"/>
                  </a:lnTo>
                  <a:lnTo>
                    <a:pt x="286152" y="49753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8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1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5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50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3806" y="5018213"/>
              <a:ext cx="27232" cy="167167"/>
            </a:xfrm>
            <a:custGeom>
              <a:avLst/>
              <a:pathLst>
                <a:path w="27232" h="167167">
                  <a:moveTo>
                    <a:pt x="27232" y="0"/>
                  </a:moveTo>
                  <a:lnTo>
                    <a:pt x="20395" y="139"/>
                  </a:lnTo>
                  <a:lnTo>
                    <a:pt x="13570" y="559"/>
                  </a:lnTo>
                  <a:lnTo>
                    <a:pt x="6768" y="1257"/>
                  </a:lnTo>
                  <a:lnTo>
                    <a:pt x="0" y="2233"/>
                  </a:lnTo>
                  <a:lnTo>
                    <a:pt x="2723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3806" y="5020446"/>
              <a:ext cx="27232" cy="164934"/>
            </a:xfrm>
            <a:custGeom>
              <a:avLst/>
              <a:pathLst>
                <a:path w="27232" h="164934">
                  <a:moveTo>
                    <a:pt x="0" y="0"/>
                  </a:moveTo>
                  <a:lnTo>
                    <a:pt x="27232" y="164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3806" y="5020446"/>
              <a:ext cx="27232" cy="164934"/>
            </a:xfrm>
            <a:custGeom>
              <a:avLst/>
              <a:pathLst>
                <a:path w="27232" h="164934">
                  <a:moveTo>
                    <a:pt x="0" y="0"/>
                  </a:moveTo>
                  <a:lnTo>
                    <a:pt x="27232" y="164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93806" y="5020446"/>
              <a:ext cx="27232" cy="164934"/>
            </a:xfrm>
            <a:custGeom>
              <a:avLst/>
              <a:pathLst>
                <a:path w="27232" h="164934">
                  <a:moveTo>
                    <a:pt x="0" y="0"/>
                  </a:moveTo>
                  <a:lnTo>
                    <a:pt x="27232" y="164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4568" y="5020446"/>
              <a:ext cx="166470" cy="164934"/>
            </a:xfrm>
            <a:custGeom>
              <a:avLst/>
              <a:pathLst>
                <a:path w="166470" h="164934">
                  <a:moveTo>
                    <a:pt x="139238" y="0"/>
                  </a:moveTo>
                  <a:lnTo>
                    <a:pt x="133828" y="984"/>
                  </a:lnTo>
                  <a:lnTo>
                    <a:pt x="128453" y="2147"/>
                  </a:lnTo>
                  <a:lnTo>
                    <a:pt x="123120" y="3485"/>
                  </a:lnTo>
                  <a:lnTo>
                    <a:pt x="117833" y="4998"/>
                  </a:lnTo>
                  <a:lnTo>
                    <a:pt x="112599" y="6684"/>
                  </a:lnTo>
                  <a:lnTo>
                    <a:pt x="107424" y="8542"/>
                  </a:lnTo>
                  <a:lnTo>
                    <a:pt x="102312" y="10569"/>
                  </a:lnTo>
                  <a:lnTo>
                    <a:pt x="97270" y="12762"/>
                  </a:lnTo>
                  <a:lnTo>
                    <a:pt x="92302" y="15120"/>
                  </a:lnTo>
                  <a:lnTo>
                    <a:pt x="87415" y="17641"/>
                  </a:lnTo>
                  <a:lnTo>
                    <a:pt x="82613" y="20321"/>
                  </a:lnTo>
                  <a:lnTo>
                    <a:pt x="77902" y="23157"/>
                  </a:lnTo>
                  <a:lnTo>
                    <a:pt x="73287" y="26147"/>
                  </a:lnTo>
                  <a:lnTo>
                    <a:pt x="68773" y="29287"/>
                  </a:lnTo>
                  <a:lnTo>
                    <a:pt x="64364" y="32573"/>
                  </a:lnTo>
                  <a:lnTo>
                    <a:pt x="60066" y="36003"/>
                  </a:lnTo>
                  <a:lnTo>
                    <a:pt x="55883" y="39572"/>
                  </a:lnTo>
                  <a:lnTo>
                    <a:pt x="51820" y="43277"/>
                  </a:lnTo>
                  <a:lnTo>
                    <a:pt x="47881" y="47114"/>
                  </a:lnTo>
                  <a:lnTo>
                    <a:pt x="44070" y="51078"/>
                  </a:lnTo>
                  <a:lnTo>
                    <a:pt x="40392" y="55165"/>
                  </a:lnTo>
                  <a:lnTo>
                    <a:pt x="36849" y="59371"/>
                  </a:lnTo>
                  <a:lnTo>
                    <a:pt x="33448" y="63692"/>
                  </a:lnTo>
                  <a:lnTo>
                    <a:pt x="30190" y="68122"/>
                  </a:lnTo>
                  <a:lnTo>
                    <a:pt x="27079" y="72656"/>
                  </a:lnTo>
                  <a:lnTo>
                    <a:pt x="24120" y="77291"/>
                  </a:lnTo>
                  <a:lnTo>
                    <a:pt x="21314" y="82020"/>
                  </a:lnTo>
                  <a:lnTo>
                    <a:pt x="18666" y="86839"/>
                  </a:lnTo>
                  <a:lnTo>
                    <a:pt x="16177" y="91742"/>
                  </a:lnTo>
                  <a:lnTo>
                    <a:pt x="13851" y="96725"/>
                  </a:lnTo>
                  <a:lnTo>
                    <a:pt x="11690" y="101782"/>
                  </a:lnTo>
                  <a:lnTo>
                    <a:pt x="9697" y="106906"/>
                  </a:lnTo>
                  <a:lnTo>
                    <a:pt x="7873" y="112094"/>
                  </a:lnTo>
                  <a:lnTo>
                    <a:pt x="6221" y="117339"/>
                  </a:lnTo>
                  <a:lnTo>
                    <a:pt x="4743" y="122635"/>
                  </a:lnTo>
                  <a:lnTo>
                    <a:pt x="3439" y="127977"/>
                  </a:lnTo>
                  <a:lnTo>
                    <a:pt x="2312" y="133359"/>
                  </a:lnTo>
                  <a:lnTo>
                    <a:pt x="1362" y="138776"/>
                  </a:lnTo>
                  <a:lnTo>
                    <a:pt x="591" y="144220"/>
                  </a:lnTo>
                  <a:lnTo>
                    <a:pt x="0" y="149687"/>
                  </a:lnTo>
                  <a:lnTo>
                    <a:pt x="166470" y="1649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73" y="5018213"/>
              <a:ext cx="334321" cy="334329"/>
            </a:xfrm>
            <a:custGeom>
              <a:avLst/>
              <a:pathLst>
                <a:path w="334321" h="334329">
                  <a:moveTo>
                    <a:pt x="695" y="151920"/>
                  </a:moveTo>
                  <a:lnTo>
                    <a:pt x="294" y="157223"/>
                  </a:lnTo>
                  <a:lnTo>
                    <a:pt x="62" y="162536"/>
                  </a:lnTo>
                  <a:lnTo>
                    <a:pt x="0" y="167853"/>
                  </a:lnTo>
                  <a:lnTo>
                    <a:pt x="106" y="173170"/>
                  </a:lnTo>
                  <a:lnTo>
                    <a:pt x="381" y="178480"/>
                  </a:lnTo>
                  <a:lnTo>
                    <a:pt x="826" y="183780"/>
                  </a:lnTo>
                  <a:lnTo>
                    <a:pt x="1438" y="189062"/>
                  </a:lnTo>
                  <a:lnTo>
                    <a:pt x="2218" y="194322"/>
                  </a:lnTo>
                  <a:lnTo>
                    <a:pt x="3166" y="199555"/>
                  </a:lnTo>
                  <a:lnTo>
                    <a:pt x="4279" y="204755"/>
                  </a:lnTo>
                  <a:lnTo>
                    <a:pt x="5557" y="209917"/>
                  </a:lnTo>
                  <a:lnTo>
                    <a:pt x="6998" y="215036"/>
                  </a:lnTo>
                  <a:lnTo>
                    <a:pt x="8602" y="220106"/>
                  </a:lnTo>
                  <a:lnTo>
                    <a:pt x="10366" y="225123"/>
                  </a:lnTo>
                  <a:lnTo>
                    <a:pt x="12289" y="230081"/>
                  </a:lnTo>
                  <a:lnTo>
                    <a:pt x="14368" y="234975"/>
                  </a:lnTo>
                  <a:lnTo>
                    <a:pt x="16602" y="239801"/>
                  </a:lnTo>
                  <a:lnTo>
                    <a:pt x="18989" y="244553"/>
                  </a:lnTo>
                  <a:lnTo>
                    <a:pt x="21525" y="249227"/>
                  </a:lnTo>
                  <a:lnTo>
                    <a:pt x="24209" y="253818"/>
                  </a:lnTo>
                  <a:lnTo>
                    <a:pt x="27038" y="258321"/>
                  </a:lnTo>
                  <a:lnTo>
                    <a:pt x="30008" y="262732"/>
                  </a:lnTo>
                  <a:lnTo>
                    <a:pt x="33117" y="267047"/>
                  </a:lnTo>
                  <a:lnTo>
                    <a:pt x="36362" y="271260"/>
                  </a:lnTo>
                  <a:lnTo>
                    <a:pt x="39739" y="275368"/>
                  </a:lnTo>
                  <a:lnTo>
                    <a:pt x="43245" y="279366"/>
                  </a:lnTo>
                  <a:lnTo>
                    <a:pt x="46876" y="283251"/>
                  </a:lnTo>
                  <a:lnTo>
                    <a:pt x="50630" y="287018"/>
                  </a:lnTo>
                  <a:lnTo>
                    <a:pt x="54501" y="290664"/>
                  </a:lnTo>
                  <a:lnTo>
                    <a:pt x="58486" y="294185"/>
                  </a:lnTo>
                  <a:lnTo>
                    <a:pt x="62581" y="297578"/>
                  </a:lnTo>
                  <a:lnTo>
                    <a:pt x="66782" y="300838"/>
                  </a:lnTo>
                  <a:lnTo>
                    <a:pt x="71084" y="303964"/>
                  </a:lnTo>
                  <a:lnTo>
                    <a:pt x="75484" y="306951"/>
                  </a:lnTo>
                  <a:lnTo>
                    <a:pt x="79977" y="309796"/>
                  </a:lnTo>
                  <a:lnTo>
                    <a:pt x="84558" y="312497"/>
                  </a:lnTo>
                  <a:lnTo>
                    <a:pt x="89222" y="315051"/>
                  </a:lnTo>
                  <a:lnTo>
                    <a:pt x="93965" y="317456"/>
                  </a:lnTo>
                  <a:lnTo>
                    <a:pt x="98782" y="319708"/>
                  </a:lnTo>
                  <a:lnTo>
                    <a:pt x="103669" y="321806"/>
                  </a:lnTo>
                  <a:lnTo>
                    <a:pt x="108620" y="323747"/>
                  </a:lnTo>
                  <a:lnTo>
                    <a:pt x="113630" y="325530"/>
                  </a:lnTo>
                  <a:lnTo>
                    <a:pt x="118694" y="327153"/>
                  </a:lnTo>
                  <a:lnTo>
                    <a:pt x="123807" y="328614"/>
                  </a:lnTo>
                  <a:lnTo>
                    <a:pt x="128964" y="329911"/>
                  </a:lnTo>
                  <a:lnTo>
                    <a:pt x="134160" y="331044"/>
                  </a:lnTo>
                  <a:lnTo>
                    <a:pt x="139389" y="332011"/>
                  </a:lnTo>
                  <a:lnTo>
                    <a:pt x="144647" y="332811"/>
                  </a:lnTo>
                  <a:lnTo>
                    <a:pt x="149927" y="333443"/>
                  </a:lnTo>
                  <a:lnTo>
                    <a:pt x="155224" y="333907"/>
                  </a:lnTo>
                  <a:lnTo>
                    <a:pt x="160534" y="334203"/>
                  </a:lnTo>
                  <a:lnTo>
                    <a:pt x="165850" y="334329"/>
                  </a:lnTo>
                  <a:lnTo>
                    <a:pt x="171168" y="334286"/>
                  </a:lnTo>
                  <a:lnTo>
                    <a:pt x="176481" y="334075"/>
                  </a:lnTo>
                  <a:lnTo>
                    <a:pt x="181786" y="333694"/>
                  </a:lnTo>
                  <a:lnTo>
                    <a:pt x="187075" y="333145"/>
                  </a:lnTo>
                  <a:lnTo>
                    <a:pt x="192344" y="332427"/>
                  </a:lnTo>
                  <a:lnTo>
                    <a:pt x="197588" y="331543"/>
                  </a:lnTo>
                  <a:lnTo>
                    <a:pt x="202801" y="330492"/>
                  </a:lnTo>
                  <a:lnTo>
                    <a:pt x="207978" y="329276"/>
                  </a:lnTo>
                  <a:lnTo>
                    <a:pt x="213114" y="327896"/>
                  </a:lnTo>
                  <a:lnTo>
                    <a:pt x="218203" y="326353"/>
                  </a:lnTo>
                  <a:lnTo>
                    <a:pt x="223240" y="324649"/>
                  </a:lnTo>
                  <a:lnTo>
                    <a:pt x="228221" y="322786"/>
                  </a:lnTo>
                  <a:lnTo>
                    <a:pt x="233140" y="320765"/>
                  </a:lnTo>
                  <a:lnTo>
                    <a:pt x="237992" y="318589"/>
                  </a:lnTo>
                  <a:lnTo>
                    <a:pt x="242772" y="316259"/>
                  </a:lnTo>
                  <a:lnTo>
                    <a:pt x="247476" y="313779"/>
                  </a:lnTo>
                  <a:lnTo>
                    <a:pt x="252099" y="311150"/>
                  </a:lnTo>
                  <a:lnTo>
                    <a:pt x="256636" y="308376"/>
                  </a:lnTo>
                  <a:lnTo>
                    <a:pt x="261082" y="305459"/>
                  </a:lnTo>
                  <a:lnTo>
                    <a:pt x="265433" y="302402"/>
                  </a:lnTo>
                  <a:lnTo>
                    <a:pt x="269685" y="299208"/>
                  </a:lnTo>
                  <a:lnTo>
                    <a:pt x="273833" y="295880"/>
                  </a:lnTo>
                  <a:lnTo>
                    <a:pt x="277873" y="292422"/>
                  </a:lnTo>
                  <a:lnTo>
                    <a:pt x="281801" y="288837"/>
                  </a:lnTo>
                  <a:lnTo>
                    <a:pt x="285613" y="285129"/>
                  </a:lnTo>
                  <a:lnTo>
                    <a:pt x="289305" y="281302"/>
                  </a:lnTo>
                  <a:lnTo>
                    <a:pt x="292874" y="277359"/>
                  </a:lnTo>
                  <a:lnTo>
                    <a:pt x="296315" y="273305"/>
                  </a:lnTo>
                  <a:lnTo>
                    <a:pt x="299626" y="269144"/>
                  </a:lnTo>
                  <a:lnTo>
                    <a:pt x="302802" y="264879"/>
                  </a:lnTo>
                  <a:lnTo>
                    <a:pt x="305842" y="260515"/>
                  </a:lnTo>
                  <a:lnTo>
                    <a:pt x="308741" y="256057"/>
                  </a:lnTo>
                  <a:lnTo>
                    <a:pt x="311496" y="251509"/>
                  </a:lnTo>
                  <a:lnTo>
                    <a:pt x="314106" y="246875"/>
                  </a:lnTo>
                  <a:lnTo>
                    <a:pt x="316567" y="242161"/>
                  </a:lnTo>
                  <a:lnTo>
                    <a:pt x="318877" y="237371"/>
                  </a:lnTo>
                  <a:lnTo>
                    <a:pt x="321033" y="232510"/>
                  </a:lnTo>
                  <a:lnTo>
                    <a:pt x="323034" y="227583"/>
                  </a:lnTo>
                  <a:lnTo>
                    <a:pt x="324876" y="222595"/>
                  </a:lnTo>
                  <a:lnTo>
                    <a:pt x="326560" y="217550"/>
                  </a:lnTo>
                  <a:lnTo>
                    <a:pt x="328082" y="212455"/>
                  </a:lnTo>
                  <a:lnTo>
                    <a:pt x="329441" y="207314"/>
                  </a:lnTo>
                  <a:lnTo>
                    <a:pt x="330635" y="202132"/>
                  </a:lnTo>
                  <a:lnTo>
                    <a:pt x="331665" y="196915"/>
                  </a:lnTo>
                  <a:lnTo>
                    <a:pt x="332528" y="191667"/>
                  </a:lnTo>
                  <a:lnTo>
                    <a:pt x="333223" y="186395"/>
                  </a:lnTo>
                  <a:lnTo>
                    <a:pt x="333751" y="181104"/>
                  </a:lnTo>
                  <a:lnTo>
                    <a:pt x="334110" y="175798"/>
                  </a:lnTo>
                  <a:lnTo>
                    <a:pt x="334300" y="170483"/>
                  </a:lnTo>
                  <a:lnTo>
                    <a:pt x="334321" y="165166"/>
                  </a:lnTo>
                  <a:lnTo>
                    <a:pt x="334173" y="159850"/>
                  </a:lnTo>
                  <a:lnTo>
                    <a:pt x="333856" y="154542"/>
                  </a:lnTo>
                  <a:lnTo>
                    <a:pt x="333370" y="149246"/>
                  </a:lnTo>
                  <a:lnTo>
                    <a:pt x="332715" y="143968"/>
                  </a:lnTo>
                  <a:lnTo>
                    <a:pt x="331894" y="138715"/>
                  </a:lnTo>
                  <a:lnTo>
                    <a:pt x="330905" y="133489"/>
                  </a:lnTo>
                  <a:lnTo>
                    <a:pt x="329751" y="128298"/>
                  </a:lnTo>
                  <a:lnTo>
                    <a:pt x="328433" y="123146"/>
                  </a:lnTo>
                  <a:lnTo>
                    <a:pt x="326951" y="118039"/>
                  </a:lnTo>
                  <a:lnTo>
                    <a:pt x="325308" y="112982"/>
                  </a:lnTo>
                  <a:lnTo>
                    <a:pt x="323504" y="107979"/>
                  </a:lnTo>
                  <a:lnTo>
                    <a:pt x="321542" y="103036"/>
                  </a:lnTo>
                  <a:lnTo>
                    <a:pt x="319424" y="98158"/>
                  </a:lnTo>
                  <a:lnTo>
                    <a:pt x="317152" y="93350"/>
                  </a:lnTo>
                  <a:lnTo>
                    <a:pt x="314729" y="88617"/>
                  </a:lnTo>
                  <a:lnTo>
                    <a:pt x="312156" y="83963"/>
                  </a:lnTo>
                  <a:lnTo>
                    <a:pt x="309436" y="79394"/>
                  </a:lnTo>
                  <a:lnTo>
                    <a:pt x="306572" y="74913"/>
                  </a:lnTo>
                  <a:lnTo>
                    <a:pt x="303567" y="70525"/>
                  </a:lnTo>
                  <a:lnTo>
                    <a:pt x="300424" y="66236"/>
                  </a:lnTo>
                  <a:lnTo>
                    <a:pt x="297146" y="62048"/>
                  </a:lnTo>
                  <a:lnTo>
                    <a:pt x="293737" y="57967"/>
                  </a:lnTo>
                  <a:lnTo>
                    <a:pt x="290199" y="53996"/>
                  </a:lnTo>
                  <a:lnTo>
                    <a:pt x="286538" y="50140"/>
                  </a:lnTo>
                  <a:lnTo>
                    <a:pt x="282755" y="46402"/>
                  </a:lnTo>
                  <a:lnTo>
                    <a:pt x="278855" y="42787"/>
                  </a:lnTo>
                  <a:lnTo>
                    <a:pt x="274842" y="39297"/>
                  </a:lnTo>
                  <a:lnTo>
                    <a:pt x="270721" y="35937"/>
                  </a:lnTo>
                  <a:lnTo>
                    <a:pt x="266494" y="32710"/>
                  </a:lnTo>
                  <a:lnTo>
                    <a:pt x="262167" y="29618"/>
                  </a:lnTo>
                  <a:lnTo>
                    <a:pt x="257744" y="26666"/>
                  </a:lnTo>
                  <a:lnTo>
                    <a:pt x="253229" y="23856"/>
                  </a:lnTo>
                  <a:lnTo>
                    <a:pt x="248627" y="21191"/>
                  </a:lnTo>
                  <a:lnTo>
                    <a:pt x="243943" y="18674"/>
                  </a:lnTo>
                  <a:lnTo>
                    <a:pt x="239181" y="16307"/>
                  </a:lnTo>
                  <a:lnTo>
                    <a:pt x="234346" y="14093"/>
                  </a:lnTo>
                  <a:lnTo>
                    <a:pt x="229443" y="12033"/>
                  </a:lnTo>
                  <a:lnTo>
                    <a:pt x="224477" y="10131"/>
                  </a:lnTo>
                  <a:lnTo>
                    <a:pt x="219454" y="8387"/>
                  </a:lnTo>
                  <a:lnTo>
                    <a:pt x="214377" y="6805"/>
                  </a:lnTo>
                  <a:lnTo>
                    <a:pt x="209252" y="5384"/>
                  </a:lnTo>
                  <a:lnTo>
                    <a:pt x="204085" y="4127"/>
                  </a:lnTo>
                  <a:lnTo>
                    <a:pt x="198880" y="3036"/>
                  </a:lnTo>
                  <a:lnTo>
                    <a:pt x="193644" y="2110"/>
                  </a:lnTo>
                  <a:lnTo>
                    <a:pt x="188380" y="1351"/>
                  </a:lnTo>
                  <a:lnTo>
                    <a:pt x="183095" y="760"/>
                  </a:lnTo>
                  <a:lnTo>
                    <a:pt x="177794" y="338"/>
                  </a:lnTo>
                  <a:lnTo>
                    <a:pt x="172483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7946" y="4659281"/>
              <a:ext cx="85288" cy="167167"/>
            </a:xfrm>
            <a:custGeom>
              <a:avLst/>
              <a:pathLst>
                <a:path w="85288" h="167167">
                  <a:moveTo>
                    <a:pt x="85288" y="0"/>
                  </a:moveTo>
                  <a:lnTo>
                    <a:pt x="79696" y="93"/>
                  </a:lnTo>
                  <a:lnTo>
                    <a:pt x="74109" y="374"/>
                  </a:lnTo>
                  <a:lnTo>
                    <a:pt x="68535" y="841"/>
                  </a:lnTo>
                  <a:lnTo>
                    <a:pt x="62979" y="1495"/>
                  </a:lnTo>
                  <a:lnTo>
                    <a:pt x="57449" y="2334"/>
                  </a:lnTo>
                  <a:lnTo>
                    <a:pt x="51949" y="3358"/>
                  </a:lnTo>
                  <a:lnTo>
                    <a:pt x="46487" y="4565"/>
                  </a:lnTo>
                  <a:lnTo>
                    <a:pt x="41069" y="5954"/>
                  </a:lnTo>
                  <a:lnTo>
                    <a:pt x="35700" y="7524"/>
                  </a:lnTo>
                  <a:lnTo>
                    <a:pt x="30386" y="9272"/>
                  </a:lnTo>
                  <a:lnTo>
                    <a:pt x="25134" y="11198"/>
                  </a:lnTo>
                  <a:lnTo>
                    <a:pt x="19950" y="13298"/>
                  </a:lnTo>
                  <a:lnTo>
                    <a:pt x="14838" y="15570"/>
                  </a:lnTo>
                  <a:lnTo>
                    <a:pt x="9806" y="18012"/>
                  </a:lnTo>
                  <a:lnTo>
                    <a:pt x="4858" y="20621"/>
                  </a:lnTo>
                  <a:lnTo>
                    <a:pt x="0" y="23394"/>
                  </a:lnTo>
                  <a:lnTo>
                    <a:pt x="8528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7946" y="4682676"/>
              <a:ext cx="85288" cy="143773"/>
            </a:xfrm>
            <a:custGeom>
              <a:avLst/>
              <a:pathLst>
                <a:path w="85288" h="143773">
                  <a:moveTo>
                    <a:pt x="0" y="0"/>
                  </a:moveTo>
                  <a:lnTo>
                    <a:pt x="85288" y="1437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7946" y="4682676"/>
              <a:ext cx="85288" cy="143773"/>
            </a:xfrm>
            <a:custGeom>
              <a:avLst/>
              <a:pathLst>
                <a:path w="85288" h="143773">
                  <a:moveTo>
                    <a:pt x="0" y="0"/>
                  </a:moveTo>
                  <a:lnTo>
                    <a:pt x="85288" y="1437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256079" y="4682676"/>
              <a:ext cx="289625" cy="310939"/>
            </a:xfrm>
            <a:custGeom>
              <a:avLst/>
              <a:pathLst>
                <a:path w="289625" h="310939">
                  <a:moveTo>
                    <a:pt x="81866" y="0"/>
                  </a:moveTo>
                  <a:lnTo>
                    <a:pt x="77345" y="2779"/>
                  </a:lnTo>
                  <a:lnTo>
                    <a:pt x="72916" y="5700"/>
                  </a:lnTo>
                  <a:lnTo>
                    <a:pt x="68581" y="8761"/>
                  </a:lnTo>
                  <a:lnTo>
                    <a:pt x="64346" y="11957"/>
                  </a:lnTo>
                  <a:lnTo>
                    <a:pt x="60214" y="15287"/>
                  </a:lnTo>
                  <a:lnTo>
                    <a:pt x="56190" y="18746"/>
                  </a:lnTo>
                  <a:lnTo>
                    <a:pt x="52277" y="22331"/>
                  </a:lnTo>
                  <a:lnTo>
                    <a:pt x="48481" y="26038"/>
                  </a:lnTo>
                  <a:lnTo>
                    <a:pt x="44804" y="29864"/>
                  </a:lnTo>
                  <a:lnTo>
                    <a:pt x="41250" y="33804"/>
                  </a:lnTo>
                  <a:lnTo>
                    <a:pt x="37823" y="37856"/>
                  </a:lnTo>
                  <a:lnTo>
                    <a:pt x="34527" y="42014"/>
                  </a:lnTo>
                  <a:lnTo>
                    <a:pt x="31364" y="46275"/>
                  </a:lnTo>
                  <a:lnTo>
                    <a:pt x="28338" y="50633"/>
                  </a:lnTo>
                  <a:lnTo>
                    <a:pt x="25452" y="55086"/>
                  </a:lnTo>
                  <a:lnTo>
                    <a:pt x="22708" y="59628"/>
                  </a:lnTo>
                  <a:lnTo>
                    <a:pt x="20111" y="64255"/>
                  </a:lnTo>
                  <a:lnTo>
                    <a:pt x="17661" y="68962"/>
                  </a:lnTo>
                  <a:lnTo>
                    <a:pt x="15362" y="73745"/>
                  </a:lnTo>
                  <a:lnTo>
                    <a:pt x="13216" y="78598"/>
                  </a:lnTo>
                  <a:lnTo>
                    <a:pt x="11225" y="83516"/>
                  </a:lnTo>
                  <a:lnTo>
                    <a:pt x="9391" y="88496"/>
                  </a:lnTo>
                  <a:lnTo>
                    <a:pt x="7716" y="93531"/>
                  </a:lnTo>
                  <a:lnTo>
                    <a:pt x="6202" y="98616"/>
                  </a:lnTo>
                  <a:lnTo>
                    <a:pt x="4850" y="103747"/>
                  </a:lnTo>
                  <a:lnTo>
                    <a:pt x="3661" y="108919"/>
                  </a:lnTo>
                  <a:lnTo>
                    <a:pt x="2637" y="114125"/>
                  </a:lnTo>
                  <a:lnTo>
                    <a:pt x="1779" y="119362"/>
                  </a:lnTo>
                  <a:lnTo>
                    <a:pt x="1088" y="124623"/>
                  </a:lnTo>
                  <a:lnTo>
                    <a:pt x="563" y="129903"/>
                  </a:lnTo>
                  <a:lnTo>
                    <a:pt x="207" y="135198"/>
                  </a:lnTo>
                  <a:lnTo>
                    <a:pt x="19" y="140501"/>
                  </a:lnTo>
                  <a:lnTo>
                    <a:pt x="0" y="145807"/>
                  </a:lnTo>
                  <a:lnTo>
                    <a:pt x="148" y="151111"/>
                  </a:lnTo>
                  <a:lnTo>
                    <a:pt x="465" y="156408"/>
                  </a:lnTo>
                  <a:lnTo>
                    <a:pt x="950" y="161692"/>
                  </a:lnTo>
                  <a:lnTo>
                    <a:pt x="1603" y="166958"/>
                  </a:lnTo>
                  <a:lnTo>
                    <a:pt x="2422" y="172201"/>
                  </a:lnTo>
                  <a:lnTo>
                    <a:pt x="3407" y="177415"/>
                  </a:lnTo>
                  <a:lnTo>
                    <a:pt x="4558" y="182595"/>
                  </a:lnTo>
                  <a:lnTo>
                    <a:pt x="5872" y="187736"/>
                  </a:lnTo>
                  <a:lnTo>
                    <a:pt x="7348" y="192833"/>
                  </a:lnTo>
                  <a:lnTo>
                    <a:pt x="8986" y="197880"/>
                  </a:lnTo>
                  <a:lnTo>
                    <a:pt x="10783" y="202873"/>
                  </a:lnTo>
                  <a:lnTo>
                    <a:pt x="12737" y="207806"/>
                  </a:lnTo>
                  <a:lnTo>
                    <a:pt x="14847" y="212675"/>
                  </a:lnTo>
                  <a:lnTo>
                    <a:pt x="17111" y="217474"/>
                  </a:lnTo>
                  <a:lnTo>
                    <a:pt x="19526" y="222199"/>
                  </a:lnTo>
                  <a:lnTo>
                    <a:pt x="22089" y="226845"/>
                  </a:lnTo>
                  <a:lnTo>
                    <a:pt x="24799" y="231408"/>
                  </a:lnTo>
                  <a:lnTo>
                    <a:pt x="27652" y="235882"/>
                  </a:lnTo>
                  <a:lnTo>
                    <a:pt x="30646" y="240263"/>
                  </a:lnTo>
                  <a:lnTo>
                    <a:pt x="33777" y="244547"/>
                  </a:lnTo>
                  <a:lnTo>
                    <a:pt x="37043" y="248729"/>
                  </a:lnTo>
                  <a:lnTo>
                    <a:pt x="40439" y="252806"/>
                  </a:lnTo>
                  <a:lnTo>
                    <a:pt x="43964" y="256773"/>
                  </a:lnTo>
                  <a:lnTo>
                    <a:pt x="47612" y="260626"/>
                  </a:lnTo>
                  <a:lnTo>
                    <a:pt x="51381" y="264361"/>
                  </a:lnTo>
                  <a:lnTo>
                    <a:pt x="55267" y="267975"/>
                  </a:lnTo>
                  <a:lnTo>
                    <a:pt x="59265" y="271463"/>
                  </a:lnTo>
                  <a:lnTo>
                    <a:pt x="63372" y="274823"/>
                  </a:lnTo>
                  <a:lnTo>
                    <a:pt x="67584" y="278051"/>
                  </a:lnTo>
                  <a:lnTo>
                    <a:pt x="71896" y="281144"/>
                  </a:lnTo>
                  <a:lnTo>
                    <a:pt x="76304" y="284098"/>
                  </a:lnTo>
                  <a:lnTo>
                    <a:pt x="80803" y="286910"/>
                  </a:lnTo>
                  <a:lnTo>
                    <a:pt x="85390" y="289579"/>
                  </a:lnTo>
                  <a:lnTo>
                    <a:pt x="90059" y="292101"/>
                  </a:lnTo>
                  <a:lnTo>
                    <a:pt x="94805" y="294473"/>
                  </a:lnTo>
                  <a:lnTo>
                    <a:pt x="99625" y="296693"/>
                  </a:lnTo>
                  <a:lnTo>
                    <a:pt x="104512" y="298759"/>
                  </a:lnTo>
                  <a:lnTo>
                    <a:pt x="109463" y="300670"/>
                  </a:lnTo>
                  <a:lnTo>
                    <a:pt x="114471" y="302422"/>
                  </a:lnTo>
                  <a:lnTo>
                    <a:pt x="119533" y="304014"/>
                  </a:lnTo>
                  <a:lnTo>
                    <a:pt x="124643" y="305444"/>
                  </a:lnTo>
                  <a:lnTo>
                    <a:pt x="129796" y="306712"/>
                  </a:lnTo>
                  <a:lnTo>
                    <a:pt x="134986" y="307816"/>
                  </a:lnTo>
                  <a:lnTo>
                    <a:pt x="140209" y="308754"/>
                  </a:lnTo>
                  <a:lnTo>
                    <a:pt x="145459" y="309526"/>
                  </a:lnTo>
                  <a:lnTo>
                    <a:pt x="150730" y="310131"/>
                  </a:lnTo>
                  <a:lnTo>
                    <a:pt x="156018" y="310569"/>
                  </a:lnTo>
                  <a:lnTo>
                    <a:pt x="161318" y="310838"/>
                  </a:lnTo>
                  <a:lnTo>
                    <a:pt x="166623" y="310939"/>
                  </a:lnTo>
                  <a:lnTo>
                    <a:pt x="171929" y="310872"/>
                  </a:lnTo>
                  <a:lnTo>
                    <a:pt x="177230" y="310636"/>
                  </a:lnTo>
                  <a:lnTo>
                    <a:pt x="182521" y="310232"/>
                  </a:lnTo>
                  <a:lnTo>
                    <a:pt x="187797" y="309661"/>
                  </a:lnTo>
                  <a:lnTo>
                    <a:pt x="193051" y="308922"/>
                  </a:lnTo>
                  <a:lnTo>
                    <a:pt x="198280" y="308017"/>
                  </a:lnTo>
                  <a:lnTo>
                    <a:pt x="203477" y="306946"/>
                  </a:lnTo>
                  <a:lnTo>
                    <a:pt x="208638" y="305711"/>
                  </a:lnTo>
                  <a:lnTo>
                    <a:pt x="213756" y="304313"/>
                  </a:lnTo>
                  <a:lnTo>
                    <a:pt x="218828" y="302753"/>
                  </a:lnTo>
                  <a:lnTo>
                    <a:pt x="223848" y="301033"/>
                  </a:lnTo>
                  <a:lnTo>
                    <a:pt x="228811" y="299154"/>
                  </a:lnTo>
                  <a:lnTo>
                    <a:pt x="233711" y="297119"/>
                  </a:lnTo>
                  <a:lnTo>
                    <a:pt x="238545" y="294930"/>
                  </a:lnTo>
                  <a:lnTo>
                    <a:pt x="243306" y="292588"/>
                  </a:lnTo>
                  <a:lnTo>
                    <a:pt x="247991" y="290096"/>
                  </a:lnTo>
                  <a:lnTo>
                    <a:pt x="252594" y="287456"/>
                  </a:lnTo>
                  <a:lnTo>
                    <a:pt x="257112" y="284672"/>
                  </a:lnTo>
                  <a:lnTo>
                    <a:pt x="261538" y="281746"/>
                  </a:lnTo>
                  <a:lnTo>
                    <a:pt x="265870" y="278681"/>
                  </a:lnTo>
                  <a:lnTo>
                    <a:pt x="270102" y="275480"/>
                  </a:lnTo>
                  <a:lnTo>
                    <a:pt x="274230" y="272146"/>
                  </a:lnTo>
                  <a:lnTo>
                    <a:pt x="278251" y="268683"/>
                  </a:lnTo>
                  <a:lnTo>
                    <a:pt x="282159" y="265094"/>
                  </a:lnTo>
                  <a:lnTo>
                    <a:pt x="285952" y="261383"/>
                  </a:lnTo>
                  <a:lnTo>
                    <a:pt x="289625" y="257553"/>
                  </a:lnTo>
                  <a:lnTo>
                    <a:pt x="167155" y="143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167162" cy="280948"/>
            </a:xfrm>
            <a:custGeom>
              <a:avLst/>
              <a:pathLst>
                <a:path w="167162" h="280948">
                  <a:moveTo>
                    <a:pt x="122470" y="280948"/>
                  </a:moveTo>
                  <a:lnTo>
                    <a:pt x="126071" y="276944"/>
                  </a:lnTo>
                  <a:lnTo>
                    <a:pt x="129541" y="272826"/>
                  </a:lnTo>
                  <a:lnTo>
                    <a:pt x="132877" y="268599"/>
                  </a:lnTo>
                  <a:lnTo>
                    <a:pt x="136075" y="264267"/>
                  </a:lnTo>
                  <a:lnTo>
                    <a:pt x="139132" y="259834"/>
                  </a:lnTo>
                  <a:lnTo>
                    <a:pt x="142044" y="255304"/>
                  </a:lnTo>
                  <a:lnTo>
                    <a:pt x="144810" y="250683"/>
                  </a:lnTo>
                  <a:lnTo>
                    <a:pt x="147424" y="245976"/>
                  </a:lnTo>
                  <a:lnTo>
                    <a:pt x="149886" y="241187"/>
                  </a:lnTo>
                  <a:lnTo>
                    <a:pt x="152193" y="236321"/>
                  </a:lnTo>
                  <a:lnTo>
                    <a:pt x="154341" y="231383"/>
                  </a:lnTo>
                  <a:lnTo>
                    <a:pt x="156329" y="226378"/>
                  </a:lnTo>
                  <a:lnTo>
                    <a:pt x="158155" y="221312"/>
                  </a:lnTo>
                  <a:lnTo>
                    <a:pt x="159817" y="216190"/>
                  </a:lnTo>
                  <a:lnTo>
                    <a:pt x="161313" y="211017"/>
                  </a:lnTo>
                  <a:lnTo>
                    <a:pt x="162642" y="205799"/>
                  </a:lnTo>
                  <a:lnTo>
                    <a:pt x="163802" y="200540"/>
                  </a:lnTo>
                  <a:lnTo>
                    <a:pt x="164792" y="195247"/>
                  </a:lnTo>
                  <a:lnTo>
                    <a:pt x="165611" y="189925"/>
                  </a:lnTo>
                  <a:lnTo>
                    <a:pt x="166258" y="184579"/>
                  </a:lnTo>
                  <a:lnTo>
                    <a:pt x="166732" y="179215"/>
                  </a:lnTo>
                  <a:lnTo>
                    <a:pt x="167034" y="173838"/>
                  </a:lnTo>
                  <a:lnTo>
                    <a:pt x="167162" y="168455"/>
                  </a:lnTo>
                  <a:lnTo>
                    <a:pt x="167117" y="163070"/>
                  </a:lnTo>
                  <a:lnTo>
                    <a:pt x="166898" y="157690"/>
                  </a:lnTo>
                  <a:lnTo>
                    <a:pt x="166506" y="152319"/>
                  </a:lnTo>
                  <a:lnTo>
                    <a:pt x="165942" y="146964"/>
                  </a:lnTo>
                  <a:lnTo>
                    <a:pt x="165205" y="141629"/>
                  </a:lnTo>
                  <a:lnTo>
                    <a:pt x="164297" y="136322"/>
                  </a:lnTo>
                  <a:lnTo>
                    <a:pt x="163218" y="131046"/>
                  </a:lnTo>
                  <a:lnTo>
                    <a:pt x="161970" y="125808"/>
                  </a:lnTo>
                  <a:lnTo>
                    <a:pt x="160554" y="120612"/>
                  </a:lnTo>
                  <a:lnTo>
                    <a:pt x="158971" y="115465"/>
                  </a:lnTo>
                  <a:lnTo>
                    <a:pt x="157223" y="110372"/>
                  </a:lnTo>
                  <a:lnTo>
                    <a:pt x="155312" y="105337"/>
                  </a:lnTo>
                  <a:lnTo>
                    <a:pt x="153240" y="100367"/>
                  </a:lnTo>
                  <a:lnTo>
                    <a:pt x="151009" y="95466"/>
                  </a:lnTo>
                  <a:lnTo>
                    <a:pt x="148621" y="90639"/>
                  </a:lnTo>
                  <a:lnTo>
                    <a:pt x="146079" y="85892"/>
                  </a:lnTo>
                  <a:lnTo>
                    <a:pt x="143386" y="81229"/>
                  </a:lnTo>
                  <a:lnTo>
                    <a:pt x="140543" y="76655"/>
                  </a:lnTo>
                  <a:lnTo>
                    <a:pt x="137555" y="72176"/>
                  </a:lnTo>
                  <a:lnTo>
                    <a:pt x="134424" y="67794"/>
                  </a:lnTo>
                  <a:lnTo>
                    <a:pt x="131154" y="63516"/>
                  </a:lnTo>
                  <a:lnTo>
                    <a:pt x="127747" y="59346"/>
                  </a:lnTo>
                  <a:lnTo>
                    <a:pt x="124208" y="55287"/>
                  </a:lnTo>
                  <a:lnTo>
                    <a:pt x="120540" y="51344"/>
                  </a:lnTo>
                  <a:lnTo>
                    <a:pt x="116747" y="47522"/>
                  </a:lnTo>
                  <a:lnTo>
                    <a:pt x="112833" y="43824"/>
                  </a:lnTo>
                  <a:lnTo>
                    <a:pt x="108802" y="40254"/>
                  </a:lnTo>
                  <a:lnTo>
                    <a:pt x="104658" y="36815"/>
                  </a:lnTo>
                  <a:lnTo>
                    <a:pt x="100405" y="33512"/>
                  </a:lnTo>
                  <a:lnTo>
                    <a:pt x="96048" y="30347"/>
                  </a:lnTo>
                  <a:lnTo>
                    <a:pt x="91591" y="27325"/>
                  </a:lnTo>
                  <a:lnTo>
                    <a:pt x="87040" y="24447"/>
                  </a:lnTo>
                  <a:lnTo>
                    <a:pt x="82398" y="21718"/>
                  </a:lnTo>
                  <a:lnTo>
                    <a:pt x="77670" y="19139"/>
                  </a:lnTo>
                  <a:lnTo>
                    <a:pt x="72862" y="16714"/>
                  </a:lnTo>
                  <a:lnTo>
                    <a:pt x="67978" y="14446"/>
                  </a:lnTo>
                  <a:lnTo>
                    <a:pt x="63024" y="12335"/>
                  </a:lnTo>
                  <a:lnTo>
                    <a:pt x="58005" y="10386"/>
                  </a:lnTo>
                  <a:lnTo>
                    <a:pt x="52925" y="8599"/>
                  </a:lnTo>
                  <a:lnTo>
                    <a:pt x="47790" y="6976"/>
                  </a:lnTo>
                  <a:lnTo>
                    <a:pt x="42606" y="5520"/>
                  </a:lnTo>
                  <a:lnTo>
                    <a:pt x="37377" y="4232"/>
                  </a:lnTo>
                  <a:lnTo>
                    <a:pt x="32110" y="3112"/>
                  </a:lnTo>
                  <a:lnTo>
                    <a:pt x="26809" y="2163"/>
                  </a:lnTo>
                  <a:lnTo>
                    <a:pt x="21481" y="1385"/>
                  </a:lnTo>
                  <a:lnTo>
                    <a:pt x="16130" y="780"/>
                  </a:lnTo>
                  <a:lnTo>
                    <a:pt x="10762" y="346"/>
                  </a:lnTo>
                  <a:lnTo>
                    <a:pt x="538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1215" y="4213821"/>
              <a:ext cx="107256" cy="167167"/>
            </a:xfrm>
            <a:custGeom>
              <a:avLst/>
              <a:pathLst>
                <a:path w="107256" h="167167">
                  <a:moveTo>
                    <a:pt x="107256" y="0"/>
                  </a:moveTo>
                  <a:lnTo>
                    <a:pt x="101712" y="91"/>
                  </a:lnTo>
                  <a:lnTo>
                    <a:pt x="96174" y="367"/>
                  </a:lnTo>
                  <a:lnTo>
                    <a:pt x="90648" y="827"/>
                  </a:lnTo>
                  <a:lnTo>
                    <a:pt x="85140" y="1469"/>
                  </a:lnTo>
                  <a:lnTo>
                    <a:pt x="79657" y="2293"/>
                  </a:lnTo>
                  <a:lnTo>
                    <a:pt x="74204" y="3300"/>
                  </a:lnTo>
                  <a:lnTo>
                    <a:pt x="68788" y="4486"/>
                  </a:lnTo>
                  <a:lnTo>
                    <a:pt x="63414" y="5851"/>
                  </a:lnTo>
                  <a:lnTo>
                    <a:pt x="58088" y="7394"/>
                  </a:lnTo>
                  <a:lnTo>
                    <a:pt x="52816" y="9112"/>
                  </a:lnTo>
                  <a:lnTo>
                    <a:pt x="47604" y="11005"/>
                  </a:lnTo>
                  <a:lnTo>
                    <a:pt x="42457" y="13069"/>
                  </a:lnTo>
                  <a:lnTo>
                    <a:pt x="37382" y="15303"/>
                  </a:lnTo>
                  <a:lnTo>
                    <a:pt x="32384" y="17704"/>
                  </a:lnTo>
                  <a:lnTo>
                    <a:pt x="27468" y="20269"/>
                  </a:lnTo>
                  <a:lnTo>
                    <a:pt x="22640" y="22996"/>
                  </a:lnTo>
                  <a:lnTo>
                    <a:pt x="17906" y="25882"/>
                  </a:lnTo>
                  <a:lnTo>
                    <a:pt x="13269" y="28923"/>
                  </a:lnTo>
                  <a:lnTo>
                    <a:pt x="8736" y="32116"/>
                  </a:lnTo>
                  <a:lnTo>
                    <a:pt x="4311" y="35458"/>
                  </a:lnTo>
                  <a:lnTo>
                    <a:pt x="0" y="38944"/>
                  </a:lnTo>
                  <a:lnTo>
                    <a:pt x="1072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1215" y="4252766"/>
              <a:ext cx="107256" cy="128222"/>
            </a:xfrm>
            <a:custGeom>
              <a:avLst/>
              <a:pathLst>
                <a:path w="107256" h="128222">
                  <a:moveTo>
                    <a:pt x="0" y="0"/>
                  </a:moveTo>
                  <a:lnTo>
                    <a:pt x="107256" y="1282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561325" y="4252766"/>
              <a:ext cx="334303" cy="295389"/>
            </a:xfrm>
            <a:custGeom>
              <a:avLst/>
              <a:pathLst>
                <a:path w="334303" h="295389">
                  <a:moveTo>
                    <a:pt x="59890" y="0"/>
                  </a:moveTo>
                  <a:lnTo>
                    <a:pt x="55870" y="3472"/>
                  </a:lnTo>
                  <a:lnTo>
                    <a:pt x="51962" y="7071"/>
                  </a:lnTo>
                  <a:lnTo>
                    <a:pt x="48170" y="10793"/>
                  </a:lnTo>
                  <a:lnTo>
                    <a:pt x="44499" y="14633"/>
                  </a:lnTo>
                  <a:lnTo>
                    <a:pt x="40951" y="18587"/>
                  </a:lnTo>
                  <a:lnTo>
                    <a:pt x="37531" y="22653"/>
                  </a:lnTo>
                  <a:lnTo>
                    <a:pt x="34242" y="26825"/>
                  </a:lnTo>
                  <a:lnTo>
                    <a:pt x="31087" y="31099"/>
                  </a:lnTo>
                  <a:lnTo>
                    <a:pt x="28070" y="35472"/>
                  </a:lnTo>
                  <a:lnTo>
                    <a:pt x="25193" y="39938"/>
                  </a:lnTo>
                  <a:lnTo>
                    <a:pt x="22459" y="44493"/>
                  </a:lnTo>
                  <a:lnTo>
                    <a:pt x="19871" y="49133"/>
                  </a:lnTo>
                  <a:lnTo>
                    <a:pt x="17433" y="53853"/>
                  </a:lnTo>
                  <a:lnTo>
                    <a:pt x="15145" y="58648"/>
                  </a:lnTo>
                  <a:lnTo>
                    <a:pt x="13011" y="63513"/>
                  </a:lnTo>
                  <a:lnTo>
                    <a:pt x="11033" y="68444"/>
                  </a:lnTo>
                  <a:lnTo>
                    <a:pt x="9212" y="73434"/>
                  </a:lnTo>
                  <a:lnTo>
                    <a:pt x="7551" y="78481"/>
                  </a:lnTo>
                  <a:lnTo>
                    <a:pt x="6051" y="83577"/>
                  </a:lnTo>
                  <a:lnTo>
                    <a:pt x="4713" y="88719"/>
                  </a:lnTo>
                  <a:lnTo>
                    <a:pt x="3540" y="93900"/>
                  </a:lnTo>
                  <a:lnTo>
                    <a:pt x="2532" y="99116"/>
                  </a:lnTo>
                  <a:lnTo>
                    <a:pt x="1690" y="104362"/>
                  </a:lnTo>
                  <a:lnTo>
                    <a:pt x="1016" y="109632"/>
                  </a:lnTo>
                  <a:lnTo>
                    <a:pt x="509" y="114920"/>
                  </a:lnTo>
                  <a:lnTo>
                    <a:pt x="170" y="120222"/>
                  </a:lnTo>
                  <a:lnTo>
                    <a:pt x="1" y="125532"/>
                  </a:lnTo>
                  <a:lnTo>
                    <a:pt x="0" y="130844"/>
                  </a:lnTo>
                  <a:lnTo>
                    <a:pt x="167" y="136154"/>
                  </a:lnTo>
                  <a:lnTo>
                    <a:pt x="504" y="141456"/>
                  </a:lnTo>
                  <a:lnTo>
                    <a:pt x="1008" y="146745"/>
                  </a:lnTo>
                  <a:lnTo>
                    <a:pt x="1681" y="152015"/>
                  </a:lnTo>
                  <a:lnTo>
                    <a:pt x="2520" y="157261"/>
                  </a:lnTo>
                  <a:lnTo>
                    <a:pt x="3526" y="162477"/>
                  </a:lnTo>
                  <a:lnTo>
                    <a:pt x="4697" y="167659"/>
                  </a:lnTo>
                  <a:lnTo>
                    <a:pt x="6033" y="172801"/>
                  </a:lnTo>
                  <a:lnTo>
                    <a:pt x="7531" y="177898"/>
                  </a:lnTo>
                  <a:lnTo>
                    <a:pt x="9190" y="182945"/>
                  </a:lnTo>
                  <a:lnTo>
                    <a:pt x="11008" y="187937"/>
                  </a:lnTo>
                  <a:lnTo>
                    <a:pt x="12985" y="192868"/>
                  </a:lnTo>
                  <a:lnTo>
                    <a:pt x="15117" y="197734"/>
                  </a:lnTo>
                  <a:lnTo>
                    <a:pt x="17402" y="202530"/>
                  </a:lnTo>
                  <a:lnTo>
                    <a:pt x="19839" y="207251"/>
                  </a:lnTo>
                  <a:lnTo>
                    <a:pt x="22425" y="211892"/>
                  </a:lnTo>
                  <a:lnTo>
                    <a:pt x="25157" y="216449"/>
                  </a:lnTo>
                  <a:lnTo>
                    <a:pt x="28032" y="220916"/>
                  </a:lnTo>
                  <a:lnTo>
                    <a:pt x="31048" y="225290"/>
                  </a:lnTo>
                  <a:lnTo>
                    <a:pt x="34201" y="229565"/>
                  </a:lnTo>
                  <a:lnTo>
                    <a:pt x="37488" y="233739"/>
                  </a:lnTo>
                  <a:lnTo>
                    <a:pt x="40907" y="237805"/>
                  </a:lnTo>
                  <a:lnTo>
                    <a:pt x="44453" y="241762"/>
                  </a:lnTo>
                  <a:lnTo>
                    <a:pt x="48123" y="245603"/>
                  </a:lnTo>
                  <a:lnTo>
                    <a:pt x="51913" y="249326"/>
                  </a:lnTo>
                  <a:lnTo>
                    <a:pt x="55819" y="252926"/>
                  </a:lnTo>
                  <a:lnTo>
                    <a:pt x="59838" y="256401"/>
                  </a:lnTo>
                  <a:lnTo>
                    <a:pt x="63965" y="259746"/>
                  </a:lnTo>
                  <a:lnTo>
                    <a:pt x="68197" y="262958"/>
                  </a:lnTo>
                  <a:lnTo>
                    <a:pt x="72528" y="266035"/>
                  </a:lnTo>
                  <a:lnTo>
                    <a:pt x="76955" y="268972"/>
                  </a:lnTo>
                  <a:lnTo>
                    <a:pt x="81473" y="271767"/>
                  </a:lnTo>
                  <a:lnTo>
                    <a:pt x="86078" y="274416"/>
                  </a:lnTo>
                  <a:lnTo>
                    <a:pt x="90764" y="276919"/>
                  </a:lnTo>
                  <a:lnTo>
                    <a:pt x="95528" y="279271"/>
                  </a:lnTo>
                  <a:lnTo>
                    <a:pt x="100364" y="281470"/>
                  </a:lnTo>
                  <a:lnTo>
                    <a:pt x="105267" y="283515"/>
                  </a:lnTo>
                  <a:lnTo>
                    <a:pt x="110233" y="285403"/>
                  </a:lnTo>
                  <a:lnTo>
                    <a:pt x="115256" y="287132"/>
                  </a:lnTo>
                  <a:lnTo>
                    <a:pt x="120332" y="288701"/>
                  </a:lnTo>
                  <a:lnTo>
                    <a:pt x="125455" y="290107"/>
                  </a:lnTo>
                  <a:lnTo>
                    <a:pt x="130620" y="291350"/>
                  </a:lnTo>
                  <a:lnTo>
                    <a:pt x="135822" y="292428"/>
                  </a:lnTo>
                  <a:lnTo>
                    <a:pt x="141056" y="293341"/>
                  </a:lnTo>
                  <a:lnTo>
                    <a:pt x="146316" y="294087"/>
                  </a:lnTo>
                  <a:lnTo>
                    <a:pt x="151597" y="294665"/>
                  </a:lnTo>
                  <a:lnTo>
                    <a:pt x="156894" y="295075"/>
                  </a:lnTo>
                  <a:lnTo>
                    <a:pt x="162201" y="295316"/>
                  </a:lnTo>
                  <a:lnTo>
                    <a:pt x="167513" y="295389"/>
                  </a:lnTo>
                  <a:lnTo>
                    <a:pt x="172825" y="295293"/>
                  </a:lnTo>
                  <a:lnTo>
                    <a:pt x="178131" y="295028"/>
                  </a:lnTo>
                  <a:lnTo>
                    <a:pt x="183426" y="294595"/>
                  </a:lnTo>
                  <a:lnTo>
                    <a:pt x="188705" y="293994"/>
                  </a:lnTo>
                  <a:lnTo>
                    <a:pt x="193961" y="293225"/>
                  </a:lnTo>
                  <a:lnTo>
                    <a:pt x="199191" y="292289"/>
                  </a:lnTo>
                  <a:lnTo>
                    <a:pt x="204388" y="291188"/>
                  </a:lnTo>
                  <a:lnTo>
                    <a:pt x="209548" y="289923"/>
                  </a:lnTo>
                  <a:lnTo>
                    <a:pt x="214665" y="288493"/>
                  </a:lnTo>
                  <a:lnTo>
                    <a:pt x="219734" y="286903"/>
                  </a:lnTo>
                  <a:lnTo>
                    <a:pt x="224749" y="285151"/>
                  </a:lnTo>
                  <a:lnTo>
                    <a:pt x="229707" y="283242"/>
                  </a:lnTo>
                  <a:lnTo>
                    <a:pt x="234601" y="281176"/>
                  </a:lnTo>
                  <a:lnTo>
                    <a:pt x="239427" y="278955"/>
                  </a:lnTo>
                  <a:lnTo>
                    <a:pt x="244181" y="276582"/>
                  </a:lnTo>
                  <a:lnTo>
                    <a:pt x="248856" y="274059"/>
                  </a:lnTo>
                  <a:lnTo>
                    <a:pt x="253449" y="271389"/>
                  </a:lnTo>
                  <a:lnTo>
                    <a:pt x="257955" y="268574"/>
                  </a:lnTo>
                  <a:lnTo>
                    <a:pt x="262369" y="265618"/>
                  </a:lnTo>
                  <a:lnTo>
                    <a:pt x="266687" y="262523"/>
                  </a:lnTo>
                  <a:lnTo>
                    <a:pt x="270904" y="259292"/>
                  </a:lnTo>
                  <a:lnTo>
                    <a:pt x="275017" y="255929"/>
                  </a:lnTo>
                  <a:lnTo>
                    <a:pt x="279020" y="252436"/>
                  </a:lnTo>
                  <a:lnTo>
                    <a:pt x="282911" y="248819"/>
                  </a:lnTo>
                  <a:lnTo>
                    <a:pt x="286684" y="245079"/>
                  </a:lnTo>
                  <a:lnTo>
                    <a:pt x="290337" y="241222"/>
                  </a:lnTo>
                  <a:lnTo>
                    <a:pt x="293866" y="237250"/>
                  </a:lnTo>
                  <a:lnTo>
                    <a:pt x="297266" y="233168"/>
                  </a:lnTo>
                  <a:lnTo>
                    <a:pt x="300535" y="228981"/>
                  </a:lnTo>
                  <a:lnTo>
                    <a:pt x="303670" y="224691"/>
                  </a:lnTo>
                  <a:lnTo>
                    <a:pt x="306666" y="220304"/>
                  </a:lnTo>
                  <a:lnTo>
                    <a:pt x="309522" y="215824"/>
                  </a:lnTo>
                  <a:lnTo>
                    <a:pt x="312234" y="211256"/>
                  </a:lnTo>
                  <a:lnTo>
                    <a:pt x="314799" y="206604"/>
                  </a:lnTo>
                  <a:lnTo>
                    <a:pt x="317215" y="201872"/>
                  </a:lnTo>
                  <a:lnTo>
                    <a:pt x="319480" y="197066"/>
                  </a:lnTo>
                  <a:lnTo>
                    <a:pt x="321590" y="192191"/>
                  </a:lnTo>
                  <a:lnTo>
                    <a:pt x="323545" y="187251"/>
                  </a:lnTo>
                  <a:lnTo>
                    <a:pt x="325342" y="182251"/>
                  </a:lnTo>
                  <a:lnTo>
                    <a:pt x="326979" y="177197"/>
                  </a:lnTo>
                  <a:lnTo>
                    <a:pt x="328454" y="172094"/>
                  </a:lnTo>
                  <a:lnTo>
                    <a:pt x="329767" y="166946"/>
                  </a:lnTo>
                  <a:lnTo>
                    <a:pt x="330915" y="161759"/>
                  </a:lnTo>
                  <a:lnTo>
                    <a:pt x="331898" y="156538"/>
                  </a:lnTo>
                  <a:lnTo>
                    <a:pt x="332715" y="151288"/>
                  </a:lnTo>
                  <a:lnTo>
                    <a:pt x="333364" y="146015"/>
                  </a:lnTo>
                  <a:lnTo>
                    <a:pt x="333846" y="140725"/>
                  </a:lnTo>
                  <a:lnTo>
                    <a:pt x="334159" y="135421"/>
                  </a:lnTo>
                  <a:lnTo>
                    <a:pt x="334303" y="130111"/>
                  </a:lnTo>
                  <a:lnTo>
                    <a:pt x="334279" y="124798"/>
                  </a:lnTo>
                  <a:lnTo>
                    <a:pt x="334086" y="119489"/>
                  </a:lnTo>
                  <a:lnTo>
                    <a:pt x="333724" y="114189"/>
                  </a:lnTo>
                  <a:lnTo>
                    <a:pt x="333194" y="108902"/>
                  </a:lnTo>
                  <a:lnTo>
                    <a:pt x="332496" y="103636"/>
                  </a:lnTo>
                  <a:lnTo>
                    <a:pt x="331631" y="98394"/>
                  </a:lnTo>
                  <a:lnTo>
                    <a:pt x="330600" y="93182"/>
                  </a:lnTo>
                  <a:lnTo>
                    <a:pt x="329404" y="88006"/>
                  </a:lnTo>
                  <a:lnTo>
                    <a:pt x="328044" y="82870"/>
                  </a:lnTo>
                  <a:lnTo>
                    <a:pt x="326522" y="77781"/>
                  </a:lnTo>
                  <a:lnTo>
                    <a:pt x="324839" y="72742"/>
                  </a:lnTo>
                  <a:lnTo>
                    <a:pt x="322996" y="67759"/>
                  </a:lnTo>
                  <a:lnTo>
                    <a:pt x="320996" y="62837"/>
                  </a:lnTo>
                  <a:lnTo>
                    <a:pt x="318841" y="57981"/>
                  </a:lnTo>
                  <a:lnTo>
                    <a:pt x="167146" y="1282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151694" cy="167167"/>
            </a:xfrm>
            <a:custGeom>
              <a:avLst/>
              <a:pathLst>
                <a:path w="151694" h="167167">
                  <a:moveTo>
                    <a:pt x="151694" y="96926"/>
                  </a:moveTo>
                  <a:lnTo>
                    <a:pt x="149332" y="92036"/>
                  </a:lnTo>
                  <a:lnTo>
                    <a:pt x="146813" y="87224"/>
                  </a:lnTo>
                  <a:lnTo>
                    <a:pt x="144138" y="82497"/>
                  </a:lnTo>
                  <a:lnTo>
                    <a:pt x="141312" y="77860"/>
                  </a:lnTo>
                  <a:lnTo>
                    <a:pt x="138336" y="73316"/>
                  </a:lnTo>
                  <a:lnTo>
                    <a:pt x="135215" y="68872"/>
                  </a:lnTo>
                  <a:lnTo>
                    <a:pt x="131950" y="64532"/>
                  </a:lnTo>
                  <a:lnTo>
                    <a:pt x="128546" y="60300"/>
                  </a:lnTo>
                  <a:lnTo>
                    <a:pt x="125007" y="56180"/>
                  </a:lnTo>
                  <a:lnTo>
                    <a:pt x="121336" y="52178"/>
                  </a:lnTo>
                  <a:lnTo>
                    <a:pt x="117536" y="48297"/>
                  </a:lnTo>
                  <a:lnTo>
                    <a:pt x="113613" y="44542"/>
                  </a:lnTo>
                  <a:lnTo>
                    <a:pt x="109570" y="40916"/>
                  </a:lnTo>
                  <a:lnTo>
                    <a:pt x="105411" y="37423"/>
                  </a:lnTo>
                  <a:lnTo>
                    <a:pt x="101140" y="34067"/>
                  </a:lnTo>
                  <a:lnTo>
                    <a:pt x="96763" y="30852"/>
                  </a:lnTo>
                  <a:lnTo>
                    <a:pt x="92284" y="27781"/>
                  </a:lnTo>
                  <a:lnTo>
                    <a:pt x="87708" y="24857"/>
                  </a:lnTo>
                  <a:lnTo>
                    <a:pt x="83038" y="22083"/>
                  </a:lnTo>
                  <a:lnTo>
                    <a:pt x="78282" y="19462"/>
                  </a:lnTo>
                  <a:lnTo>
                    <a:pt x="73442" y="16997"/>
                  </a:lnTo>
                  <a:lnTo>
                    <a:pt x="68525" y="14690"/>
                  </a:lnTo>
                  <a:lnTo>
                    <a:pt x="63536" y="12545"/>
                  </a:lnTo>
                  <a:lnTo>
                    <a:pt x="58480" y="10562"/>
                  </a:lnTo>
                  <a:lnTo>
                    <a:pt x="53362" y="8745"/>
                  </a:lnTo>
                  <a:lnTo>
                    <a:pt x="48187" y="7095"/>
                  </a:lnTo>
                  <a:lnTo>
                    <a:pt x="42962" y="5615"/>
                  </a:lnTo>
                  <a:lnTo>
                    <a:pt x="37691" y="4304"/>
                  </a:lnTo>
                  <a:lnTo>
                    <a:pt x="32381" y="3166"/>
                  </a:lnTo>
                  <a:lnTo>
                    <a:pt x="27037" y="2200"/>
                  </a:lnTo>
                  <a:lnTo>
                    <a:pt x="21663" y="1409"/>
                  </a:lnTo>
                  <a:lnTo>
                    <a:pt x="16268" y="793"/>
                  </a:lnTo>
                  <a:lnTo>
                    <a:pt x="10854" y="352"/>
                  </a:lnTo>
                  <a:lnTo>
                    <a:pt x="543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64872" y="3707720"/>
              <a:ext cx="154138" cy="167167"/>
            </a:xfrm>
            <a:custGeom>
              <a:avLst/>
              <a:pathLst>
                <a:path w="154138" h="167167">
                  <a:moveTo>
                    <a:pt x="154138" y="0"/>
                  </a:moveTo>
                  <a:lnTo>
                    <a:pt x="148691" y="88"/>
                  </a:lnTo>
                  <a:lnTo>
                    <a:pt x="143249" y="355"/>
                  </a:lnTo>
                  <a:lnTo>
                    <a:pt x="137819" y="798"/>
                  </a:lnTo>
                  <a:lnTo>
                    <a:pt x="132406" y="1418"/>
                  </a:lnTo>
                  <a:lnTo>
                    <a:pt x="127016" y="2214"/>
                  </a:lnTo>
                  <a:lnTo>
                    <a:pt x="121655" y="3186"/>
                  </a:lnTo>
                  <a:lnTo>
                    <a:pt x="116328" y="4332"/>
                  </a:lnTo>
                  <a:lnTo>
                    <a:pt x="111042" y="5650"/>
                  </a:lnTo>
                  <a:lnTo>
                    <a:pt x="105801" y="7141"/>
                  </a:lnTo>
                  <a:lnTo>
                    <a:pt x="100612" y="8801"/>
                  </a:lnTo>
                  <a:lnTo>
                    <a:pt x="95479" y="10629"/>
                  </a:lnTo>
                  <a:lnTo>
                    <a:pt x="90409" y="12624"/>
                  </a:lnTo>
                  <a:lnTo>
                    <a:pt x="85407" y="14783"/>
                  </a:lnTo>
                  <a:lnTo>
                    <a:pt x="80477" y="17104"/>
                  </a:lnTo>
                  <a:lnTo>
                    <a:pt x="75626" y="19584"/>
                  </a:lnTo>
                  <a:lnTo>
                    <a:pt x="70859" y="22221"/>
                  </a:lnTo>
                  <a:lnTo>
                    <a:pt x="66179" y="25012"/>
                  </a:lnTo>
                  <a:lnTo>
                    <a:pt x="61593" y="27953"/>
                  </a:lnTo>
                  <a:lnTo>
                    <a:pt x="57106" y="31043"/>
                  </a:lnTo>
                  <a:lnTo>
                    <a:pt x="52721" y="34278"/>
                  </a:lnTo>
                  <a:lnTo>
                    <a:pt x="48445" y="37653"/>
                  </a:lnTo>
                  <a:lnTo>
                    <a:pt x="44280" y="41166"/>
                  </a:lnTo>
                  <a:lnTo>
                    <a:pt x="40232" y="44813"/>
                  </a:lnTo>
                  <a:lnTo>
                    <a:pt x="36306" y="48590"/>
                  </a:lnTo>
                  <a:lnTo>
                    <a:pt x="32504" y="52493"/>
                  </a:lnTo>
                  <a:lnTo>
                    <a:pt x="28832" y="56518"/>
                  </a:lnTo>
                  <a:lnTo>
                    <a:pt x="25292" y="60660"/>
                  </a:lnTo>
                  <a:lnTo>
                    <a:pt x="21890" y="64916"/>
                  </a:lnTo>
                  <a:lnTo>
                    <a:pt x="18628" y="69280"/>
                  </a:lnTo>
                  <a:lnTo>
                    <a:pt x="15510" y="73748"/>
                  </a:lnTo>
                  <a:lnTo>
                    <a:pt x="12539" y="78315"/>
                  </a:lnTo>
                  <a:lnTo>
                    <a:pt x="9719" y="82977"/>
                  </a:lnTo>
                  <a:lnTo>
                    <a:pt x="7052" y="87728"/>
                  </a:lnTo>
                  <a:lnTo>
                    <a:pt x="4542" y="92563"/>
                  </a:lnTo>
                  <a:lnTo>
                    <a:pt x="2190" y="97478"/>
                  </a:lnTo>
                  <a:lnTo>
                    <a:pt x="0" y="102466"/>
                  </a:lnTo>
                  <a:lnTo>
                    <a:pt x="15413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1863" y="3709854"/>
              <a:ext cx="334297" cy="332200"/>
            </a:xfrm>
            <a:custGeom>
              <a:avLst/>
              <a:pathLst>
                <a:path w="334297" h="332200">
                  <a:moveTo>
                    <a:pt x="13009" y="100333"/>
                  </a:moveTo>
                  <a:lnTo>
                    <a:pt x="11034" y="105255"/>
                  </a:lnTo>
                  <a:lnTo>
                    <a:pt x="9216" y="110238"/>
                  </a:lnTo>
                  <a:lnTo>
                    <a:pt x="7557" y="115276"/>
                  </a:lnTo>
                  <a:lnTo>
                    <a:pt x="6059" y="120364"/>
                  </a:lnTo>
                  <a:lnTo>
                    <a:pt x="4723" y="125497"/>
                  </a:lnTo>
                  <a:lnTo>
                    <a:pt x="3551" y="130669"/>
                  </a:lnTo>
                  <a:lnTo>
                    <a:pt x="2543" y="135877"/>
                  </a:lnTo>
                  <a:lnTo>
                    <a:pt x="1701" y="141113"/>
                  </a:lnTo>
                  <a:lnTo>
                    <a:pt x="1025" y="146374"/>
                  </a:lnTo>
                  <a:lnTo>
                    <a:pt x="517" y="151654"/>
                  </a:lnTo>
                  <a:lnTo>
                    <a:pt x="176" y="156947"/>
                  </a:lnTo>
                  <a:lnTo>
                    <a:pt x="4" y="162248"/>
                  </a:lnTo>
                  <a:lnTo>
                    <a:pt x="0" y="167552"/>
                  </a:lnTo>
                  <a:lnTo>
                    <a:pt x="164" y="172853"/>
                  </a:lnTo>
                  <a:lnTo>
                    <a:pt x="496" y="178147"/>
                  </a:lnTo>
                  <a:lnTo>
                    <a:pt x="996" y="183427"/>
                  </a:lnTo>
                  <a:lnTo>
                    <a:pt x="1663" y="188689"/>
                  </a:lnTo>
                  <a:lnTo>
                    <a:pt x="2497" y="193927"/>
                  </a:lnTo>
                  <a:lnTo>
                    <a:pt x="3496" y="199136"/>
                  </a:lnTo>
                  <a:lnTo>
                    <a:pt x="4660" y="204311"/>
                  </a:lnTo>
                  <a:lnTo>
                    <a:pt x="5988" y="209446"/>
                  </a:lnTo>
                  <a:lnTo>
                    <a:pt x="7478" y="214536"/>
                  </a:lnTo>
                  <a:lnTo>
                    <a:pt x="9129" y="219577"/>
                  </a:lnTo>
                  <a:lnTo>
                    <a:pt x="10939" y="224562"/>
                  </a:lnTo>
                  <a:lnTo>
                    <a:pt x="12906" y="229488"/>
                  </a:lnTo>
                  <a:lnTo>
                    <a:pt x="15029" y="234349"/>
                  </a:lnTo>
                  <a:lnTo>
                    <a:pt x="17304" y="239140"/>
                  </a:lnTo>
                  <a:lnTo>
                    <a:pt x="19731" y="243856"/>
                  </a:lnTo>
                  <a:lnTo>
                    <a:pt x="22306" y="248493"/>
                  </a:lnTo>
                  <a:lnTo>
                    <a:pt x="25026" y="253046"/>
                  </a:lnTo>
                  <a:lnTo>
                    <a:pt x="27890" y="257511"/>
                  </a:lnTo>
                  <a:lnTo>
                    <a:pt x="30894" y="261882"/>
                  </a:lnTo>
                  <a:lnTo>
                    <a:pt x="34035" y="266156"/>
                  </a:lnTo>
                  <a:lnTo>
                    <a:pt x="37310" y="270328"/>
                  </a:lnTo>
                  <a:lnTo>
                    <a:pt x="40716" y="274394"/>
                  </a:lnTo>
                  <a:lnTo>
                    <a:pt x="44249" y="278350"/>
                  </a:lnTo>
                  <a:lnTo>
                    <a:pt x="47906" y="282192"/>
                  </a:lnTo>
                  <a:lnTo>
                    <a:pt x="51682" y="285916"/>
                  </a:lnTo>
                  <a:lnTo>
                    <a:pt x="55576" y="289518"/>
                  </a:lnTo>
                  <a:lnTo>
                    <a:pt x="59581" y="292995"/>
                  </a:lnTo>
                  <a:lnTo>
                    <a:pt x="63695" y="296343"/>
                  </a:lnTo>
                  <a:lnTo>
                    <a:pt x="67912" y="299559"/>
                  </a:lnTo>
                  <a:lnTo>
                    <a:pt x="72230" y="302640"/>
                  </a:lnTo>
                  <a:lnTo>
                    <a:pt x="76643" y="305582"/>
                  </a:lnTo>
                  <a:lnTo>
                    <a:pt x="81148" y="308382"/>
                  </a:lnTo>
                  <a:lnTo>
                    <a:pt x="85739" y="311038"/>
                  </a:lnTo>
                  <a:lnTo>
                    <a:pt x="90412" y="313547"/>
                  </a:lnTo>
                  <a:lnTo>
                    <a:pt x="95162" y="315907"/>
                  </a:lnTo>
                  <a:lnTo>
                    <a:pt x="99985" y="318115"/>
                  </a:lnTo>
                  <a:lnTo>
                    <a:pt x="104875" y="320169"/>
                  </a:lnTo>
                  <a:lnTo>
                    <a:pt x="109828" y="322066"/>
                  </a:lnTo>
                  <a:lnTo>
                    <a:pt x="114838" y="323805"/>
                  </a:lnTo>
                  <a:lnTo>
                    <a:pt x="119902" y="325385"/>
                  </a:lnTo>
                  <a:lnTo>
                    <a:pt x="125013" y="326803"/>
                  </a:lnTo>
                  <a:lnTo>
                    <a:pt x="130166" y="328058"/>
                  </a:lnTo>
                  <a:lnTo>
                    <a:pt x="135356" y="329150"/>
                  </a:lnTo>
                  <a:lnTo>
                    <a:pt x="140579" y="330076"/>
                  </a:lnTo>
                  <a:lnTo>
                    <a:pt x="145828" y="330835"/>
                  </a:lnTo>
                  <a:lnTo>
                    <a:pt x="151099" y="331428"/>
                  </a:lnTo>
                  <a:lnTo>
                    <a:pt x="156386" y="331854"/>
                  </a:lnTo>
                  <a:lnTo>
                    <a:pt x="161684" y="332111"/>
                  </a:lnTo>
                  <a:lnTo>
                    <a:pt x="166987" y="332200"/>
                  </a:lnTo>
                  <a:lnTo>
                    <a:pt x="172290" y="332121"/>
                  </a:lnTo>
                  <a:lnTo>
                    <a:pt x="177588" y="331874"/>
                  </a:lnTo>
                  <a:lnTo>
                    <a:pt x="182876" y="331459"/>
                  </a:lnTo>
                  <a:lnTo>
                    <a:pt x="188148" y="330876"/>
                  </a:lnTo>
                  <a:lnTo>
                    <a:pt x="193399" y="330127"/>
                  </a:lnTo>
                  <a:lnTo>
                    <a:pt x="198623" y="329211"/>
                  </a:lnTo>
                  <a:lnTo>
                    <a:pt x="203816" y="328130"/>
                  </a:lnTo>
                  <a:lnTo>
                    <a:pt x="208971" y="326884"/>
                  </a:lnTo>
                  <a:lnTo>
                    <a:pt x="214085" y="325476"/>
                  </a:lnTo>
                  <a:lnTo>
                    <a:pt x="219151" y="323906"/>
                  </a:lnTo>
                  <a:lnTo>
                    <a:pt x="224165" y="322176"/>
                  </a:lnTo>
                  <a:lnTo>
                    <a:pt x="229122" y="320288"/>
                  </a:lnTo>
                  <a:lnTo>
                    <a:pt x="234016" y="318244"/>
                  </a:lnTo>
                  <a:lnTo>
                    <a:pt x="238843" y="316046"/>
                  </a:lnTo>
                  <a:lnTo>
                    <a:pt x="243598" y="313695"/>
                  </a:lnTo>
                  <a:lnTo>
                    <a:pt x="248275" y="311195"/>
                  </a:lnTo>
                  <a:lnTo>
                    <a:pt x="252871" y="308548"/>
                  </a:lnTo>
                  <a:lnTo>
                    <a:pt x="257381" y="305756"/>
                  </a:lnTo>
                  <a:lnTo>
                    <a:pt x="261800" y="302822"/>
                  </a:lnTo>
                  <a:lnTo>
                    <a:pt x="266124" y="299750"/>
                  </a:lnTo>
                  <a:lnTo>
                    <a:pt x="270348" y="296543"/>
                  </a:lnTo>
                  <a:lnTo>
                    <a:pt x="274468" y="293202"/>
                  </a:lnTo>
                  <a:lnTo>
                    <a:pt x="278480" y="289733"/>
                  </a:lnTo>
                  <a:lnTo>
                    <a:pt x="282380" y="286138"/>
                  </a:lnTo>
                  <a:lnTo>
                    <a:pt x="286164" y="282422"/>
                  </a:lnTo>
                  <a:lnTo>
                    <a:pt x="289828" y="278587"/>
                  </a:lnTo>
                  <a:lnTo>
                    <a:pt x="293369" y="274638"/>
                  </a:lnTo>
                  <a:lnTo>
                    <a:pt x="296783" y="270578"/>
                  </a:lnTo>
                  <a:lnTo>
                    <a:pt x="300066" y="266413"/>
                  </a:lnTo>
                  <a:lnTo>
                    <a:pt x="303215" y="262145"/>
                  </a:lnTo>
                  <a:lnTo>
                    <a:pt x="306227" y="257779"/>
                  </a:lnTo>
                  <a:lnTo>
                    <a:pt x="309100" y="253320"/>
                  </a:lnTo>
                  <a:lnTo>
                    <a:pt x="311829" y="248773"/>
                  </a:lnTo>
                  <a:lnTo>
                    <a:pt x="314413" y="244141"/>
                  </a:lnTo>
                  <a:lnTo>
                    <a:pt x="316848" y="239429"/>
                  </a:lnTo>
                  <a:lnTo>
                    <a:pt x="319133" y="234642"/>
                  </a:lnTo>
                  <a:lnTo>
                    <a:pt x="321265" y="229785"/>
                  </a:lnTo>
                  <a:lnTo>
                    <a:pt x="323242" y="224864"/>
                  </a:lnTo>
                  <a:lnTo>
                    <a:pt x="325061" y="219881"/>
                  </a:lnTo>
                  <a:lnTo>
                    <a:pt x="326722" y="214844"/>
                  </a:lnTo>
                  <a:lnTo>
                    <a:pt x="328222" y="209757"/>
                  </a:lnTo>
                  <a:lnTo>
                    <a:pt x="329559" y="204624"/>
                  </a:lnTo>
                  <a:lnTo>
                    <a:pt x="330734" y="199452"/>
                  </a:lnTo>
                  <a:lnTo>
                    <a:pt x="331743" y="194245"/>
                  </a:lnTo>
                  <a:lnTo>
                    <a:pt x="332587" y="189008"/>
                  </a:lnTo>
                  <a:lnTo>
                    <a:pt x="333265" y="183748"/>
                  </a:lnTo>
                  <a:lnTo>
                    <a:pt x="333775" y="178468"/>
                  </a:lnTo>
                  <a:lnTo>
                    <a:pt x="334117" y="173175"/>
                  </a:lnTo>
                  <a:lnTo>
                    <a:pt x="334291" y="167874"/>
                  </a:lnTo>
                  <a:lnTo>
                    <a:pt x="334297" y="162570"/>
                  </a:lnTo>
                  <a:lnTo>
                    <a:pt x="334135" y="157269"/>
                  </a:lnTo>
                  <a:lnTo>
                    <a:pt x="333805" y="151975"/>
                  </a:lnTo>
                  <a:lnTo>
                    <a:pt x="333306" y="146695"/>
                  </a:lnTo>
                  <a:lnTo>
                    <a:pt x="332641" y="141433"/>
                  </a:lnTo>
                  <a:lnTo>
                    <a:pt x="331809" y="136194"/>
                  </a:lnTo>
                  <a:lnTo>
                    <a:pt x="330811" y="130985"/>
                  </a:lnTo>
                  <a:lnTo>
                    <a:pt x="329649" y="125810"/>
                  </a:lnTo>
                  <a:lnTo>
                    <a:pt x="328323" y="120675"/>
                  </a:lnTo>
                  <a:lnTo>
                    <a:pt x="326834" y="115584"/>
                  </a:lnTo>
                  <a:lnTo>
                    <a:pt x="325185" y="110543"/>
                  </a:lnTo>
                  <a:lnTo>
                    <a:pt x="323377" y="105556"/>
                  </a:lnTo>
                  <a:lnTo>
                    <a:pt x="321411" y="100630"/>
                  </a:lnTo>
                  <a:lnTo>
                    <a:pt x="319291" y="95768"/>
                  </a:lnTo>
                  <a:lnTo>
                    <a:pt x="317017" y="90977"/>
                  </a:lnTo>
                  <a:lnTo>
                    <a:pt x="314592" y="86259"/>
                  </a:lnTo>
                  <a:lnTo>
                    <a:pt x="312018" y="81622"/>
                  </a:lnTo>
                  <a:lnTo>
                    <a:pt x="309299" y="77068"/>
                  </a:lnTo>
                  <a:lnTo>
                    <a:pt x="306437" y="72602"/>
                  </a:lnTo>
                  <a:lnTo>
                    <a:pt x="303435" y="68230"/>
                  </a:lnTo>
                  <a:lnTo>
                    <a:pt x="300295" y="63955"/>
                  </a:lnTo>
                  <a:lnTo>
                    <a:pt x="297021" y="59782"/>
                  </a:lnTo>
                  <a:lnTo>
                    <a:pt x="293617" y="55715"/>
                  </a:lnTo>
                  <a:lnTo>
                    <a:pt x="290085" y="51757"/>
                  </a:lnTo>
                  <a:lnTo>
                    <a:pt x="286430" y="47914"/>
                  </a:lnTo>
                  <a:lnTo>
                    <a:pt x="282654" y="44189"/>
                  </a:lnTo>
                  <a:lnTo>
                    <a:pt x="278762" y="40586"/>
                  </a:lnTo>
                  <a:lnTo>
                    <a:pt x="274758" y="37107"/>
                  </a:lnTo>
                  <a:lnTo>
                    <a:pt x="270645" y="33758"/>
                  </a:lnTo>
                  <a:lnTo>
                    <a:pt x="266429" y="30540"/>
                  </a:lnTo>
                  <a:lnTo>
                    <a:pt x="262112" y="27458"/>
                  </a:lnTo>
                  <a:lnTo>
                    <a:pt x="257700" y="24515"/>
                  </a:lnTo>
                  <a:lnTo>
                    <a:pt x="253196" y="21713"/>
                  </a:lnTo>
                  <a:lnTo>
                    <a:pt x="248606" y="19055"/>
                  </a:lnTo>
                  <a:lnTo>
                    <a:pt x="243934" y="16545"/>
                  </a:lnTo>
                  <a:lnTo>
                    <a:pt x="239185" y="14183"/>
                  </a:lnTo>
                  <a:lnTo>
                    <a:pt x="234363" y="11974"/>
                  </a:lnTo>
                  <a:lnTo>
                    <a:pt x="229473" y="9919"/>
                  </a:lnTo>
                  <a:lnTo>
                    <a:pt x="224521" y="8019"/>
                  </a:lnTo>
                  <a:lnTo>
                    <a:pt x="219511" y="6278"/>
                  </a:lnTo>
                  <a:lnTo>
                    <a:pt x="214448" y="4697"/>
                  </a:lnTo>
                  <a:lnTo>
                    <a:pt x="209338" y="3277"/>
                  </a:lnTo>
                  <a:lnTo>
                    <a:pt x="204185" y="2020"/>
                  </a:lnTo>
                  <a:lnTo>
                    <a:pt x="198995" y="927"/>
                  </a:lnTo>
                  <a:lnTo>
                    <a:pt x="193773" y="0"/>
                  </a:lnTo>
                  <a:lnTo>
                    <a:pt x="167148" y="165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26624" cy="167167"/>
            </a:xfrm>
            <a:custGeom>
              <a:avLst/>
              <a:pathLst>
                <a:path w="26624" h="167167">
                  <a:moveTo>
                    <a:pt x="26624" y="2133"/>
                  </a:moveTo>
                  <a:lnTo>
                    <a:pt x="20005" y="1201"/>
                  </a:lnTo>
                  <a:lnTo>
                    <a:pt x="13354" y="534"/>
                  </a:lnTo>
                  <a:lnTo>
                    <a:pt x="6682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2025-06-06T01:02:27Z</dcterms:modified>
  <cp:category/>
</cp:coreProperties>
</file>