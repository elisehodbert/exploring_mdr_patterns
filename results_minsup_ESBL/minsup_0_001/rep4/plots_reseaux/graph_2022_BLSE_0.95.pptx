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29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25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3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5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79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46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41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235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48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41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249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48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46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30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29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33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58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9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42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488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29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108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549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29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108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56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29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1135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62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29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114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61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29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114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61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25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58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82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25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56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217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62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25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223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25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61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22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25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61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22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3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40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181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396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206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3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3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49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217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51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223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3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3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51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2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37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51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22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172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406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38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1817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480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2063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4739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38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32320" y="2176801"/>
              <a:ext cx="3737638" cy="1609532"/>
            </a:xfrm>
            <a:custGeom>
              <a:avLst/>
              <a:pathLst>
                <a:path w="3737638" h="1609532">
                  <a:moveTo>
                    <a:pt x="0" y="0"/>
                  </a:moveTo>
                  <a:lnTo>
                    <a:pt x="3737638" y="1609532"/>
                  </a:lnTo>
                </a:path>
              </a:pathLst>
            </a:custGeom>
            <a:ln w="217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517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223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5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22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5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38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2221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51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5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1230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333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5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172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44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5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181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52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206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54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5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4250727" y="1282156"/>
              <a:ext cx="2527935" cy="1457034"/>
            </a:xfrm>
            <a:custGeom>
              <a:avLst/>
              <a:pathLst>
                <a:path w="2527935" h="1457034">
                  <a:moveTo>
                    <a:pt x="2527935" y="1457034"/>
                  </a:moveTo>
                  <a:lnTo>
                    <a:pt x="0" y="0"/>
                  </a:lnTo>
                </a:path>
              </a:pathLst>
            </a:custGeom>
            <a:ln w="5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217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58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2231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61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5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5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22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61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54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222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61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30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49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2351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2490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174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77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42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277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30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4144508" y="1361326"/>
              <a:ext cx="952554" cy="4012344"/>
            </a:xfrm>
            <a:custGeom>
              <a:avLst/>
              <a:pathLst>
                <a:path w="952554" h="4012344">
                  <a:moveTo>
                    <a:pt x="0" y="0"/>
                  </a:moveTo>
                  <a:lnTo>
                    <a:pt x="952554" y="4012344"/>
                  </a:lnTo>
                </a:path>
              </a:pathLst>
            </a:custGeom>
            <a:ln w="285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296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30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012953" y="1298395"/>
              <a:ext cx="958771" cy="712571"/>
            </a:xfrm>
            <a:custGeom>
              <a:avLst/>
              <a:pathLst>
                <a:path w="958771" h="712571">
                  <a:moveTo>
                    <a:pt x="958771" y="0"/>
                  </a:moveTo>
                  <a:lnTo>
                    <a:pt x="0" y="712571"/>
                  </a:lnTo>
                </a:path>
              </a:pathLst>
            </a:custGeom>
            <a:ln w="307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3251180" y="1361326"/>
              <a:ext cx="816101" cy="3437577"/>
            </a:xfrm>
            <a:custGeom>
              <a:avLst/>
              <a:pathLst>
                <a:path w="816101" h="3437577">
                  <a:moveTo>
                    <a:pt x="816101" y="0"/>
                  </a:moveTo>
                  <a:lnTo>
                    <a:pt x="0" y="3437577"/>
                  </a:lnTo>
                </a:path>
              </a:pathLst>
            </a:custGeom>
            <a:ln w="1744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163155" y="1355734"/>
              <a:ext cx="1412720" cy="3874850"/>
            </a:xfrm>
            <a:custGeom>
              <a:avLst/>
              <a:pathLst>
                <a:path w="1412720" h="3874850">
                  <a:moveTo>
                    <a:pt x="0" y="0"/>
                  </a:moveTo>
                  <a:lnTo>
                    <a:pt x="1412720" y="3874850"/>
                  </a:lnTo>
                </a:path>
              </a:pathLst>
            </a:custGeom>
            <a:ln w="98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85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181020" y="1348014"/>
              <a:ext cx="1826693" cy="3631091"/>
            </a:xfrm>
            <a:custGeom>
              <a:avLst/>
              <a:pathLst>
                <a:path w="1826693" h="3631091">
                  <a:moveTo>
                    <a:pt x="0" y="0"/>
                  </a:moveTo>
                  <a:lnTo>
                    <a:pt x="1826693" y="3631091"/>
                  </a:lnTo>
                </a:path>
              </a:pathLst>
            </a:custGeom>
            <a:ln w="63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30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307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117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82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30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239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168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231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1885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30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3423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321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4784165" y="1118364"/>
              <a:ext cx="184624" cy="10734"/>
            </a:xfrm>
            <a:custGeom>
              <a:avLst/>
              <a:pathLst>
                <a:path w="184624" h="10734">
                  <a:moveTo>
                    <a:pt x="184624" y="10734"/>
                  </a:moveTo>
                  <a:lnTo>
                    <a:pt x="0" y="0"/>
                  </a:lnTo>
                </a:path>
              </a:pathLst>
            </a:custGeom>
            <a:ln w="307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168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98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3422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1885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2753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985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3789255" y="1451875"/>
              <a:ext cx="2796470" cy="835791"/>
            </a:xfrm>
            <a:custGeom>
              <a:avLst/>
              <a:pathLst>
                <a:path w="2796470" h="835791">
                  <a:moveTo>
                    <a:pt x="2796470" y="835791"/>
                  </a:moveTo>
                  <a:lnTo>
                    <a:pt x="0" y="0"/>
                  </a:lnTo>
                </a:path>
              </a:pathLst>
            </a:custGeom>
            <a:ln w="168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821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203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37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79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84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79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42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853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42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734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1177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428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96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239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790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590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39306" y="3170392"/>
              <a:ext cx="44472" cy="167167"/>
            </a:xfrm>
            <a:custGeom>
              <a:avLst/>
              <a:pathLst>
                <a:path w="44472" h="167167">
                  <a:moveTo>
                    <a:pt x="44472" y="0"/>
                  </a:moveTo>
                  <a:lnTo>
                    <a:pt x="38043" y="123"/>
                  </a:lnTo>
                  <a:lnTo>
                    <a:pt x="31624" y="494"/>
                  </a:lnTo>
                  <a:lnTo>
                    <a:pt x="25223" y="1111"/>
                  </a:lnTo>
                  <a:lnTo>
                    <a:pt x="18851" y="1975"/>
                  </a:lnTo>
                  <a:lnTo>
                    <a:pt x="12517" y="3082"/>
                  </a:lnTo>
                  <a:lnTo>
                    <a:pt x="6230" y="4433"/>
                  </a:lnTo>
                  <a:lnTo>
                    <a:pt x="0" y="6024"/>
                  </a:lnTo>
                  <a:lnTo>
                    <a:pt x="44472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9306" y="3176416"/>
              <a:ext cx="44472" cy="161143"/>
            </a:xfrm>
            <a:custGeom>
              <a:avLst/>
              <a:pathLst>
                <a:path w="44472" h="161143">
                  <a:moveTo>
                    <a:pt x="0" y="0"/>
                  </a:moveTo>
                  <a:lnTo>
                    <a:pt x="44472" y="16114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816612" y="3170454"/>
              <a:ext cx="334328" cy="334264"/>
            </a:xfrm>
            <a:custGeom>
              <a:avLst/>
              <a:pathLst>
                <a:path w="334328" h="334264">
                  <a:moveTo>
                    <a:pt x="122694" y="5962"/>
                  </a:moveTo>
                  <a:lnTo>
                    <a:pt x="117612" y="7451"/>
                  </a:lnTo>
                  <a:lnTo>
                    <a:pt x="112581" y="9100"/>
                  </a:lnTo>
                  <a:lnTo>
                    <a:pt x="107604" y="10908"/>
                  </a:lnTo>
                  <a:lnTo>
                    <a:pt x="102687" y="12873"/>
                  </a:lnTo>
                  <a:lnTo>
                    <a:pt x="97835" y="14993"/>
                  </a:lnTo>
                  <a:lnTo>
                    <a:pt x="93053" y="17265"/>
                  </a:lnTo>
                  <a:lnTo>
                    <a:pt x="88344" y="19687"/>
                  </a:lnTo>
                  <a:lnTo>
                    <a:pt x="83715" y="22257"/>
                  </a:lnTo>
                  <a:lnTo>
                    <a:pt x="79170" y="24973"/>
                  </a:lnTo>
                  <a:lnTo>
                    <a:pt x="74712" y="27831"/>
                  </a:lnTo>
                  <a:lnTo>
                    <a:pt x="70348" y="30829"/>
                  </a:lnTo>
                  <a:lnTo>
                    <a:pt x="66081" y="33963"/>
                  </a:lnTo>
                  <a:lnTo>
                    <a:pt x="61915" y="37232"/>
                  </a:lnTo>
                  <a:lnTo>
                    <a:pt x="57854" y="40630"/>
                  </a:lnTo>
                  <a:lnTo>
                    <a:pt x="53904" y="44156"/>
                  </a:lnTo>
                  <a:lnTo>
                    <a:pt x="50067" y="47804"/>
                  </a:lnTo>
                  <a:lnTo>
                    <a:pt x="46347" y="51573"/>
                  </a:lnTo>
                  <a:lnTo>
                    <a:pt x="42749" y="55457"/>
                  </a:lnTo>
                  <a:lnTo>
                    <a:pt x="39275" y="59453"/>
                  </a:lnTo>
                  <a:lnTo>
                    <a:pt x="35930" y="63558"/>
                  </a:lnTo>
                  <a:lnTo>
                    <a:pt x="32717" y="67766"/>
                  </a:lnTo>
                  <a:lnTo>
                    <a:pt x="29638" y="72074"/>
                  </a:lnTo>
                  <a:lnTo>
                    <a:pt x="26697" y="76477"/>
                  </a:lnTo>
                  <a:lnTo>
                    <a:pt x="23898" y="80971"/>
                  </a:lnTo>
                  <a:lnTo>
                    <a:pt x="21242" y="85552"/>
                  </a:lnTo>
                  <a:lnTo>
                    <a:pt x="18732" y="90214"/>
                  </a:lnTo>
                  <a:lnTo>
                    <a:pt x="16371" y="94954"/>
                  </a:lnTo>
                  <a:lnTo>
                    <a:pt x="14162" y="99765"/>
                  </a:lnTo>
                  <a:lnTo>
                    <a:pt x="12106" y="104645"/>
                  </a:lnTo>
                  <a:lnTo>
                    <a:pt x="10206" y="109587"/>
                  </a:lnTo>
                  <a:lnTo>
                    <a:pt x="8463" y="114587"/>
                  </a:lnTo>
                  <a:lnTo>
                    <a:pt x="6879" y="119639"/>
                  </a:lnTo>
                  <a:lnTo>
                    <a:pt x="5456" y="124739"/>
                  </a:lnTo>
                  <a:lnTo>
                    <a:pt x="4196" y="129882"/>
                  </a:lnTo>
                  <a:lnTo>
                    <a:pt x="3099" y="135062"/>
                  </a:lnTo>
                  <a:lnTo>
                    <a:pt x="2166" y="140274"/>
                  </a:lnTo>
                  <a:lnTo>
                    <a:pt x="1399" y="145513"/>
                  </a:lnTo>
                  <a:lnTo>
                    <a:pt x="798" y="150774"/>
                  </a:lnTo>
                  <a:lnTo>
                    <a:pt x="365" y="156051"/>
                  </a:lnTo>
                  <a:lnTo>
                    <a:pt x="98" y="161339"/>
                  </a:lnTo>
                  <a:lnTo>
                    <a:pt x="0" y="166633"/>
                  </a:lnTo>
                  <a:lnTo>
                    <a:pt x="68" y="171928"/>
                  </a:lnTo>
                  <a:lnTo>
                    <a:pt x="305" y="177217"/>
                  </a:lnTo>
                  <a:lnTo>
                    <a:pt x="709" y="182497"/>
                  </a:lnTo>
                  <a:lnTo>
                    <a:pt x="1280" y="187761"/>
                  </a:lnTo>
                  <a:lnTo>
                    <a:pt x="2017" y="193004"/>
                  </a:lnTo>
                  <a:lnTo>
                    <a:pt x="2920" y="198221"/>
                  </a:lnTo>
                  <a:lnTo>
                    <a:pt x="3988" y="203407"/>
                  </a:lnTo>
                  <a:lnTo>
                    <a:pt x="5220" y="208557"/>
                  </a:lnTo>
                  <a:lnTo>
                    <a:pt x="6614" y="213665"/>
                  </a:lnTo>
                  <a:lnTo>
                    <a:pt x="8169" y="218727"/>
                  </a:lnTo>
                  <a:lnTo>
                    <a:pt x="9884" y="223736"/>
                  </a:lnTo>
                  <a:lnTo>
                    <a:pt x="11756" y="228689"/>
                  </a:lnTo>
                  <a:lnTo>
                    <a:pt x="13784" y="233580"/>
                  </a:lnTo>
                  <a:lnTo>
                    <a:pt x="15967" y="238404"/>
                  </a:lnTo>
                  <a:lnTo>
                    <a:pt x="18300" y="243157"/>
                  </a:lnTo>
                  <a:lnTo>
                    <a:pt x="20784" y="247833"/>
                  </a:lnTo>
                  <a:lnTo>
                    <a:pt x="23414" y="252429"/>
                  </a:lnTo>
                  <a:lnTo>
                    <a:pt x="26188" y="256939"/>
                  </a:lnTo>
                  <a:lnTo>
                    <a:pt x="29104" y="261359"/>
                  </a:lnTo>
                  <a:lnTo>
                    <a:pt x="32158" y="265684"/>
                  </a:lnTo>
                  <a:lnTo>
                    <a:pt x="35348" y="269910"/>
                  </a:lnTo>
                  <a:lnTo>
                    <a:pt x="38670" y="274033"/>
                  </a:lnTo>
                  <a:lnTo>
                    <a:pt x="42121" y="278049"/>
                  </a:lnTo>
                  <a:lnTo>
                    <a:pt x="45697" y="281954"/>
                  </a:lnTo>
                  <a:lnTo>
                    <a:pt x="49395" y="285743"/>
                  </a:lnTo>
                  <a:lnTo>
                    <a:pt x="53212" y="289413"/>
                  </a:lnTo>
                  <a:lnTo>
                    <a:pt x="57142" y="292961"/>
                  </a:lnTo>
                  <a:lnTo>
                    <a:pt x="61183" y="296382"/>
                  </a:lnTo>
                  <a:lnTo>
                    <a:pt x="65331" y="299674"/>
                  </a:lnTo>
                  <a:lnTo>
                    <a:pt x="69580" y="302832"/>
                  </a:lnTo>
                  <a:lnTo>
                    <a:pt x="73928" y="305855"/>
                  </a:lnTo>
                  <a:lnTo>
                    <a:pt x="78369" y="308738"/>
                  </a:lnTo>
                  <a:lnTo>
                    <a:pt x="82899" y="311479"/>
                  </a:lnTo>
                  <a:lnTo>
                    <a:pt x="87514" y="314076"/>
                  </a:lnTo>
                  <a:lnTo>
                    <a:pt x="92208" y="316525"/>
                  </a:lnTo>
                  <a:lnTo>
                    <a:pt x="96978" y="318824"/>
                  </a:lnTo>
                  <a:lnTo>
                    <a:pt x="101818" y="320970"/>
                  </a:lnTo>
                  <a:lnTo>
                    <a:pt x="106724" y="322963"/>
                  </a:lnTo>
                  <a:lnTo>
                    <a:pt x="111690" y="324799"/>
                  </a:lnTo>
                  <a:lnTo>
                    <a:pt x="116712" y="326477"/>
                  </a:lnTo>
                  <a:lnTo>
                    <a:pt x="121785" y="327995"/>
                  </a:lnTo>
                  <a:lnTo>
                    <a:pt x="126903" y="329351"/>
                  </a:lnTo>
                  <a:lnTo>
                    <a:pt x="132062" y="330545"/>
                  </a:lnTo>
                  <a:lnTo>
                    <a:pt x="137255" y="331575"/>
                  </a:lnTo>
                  <a:lnTo>
                    <a:pt x="142479" y="332439"/>
                  </a:lnTo>
                  <a:lnTo>
                    <a:pt x="147728" y="333138"/>
                  </a:lnTo>
                  <a:lnTo>
                    <a:pt x="152996" y="333671"/>
                  </a:lnTo>
                  <a:lnTo>
                    <a:pt x="158278" y="334036"/>
                  </a:lnTo>
                  <a:lnTo>
                    <a:pt x="163569" y="334234"/>
                  </a:lnTo>
                  <a:lnTo>
                    <a:pt x="168864" y="334264"/>
                  </a:lnTo>
                  <a:lnTo>
                    <a:pt x="174157" y="334126"/>
                  </a:lnTo>
                  <a:lnTo>
                    <a:pt x="179443" y="333821"/>
                  </a:lnTo>
                  <a:lnTo>
                    <a:pt x="184717" y="333349"/>
                  </a:lnTo>
                  <a:lnTo>
                    <a:pt x="189973" y="332709"/>
                  </a:lnTo>
                  <a:lnTo>
                    <a:pt x="195207" y="331904"/>
                  </a:lnTo>
                  <a:lnTo>
                    <a:pt x="200412" y="330933"/>
                  </a:lnTo>
                  <a:lnTo>
                    <a:pt x="205583" y="329798"/>
                  </a:lnTo>
                  <a:lnTo>
                    <a:pt x="210717" y="328500"/>
                  </a:lnTo>
                  <a:lnTo>
                    <a:pt x="215806" y="327040"/>
                  </a:lnTo>
                  <a:lnTo>
                    <a:pt x="220847" y="325419"/>
                  </a:lnTo>
                  <a:lnTo>
                    <a:pt x="225834" y="323639"/>
                  </a:lnTo>
                  <a:lnTo>
                    <a:pt x="230762" y="321703"/>
                  </a:lnTo>
                  <a:lnTo>
                    <a:pt x="235626" y="319611"/>
                  </a:lnTo>
                  <a:lnTo>
                    <a:pt x="240422" y="317367"/>
                  </a:lnTo>
                  <a:lnTo>
                    <a:pt x="245144" y="314971"/>
                  </a:lnTo>
                  <a:lnTo>
                    <a:pt x="249788" y="312428"/>
                  </a:lnTo>
                  <a:lnTo>
                    <a:pt x="254349" y="309738"/>
                  </a:lnTo>
                  <a:lnTo>
                    <a:pt x="258822" y="306905"/>
                  </a:lnTo>
                  <a:lnTo>
                    <a:pt x="263204" y="303932"/>
                  </a:lnTo>
                  <a:lnTo>
                    <a:pt x="267489" y="300822"/>
                  </a:lnTo>
                  <a:lnTo>
                    <a:pt x="271673" y="297578"/>
                  </a:lnTo>
                  <a:lnTo>
                    <a:pt x="275753" y="294203"/>
                  </a:lnTo>
                  <a:lnTo>
                    <a:pt x="279724" y="290700"/>
                  </a:lnTo>
                  <a:lnTo>
                    <a:pt x="283582" y="287073"/>
                  </a:lnTo>
                  <a:lnTo>
                    <a:pt x="287323" y="283326"/>
                  </a:lnTo>
                  <a:lnTo>
                    <a:pt x="290943" y="279463"/>
                  </a:lnTo>
                  <a:lnTo>
                    <a:pt x="294439" y="275486"/>
                  </a:lnTo>
                  <a:lnTo>
                    <a:pt x="297808" y="271401"/>
                  </a:lnTo>
                  <a:lnTo>
                    <a:pt x="301046" y="267211"/>
                  </a:lnTo>
                  <a:lnTo>
                    <a:pt x="304149" y="262921"/>
                  </a:lnTo>
                  <a:lnTo>
                    <a:pt x="307115" y="258535"/>
                  </a:lnTo>
                  <a:lnTo>
                    <a:pt x="309940" y="254057"/>
                  </a:lnTo>
                  <a:lnTo>
                    <a:pt x="312622" y="249491"/>
                  </a:lnTo>
                  <a:lnTo>
                    <a:pt x="315158" y="244843"/>
                  </a:lnTo>
                  <a:lnTo>
                    <a:pt x="317546" y="240118"/>
                  </a:lnTo>
                  <a:lnTo>
                    <a:pt x="319783" y="235318"/>
                  </a:lnTo>
                  <a:lnTo>
                    <a:pt x="321867" y="230451"/>
                  </a:lnTo>
                  <a:lnTo>
                    <a:pt x="323795" y="225520"/>
                  </a:lnTo>
                  <a:lnTo>
                    <a:pt x="325567" y="220530"/>
                  </a:lnTo>
                  <a:lnTo>
                    <a:pt x="327179" y="215486"/>
                  </a:lnTo>
                  <a:lnTo>
                    <a:pt x="328631" y="210394"/>
                  </a:lnTo>
                  <a:lnTo>
                    <a:pt x="329921" y="205259"/>
                  </a:lnTo>
                  <a:lnTo>
                    <a:pt x="331048" y="200085"/>
                  </a:lnTo>
                  <a:lnTo>
                    <a:pt x="332010" y="194879"/>
                  </a:lnTo>
                  <a:lnTo>
                    <a:pt x="332807" y="189644"/>
                  </a:lnTo>
                  <a:lnTo>
                    <a:pt x="333438" y="184387"/>
                  </a:lnTo>
                  <a:lnTo>
                    <a:pt x="333902" y="179112"/>
                  </a:lnTo>
                  <a:lnTo>
                    <a:pt x="334199" y="173826"/>
                  </a:lnTo>
                  <a:lnTo>
                    <a:pt x="334328" y="168533"/>
                  </a:lnTo>
                  <a:lnTo>
                    <a:pt x="334289" y="163238"/>
                  </a:lnTo>
                  <a:lnTo>
                    <a:pt x="334083" y="157947"/>
                  </a:lnTo>
                  <a:lnTo>
                    <a:pt x="333709" y="152665"/>
                  </a:lnTo>
                  <a:lnTo>
                    <a:pt x="333168" y="147398"/>
                  </a:lnTo>
                  <a:lnTo>
                    <a:pt x="332461" y="142151"/>
                  </a:lnTo>
                  <a:lnTo>
                    <a:pt x="331587" y="136928"/>
                  </a:lnTo>
                  <a:lnTo>
                    <a:pt x="330549" y="131736"/>
                  </a:lnTo>
                  <a:lnTo>
                    <a:pt x="329347" y="126580"/>
                  </a:lnTo>
                  <a:lnTo>
                    <a:pt x="327982" y="121464"/>
                  </a:lnTo>
                  <a:lnTo>
                    <a:pt x="326456" y="116393"/>
                  </a:lnTo>
                  <a:lnTo>
                    <a:pt x="324770" y="111374"/>
                  </a:lnTo>
                  <a:lnTo>
                    <a:pt x="322926" y="106411"/>
                  </a:lnTo>
                  <a:lnTo>
                    <a:pt x="320926" y="101508"/>
                  </a:lnTo>
                  <a:lnTo>
                    <a:pt x="318771" y="96671"/>
                  </a:lnTo>
                  <a:lnTo>
                    <a:pt x="316465" y="91905"/>
                  </a:lnTo>
                  <a:lnTo>
                    <a:pt x="314008" y="87215"/>
                  </a:lnTo>
                  <a:lnTo>
                    <a:pt x="311404" y="82604"/>
                  </a:lnTo>
                  <a:lnTo>
                    <a:pt x="308656" y="78079"/>
                  </a:lnTo>
                  <a:lnTo>
                    <a:pt x="305765" y="73642"/>
                  </a:lnTo>
                  <a:lnTo>
                    <a:pt x="302736" y="69300"/>
                  </a:lnTo>
                  <a:lnTo>
                    <a:pt x="299570" y="65055"/>
                  </a:lnTo>
                  <a:lnTo>
                    <a:pt x="296272" y="60913"/>
                  </a:lnTo>
                  <a:lnTo>
                    <a:pt x="292844" y="56878"/>
                  </a:lnTo>
                  <a:lnTo>
                    <a:pt x="289290" y="52953"/>
                  </a:lnTo>
                  <a:lnTo>
                    <a:pt x="285614" y="49142"/>
                  </a:lnTo>
                  <a:lnTo>
                    <a:pt x="281818" y="45450"/>
                  </a:lnTo>
                  <a:lnTo>
                    <a:pt x="277908" y="41880"/>
                  </a:lnTo>
                  <a:lnTo>
                    <a:pt x="273887" y="38436"/>
                  </a:lnTo>
                  <a:lnTo>
                    <a:pt x="269758" y="35121"/>
                  </a:lnTo>
                  <a:lnTo>
                    <a:pt x="265527" y="31938"/>
                  </a:lnTo>
                  <a:lnTo>
                    <a:pt x="261197" y="28890"/>
                  </a:lnTo>
                  <a:lnTo>
                    <a:pt x="256772" y="25982"/>
                  </a:lnTo>
                  <a:lnTo>
                    <a:pt x="252258" y="23215"/>
                  </a:lnTo>
                  <a:lnTo>
                    <a:pt x="247658" y="20592"/>
                  </a:lnTo>
                  <a:lnTo>
                    <a:pt x="242978" y="18116"/>
                  </a:lnTo>
                  <a:lnTo>
                    <a:pt x="238221" y="15790"/>
                  </a:lnTo>
                  <a:lnTo>
                    <a:pt x="233393" y="13616"/>
                  </a:lnTo>
                  <a:lnTo>
                    <a:pt x="228499" y="11595"/>
                  </a:lnTo>
                  <a:lnTo>
                    <a:pt x="223543" y="9731"/>
                  </a:lnTo>
                  <a:lnTo>
                    <a:pt x="218531" y="8024"/>
                  </a:lnTo>
                  <a:lnTo>
                    <a:pt x="213467" y="6477"/>
                  </a:lnTo>
                  <a:lnTo>
                    <a:pt x="208357" y="5092"/>
                  </a:lnTo>
                  <a:lnTo>
                    <a:pt x="203205" y="3868"/>
                  </a:lnTo>
                  <a:lnTo>
                    <a:pt x="198017" y="2809"/>
                  </a:lnTo>
                  <a:lnTo>
                    <a:pt x="192798" y="1914"/>
                  </a:lnTo>
                  <a:lnTo>
                    <a:pt x="187554" y="1185"/>
                  </a:lnTo>
                  <a:lnTo>
                    <a:pt x="182289" y="623"/>
                  </a:lnTo>
                  <a:lnTo>
                    <a:pt x="177009" y="228"/>
                  </a:lnTo>
                  <a:lnTo>
                    <a:pt x="171719" y="0"/>
                  </a:lnTo>
                  <a:lnTo>
                    <a:pt x="167166" y="16710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83779" y="3170392"/>
              <a:ext cx="4552" cy="167167"/>
            </a:xfrm>
            <a:custGeom>
              <a:avLst/>
              <a:pathLst>
                <a:path w="4552" h="167167">
                  <a:moveTo>
                    <a:pt x="4552" y="62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8041" y="2655501"/>
              <a:ext cx="165453" cy="167167"/>
            </a:xfrm>
            <a:custGeom>
              <a:avLst/>
              <a:pathLst>
                <a:path w="165453" h="167167">
                  <a:moveTo>
                    <a:pt x="165453" y="0"/>
                  </a:moveTo>
                  <a:lnTo>
                    <a:pt x="160031" y="87"/>
                  </a:lnTo>
                  <a:lnTo>
                    <a:pt x="154614" y="351"/>
                  </a:lnTo>
                  <a:lnTo>
                    <a:pt x="149209" y="791"/>
                  </a:lnTo>
                  <a:lnTo>
                    <a:pt x="143821" y="1405"/>
                  </a:lnTo>
                  <a:lnTo>
                    <a:pt x="138455" y="2194"/>
                  </a:lnTo>
                  <a:lnTo>
                    <a:pt x="133118" y="3157"/>
                  </a:lnTo>
                  <a:lnTo>
                    <a:pt x="127815" y="4292"/>
                  </a:lnTo>
                  <a:lnTo>
                    <a:pt x="122552" y="5598"/>
                  </a:lnTo>
                  <a:lnTo>
                    <a:pt x="117333" y="7075"/>
                  </a:lnTo>
                  <a:lnTo>
                    <a:pt x="112166" y="8720"/>
                  </a:lnTo>
                  <a:lnTo>
                    <a:pt x="107054" y="10532"/>
                  </a:lnTo>
                  <a:lnTo>
                    <a:pt x="102004" y="12509"/>
                  </a:lnTo>
                  <a:lnTo>
                    <a:pt x="97021" y="14648"/>
                  </a:lnTo>
                  <a:lnTo>
                    <a:pt x="92109" y="16948"/>
                  </a:lnTo>
                  <a:lnTo>
                    <a:pt x="87275" y="19406"/>
                  </a:lnTo>
                  <a:lnTo>
                    <a:pt x="82524" y="22020"/>
                  </a:lnTo>
                  <a:lnTo>
                    <a:pt x="77859" y="24786"/>
                  </a:lnTo>
                  <a:lnTo>
                    <a:pt x="73287" y="27703"/>
                  </a:lnTo>
                  <a:lnTo>
                    <a:pt x="68811" y="30766"/>
                  </a:lnTo>
                  <a:lnTo>
                    <a:pt x="64438" y="33972"/>
                  </a:lnTo>
                  <a:lnTo>
                    <a:pt x="60170" y="37319"/>
                  </a:lnTo>
                  <a:lnTo>
                    <a:pt x="56014" y="40803"/>
                  </a:lnTo>
                  <a:lnTo>
                    <a:pt x="51973" y="44419"/>
                  </a:lnTo>
                  <a:lnTo>
                    <a:pt x="48051" y="48165"/>
                  </a:lnTo>
                  <a:lnTo>
                    <a:pt x="44252" y="52035"/>
                  </a:lnTo>
                  <a:lnTo>
                    <a:pt x="40582" y="56027"/>
                  </a:lnTo>
                  <a:lnTo>
                    <a:pt x="37042" y="60136"/>
                  </a:lnTo>
                  <a:lnTo>
                    <a:pt x="33638" y="64358"/>
                  </a:lnTo>
                  <a:lnTo>
                    <a:pt x="30373" y="68688"/>
                  </a:lnTo>
                  <a:lnTo>
                    <a:pt x="27249" y="73121"/>
                  </a:lnTo>
                  <a:lnTo>
                    <a:pt x="24271" y="77654"/>
                  </a:lnTo>
                  <a:lnTo>
                    <a:pt x="21442" y="82280"/>
                  </a:lnTo>
                  <a:lnTo>
                    <a:pt x="18764" y="86996"/>
                  </a:lnTo>
                  <a:lnTo>
                    <a:pt x="16241" y="91797"/>
                  </a:lnTo>
                  <a:lnTo>
                    <a:pt x="13875" y="96676"/>
                  </a:lnTo>
                  <a:lnTo>
                    <a:pt x="11668" y="101630"/>
                  </a:lnTo>
                  <a:lnTo>
                    <a:pt x="9623" y="106653"/>
                  </a:lnTo>
                  <a:lnTo>
                    <a:pt x="7742" y="111740"/>
                  </a:lnTo>
                  <a:lnTo>
                    <a:pt x="6027" y="116885"/>
                  </a:lnTo>
                  <a:lnTo>
                    <a:pt x="4480" y="122082"/>
                  </a:lnTo>
                  <a:lnTo>
                    <a:pt x="3103" y="127328"/>
                  </a:lnTo>
                  <a:lnTo>
                    <a:pt x="1896" y="132615"/>
                  </a:lnTo>
                  <a:lnTo>
                    <a:pt x="861" y="137938"/>
                  </a:lnTo>
                  <a:lnTo>
                    <a:pt x="0" y="143293"/>
                  </a:lnTo>
                  <a:lnTo>
                    <a:pt x="16545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58041" y="2798795"/>
              <a:ext cx="165453" cy="23874"/>
            </a:xfrm>
            <a:custGeom>
              <a:avLst/>
              <a:pathLst>
                <a:path w="165453" h="23874">
                  <a:moveTo>
                    <a:pt x="0" y="0"/>
                  </a:moveTo>
                  <a:lnTo>
                    <a:pt x="165453" y="238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56348" y="2664687"/>
              <a:ext cx="334312" cy="325146"/>
            </a:xfrm>
            <a:custGeom>
              <a:avLst/>
              <a:pathLst>
                <a:path w="334312" h="325146">
                  <a:moveTo>
                    <a:pt x="1692" y="134107"/>
                  </a:moveTo>
                  <a:lnTo>
                    <a:pt x="1016" y="139388"/>
                  </a:lnTo>
                  <a:lnTo>
                    <a:pt x="508" y="144688"/>
                  </a:lnTo>
                  <a:lnTo>
                    <a:pt x="169" y="150001"/>
                  </a:lnTo>
                  <a:lnTo>
                    <a:pt x="0" y="155322"/>
                  </a:lnTo>
                  <a:lnTo>
                    <a:pt x="0" y="160647"/>
                  </a:lnTo>
                  <a:lnTo>
                    <a:pt x="169" y="165968"/>
                  </a:lnTo>
                  <a:lnTo>
                    <a:pt x="508" y="171281"/>
                  </a:lnTo>
                  <a:lnTo>
                    <a:pt x="1016" y="176581"/>
                  </a:lnTo>
                  <a:lnTo>
                    <a:pt x="1693" y="181862"/>
                  </a:lnTo>
                  <a:lnTo>
                    <a:pt x="2537" y="187118"/>
                  </a:lnTo>
                  <a:lnTo>
                    <a:pt x="3548" y="192345"/>
                  </a:lnTo>
                  <a:lnTo>
                    <a:pt x="4726" y="197537"/>
                  </a:lnTo>
                  <a:lnTo>
                    <a:pt x="6068" y="202690"/>
                  </a:lnTo>
                  <a:lnTo>
                    <a:pt x="7573" y="207796"/>
                  </a:lnTo>
                  <a:lnTo>
                    <a:pt x="9240" y="212853"/>
                  </a:lnTo>
                  <a:lnTo>
                    <a:pt x="11068" y="217853"/>
                  </a:lnTo>
                  <a:lnTo>
                    <a:pt x="13053" y="222793"/>
                  </a:lnTo>
                  <a:lnTo>
                    <a:pt x="15195" y="227667"/>
                  </a:lnTo>
                  <a:lnTo>
                    <a:pt x="17492" y="232470"/>
                  </a:lnTo>
                  <a:lnTo>
                    <a:pt x="19940" y="237198"/>
                  </a:lnTo>
                  <a:lnTo>
                    <a:pt x="22537" y="241846"/>
                  </a:lnTo>
                  <a:lnTo>
                    <a:pt x="25281" y="246408"/>
                  </a:lnTo>
                  <a:lnTo>
                    <a:pt x="28169" y="250881"/>
                  </a:lnTo>
                  <a:lnTo>
                    <a:pt x="31197" y="255259"/>
                  </a:lnTo>
                  <a:lnTo>
                    <a:pt x="34364" y="259539"/>
                  </a:lnTo>
                  <a:lnTo>
                    <a:pt x="37665" y="263716"/>
                  </a:lnTo>
                  <a:lnTo>
                    <a:pt x="41098" y="267786"/>
                  </a:lnTo>
                  <a:lnTo>
                    <a:pt x="44659" y="271744"/>
                  </a:lnTo>
                  <a:lnTo>
                    <a:pt x="48344" y="275587"/>
                  </a:lnTo>
                  <a:lnTo>
                    <a:pt x="52149" y="279310"/>
                  </a:lnTo>
                  <a:lnTo>
                    <a:pt x="56071" y="282911"/>
                  </a:lnTo>
                  <a:lnTo>
                    <a:pt x="60105" y="286385"/>
                  </a:lnTo>
                  <a:lnTo>
                    <a:pt x="64249" y="289728"/>
                  </a:lnTo>
                  <a:lnTo>
                    <a:pt x="68496" y="292938"/>
                  </a:lnTo>
                  <a:lnTo>
                    <a:pt x="72844" y="296011"/>
                  </a:lnTo>
                  <a:lnTo>
                    <a:pt x="77287" y="298944"/>
                  </a:lnTo>
                  <a:lnTo>
                    <a:pt x="81821" y="301734"/>
                  </a:lnTo>
                  <a:lnTo>
                    <a:pt x="86442" y="304378"/>
                  </a:lnTo>
                  <a:lnTo>
                    <a:pt x="91145" y="306874"/>
                  </a:lnTo>
                  <a:lnTo>
                    <a:pt x="95925" y="309218"/>
                  </a:lnTo>
                  <a:lnTo>
                    <a:pt x="100777" y="311410"/>
                  </a:lnTo>
                  <a:lnTo>
                    <a:pt x="105697" y="313445"/>
                  </a:lnTo>
                  <a:lnTo>
                    <a:pt x="110679" y="315323"/>
                  </a:lnTo>
                  <a:lnTo>
                    <a:pt x="115718" y="317042"/>
                  </a:lnTo>
                  <a:lnTo>
                    <a:pt x="120809" y="318599"/>
                  </a:lnTo>
                  <a:lnTo>
                    <a:pt x="125947" y="319993"/>
                  </a:lnTo>
                  <a:lnTo>
                    <a:pt x="131127" y="321223"/>
                  </a:lnTo>
                  <a:lnTo>
                    <a:pt x="136344" y="322287"/>
                  </a:lnTo>
                  <a:lnTo>
                    <a:pt x="141592" y="323184"/>
                  </a:lnTo>
                  <a:lnTo>
                    <a:pt x="146865" y="323914"/>
                  </a:lnTo>
                  <a:lnTo>
                    <a:pt x="152160" y="324476"/>
                  </a:lnTo>
                  <a:lnTo>
                    <a:pt x="157469" y="324869"/>
                  </a:lnTo>
                  <a:lnTo>
                    <a:pt x="162788" y="325092"/>
                  </a:lnTo>
                  <a:lnTo>
                    <a:pt x="168112" y="325146"/>
                  </a:lnTo>
                  <a:lnTo>
                    <a:pt x="173435" y="325031"/>
                  </a:lnTo>
                  <a:lnTo>
                    <a:pt x="178751" y="324746"/>
                  </a:lnTo>
                  <a:lnTo>
                    <a:pt x="184056" y="324292"/>
                  </a:lnTo>
                  <a:lnTo>
                    <a:pt x="189343" y="323669"/>
                  </a:lnTo>
                  <a:lnTo>
                    <a:pt x="194608" y="322878"/>
                  </a:lnTo>
                  <a:lnTo>
                    <a:pt x="199845" y="321920"/>
                  </a:lnTo>
                  <a:lnTo>
                    <a:pt x="205049" y="320795"/>
                  </a:lnTo>
                  <a:lnTo>
                    <a:pt x="210215" y="319506"/>
                  </a:lnTo>
                  <a:lnTo>
                    <a:pt x="215336" y="318052"/>
                  </a:lnTo>
                  <a:lnTo>
                    <a:pt x="220409" y="316436"/>
                  </a:lnTo>
                  <a:lnTo>
                    <a:pt x="225428" y="314660"/>
                  </a:lnTo>
                  <a:lnTo>
                    <a:pt x="230388" y="312725"/>
                  </a:lnTo>
                  <a:lnTo>
                    <a:pt x="235284" y="310632"/>
                  </a:lnTo>
                  <a:lnTo>
                    <a:pt x="240110" y="308385"/>
                  </a:lnTo>
                  <a:lnTo>
                    <a:pt x="244863" y="305985"/>
                  </a:lnTo>
                  <a:lnTo>
                    <a:pt x="249536" y="303435"/>
                  </a:lnTo>
                  <a:lnTo>
                    <a:pt x="254126" y="300738"/>
                  </a:lnTo>
                  <a:lnTo>
                    <a:pt x="258628" y="297896"/>
                  </a:lnTo>
                  <a:lnTo>
                    <a:pt x="263037" y="294911"/>
                  </a:lnTo>
                  <a:lnTo>
                    <a:pt x="267349" y="291788"/>
                  </a:lnTo>
                  <a:lnTo>
                    <a:pt x="271559" y="288530"/>
                  </a:lnTo>
                  <a:lnTo>
                    <a:pt x="275663" y="285138"/>
                  </a:lnTo>
                  <a:lnTo>
                    <a:pt x="279658" y="281618"/>
                  </a:lnTo>
                  <a:lnTo>
                    <a:pt x="283538" y="277973"/>
                  </a:lnTo>
                  <a:lnTo>
                    <a:pt x="287300" y="274205"/>
                  </a:lnTo>
                  <a:lnTo>
                    <a:pt x="290940" y="270320"/>
                  </a:lnTo>
                  <a:lnTo>
                    <a:pt x="294454" y="266321"/>
                  </a:lnTo>
                  <a:lnTo>
                    <a:pt x="297840" y="262212"/>
                  </a:lnTo>
                  <a:lnTo>
                    <a:pt x="301093" y="257997"/>
                  </a:lnTo>
                  <a:lnTo>
                    <a:pt x="304210" y="253681"/>
                  </a:lnTo>
                  <a:lnTo>
                    <a:pt x="307188" y="249268"/>
                  </a:lnTo>
                  <a:lnTo>
                    <a:pt x="310024" y="244762"/>
                  </a:lnTo>
                  <a:lnTo>
                    <a:pt x="312715" y="240168"/>
                  </a:lnTo>
                  <a:lnTo>
                    <a:pt x="315258" y="235491"/>
                  </a:lnTo>
                  <a:lnTo>
                    <a:pt x="317651" y="230735"/>
                  </a:lnTo>
                  <a:lnTo>
                    <a:pt x="319892" y="225906"/>
                  </a:lnTo>
                  <a:lnTo>
                    <a:pt x="321977" y="221007"/>
                  </a:lnTo>
                  <a:lnTo>
                    <a:pt x="323906" y="216045"/>
                  </a:lnTo>
                  <a:lnTo>
                    <a:pt x="325675" y="211023"/>
                  </a:lnTo>
                  <a:lnTo>
                    <a:pt x="327284" y="205948"/>
                  </a:lnTo>
                  <a:lnTo>
                    <a:pt x="328730" y="200824"/>
                  </a:lnTo>
                  <a:lnTo>
                    <a:pt x="330012" y="195657"/>
                  </a:lnTo>
                  <a:lnTo>
                    <a:pt x="331129" y="190452"/>
                  </a:lnTo>
                  <a:lnTo>
                    <a:pt x="332080" y="185213"/>
                  </a:lnTo>
                  <a:lnTo>
                    <a:pt x="332864" y="179947"/>
                  </a:lnTo>
                  <a:lnTo>
                    <a:pt x="333479" y="174659"/>
                  </a:lnTo>
                  <a:lnTo>
                    <a:pt x="333926" y="169354"/>
                  </a:lnTo>
                  <a:lnTo>
                    <a:pt x="334204" y="164037"/>
                  </a:lnTo>
                  <a:lnTo>
                    <a:pt x="334312" y="158714"/>
                  </a:lnTo>
                  <a:lnTo>
                    <a:pt x="334250" y="153390"/>
                  </a:lnTo>
                  <a:lnTo>
                    <a:pt x="334019" y="148071"/>
                  </a:lnTo>
                  <a:lnTo>
                    <a:pt x="333619" y="142762"/>
                  </a:lnTo>
                  <a:lnTo>
                    <a:pt x="333050" y="137469"/>
                  </a:lnTo>
                  <a:lnTo>
                    <a:pt x="332313" y="132196"/>
                  </a:lnTo>
                  <a:lnTo>
                    <a:pt x="331408" y="126950"/>
                  </a:lnTo>
                  <a:lnTo>
                    <a:pt x="330336" y="121735"/>
                  </a:lnTo>
                  <a:lnTo>
                    <a:pt x="329099" y="116556"/>
                  </a:lnTo>
                  <a:lnTo>
                    <a:pt x="327698" y="111420"/>
                  </a:lnTo>
                  <a:lnTo>
                    <a:pt x="326134" y="106331"/>
                  </a:lnTo>
                  <a:lnTo>
                    <a:pt x="324408" y="101294"/>
                  </a:lnTo>
                  <a:lnTo>
                    <a:pt x="322523" y="96315"/>
                  </a:lnTo>
                  <a:lnTo>
                    <a:pt x="320481" y="91398"/>
                  </a:lnTo>
                  <a:lnTo>
                    <a:pt x="318283" y="86549"/>
                  </a:lnTo>
                  <a:lnTo>
                    <a:pt x="315931" y="81773"/>
                  </a:lnTo>
                  <a:lnTo>
                    <a:pt x="313429" y="77073"/>
                  </a:lnTo>
                  <a:lnTo>
                    <a:pt x="310779" y="72456"/>
                  </a:lnTo>
                  <a:lnTo>
                    <a:pt x="307982" y="67926"/>
                  </a:lnTo>
                  <a:lnTo>
                    <a:pt x="305043" y="63487"/>
                  </a:lnTo>
                  <a:lnTo>
                    <a:pt x="301964" y="59143"/>
                  </a:lnTo>
                  <a:lnTo>
                    <a:pt x="298748" y="54900"/>
                  </a:lnTo>
                  <a:lnTo>
                    <a:pt x="295399" y="50762"/>
                  </a:lnTo>
                  <a:lnTo>
                    <a:pt x="291919" y="46732"/>
                  </a:lnTo>
                  <a:lnTo>
                    <a:pt x="288313" y="42815"/>
                  </a:lnTo>
                  <a:lnTo>
                    <a:pt x="284585" y="39015"/>
                  </a:lnTo>
                  <a:lnTo>
                    <a:pt x="280737" y="35335"/>
                  </a:lnTo>
                  <a:lnTo>
                    <a:pt x="276773" y="31780"/>
                  </a:lnTo>
                  <a:lnTo>
                    <a:pt x="272699" y="28353"/>
                  </a:lnTo>
                  <a:lnTo>
                    <a:pt x="268518" y="25058"/>
                  </a:lnTo>
                  <a:lnTo>
                    <a:pt x="264233" y="21897"/>
                  </a:lnTo>
                  <a:lnTo>
                    <a:pt x="259851" y="18875"/>
                  </a:lnTo>
                  <a:lnTo>
                    <a:pt x="255374" y="15993"/>
                  </a:lnTo>
                  <a:lnTo>
                    <a:pt x="250808" y="13255"/>
                  </a:lnTo>
                  <a:lnTo>
                    <a:pt x="246156" y="10665"/>
                  </a:lnTo>
                  <a:lnTo>
                    <a:pt x="241425" y="8223"/>
                  </a:lnTo>
                  <a:lnTo>
                    <a:pt x="236619" y="5934"/>
                  </a:lnTo>
                  <a:lnTo>
                    <a:pt x="231741" y="3799"/>
                  </a:lnTo>
                  <a:lnTo>
                    <a:pt x="226799" y="1820"/>
                  </a:lnTo>
                  <a:lnTo>
                    <a:pt x="221796" y="0"/>
                  </a:lnTo>
                  <a:lnTo>
                    <a:pt x="167146" y="15798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923495" y="2655501"/>
              <a:ext cx="54649" cy="167167"/>
            </a:xfrm>
            <a:custGeom>
              <a:avLst/>
              <a:pathLst>
                <a:path w="54649" h="167167">
                  <a:moveTo>
                    <a:pt x="54649" y="9185"/>
                  </a:moveTo>
                  <a:lnTo>
                    <a:pt x="48767" y="7271"/>
                  </a:lnTo>
                  <a:lnTo>
                    <a:pt x="42818" y="5576"/>
                  </a:lnTo>
                  <a:lnTo>
                    <a:pt x="36811" y="4103"/>
                  </a:lnTo>
                  <a:lnTo>
                    <a:pt x="30753" y="2853"/>
                  </a:lnTo>
                  <a:lnTo>
                    <a:pt x="24653" y="1827"/>
                  </a:lnTo>
                  <a:lnTo>
                    <a:pt x="18519" y="1029"/>
                  </a:lnTo>
                  <a:lnTo>
                    <a:pt x="12360" y="457"/>
                  </a:lnTo>
                  <a:lnTo>
                    <a:pt x="6184" y="11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87251" y="2168369"/>
              <a:ext cx="58641" cy="167167"/>
            </a:xfrm>
            <a:custGeom>
              <a:avLst/>
              <a:pathLst>
                <a:path w="58641" h="167167">
                  <a:moveTo>
                    <a:pt x="58641" y="0"/>
                  </a:moveTo>
                  <a:lnTo>
                    <a:pt x="52651" y="107"/>
                  </a:lnTo>
                  <a:lnTo>
                    <a:pt x="46668" y="429"/>
                  </a:lnTo>
                  <a:lnTo>
                    <a:pt x="40701" y="965"/>
                  </a:lnTo>
                  <a:lnTo>
                    <a:pt x="34757" y="1715"/>
                  </a:lnTo>
                  <a:lnTo>
                    <a:pt x="28843" y="2677"/>
                  </a:lnTo>
                  <a:lnTo>
                    <a:pt x="22968" y="3850"/>
                  </a:lnTo>
                  <a:lnTo>
                    <a:pt x="17138" y="5233"/>
                  </a:lnTo>
                  <a:lnTo>
                    <a:pt x="11362" y="6825"/>
                  </a:lnTo>
                  <a:lnTo>
                    <a:pt x="5647" y="8622"/>
                  </a:lnTo>
                  <a:lnTo>
                    <a:pt x="0" y="10623"/>
                  </a:lnTo>
                  <a:lnTo>
                    <a:pt x="5864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87251" y="2178992"/>
              <a:ext cx="58641" cy="156544"/>
            </a:xfrm>
            <a:custGeom>
              <a:avLst/>
              <a:pathLst>
                <a:path w="58641" h="156544">
                  <a:moveTo>
                    <a:pt x="0" y="0"/>
                  </a:moveTo>
                  <a:lnTo>
                    <a:pt x="58641" y="1565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578731" y="2178992"/>
              <a:ext cx="167161" cy="310116"/>
            </a:xfrm>
            <a:custGeom>
              <a:avLst/>
              <a:pathLst>
                <a:path w="167161" h="310116">
                  <a:moveTo>
                    <a:pt x="108520" y="0"/>
                  </a:moveTo>
                  <a:lnTo>
                    <a:pt x="103522" y="1964"/>
                  </a:lnTo>
                  <a:lnTo>
                    <a:pt x="98590" y="4087"/>
                  </a:lnTo>
                  <a:lnTo>
                    <a:pt x="93729" y="6368"/>
                  </a:lnTo>
                  <a:lnTo>
                    <a:pt x="88944" y="8804"/>
                  </a:lnTo>
                  <a:lnTo>
                    <a:pt x="84239" y="11393"/>
                  </a:lnTo>
                  <a:lnTo>
                    <a:pt x="79620" y="14131"/>
                  </a:lnTo>
                  <a:lnTo>
                    <a:pt x="75091" y="17016"/>
                  </a:lnTo>
                  <a:lnTo>
                    <a:pt x="70658" y="20045"/>
                  </a:lnTo>
                  <a:lnTo>
                    <a:pt x="66323" y="23215"/>
                  </a:lnTo>
                  <a:lnTo>
                    <a:pt x="62093" y="26522"/>
                  </a:lnTo>
                  <a:lnTo>
                    <a:pt x="57971" y="29964"/>
                  </a:lnTo>
                  <a:lnTo>
                    <a:pt x="53962" y="33536"/>
                  </a:lnTo>
                  <a:lnTo>
                    <a:pt x="50070" y="37235"/>
                  </a:lnTo>
                  <a:lnTo>
                    <a:pt x="46299" y="41057"/>
                  </a:lnTo>
                  <a:lnTo>
                    <a:pt x="42652" y="44998"/>
                  </a:lnTo>
                  <a:lnTo>
                    <a:pt x="39134" y="49055"/>
                  </a:lnTo>
                  <a:lnTo>
                    <a:pt x="35747" y="53222"/>
                  </a:lnTo>
                  <a:lnTo>
                    <a:pt x="32497" y="57496"/>
                  </a:lnTo>
                  <a:lnTo>
                    <a:pt x="29385" y="61872"/>
                  </a:lnTo>
                  <a:lnTo>
                    <a:pt x="26416" y="66346"/>
                  </a:lnTo>
                  <a:lnTo>
                    <a:pt x="23591" y="70913"/>
                  </a:lnTo>
                  <a:lnTo>
                    <a:pt x="20915" y="75568"/>
                  </a:lnTo>
                  <a:lnTo>
                    <a:pt x="18390" y="80307"/>
                  </a:lnTo>
                  <a:lnTo>
                    <a:pt x="16018" y="85125"/>
                  </a:lnTo>
                  <a:lnTo>
                    <a:pt x="13802" y="90016"/>
                  </a:lnTo>
                  <a:lnTo>
                    <a:pt x="11745" y="94975"/>
                  </a:lnTo>
                  <a:lnTo>
                    <a:pt x="9847" y="99999"/>
                  </a:lnTo>
                  <a:lnTo>
                    <a:pt x="8113" y="105080"/>
                  </a:lnTo>
                  <a:lnTo>
                    <a:pt x="6542" y="110215"/>
                  </a:lnTo>
                  <a:lnTo>
                    <a:pt x="5137" y="115398"/>
                  </a:lnTo>
                  <a:lnTo>
                    <a:pt x="3899" y="120623"/>
                  </a:lnTo>
                  <a:lnTo>
                    <a:pt x="2829" y="125885"/>
                  </a:lnTo>
                  <a:lnTo>
                    <a:pt x="1929" y="131179"/>
                  </a:lnTo>
                  <a:lnTo>
                    <a:pt x="1200" y="136498"/>
                  </a:lnTo>
                  <a:lnTo>
                    <a:pt x="642" y="141839"/>
                  </a:lnTo>
                  <a:lnTo>
                    <a:pt x="255" y="147195"/>
                  </a:lnTo>
                  <a:lnTo>
                    <a:pt x="41" y="152560"/>
                  </a:lnTo>
                  <a:lnTo>
                    <a:pt x="0" y="157930"/>
                  </a:lnTo>
                  <a:lnTo>
                    <a:pt x="130" y="163298"/>
                  </a:lnTo>
                  <a:lnTo>
                    <a:pt x="433" y="168659"/>
                  </a:lnTo>
                  <a:lnTo>
                    <a:pt x="908" y="174007"/>
                  </a:lnTo>
                  <a:lnTo>
                    <a:pt x="1555" y="179338"/>
                  </a:lnTo>
                  <a:lnTo>
                    <a:pt x="2373" y="184645"/>
                  </a:lnTo>
                  <a:lnTo>
                    <a:pt x="3360" y="189923"/>
                  </a:lnTo>
                  <a:lnTo>
                    <a:pt x="4517" y="195167"/>
                  </a:lnTo>
                  <a:lnTo>
                    <a:pt x="5841" y="200370"/>
                  </a:lnTo>
                  <a:lnTo>
                    <a:pt x="7332" y="205529"/>
                  </a:lnTo>
                  <a:lnTo>
                    <a:pt x="8988" y="210637"/>
                  </a:lnTo>
                  <a:lnTo>
                    <a:pt x="10807" y="215689"/>
                  </a:lnTo>
                  <a:lnTo>
                    <a:pt x="12787" y="220680"/>
                  </a:lnTo>
                  <a:lnTo>
                    <a:pt x="14926" y="225605"/>
                  </a:lnTo>
                  <a:lnTo>
                    <a:pt x="17223" y="230459"/>
                  </a:lnTo>
                  <a:lnTo>
                    <a:pt x="19674" y="235237"/>
                  </a:lnTo>
                  <a:lnTo>
                    <a:pt x="22278" y="239933"/>
                  </a:lnTo>
                  <a:lnTo>
                    <a:pt x="25031" y="244543"/>
                  </a:lnTo>
                  <a:lnTo>
                    <a:pt x="27930" y="249063"/>
                  </a:lnTo>
                  <a:lnTo>
                    <a:pt x="30974" y="253487"/>
                  </a:lnTo>
                  <a:lnTo>
                    <a:pt x="34157" y="257811"/>
                  </a:lnTo>
                  <a:lnTo>
                    <a:pt x="37478" y="262030"/>
                  </a:lnTo>
                  <a:lnTo>
                    <a:pt x="40933" y="266141"/>
                  </a:lnTo>
                  <a:lnTo>
                    <a:pt x="44518" y="270138"/>
                  </a:lnTo>
                  <a:lnTo>
                    <a:pt x="48230" y="274019"/>
                  </a:lnTo>
                  <a:lnTo>
                    <a:pt x="52064" y="277778"/>
                  </a:lnTo>
                  <a:lnTo>
                    <a:pt x="56017" y="281412"/>
                  </a:lnTo>
                  <a:lnTo>
                    <a:pt x="60085" y="284917"/>
                  </a:lnTo>
                  <a:lnTo>
                    <a:pt x="64263" y="288290"/>
                  </a:lnTo>
                  <a:lnTo>
                    <a:pt x="68548" y="291527"/>
                  </a:lnTo>
                  <a:lnTo>
                    <a:pt x="72934" y="294624"/>
                  </a:lnTo>
                  <a:lnTo>
                    <a:pt x="77417" y="297579"/>
                  </a:lnTo>
                  <a:lnTo>
                    <a:pt x="81993" y="300389"/>
                  </a:lnTo>
                  <a:lnTo>
                    <a:pt x="86657" y="303050"/>
                  </a:lnTo>
                  <a:lnTo>
                    <a:pt x="91404" y="305560"/>
                  </a:lnTo>
                  <a:lnTo>
                    <a:pt x="96229" y="307916"/>
                  </a:lnTo>
                  <a:lnTo>
                    <a:pt x="101127" y="310116"/>
                  </a:lnTo>
                  <a:lnTo>
                    <a:pt x="167161" y="1565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679858" y="2168369"/>
              <a:ext cx="233199" cy="334327"/>
            </a:xfrm>
            <a:custGeom>
              <a:avLst/>
              <a:pathLst>
                <a:path w="233199" h="334327">
                  <a:moveTo>
                    <a:pt x="0" y="320739"/>
                  </a:moveTo>
                  <a:lnTo>
                    <a:pt x="4941" y="322771"/>
                  </a:lnTo>
                  <a:lnTo>
                    <a:pt x="9944" y="324644"/>
                  </a:lnTo>
                  <a:lnTo>
                    <a:pt x="15005" y="326356"/>
                  </a:lnTo>
                  <a:lnTo>
                    <a:pt x="20118" y="327905"/>
                  </a:lnTo>
                  <a:lnTo>
                    <a:pt x="25278" y="329290"/>
                  </a:lnTo>
                  <a:lnTo>
                    <a:pt x="30480" y="330510"/>
                  </a:lnTo>
                  <a:lnTo>
                    <a:pt x="35718" y="331563"/>
                  </a:lnTo>
                  <a:lnTo>
                    <a:pt x="40987" y="332447"/>
                  </a:lnTo>
                  <a:lnTo>
                    <a:pt x="46281" y="333163"/>
                  </a:lnTo>
                  <a:lnTo>
                    <a:pt x="51596" y="333710"/>
                  </a:lnTo>
                  <a:lnTo>
                    <a:pt x="56925" y="334086"/>
                  </a:lnTo>
                  <a:lnTo>
                    <a:pt x="62264" y="334292"/>
                  </a:lnTo>
                  <a:lnTo>
                    <a:pt x="67606" y="334327"/>
                  </a:lnTo>
                  <a:lnTo>
                    <a:pt x="72947" y="334191"/>
                  </a:lnTo>
                  <a:lnTo>
                    <a:pt x="78281" y="333885"/>
                  </a:lnTo>
                  <a:lnTo>
                    <a:pt x="83602" y="333409"/>
                  </a:lnTo>
                  <a:lnTo>
                    <a:pt x="88906" y="332762"/>
                  </a:lnTo>
                  <a:lnTo>
                    <a:pt x="94186" y="331947"/>
                  </a:lnTo>
                  <a:lnTo>
                    <a:pt x="99437" y="330963"/>
                  </a:lnTo>
                  <a:lnTo>
                    <a:pt x="104654" y="329812"/>
                  </a:lnTo>
                  <a:lnTo>
                    <a:pt x="109832" y="328495"/>
                  </a:lnTo>
                  <a:lnTo>
                    <a:pt x="114965" y="327013"/>
                  </a:lnTo>
                  <a:lnTo>
                    <a:pt x="120048" y="325367"/>
                  </a:lnTo>
                  <a:lnTo>
                    <a:pt x="125075" y="323561"/>
                  </a:lnTo>
                  <a:lnTo>
                    <a:pt x="130043" y="321594"/>
                  </a:lnTo>
                  <a:lnTo>
                    <a:pt x="134945" y="319470"/>
                  </a:lnTo>
                  <a:lnTo>
                    <a:pt x="139777" y="317190"/>
                  </a:lnTo>
                  <a:lnTo>
                    <a:pt x="144533" y="314757"/>
                  </a:lnTo>
                  <a:lnTo>
                    <a:pt x="149209" y="312173"/>
                  </a:lnTo>
                  <a:lnTo>
                    <a:pt x="153801" y="309441"/>
                  </a:lnTo>
                  <a:lnTo>
                    <a:pt x="158302" y="306563"/>
                  </a:lnTo>
                  <a:lnTo>
                    <a:pt x="162710" y="303544"/>
                  </a:lnTo>
                  <a:lnTo>
                    <a:pt x="167018" y="300385"/>
                  </a:lnTo>
                  <a:lnTo>
                    <a:pt x="171224" y="297090"/>
                  </a:lnTo>
                  <a:lnTo>
                    <a:pt x="175322" y="293662"/>
                  </a:lnTo>
                  <a:lnTo>
                    <a:pt x="179308" y="290105"/>
                  </a:lnTo>
                  <a:lnTo>
                    <a:pt x="183179" y="286422"/>
                  </a:lnTo>
                  <a:lnTo>
                    <a:pt x="186930" y="282618"/>
                  </a:lnTo>
                  <a:lnTo>
                    <a:pt x="190558" y="278696"/>
                  </a:lnTo>
                  <a:lnTo>
                    <a:pt x="194058" y="274659"/>
                  </a:lnTo>
                  <a:lnTo>
                    <a:pt x="197428" y="270513"/>
                  </a:lnTo>
                  <a:lnTo>
                    <a:pt x="200663" y="266262"/>
                  </a:lnTo>
                  <a:lnTo>
                    <a:pt x="203761" y="261909"/>
                  </a:lnTo>
                  <a:lnTo>
                    <a:pt x="206718" y="257460"/>
                  </a:lnTo>
                  <a:lnTo>
                    <a:pt x="209532" y="252918"/>
                  </a:lnTo>
                  <a:lnTo>
                    <a:pt x="212199" y="248288"/>
                  </a:lnTo>
                  <a:lnTo>
                    <a:pt x="214716" y="243576"/>
                  </a:lnTo>
                  <a:lnTo>
                    <a:pt x="217082" y="238786"/>
                  </a:lnTo>
                  <a:lnTo>
                    <a:pt x="219293" y="233923"/>
                  </a:lnTo>
                  <a:lnTo>
                    <a:pt x="221348" y="228991"/>
                  </a:lnTo>
                  <a:lnTo>
                    <a:pt x="223245" y="223996"/>
                  </a:lnTo>
                  <a:lnTo>
                    <a:pt x="224980" y="218943"/>
                  </a:lnTo>
                  <a:lnTo>
                    <a:pt x="226554" y="213838"/>
                  </a:lnTo>
                  <a:lnTo>
                    <a:pt x="227963" y="208684"/>
                  </a:lnTo>
                  <a:lnTo>
                    <a:pt x="229207" y="203488"/>
                  </a:lnTo>
                  <a:lnTo>
                    <a:pt x="230285" y="198256"/>
                  </a:lnTo>
                  <a:lnTo>
                    <a:pt x="231194" y="192991"/>
                  </a:lnTo>
                  <a:lnTo>
                    <a:pt x="231935" y="187700"/>
                  </a:lnTo>
                  <a:lnTo>
                    <a:pt x="232506" y="182388"/>
                  </a:lnTo>
                  <a:lnTo>
                    <a:pt x="232908" y="177060"/>
                  </a:lnTo>
                  <a:lnTo>
                    <a:pt x="233139" y="171723"/>
                  </a:lnTo>
                  <a:lnTo>
                    <a:pt x="233199" y="166381"/>
                  </a:lnTo>
                  <a:lnTo>
                    <a:pt x="233088" y="161039"/>
                  </a:lnTo>
                  <a:lnTo>
                    <a:pt x="232807" y="155704"/>
                  </a:lnTo>
                  <a:lnTo>
                    <a:pt x="232356" y="150380"/>
                  </a:lnTo>
                  <a:lnTo>
                    <a:pt x="231734" y="145074"/>
                  </a:lnTo>
                  <a:lnTo>
                    <a:pt x="230944" y="139790"/>
                  </a:lnTo>
                  <a:lnTo>
                    <a:pt x="229985" y="134534"/>
                  </a:lnTo>
                  <a:lnTo>
                    <a:pt x="228858" y="129312"/>
                  </a:lnTo>
                  <a:lnTo>
                    <a:pt x="227565" y="124128"/>
                  </a:lnTo>
                  <a:lnTo>
                    <a:pt x="226108" y="118988"/>
                  </a:lnTo>
                  <a:lnTo>
                    <a:pt x="224486" y="113897"/>
                  </a:lnTo>
                  <a:lnTo>
                    <a:pt x="222703" y="108861"/>
                  </a:lnTo>
                  <a:lnTo>
                    <a:pt x="220760" y="103885"/>
                  </a:lnTo>
                  <a:lnTo>
                    <a:pt x="218659" y="98972"/>
                  </a:lnTo>
                  <a:lnTo>
                    <a:pt x="216401" y="94130"/>
                  </a:lnTo>
                  <a:lnTo>
                    <a:pt x="213991" y="89362"/>
                  </a:lnTo>
                  <a:lnTo>
                    <a:pt x="211429" y="84674"/>
                  </a:lnTo>
                  <a:lnTo>
                    <a:pt x="208719" y="80070"/>
                  </a:lnTo>
                  <a:lnTo>
                    <a:pt x="205862" y="75555"/>
                  </a:lnTo>
                  <a:lnTo>
                    <a:pt x="202863" y="71133"/>
                  </a:lnTo>
                  <a:lnTo>
                    <a:pt x="199725" y="66810"/>
                  </a:lnTo>
                  <a:lnTo>
                    <a:pt x="196450" y="62589"/>
                  </a:lnTo>
                  <a:lnTo>
                    <a:pt x="193041" y="58475"/>
                  </a:lnTo>
                  <a:lnTo>
                    <a:pt x="189503" y="54472"/>
                  </a:lnTo>
                  <a:lnTo>
                    <a:pt x="185839" y="50584"/>
                  </a:lnTo>
                  <a:lnTo>
                    <a:pt x="182052" y="46815"/>
                  </a:lnTo>
                  <a:lnTo>
                    <a:pt x="178147" y="43169"/>
                  </a:lnTo>
                  <a:lnTo>
                    <a:pt x="174127" y="39649"/>
                  </a:lnTo>
                  <a:lnTo>
                    <a:pt x="169997" y="36260"/>
                  </a:lnTo>
                  <a:lnTo>
                    <a:pt x="165761" y="33005"/>
                  </a:lnTo>
                  <a:lnTo>
                    <a:pt x="161422" y="29887"/>
                  </a:lnTo>
                  <a:lnTo>
                    <a:pt x="156987" y="26909"/>
                  </a:lnTo>
                  <a:lnTo>
                    <a:pt x="152458" y="24074"/>
                  </a:lnTo>
                  <a:lnTo>
                    <a:pt x="147842" y="21385"/>
                  </a:lnTo>
                  <a:lnTo>
                    <a:pt x="143141" y="18845"/>
                  </a:lnTo>
                  <a:lnTo>
                    <a:pt x="138362" y="16457"/>
                  </a:lnTo>
                  <a:lnTo>
                    <a:pt x="133509" y="14223"/>
                  </a:lnTo>
                  <a:lnTo>
                    <a:pt x="128587" y="12144"/>
                  </a:lnTo>
                  <a:lnTo>
                    <a:pt x="123601" y="10225"/>
                  </a:lnTo>
                  <a:lnTo>
                    <a:pt x="118557" y="8465"/>
                  </a:lnTo>
                  <a:lnTo>
                    <a:pt x="113459" y="6868"/>
                  </a:lnTo>
                  <a:lnTo>
                    <a:pt x="108312" y="5434"/>
                  </a:lnTo>
                  <a:lnTo>
                    <a:pt x="103122" y="4166"/>
                  </a:lnTo>
                  <a:lnTo>
                    <a:pt x="97894" y="3064"/>
                  </a:lnTo>
                  <a:lnTo>
                    <a:pt x="92634" y="2130"/>
                  </a:lnTo>
                  <a:lnTo>
                    <a:pt x="87347" y="1364"/>
                  </a:lnTo>
                  <a:lnTo>
                    <a:pt x="82037" y="767"/>
                  </a:lnTo>
                  <a:lnTo>
                    <a:pt x="76712" y="341"/>
                  </a:lnTo>
                  <a:lnTo>
                    <a:pt x="71375" y="85"/>
                  </a:lnTo>
                  <a:lnTo>
                    <a:pt x="66033" y="0"/>
                  </a:lnTo>
                  <a:lnTo>
                    <a:pt x="660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15177" y="1735255"/>
              <a:ext cx="45369" cy="167167"/>
            </a:xfrm>
            <a:custGeom>
              <a:avLst/>
              <a:pathLst>
                <a:path w="45369" h="167167">
                  <a:moveTo>
                    <a:pt x="45369" y="0"/>
                  </a:moveTo>
                  <a:lnTo>
                    <a:pt x="38807" y="128"/>
                  </a:lnTo>
                  <a:lnTo>
                    <a:pt x="32255" y="515"/>
                  </a:lnTo>
                  <a:lnTo>
                    <a:pt x="25724" y="1158"/>
                  </a:lnTo>
                  <a:lnTo>
                    <a:pt x="19222" y="2057"/>
                  </a:lnTo>
                  <a:lnTo>
                    <a:pt x="12761" y="3211"/>
                  </a:lnTo>
                  <a:lnTo>
                    <a:pt x="6350" y="4617"/>
                  </a:lnTo>
                  <a:lnTo>
                    <a:pt x="0" y="6274"/>
                  </a:lnTo>
                  <a:lnTo>
                    <a:pt x="45369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15177" y="1741530"/>
              <a:ext cx="45369" cy="160892"/>
            </a:xfrm>
            <a:custGeom>
              <a:avLst/>
              <a:pathLst>
                <a:path w="45369" h="160892">
                  <a:moveTo>
                    <a:pt x="0" y="0"/>
                  </a:moveTo>
                  <a:lnTo>
                    <a:pt x="45369" y="1608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293380" y="1741530"/>
              <a:ext cx="334333" cy="328043"/>
            </a:xfrm>
            <a:custGeom>
              <a:avLst/>
              <a:pathLst>
                <a:path w="334333" h="328043">
                  <a:moveTo>
                    <a:pt x="121796" y="0"/>
                  </a:moveTo>
                  <a:lnTo>
                    <a:pt x="116720" y="1518"/>
                  </a:lnTo>
                  <a:lnTo>
                    <a:pt x="111695" y="3197"/>
                  </a:lnTo>
                  <a:lnTo>
                    <a:pt x="106725" y="5034"/>
                  </a:lnTo>
                  <a:lnTo>
                    <a:pt x="101817" y="7027"/>
                  </a:lnTo>
                  <a:lnTo>
                    <a:pt x="96974" y="9176"/>
                  </a:lnTo>
                  <a:lnTo>
                    <a:pt x="92201" y="11476"/>
                  </a:lnTo>
                  <a:lnTo>
                    <a:pt x="87504" y="13927"/>
                  </a:lnTo>
                  <a:lnTo>
                    <a:pt x="82886" y="16525"/>
                  </a:lnTo>
                  <a:lnTo>
                    <a:pt x="78354" y="19269"/>
                  </a:lnTo>
                  <a:lnTo>
                    <a:pt x="73910" y="22154"/>
                  </a:lnTo>
                  <a:lnTo>
                    <a:pt x="69560" y="25179"/>
                  </a:lnTo>
                  <a:lnTo>
                    <a:pt x="65309" y="28340"/>
                  </a:lnTo>
                  <a:lnTo>
                    <a:pt x="61159" y="31635"/>
                  </a:lnTo>
                  <a:lnTo>
                    <a:pt x="57116" y="35059"/>
                  </a:lnTo>
                  <a:lnTo>
                    <a:pt x="53184" y="38610"/>
                  </a:lnTo>
                  <a:lnTo>
                    <a:pt x="49366" y="42283"/>
                  </a:lnTo>
                  <a:lnTo>
                    <a:pt x="45667" y="46076"/>
                  </a:lnTo>
                  <a:lnTo>
                    <a:pt x="42089" y="49984"/>
                  </a:lnTo>
                  <a:lnTo>
                    <a:pt x="38637" y="54003"/>
                  </a:lnTo>
                  <a:lnTo>
                    <a:pt x="35314" y="58130"/>
                  </a:lnTo>
                  <a:lnTo>
                    <a:pt x="32124" y="62360"/>
                  </a:lnTo>
                  <a:lnTo>
                    <a:pt x="29069" y="66689"/>
                  </a:lnTo>
                  <a:lnTo>
                    <a:pt x="26154" y="71112"/>
                  </a:lnTo>
                  <a:lnTo>
                    <a:pt x="23379" y="75626"/>
                  </a:lnTo>
                  <a:lnTo>
                    <a:pt x="20749" y="80226"/>
                  </a:lnTo>
                  <a:lnTo>
                    <a:pt x="18267" y="84906"/>
                  </a:lnTo>
                  <a:lnTo>
                    <a:pt x="15933" y="89663"/>
                  </a:lnTo>
                  <a:lnTo>
                    <a:pt x="13752" y="94491"/>
                  </a:lnTo>
                  <a:lnTo>
                    <a:pt x="11725" y="99386"/>
                  </a:lnTo>
                  <a:lnTo>
                    <a:pt x="9854" y="104343"/>
                  </a:lnTo>
                  <a:lnTo>
                    <a:pt x="8141" y="109356"/>
                  </a:lnTo>
                  <a:lnTo>
                    <a:pt x="6587" y="114422"/>
                  </a:lnTo>
                  <a:lnTo>
                    <a:pt x="5195" y="119534"/>
                  </a:lnTo>
                  <a:lnTo>
                    <a:pt x="3966" y="124688"/>
                  </a:lnTo>
                  <a:lnTo>
                    <a:pt x="2901" y="129877"/>
                  </a:lnTo>
                  <a:lnTo>
                    <a:pt x="2000" y="135099"/>
                  </a:lnTo>
                  <a:lnTo>
                    <a:pt x="1266" y="140346"/>
                  </a:lnTo>
                  <a:lnTo>
                    <a:pt x="698" y="145613"/>
                  </a:lnTo>
                  <a:lnTo>
                    <a:pt x="298" y="150896"/>
                  </a:lnTo>
                  <a:lnTo>
                    <a:pt x="65" y="156189"/>
                  </a:lnTo>
                  <a:lnTo>
                    <a:pt x="0" y="161487"/>
                  </a:lnTo>
                  <a:lnTo>
                    <a:pt x="102" y="166784"/>
                  </a:lnTo>
                  <a:lnTo>
                    <a:pt x="373" y="172076"/>
                  </a:lnTo>
                  <a:lnTo>
                    <a:pt x="811" y="177356"/>
                  </a:lnTo>
                  <a:lnTo>
                    <a:pt x="1416" y="182619"/>
                  </a:lnTo>
                  <a:lnTo>
                    <a:pt x="2188" y="187861"/>
                  </a:lnTo>
                  <a:lnTo>
                    <a:pt x="3126" y="193075"/>
                  </a:lnTo>
                  <a:lnTo>
                    <a:pt x="4228" y="198258"/>
                  </a:lnTo>
                  <a:lnTo>
                    <a:pt x="5494" y="203402"/>
                  </a:lnTo>
                  <a:lnTo>
                    <a:pt x="6922" y="208504"/>
                  </a:lnTo>
                  <a:lnTo>
                    <a:pt x="8511" y="213559"/>
                  </a:lnTo>
                  <a:lnTo>
                    <a:pt x="10260" y="218560"/>
                  </a:lnTo>
                  <a:lnTo>
                    <a:pt x="12166" y="223503"/>
                  </a:lnTo>
                  <a:lnTo>
                    <a:pt x="14228" y="228384"/>
                  </a:lnTo>
                  <a:lnTo>
                    <a:pt x="16444" y="233196"/>
                  </a:lnTo>
                  <a:lnTo>
                    <a:pt x="18811" y="237936"/>
                  </a:lnTo>
                  <a:lnTo>
                    <a:pt x="21327" y="242599"/>
                  </a:lnTo>
                  <a:lnTo>
                    <a:pt x="23990" y="247180"/>
                  </a:lnTo>
                  <a:lnTo>
                    <a:pt x="26796" y="251674"/>
                  </a:lnTo>
                  <a:lnTo>
                    <a:pt x="29743" y="256076"/>
                  </a:lnTo>
                  <a:lnTo>
                    <a:pt x="32829" y="260383"/>
                  </a:lnTo>
                  <a:lnTo>
                    <a:pt x="36049" y="264591"/>
                  </a:lnTo>
                  <a:lnTo>
                    <a:pt x="39401" y="268694"/>
                  </a:lnTo>
                  <a:lnTo>
                    <a:pt x="42881" y="272688"/>
                  </a:lnTo>
                  <a:lnTo>
                    <a:pt x="46487" y="276571"/>
                  </a:lnTo>
                  <a:lnTo>
                    <a:pt x="50213" y="280337"/>
                  </a:lnTo>
                  <a:lnTo>
                    <a:pt x="54057" y="283983"/>
                  </a:lnTo>
                  <a:lnTo>
                    <a:pt x="58014" y="287506"/>
                  </a:lnTo>
                  <a:lnTo>
                    <a:pt x="62082" y="290901"/>
                  </a:lnTo>
                  <a:lnTo>
                    <a:pt x="66254" y="294166"/>
                  </a:lnTo>
                  <a:lnTo>
                    <a:pt x="70529" y="297297"/>
                  </a:lnTo>
                  <a:lnTo>
                    <a:pt x="74900" y="300291"/>
                  </a:lnTo>
                  <a:lnTo>
                    <a:pt x="79364" y="303145"/>
                  </a:lnTo>
                  <a:lnTo>
                    <a:pt x="83916" y="305856"/>
                  </a:lnTo>
                  <a:lnTo>
                    <a:pt x="88551" y="308421"/>
                  </a:lnTo>
                  <a:lnTo>
                    <a:pt x="93266" y="310838"/>
                  </a:lnTo>
                  <a:lnTo>
                    <a:pt x="98055" y="313105"/>
                  </a:lnTo>
                  <a:lnTo>
                    <a:pt x="102913" y="315219"/>
                  </a:lnTo>
                  <a:lnTo>
                    <a:pt x="107836" y="317177"/>
                  </a:lnTo>
                  <a:lnTo>
                    <a:pt x="112818" y="318979"/>
                  </a:lnTo>
                  <a:lnTo>
                    <a:pt x="117855" y="320622"/>
                  </a:lnTo>
                  <a:lnTo>
                    <a:pt x="122942" y="322104"/>
                  </a:lnTo>
                  <a:lnTo>
                    <a:pt x="128073" y="323425"/>
                  </a:lnTo>
                  <a:lnTo>
                    <a:pt x="133243" y="324582"/>
                  </a:lnTo>
                  <a:lnTo>
                    <a:pt x="138448" y="325575"/>
                  </a:lnTo>
                  <a:lnTo>
                    <a:pt x="143681" y="326402"/>
                  </a:lnTo>
                  <a:lnTo>
                    <a:pt x="148938" y="327063"/>
                  </a:lnTo>
                  <a:lnTo>
                    <a:pt x="154213" y="327557"/>
                  </a:lnTo>
                  <a:lnTo>
                    <a:pt x="159501" y="327884"/>
                  </a:lnTo>
                  <a:lnTo>
                    <a:pt x="164797" y="328043"/>
                  </a:lnTo>
                  <a:lnTo>
                    <a:pt x="170095" y="328034"/>
                  </a:lnTo>
                  <a:lnTo>
                    <a:pt x="175390" y="327857"/>
                  </a:lnTo>
                  <a:lnTo>
                    <a:pt x="180677" y="327513"/>
                  </a:lnTo>
                  <a:lnTo>
                    <a:pt x="185950" y="327001"/>
                  </a:lnTo>
                  <a:lnTo>
                    <a:pt x="191205" y="326322"/>
                  </a:lnTo>
                  <a:lnTo>
                    <a:pt x="196435" y="325478"/>
                  </a:lnTo>
                  <a:lnTo>
                    <a:pt x="201636" y="324467"/>
                  </a:lnTo>
                  <a:lnTo>
                    <a:pt x="206803" y="323293"/>
                  </a:lnTo>
                  <a:lnTo>
                    <a:pt x="211929" y="321955"/>
                  </a:lnTo>
                  <a:lnTo>
                    <a:pt x="217011" y="320456"/>
                  </a:lnTo>
                  <a:lnTo>
                    <a:pt x="222042" y="318796"/>
                  </a:lnTo>
                  <a:lnTo>
                    <a:pt x="227019" y="316978"/>
                  </a:lnTo>
                  <a:lnTo>
                    <a:pt x="231935" y="315003"/>
                  </a:lnTo>
                  <a:lnTo>
                    <a:pt x="236786" y="312873"/>
                  </a:lnTo>
                  <a:lnTo>
                    <a:pt x="241567" y="310590"/>
                  </a:lnTo>
                  <a:lnTo>
                    <a:pt x="246274" y="308157"/>
                  </a:lnTo>
                  <a:lnTo>
                    <a:pt x="250901" y="305576"/>
                  </a:lnTo>
                  <a:lnTo>
                    <a:pt x="255444" y="302850"/>
                  </a:lnTo>
                  <a:lnTo>
                    <a:pt x="259898" y="299981"/>
                  </a:lnTo>
                  <a:lnTo>
                    <a:pt x="264259" y="296973"/>
                  </a:lnTo>
                  <a:lnTo>
                    <a:pt x="268523" y="293827"/>
                  </a:lnTo>
                  <a:lnTo>
                    <a:pt x="272685" y="290549"/>
                  </a:lnTo>
                  <a:lnTo>
                    <a:pt x="276741" y="287140"/>
                  </a:lnTo>
                  <a:lnTo>
                    <a:pt x="280686" y="283604"/>
                  </a:lnTo>
                  <a:lnTo>
                    <a:pt x="284518" y="279945"/>
                  </a:lnTo>
                  <a:lnTo>
                    <a:pt x="288232" y="276166"/>
                  </a:lnTo>
                  <a:lnTo>
                    <a:pt x="291824" y="272272"/>
                  </a:lnTo>
                  <a:lnTo>
                    <a:pt x="295291" y="268265"/>
                  </a:lnTo>
                  <a:lnTo>
                    <a:pt x="298629" y="264151"/>
                  </a:lnTo>
                  <a:lnTo>
                    <a:pt x="301835" y="259933"/>
                  </a:lnTo>
                  <a:lnTo>
                    <a:pt x="304906" y="255616"/>
                  </a:lnTo>
                  <a:lnTo>
                    <a:pt x="307839" y="251203"/>
                  </a:lnTo>
                  <a:lnTo>
                    <a:pt x="310630" y="246700"/>
                  </a:lnTo>
                  <a:lnTo>
                    <a:pt x="313277" y="242110"/>
                  </a:lnTo>
                  <a:lnTo>
                    <a:pt x="315778" y="237439"/>
                  </a:lnTo>
                  <a:lnTo>
                    <a:pt x="318129" y="232691"/>
                  </a:lnTo>
                  <a:lnTo>
                    <a:pt x="320328" y="227871"/>
                  </a:lnTo>
                  <a:lnTo>
                    <a:pt x="322374" y="222984"/>
                  </a:lnTo>
                  <a:lnTo>
                    <a:pt x="324264" y="218034"/>
                  </a:lnTo>
                  <a:lnTo>
                    <a:pt x="325996" y="213027"/>
                  </a:lnTo>
                  <a:lnTo>
                    <a:pt x="327568" y="207968"/>
                  </a:lnTo>
                  <a:lnTo>
                    <a:pt x="328979" y="202861"/>
                  </a:lnTo>
                  <a:lnTo>
                    <a:pt x="330228" y="197712"/>
                  </a:lnTo>
                  <a:lnTo>
                    <a:pt x="331313" y="192526"/>
                  </a:lnTo>
                  <a:lnTo>
                    <a:pt x="332233" y="187308"/>
                  </a:lnTo>
                  <a:lnTo>
                    <a:pt x="332987" y="182064"/>
                  </a:lnTo>
                  <a:lnTo>
                    <a:pt x="333575" y="176799"/>
                  </a:lnTo>
                  <a:lnTo>
                    <a:pt x="333995" y="171517"/>
                  </a:lnTo>
                  <a:lnTo>
                    <a:pt x="334248" y="166225"/>
                  </a:lnTo>
                  <a:lnTo>
                    <a:pt x="334333" y="160928"/>
                  </a:lnTo>
                  <a:lnTo>
                    <a:pt x="334250" y="155630"/>
                  </a:lnTo>
                  <a:lnTo>
                    <a:pt x="334000" y="150338"/>
                  </a:lnTo>
                  <a:lnTo>
                    <a:pt x="333582" y="145056"/>
                  </a:lnTo>
                  <a:lnTo>
                    <a:pt x="332996" y="139790"/>
                  </a:lnTo>
                  <a:lnTo>
                    <a:pt x="332244" y="134546"/>
                  </a:lnTo>
                  <a:lnTo>
                    <a:pt x="331326" y="129328"/>
                  </a:lnTo>
                  <a:lnTo>
                    <a:pt x="330244" y="124141"/>
                  </a:lnTo>
                  <a:lnTo>
                    <a:pt x="328997" y="118992"/>
                  </a:lnTo>
                  <a:lnTo>
                    <a:pt x="327588" y="113885"/>
                  </a:lnTo>
                  <a:lnTo>
                    <a:pt x="326018" y="108824"/>
                  </a:lnTo>
                  <a:lnTo>
                    <a:pt x="324288" y="103817"/>
                  </a:lnTo>
                  <a:lnTo>
                    <a:pt x="322400" y="98866"/>
                  </a:lnTo>
                  <a:lnTo>
                    <a:pt x="320357" y="93978"/>
                  </a:lnTo>
                  <a:lnTo>
                    <a:pt x="318159" y="89157"/>
                  </a:lnTo>
                  <a:lnTo>
                    <a:pt x="315810" y="84408"/>
                  </a:lnTo>
                  <a:lnTo>
                    <a:pt x="313312" y="79736"/>
                  </a:lnTo>
                  <a:lnTo>
                    <a:pt x="310666" y="75145"/>
                  </a:lnTo>
                  <a:lnTo>
                    <a:pt x="307877" y="70641"/>
                  </a:lnTo>
                  <a:lnTo>
                    <a:pt x="304946" y="66227"/>
                  </a:lnTo>
                  <a:lnTo>
                    <a:pt x="301877" y="61908"/>
                  </a:lnTo>
                  <a:lnTo>
                    <a:pt x="298673" y="57689"/>
                  </a:lnTo>
                  <a:lnTo>
                    <a:pt x="295336" y="53573"/>
                  </a:lnTo>
                  <a:lnTo>
                    <a:pt x="291871" y="49566"/>
                  </a:lnTo>
                  <a:lnTo>
                    <a:pt x="288280" y="45670"/>
                  </a:lnTo>
                  <a:lnTo>
                    <a:pt x="284568" y="41889"/>
                  </a:lnTo>
                  <a:lnTo>
                    <a:pt x="280738" y="38229"/>
                  </a:lnTo>
                  <a:lnTo>
                    <a:pt x="276794" y="34691"/>
                  </a:lnTo>
                  <a:lnTo>
                    <a:pt x="272739" y="31281"/>
                  </a:lnTo>
                  <a:lnTo>
                    <a:pt x="268579" y="28000"/>
                  </a:lnTo>
                  <a:lnTo>
                    <a:pt x="264316" y="24853"/>
                  </a:lnTo>
                  <a:lnTo>
                    <a:pt x="259957" y="21843"/>
                  </a:lnTo>
                  <a:lnTo>
                    <a:pt x="255504" y="18972"/>
                  </a:lnTo>
                  <a:lnTo>
                    <a:pt x="250962" y="16244"/>
                  </a:lnTo>
                  <a:lnTo>
                    <a:pt x="246336" y="13661"/>
                  </a:lnTo>
                  <a:lnTo>
                    <a:pt x="167166" y="1608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460546" y="1735255"/>
              <a:ext cx="79169" cy="167167"/>
            </a:xfrm>
            <a:custGeom>
              <a:avLst/>
              <a:pathLst>
                <a:path w="79169" h="167167">
                  <a:moveTo>
                    <a:pt x="79169" y="19936"/>
                  </a:moveTo>
                  <a:lnTo>
                    <a:pt x="73933" y="17238"/>
                  </a:lnTo>
                  <a:lnTo>
                    <a:pt x="68604" y="14726"/>
                  </a:lnTo>
                  <a:lnTo>
                    <a:pt x="63191" y="12403"/>
                  </a:lnTo>
                  <a:lnTo>
                    <a:pt x="57699" y="10273"/>
                  </a:lnTo>
                  <a:lnTo>
                    <a:pt x="52135" y="8337"/>
                  </a:lnTo>
                  <a:lnTo>
                    <a:pt x="46506" y="6599"/>
                  </a:lnTo>
                  <a:lnTo>
                    <a:pt x="40820" y="5060"/>
                  </a:lnTo>
                  <a:lnTo>
                    <a:pt x="35083" y="3723"/>
                  </a:lnTo>
                  <a:lnTo>
                    <a:pt x="29303" y="2588"/>
                  </a:lnTo>
                  <a:lnTo>
                    <a:pt x="23486" y="1658"/>
                  </a:lnTo>
                  <a:lnTo>
                    <a:pt x="17640" y="933"/>
                  </a:lnTo>
                  <a:lnTo>
                    <a:pt x="11772" y="415"/>
                  </a:lnTo>
                  <a:lnTo>
                    <a:pt x="5889" y="10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5915685" y="1379510"/>
              <a:ext cx="334319" cy="334330"/>
            </a:xfrm>
            <a:custGeom>
              <a:avLst/>
              <a:pathLst>
                <a:path w="334319" h="334330">
                  <a:moveTo>
                    <a:pt x="167154" y="0"/>
                  </a:moveTo>
                  <a:lnTo>
                    <a:pt x="161862" y="83"/>
                  </a:lnTo>
                  <a:lnTo>
                    <a:pt x="156575" y="335"/>
                  </a:lnTo>
                  <a:lnTo>
                    <a:pt x="151298" y="753"/>
                  </a:lnTo>
                  <a:lnTo>
                    <a:pt x="146038" y="1339"/>
                  </a:lnTo>
                  <a:lnTo>
                    <a:pt x="140798" y="2090"/>
                  </a:lnTo>
                  <a:lnTo>
                    <a:pt x="135586" y="3007"/>
                  </a:lnTo>
                  <a:lnTo>
                    <a:pt x="130404" y="4089"/>
                  </a:lnTo>
                  <a:lnTo>
                    <a:pt x="125260" y="5334"/>
                  </a:lnTo>
                  <a:lnTo>
                    <a:pt x="120157" y="6742"/>
                  </a:lnTo>
                  <a:lnTo>
                    <a:pt x="115102" y="8310"/>
                  </a:lnTo>
                  <a:lnTo>
                    <a:pt x="110099" y="10037"/>
                  </a:lnTo>
                  <a:lnTo>
                    <a:pt x="105153" y="11923"/>
                  </a:lnTo>
                  <a:lnTo>
                    <a:pt x="100269" y="13963"/>
                  </a:lnTo>
                  <a:lnTo>
                    <a:pt x="95452" y="16158"/>
                  </a:lnTo>
                  <a:lnTo>
                    <a:pt x="90708" y="18503"/>
                  </a:lnTo>
                  <a:lnTo>
                    <a:pt x="86039" y="20998"/>
                  </a:lnTo>
                  <a:lnTo>
                    <a:pt x="81453" y="23639"/>
                  </a:lnTo>
                  <a:lnTo>
                    <a:pt x="76952" y="26424"/>
                  </a:lnTo>
                  <a:lnTo>
                    <a:pt x="72541" y="29351"/>
                  </a:lnTo>
                  <a:lnTo>
                    <a:pt x="68225" y="32415"/>
                  </a:lnTo>
                  <a:lnTo>
                    <a:pt x="64009" y="35615"/>
                  </a:lnTo>
                  <a:lnTo>
                    <a:pt x="59896" y="38946"/>
                  </a:lnTo>
                  <a:lnTo>
                    <a:pt x="55890" y="42406"/>
                  </a:lnTo>
                  <a:lnTo>
                    <a:pt x="51996" y="45991"/>
                  </a:lnTo>
                  <a:lnTo>
                    <a:pt x="48218" y="49697"/>
                  </a:lnTo>
                  <a:lnTo>
                    <a:pt x="44558" y="53522"/>
                  </a:lnTo>
                  <a:lnTo>
                    <a:pt x="41022" y="57460"/>
                  </a:lnTo>
                  <a:lnTo>
                    <a:pt x="37612" y="61508"/>
                  </a:lnTo>
                  <a:lnTo>
                    <a:pt x="34332" y="65662"/>
                  </a:lnTo>
                  <a:lnTo>
                    <a:pt x="31185" y="69918"/>
                  </a:lnTo>
                  <a:lnTo>
                    <a:pt x="28174" y="74271"/>
                  </a:lnTo>
                  <a:lnTo>
                    <a:pt x="25303" y="78718"/>
                  </a:lnTo>
                  <a:lnTo>
                    <a:pt x="22574" y="83253"/>
                  </a:lnTo>
                  <a:lnTo>
                    <a:pt x="19990" y="87872"/>
                  </a:lnTo>
                  <a:lnTo>
                    <a:pt x="17553" y="92571"/>
                  </a:lnTo>
                  <a:lnTo>
                    <a:pt x="15267" y="97345"/>
                  </a:lnTo>
                  <a:lnTo>
                    <a:pt x="13132" y="102188"/>
                  </a:lnTo>
                  <a:lnTo>
                    <a:pt x="11152" y="107097"/>
                  </a:lnTo>
                  <a:lnTo>
                    <a:pt x="9329" y="112066"/>
                  </a:lnTo>
                  <a:lnTo>
                    <a:pt x="7663" y="117090"/>
                  </a:lnTo>
                  <a:lnTo>
                    <a:pt x="6158" y="122165"/>
                  </a:lnTo>
                  <a:lnTo>
                    <a:pt x="4814" y="127284"/>
                  </a:lnTo>
                  <a:lnTo>
                    <a:pt x="3633" y="132444"/>
                  </a:lnTo>
                  <a:lnTo>
                    <a:pt x="2615" y="137638"/>
                  </a:lnTo>
                  <a:lnTo>
                    <a:pt x="1763" y="142862"/>
                  </a:lnTo>
                  <a:lnTo>
                    <a:pt x="1076" y="148110"/>
                  </a:lnTo>
                  <a:lnTo>
                    <a:pt x="556" y="153378"/>
                  </a:lnTo>
                  <a:lnTo>
                    <a:pt x="203" y="158659"/>
                  </a:lnTo>
                  <a:lnTo>
                    <a:pt x="18" y="163948"/>
                  </a:lnTo>
                  <a:lnTo>
                    <a:pt x="0" y="169241"/>
                  </a:lnTo>
                  <a:lnTo>
                    <a:pt x="149" y="174532"/>
                  </a:lnTo>
                  <a:lnTo>
                    <a:pt x="466" y="179816"/>
                  </a:lnTo>
                  <a:lnTo>
                    <a:pt x="950" y="185087"/>
                  </a:lnTo>
                  <a:lnTo>
                    <a:pt x="1600" y="190339"/>
                  </a:lnTo>
                  <a:lnTo>
                    <a:pt x="2417" y="195569"/>
                  </a:lnTo>
                  <a:lnTo>
                    <a:pt x="3399" y="200770"/>
                  </a:lnTo>
                  <a:lnTo>
                    <a:pt x="4545" y="205938"/>
                  </a:lnTo>
                  <a:lnTo>
                    <a:pt x="5854" y="211066"/>
                  </a:lnTo>
                  <a:lnTo>
                    <a:pt x="7324" y="216151"/>
                  </a:lnTo>
                  <a:lnTo>
                    <a:pt x="8955" y="221186"/>
                  </a:lnTo>
                  <a:lnTo>
                    <a:pt x="10745" y="226168"/>
                  </a:lnTo>
                  <a:lnTo>
                    <a:pt x="12691" y="231090"/>
                  </a:lnTo>
                  <a:lnTo>
                    <a:pt x="14792" y="235948"/>
                  </a:lnTo>
                  <a:lnTo>
                    <a:pt x="17046" y="240737"/>
                  </a:lnTo>
                  <a:lnTo>
                    <a:pt x="19450" y="245452"/>
                  </a:lnTo>
                  <a:lnTo>
                    <a:pt x="22003" y="250089"/>
                  </a:lnTo>
                  <a:lnTo>
                    <a:pt x="24701" y="254643"/>
                  </a:lnTo>
                  <a:lnTo>
                    <a:pt x="27542" y="259109"/>
                  </a:lnTo>
                  <a:lnTo>
                    <a:pt x="30522" y="263483"/>
                  </a:lnTo>
                  <a:lnTo>
                    <a:pt x="33640" y="267760"/>
                  </a:lnTo>
                  <a:lnTo>
                    <a:pt x="36892" y="271937"/>
                  </a:lnTo>
                  <a:lnTo>
                    <a:pt x="40274" y="276008"/>
                  </a:lnTo>
                  <a:lnTo>
                    <a:pt x="43783" y="279970"/>
                  </a:lnTo>
                  <a:lnTo>
                    <a:pt x="47416" y="283820"/>
                  </a:lnTo>
                  <a:lnTo>
                    <a:pt x="51170" y="287552"/>
                  </a:lnTo>
                  <a:lnTo>
                    <a:pt x="55039" y="291164"/>
                  </a:lnTo>
                  <a:lnTo>
                    <a:pt x="59021" y="294651"/>
                  </a:lnTo>
                  <a:lnTo>
                    <a:pt x="63111" y="298010"/>
                  </a:lnTo>
                  <a:lnTo>
                    <a:pt x="67305" y="301239"/>
                  </a:lnTo>
                  <a:lnTo>
                    <a:pt x="71600" y="304332"/>
                  </a:lnTo>
                  <a:lnTo>
                    <a:pt x="75990" y="307289"/>
                  </a:lnTo>
                  <a:lnTo>
                    <a:pt x="80472" y="310105"/>
                  </a:lnTo>
                  <a:lnTo>
                    <a:pt x="85041" y="312777"/>
                  </a:lnTo>
                  <a:lnTo>
                    <a:pt x="89692" y="315304"/>
                  </a:lnTo>
                  <a:lnTo>
                    <a:pt x="94421" y="317682"/>
                  </a:lnTo>
                  <a:lnTo>
                    <a:pt x="99222" y="319909"/>
                  </a:lnTo>
                  <a:lnTo>
                    <a:pt x="104092" y="321983"/>
                  </a:lnTo>
                  <a:lnTo>
                    <a:pt x="109025" y="323902"/>
                  </a:lnTo>
                  <a:lnTo>
                    <a:pt x="114016" y="325664"/>
                  </a:lnTo>
                  <a:lnTo>
                    <a:pt x="119060" y="327267"/>
                  </a:lnTo>
                  <a:lnTo>
                    <a:pt x="124153" y="328709"/>
                  </a:lnTo>
                  <a:lnTo>
                    <a:pt x="129289" y="329989"/>
                  </a:lnTo>
                  <a:lnTo>
                    <a:pt x="134463" y="331107"/>
                  </a:lnTo>
                  <a:lnTo>
                    <a:pt x="139669" y="332059"/>
                  </a:lnTo>
                  <a:lnTo>
                    <a:pt x="144903" y="332847"/>
                  </a:lnTo>
                  <a:lnTo>
                    <a:pt x="150160" y="333468"/>
                  </a:lnTo>
                  <a:lnTo>
                    <a:pt x="155433" y="333923"/>
                  </a:lnTo>
                  <a:lnTo>
                    <a:pt x="160718" y="334210"/>
                  </a:lnTo>
                  <a:lnTo>
                    <a:pt x="166010" y="334330"/>
                  </a:lnTo>
                  <a:lnTo>
                    <a:pt x="171303" y="334283"/>
                  </a:lnTo>
                  <a:lnTo>
                    <a:pt x="176591" y="334068"/>
                  </a:lnTo>
                  <a:lnTo>
                    <a:pt x="181870" y="333685"/>
                  </a:lnTo>
                  <a:lnTo>
                    <a:pt x="187135" y="333136"/>
                  </a:lnTo>
                  <a:lnTo>
                    <a:pt x="192379" y="332420"/>
                  </a:lnTo>
                  <a:lnTo>
                    <a:pt x="197598" y="331539"/>
                  </a:lnTo>
                  <a:lnTo>
                    <a:pt x="202787" y="330493"/>
                  </a:lnTo>
                  <a:lnTo>
                    <a:pt x="207940" y="329283"/>
                  </a:lnTo>
                  <a:lnTo>
                    <a:pt x="213052" y="327910"/>
                  </a:lnTo>
                  <a:lnTo>
                    <a:pt x="218118" y="326376"/>
                  </a:lnTo>
                  <a:lnTo>
                    <a:pt x="223132" y="324683"/>
                  </a:lnTo>
                  <a:lnTo>
                    <a:pt x="228091" y="322832"/>
                  </a:lnTo>
                  <a:lnTo>
                    <a:pt x="232989" y="320825"/>
                  </a:lnTo>
                  <a:lnTo>
                    <a:pt x="237820" y="318664"/>
                  </a:lnTo>
                  <a:lnTo>
                    <a:pt x="242581" y="316350"/>
                  </a:lnTo>
                  <a:lnTo>
                    <a:pt x="247266" y="313888"/>
                  </a:lnTo>
                  <a:lnTo>
                    <a:pt x="251871" y="311278"/>
                  </a:lnTo>
                  <a:lnTo>
                    <a:pt x="256391" y="308524"/>
                  </a:lnTo>
                  <a:lnTo>
                    <a:pt x="260822" y="305628"/>
                  </a:lnTo>
                  <a:lnTo>
                    <a:pt x="265158" y="302593"/>
                  </a:lnTo>
                  <a:lnTo>
                    <a:pt x="269396" y="299422"/>
                  </a:lnTo>
                  <a:lnTo>
                    <a:pt x="273532" y="296119"/>
                  </a:lnTo>
                  <a:lnTo>
                    <a:pt x="277561" y="292687"/>
                  </a:lnTo>
                  <a:lnTo>
                    <a:pt x="281480" y="289128"/>
                  </a:lnTo>
                  <a:lnTo>
                    <a:pt x="285284" y="285448"/>
                  </a:lnTo>
                  <a:lnTo>
                    <a:pt x="288969" y="281649"/>
                  </a:lnTo>
                  <a:lnTo>
                    <a:pt x="292532" y="277735"/>
                  </a:lnTo>
                  <a:lnTo>
                    <a:pt x="295970" y="273710"/>
                  </a:lnTo>
                  <a:lnTo>
                    <a:pt x="299278" y="269578"/>
                  </a:lnTo>
                  <a:lnTo>
                    <a:pt x="302454" y="265344"/>
                  </a:lnTo>
                  <a:lnTo>
                    <a:pt x="305495" y="261011"/>
                  </a:lnTo>
                  <a:lnTo>
                    <a:pt x="308396" y="256585"/>
                  </a:lnTo>
                  <a:lnTo>
                    <a:pt x="311157" y="252068"/>
                  </a:lnTo>
                  <a:lnTo>
                    <a:pt x="313772" y="247467"/>
                  </a:lnTo>
                  <a:lnTo>
                    <a:pt x="316241" y="242785"/>
                  </a:lnTo>
                  <a:lnTo>
                    <a:pt x="318560" y="238027"/>
                  </a:lnTo>
                  <a:lnTo>
                    <a:pt x="320728" y="233198"/>
                  </a:lnTo>
                  <a:lnTo>
                    <a:pt x="322741" y="228303"/>
                  </a:lnTo>
                  <a:lnTo>
                    <a:pt x="324599" y="223347"/>
                  </a:lnTo>
                  <a:lnTo>
                    <a:pt x="326298" y="218334"/>
                  </a:lnTo>
                  <a:lnTo>
                    <a:pt x="327838" y="213270"/>
                  </a:lnTo>
                  <a:lnTo>
                    <a:pt x="329217" y="208160"/>
                  </a:lnTo>
                  <a:lnTo>
                    <a:pt x="330434" y="203009"/>
                  </a:lnTo>
                  <a:lnTo>
                    <a:pt x="331487" y="197821"/>
                  </a:lnTo>
                  <a:lnTo>
                    <a:pt x="332375" y="192603"/>
                  </a:lnTo>
                  <a:lnTo>
                    <a:pt x="333097" y="187360"/>
                  </a:lnTo>
                  <a:lnTo>
                    <a:pt x="333654" y="182096"/>
                  </a:lnTo>
                  <a:lnTo>
                    <a:pt x="334043" y="176818"/>
                  </a:lnTo>
                  <a:lnTo>
                    <a:pt x="334265" y="171529"/>
                  </a:lnTo>
                  <a:lnTo>
                    <a:pt x="334319" y="166237"/>
                  </a:lnTo>
                  <a:lnTo>
                    <a:pt x="334206" y="160945"/>
                  </a:lnTo>
                  <a:lnTo>
                    <a:pt x="333925" y="155659"/>
                  </a:lnTo>
                  <a:lnTo>
                    <a:pt x="333477" y="150385"/>
                  </a:lnTo>
                  <a:lnTo>
                    <a:pt x="332862" y="145128"/>
                  </a:lnTo>
                  <a:lnTo>
                    <a:pt x="332082" y="139893"/>
                  </a:lnTo>
                  <a:lnTo>
                    <a:pt x="331135" y="134685"/>
                  </a:lnTo>
                  <a:lnTo>
                    <a:pt x="330025" y="129510"/>
                  </a:lnTo>
                  <a:lnTo>
                    <a:pt x="328751" y="124373"/>
                  </a:lnTo>
                  <a:lnTo>
                    <a:pt x="327315" y="119278"/>
                  </a:lnTo>
                  <a:lnTo>
                    <a:pt x="325719" y="114232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493743"/>
              <a:ext cx="158564" cy="52935"/>
            </a:xfrm>
            <a:custGeom>
              <a:avLst/>
              <a:pathLst>
                <a:path w="158564" h="52935">
                  <a:moveTo>
                    <a:pt x="158564" y="0"/>
                  </a:moveTo>
                  <a:lnTo>
                    <a:pt x="0" y="529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493644"/>
              <a:ext cx="158532" cy="53033"/>
            </a:xfrm>
            <a:custGeom>
              <a:avLst/>
              <a:pathLst>
                <a:path w="158532" h="53033">
                  <a:moveTo>
                    <a:pt x="158532" y="0"/>
                  </a:moveTo>
                  <a:lnTo>
                    <a:pt x="0" y="530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82840" y="1379510"/>
              <a:ext cx="158532" cy="167167"/>
            </a:xfrm>
            <a:custGeom>
              <a:avLst/>
              <a:pathLst>
                <a:path w="158532" h="167167">
                  <a:moveTo>
                    <a:pt x="158532" y="114133"/>
                  </a:moveTo>
                  <a:lnTo>
                    <a:pt x="156705" y="108957"/>
                  </a:lnTo>
                  <a:lnTo>
                    <a:pt x="154709" y="103843"/>
                  </a:lnTo>
                  <a:lnTo>
                    <a:pt x="152546" y="98797"/>
                  </a:lnTo>
                  <a:lnTo>
                    <a:pt x="150219" y="93825"/>
                  </a:lnTo>
                  <a:lnTo>
                    <a:pt x="147730" y="88932"/>
                  </a:lnTo>
                  <a:lnTo>
                    <a:pt x="145081" y="84123"/>
                  </a:lnTo>
                  <a:lnTo>
                    <a:pt x="142276" y="79404"/>
                  </a:lnTo>
                  <a:lnTo>
                    <a:pt x="139318" y="74780"/>
                  </a:lnTo>
                  <a:lnTo>
                    <a:pt x="136209" y="70255"/>
                  </a:lnTo>
                  <a:lnTo>
                    <a:pt x="132953" y="65835"/>
                  </a:lnTo>
                  <a:lnTo>
                    <a:pt x="129554" y="61524"/>
                  </a:lnTo>
                  <a:lnTo>
                    <a:pt x="126016" y="57327"/>
                  </a:lnTo>
                  <a:lnTo>
                    <a:pt x="122341" y="53248"/>
                  </a:lnTo>
                  <a:lnTo>
                    <a:pt x="118535" y="49292"/>
                  </a:lnTo>
                  <a:lnTo>
                    <a:pt x="114600" y="45464"/>
                  </a:lnTo>
                  <a:lnTo>
                    <a:pt x="110542" y="41766"/>
                  </a:lnTo>
                  <a:lnTo>
                    <a:pt x="106365" y="38204"/>
                  </a:lnTo>
                  <a:lnTo>
                    <a:pt x="102073" y="34781"/>
                  </a:lnTo>
                  <a:lnTo>
                    <a:pt x="97671" y="31501"/>
                  </a:lnTo>
                  <a:lnTo>
                    <a:pt x="93164" y="28367"/>
                  </a:lnTo>
                  <a:lnTo>
                    <a:pt x="88556" y="25383"/>
                  </a:lnTo>
                  <a:lnTo>
                    <a:pt x="83853" y="22552"/>
                  </a:lnTo>
                  <a:lnTo>
                    <a:pt x="79059" y="19876"/>
                  </a:lnTo>
                  <a:lnTo>
                    <a:pt x="74180" y="17360"/>
                  </a:lnTo>
                  <a:lnTo>
                    <a:pt x="69221" y="15005"/>
                  </a:lnTo>
                  <a:lnTo>
                    <a:pt x="64187" y="12814"/>
                  </a:lnTo>
                  <a:lnTo>
                    <a:pt x="59085" y="10789"/>
                  </a:lnTo>
                  <a:lnTo>
                    <a:pt x="53918" y="8934"/>
                  </a:lnTo>
                  <a:lnTo>
                    <a:pt x="48693" y="7249"/>
                  </a:lnTo>
                  <a:lnTo>
                    <a:pt x="43416" y="5736"/>
                  </a:lnTo>
                  <a:lnTo>
                    <a:pt x="38092" y="4397"/>
                  </a:lnTo>
                  <a:lnTo>
                    <a:pt x="32727" y="3234"/>
                  </a:lnTo>
                  <a:lnTo>
                    <a:pt x="27326" y="2248"/>
                  </a:lnTo>
                  <a:lnTo>
                    <a:pt x="21896" y="1440"/>
                  </a:lnTo>
                  <a:lnTo>
                    <a:pt x="16443" y="810"/>
                  </a:lnTo>
                  <a:lnTo>
                    <a:pt x="10972" y="360"/>
                  </a:lnTo>
                  <a:lnTo>
                    <a:pt x="5489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465984" y="1120312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0" y="1342"/>
                  </a:lnTo>
                  <a:lnTo>
                    <a:pt x="140765" y="2095"/>
                  </a:lnTo>
                  <a:lnTo>
                    <a:pt x="135547" y="3014"/>
                  </a:lnTo>
                  <a:lnTo>
                    <a:pt x="130360" y="4098"/>
                  </a:lnTo>
                  <a:lnTo>
                    <a:pt x="125210" y="5346"/>
                  </a:lnTo>
                  <a:lnTo>
                    <a:pt x="120102" y="6757"/>
                  </a:lnTo>
                  <a:lnTo>
                    <a:pt x="115042" y="8328"/>
                  </a:lnTo>
                  <a:lnTo>
                    <a:pt x="110034" y="10060"/>
                  </a:lnTo>
                  <a:lnTo>
                    <a:pt x="105083" y="11949"/>
                  </a:lnTo>
                  <a:lnTo>
                    <a:pt x="100195" y="13994"/>
                  </a:lnTo>
                  <a:lnTo>
                    <a:pt x="95374" y="16193"/>
                  </a:lnTo>
                  <a:lnTo>
                    <a:pt x="90625" y="18544"/>
                  </a:lnTo>
                  <a:lnTo>
                    <a:pt x="85953" y="21044"/>
                  </a:lnTo>
                  <a:lnTo>
                    <a:pt x="81362" y="23691"/>
                  </a:lnTo>
                  <a:lnTo>
                    <a:pt x="76858" y="26482"/>
                  </a:lnTo>
                  <a:lnTo>
                    <a:pt x="72444" y="29414"/>
                  </a:lnTo>
                  <a:lnTo>
                    <a:pt x="68126" y="32485"/>
                  </a:lnTo>
                  <a:lnTo>
                    <a:pt x="63907" y="35691"/>
                  </a:lnTo>
                  <a:lnTo>
                    <a:pt x="59792" y="39030"/>
                  </a:lnTo>
                  <a:lnTo>
                    <a:pt x="55785" y="42497"/>
                  </a:lnTo>
                  <a:lnTo>
                    <a:pt x="51889" y="46089"/>
                  </a:lnTo>
                  <a:lnTo>
                    <a:pt x="48110" y="49803"/>
                  </a:lnTo>
                  <a:lnTo>
                    <a:pt x="44450" y="53635"/>
                  </a:lnTo>
                  <a:lnTo>
                    <a:pt x="40913" y="57581"/>
                  </a:lnTo>
                  <a:lnTo>
                    <a:pt x="37503" y="61637"/>
                  </a:lnTo>
                  <a:lnTo>
                    <a:pt x="34224" y="65799"/>
                  </a:lnTo>
                  <a:lnTo>
                    <a:pt x="31078" y="70063"/>
                  </a:lnTo>
                  <a:lnTo>
                    <a:pt x="28068" y="74424"/>
                  </a:lnTo>
                  <a:lnTo>
                    <a:pt x="25199" y="78879"/>
                  </a:lnTo>
                  <a:lnTo>
                    <a:pt x="22472" y="83422"/>
                  </a:lnTo>
                  <a:lnTo>
                    <a:pt x="19890" y="88050"/>
                  </a:lnTo>
                  <a:lnTo>
                    <a:pt x="17457" y="92757"/>
                  </a:lnTo>
                  <a:lnTo>
                    <a:pt x="15174" y="97538"/>
                  </a:lnTo>
                  <a:lnTo>
                    <a:pt x="13043" y="102390"/>
                  </a:lnTo>
                  <a:lnTo>
                    <a:pt x="11068" y="107307"/>
                  </a:lnTo>
                  <a:lnTo>
                    <a:pt x="9249" y="112284"/>
                  </a:lnTo>
                  <a:lnTo>
                    <a:pt x="7589" y="117316"/>
                  </a:lnTo>
                  <a:lnTo>
                    <a:pt x="6089" y="122398"/>
                  </a:lnTo>
                  <a:lnTo>
                    <a:pt x="4751" y="127526"/>
                  </a:lnTo>
                  <a:lnTo>
                    <a:pt x="3576" y="132693"/>
                  </a:lnTo>
                  <a:lnTo>
                    <a:pt x="2566" y="137894"/>
                  </a:lnTo>
                  <a:lnTo>
                    <a:pt x="1721" y="143125"/>
                  </a:lnTo>
                  <a:lnTo>
                    <a:pt x="1042" y="148381"/>
                  </a:lnTo>
                  <a:lnTo>
                    <a:pt x="530" y="153655"/>
                  </a:lnTo>
                  <a:lnTo>
                    <a:pt x="185" y="158942"/>
                  </a:lnTo>
                  <a:lnTo>
                    <a:pt x="8" y="164238"/>
                  </a:lnTo>
                  <a:lnTo>
                    <a:pt x="0" y="169537"/>
                  </a:lnTo>
                  <a:lnTo>
                    <a:pt x="159" y="174834"/>
                  </a:lnTo>
                  <a:lnTo>
                    <a:pt x="485" y="180123"/>
                  </a:lnTo>
                  <a:lnTo>
                    <a:pt x="980" y="185398"/>
                  </a:lnTo>
                  <a:lnTo>
                    <a:pt x="1641" y="190656"/>
                  </a:lnTo>
                  <a:lnTo>
                    <a:pt x="2469" y="195890"/>
                  </a:lnTo>
                  <a:lnTo>
                    <a:pt x="3462" y="201095"/>
                  </a:lnTo>
                  <a:lnTo>
                    <a:pt x="4619" y="206266"/>
                  </a:lnTo>
                  <a:lnTo>
                    <a:pt x="5940" y="211397"/>
                  </a:lnTo>
                  <a:lnTo>
                    <a:pt x="7423" y="216484"/>
                  </a:lnTo>
                  <a:lnTo>
                    <a:pt x="9066" y="221522"/>
                  </a:lnTo>
                  <a:lnTo>
                    <a:pt x="10869" y="226505"/>
                  </a:lnTo>
                  <a:lnTo>
                    <a:pt x="12828" y="231429"/>
                  </a:lnTo>
                  <a:lnTo>
                    <a:pt x="14942" y="236287"/>
                  </a:lnTo>
                  <a:lnTo>
                    <a:pt x="17209" y="241077"/>
                  </a:lnTo>
                  <a:lnTo>
                    <a:pt x="19627" y="245792"/>
                  </a:lnTo>
                  <a:lnTo>
                    <a:pt x="22193" y="250428"/>
                  </a:lnTo>
                  <a:lnTo>
                    <a:pt x="24905" y="254981"/>
                  </a:lnTo>
                  <a:lnTo>
                    <a:pt x="27759" y="259445"/>
                  </a:lnTo>
                  <a:lnTo>
                    <a:pt x="30754" y="263816"/>
                  </a:lnTo>
                  <a:lnTo>
                    <a:pt x="33886" y="268091"/>
                  </a:lnTo>
                  <a:lnTo>
                    <a:pt x="37152" y="272264"/>
                  </a:lnTo>
                  <a:lnTo>
                    <a:pt x="40548" y="276331"/>
                  </a:lnTo>
                  <a:lnTo>
                    <a:pt x="44071" y="280289"/>
                  </a:lnTo>
                  <a:lnTo>
                    <a:pt x="47718" y="284133"/>
                  </a:lnTo>
                  <a:lnTo>
                    <a:pt x="51486" y="287859"/>
                  </a:lnTo>
                  <a:lnTo>
                    <a:pt x="55369" y="291465"/>
                  </a:lnTo>
                  <a:lnTo>
                    <a:pt x="59365" y="294945"/>
                  </a:lnTo>
                  <a:lnTo>
                    <a:pt x="63469" y="298297"/>
                  </a:lnTo>
                  <a:lnTo>
                    <a:pt x="67677" y="301517"/>
                  </a:lnTo>
                  <a:lnTo>
                    <a:pt x="71985" y="304602"/>
                  </a:lnTo>
                  <a:lnTo>
                    <a:pt x="76389" y="307550"/>
                  </a:lnTo>
                  <a:lnTo>
                    <a:pt x="80884" y="310356"/>
                  </a:lnTo>
                  <a:lnTo>
                    <a:pt x="85465" y="313018"/>
                  </a:lnTo>
                  <a:lnTo>
                    <a:pt x="90129" y="315534"/>
                  </a:lnTo>
                  <a:lnTo>
                    <a:pt x="94870" y="317900"/>
                  </a:lnTo>
                  <a:lnTo>
                    <a:pt x="99684" y="320115"/>
                  </a:lnTo>
                  <a:lnTo>
                    <a:pt x="104565" y="322177"/>
                  </a:lnTo>
                  <a:lnTo>
                    <a:pt x="109509" y="324083"/>
                  </a:lnTo>
                  <a:lnTo>
                    <a:pt x="114512" y="325831"/>
                  </a:lnTo>
                  <a:lnTo>
                    <a:pt x="119567" y="327419"/>
                  </a:lnTo>
                  <a:lnTo>
                    <a:pt x="124670" y="328847"/>
                  </a:lnTo>
                  <a:lnTo>
                    <a:pt x="129815" y="330112"/>
                  </a:lnTo>
                  <a:lnTo>
                    <a:pt x="134999" y="331213"/>
                  </a:lnTo>
                  <a:lnTo>
                    <a:pt x="140214" y="332150"/>
                  </a:lnTo>
                  <a:lnTo>
                    <a:pt x="145457" y="332921"/>
                  </a:lnTo>
                  <a:lnTo>
                    <a:pt x="150721" y="333525"/>
                  </a:lnTo>
                  <a:lnTo>
                    <a:pt x="156002" y="333962"/>
                  </a:lnTo>
                  <a:lnTo>
                    <a:pt x="161294" y="334232"/>
                  </a:lnTo>
                  <a:lnTo>
                    <a:pt x="166592" y="334333"/>
                  </a:lnTo>
                  <a:lnTo>
                    <a:pt x="171890" y="334267"/>
                  </a:lnTo>
                  <a:lnTo>
                    <a:pt x="177184" y="334033"/>
                  </a:lnTo>
                  <a:lnTo>
                    <a:pt x="182468" y="333631"/>
                  </a:lnTo>
                  <a:lnTo>
                    <a:pt x="187736" y="333062"/>
                  </a:lnTo>
                  <a:lnTo>
                    <a:pt x="192983" y="332326"/>
                  </a:lnTo>
                  <a:lnTo>
                    <a:pt x="198205" y="331424"/>
                  </a:lnTo>
                  <a:lnTo>
                    <a:pt x="203395" y="330358"/>
                  </a:lnTo>
                  <a:lnTo>
                    <a:pt x="208549" y="329127"/>
                  </a:lnTo>
                  <a:lnTo>
                    <a:pt x="213662" y="327733"/>
                  </a:lnTo>
                  <a:lnTo>
                    <a:pt x="218728" y="326179"/>
                  </a:lnTo>
                  <a:lnTo>
                    <a:pt x="223741" y="324464"/>
                  </a:lnTo>
                  <a:lnTo>
                    <a:pt x="228698" y="322591"/>
                  </a:lnTo>
                  <a:lnTo>
                    <a:pt x="233593" y="320563"/>
                  </a:lnTo>
                  <a:lnTo>
                    <a:pt x="238422" y="318380"/>
                  </a:lnTo>
                  <a:lnTo>
                    <a:pt x="243179" y="316045"/>
                  </a:lnTo>
                  <a:lnTo>
                    <a:pt x="247859" y="313560"/>
                  </a:lnTo>
                  <a:lnTo>
                    <a:pt x="252458" y="310929"/>
                  </a:lnTo>
                  <a:lnTo>
                    <a:pt x="256972" y="308153"/>
                  </a:lnTo>
                  <a:lnTo>
                    <a:pt x="261395" y="305235"/>
                  </a:lnTo>
                  <a:lnTo>
                    <a:pt x="265724" y="302179"/>
                  </a:lnTo>
                  <a:lnTo>
                    <a:pt x="269953" y="298987"/>
                  </a:lnTo>
                  <a:lnTo>
                    <a:pt x="274080" y="295662"/>
                  </a:lnTo>
                  <a:lnTo>
                    <a:pt x="278098" y="292209"/>
                  </a:lnTo>
                  <a:lnTo>
                    <a:pt x="282006" y="288629"/>
                  </a:lnTo>
                  <a:lnTo>
                    <a:pt x="285798" y="284928"/>
                  </a:lnTo>
                  <a:lnTo>
                    <a:pt x="289470" y="281109"/>
                  </a:lnTo>
                  <a:lnTo>
                    <a:pt x="293020" y="277174"/>
                  </a:lnTo>
                  <a:lnTo>
                    <a:pt x="296444" y="273130"/>
                  </a:lnTo>
                  <a:lnTo>
                    <a:pt x="299737" y="268979"/>
                  </a:lnTo>
                  <a:lnTo>
                    <a:pt x="302897" y="264725"/>
                  </a:lnTo>
                  <a:lnTo>
                    <a:pt x="305921" y="260374"/>
                  </a:lnTo>
                  <a:lnTo>
                    <a:pt x="308806" y="255929"/>
                  </a:lnTo>
                  <a:lnTo>
                    <a:pt x="311548" y="251395"/>
                  </a:lnTo>
                  <a:lnTo>
                    <a:pt x="314145" y="246776"/>
                  </a:lnTo>
                  <a:lnTo>
                    <a:pt x="316594" y="242077"/>
                  </a:lnTo>
                  <a:lnTo>
                    <a:pt x="318893" y="237303"/>
                  </a:lnTo>
                  <a:lnTo>
                    <a:pt x="321040" y="232458"/>
                  </a:lnTo>
                  <a:lnTo>
                    <a:pt x="323032" y="227548"/>
                  </a:lnTo>
                  <a:lnTo>
                    <a:pt x="324867" y="222577"/>
                  </a:lnTo>
                  <a:lnTo>
                    <a:pt x="326544" y="217550"/>
                  </a:lnTo>
                  <a:lnTo>
                    <a:pt x="328061" y="212473"/>
                  </a:lnTo>
                  <a:lnTo>
                    <a:pt x="329416" y="207351"/>
                  </a:lnTo>
                  <a:lnTo>
                    <a:pt x="330608" y="202187"/>
                  </a:lnTo>
                  <a:lnTo>
                    <a:pt x="331636" y="196989"/>
                  </a:lnTo>
                  <a:lnTo>
                    <a:pt x="332499" y="191761"/>
                  </a:lnTo>
                  <a:lnTo>
                    <a:pt x="333195" y="186508"/>
                  </a:lnTo>
                  <a:lnTo>
                    <a:pt x="333725" y="181236"/>
                  </a:lnTo>
                  <a:lnTo>
                    <a:pt x="334087" y="175949"/>
                  </a:lnTo>
                  <a:lnTo>
                    <a:pt x="334281" y="170654"/>
                  </a:lnTo>
                  <a:lnTo>
                    <a:pt x="334308" y="165355"/>
                  </a:lnTo>
                  <a:lnTo>
                    <a:pt x="334166" y="160058"/>
                  </a:lnTo>
                  <a:lnTo>
                    <a:pt x="333857" y="154768"/>
                  </a:lnTo>
                  <a:lnTo>
                    <a:pt x="333380" y="149491"/>
                  </a:lnTo>
                  <a:lnTo>
                    <a:pt x="332737" y="144231"/>
                  </a:lnTo>
                  <a:lnTo>
                    <a:pt x="331927" y="138994"/>
                  </a:lnTo>
                  <a:lnTo>
                    <a:pt x="330951" y="133786"/>
                  </a:lnTo>
                  <a:lnTo>
                    <a:pt x="329811" y="128611"/>
                  </a:lnTo>
                  <a:lnTo>
                    <a:pt x="328507" y="123475"/>
                  </a:lnTo>
                  <a:lnTo>
                    <a:pt x="327041" y="118383"/>
                  </a:lnTo>
                  <a:lnTo>
                    <a:pt x="325415" y="113340"/>
                  </a:lnTo>
                  <a:lnTo>
                    <a:pt x="323629" y="108351"/>
                  </a:lnTo>
                  <a:lnTo>
                    <a:pt x="321686" y="103421"/>
                  </a:lnTo>
                  <a:lnTo>
                    <a:pt x="319588" y="98555"/>
                  </a:lnTo>
                  <a:lnTo>
                    <a:pt x="317337" y="93758"/>
                  </a:lnTo>
                  <a:lnTo>
                    <a:pt x="314935" y="89035"/>
                  </a:lnTo>
                  <a:lnTo>
                    <a:pt x="312384" y="84390"/>
                  </a:lnTo>
                  <a:lnTo>
                    <a:pt x="309688" y="79829"/>
                  </a:lnTo>
                  <a:lnTo>
                    <a:pt x="306848" y="75355"/>
                  </a:lnTo>
                  <a:lnTo>
                    <a:pt x="303868" y="70974"/>
                  </a:lnTo>
                  <a:lnTo>
                    <a:pt x="300751" y="66689"/>
                  </a:lnTo>
                  <a:lnTo>
                    <a:pt x="297499" y="62505"/>
                  </a:lnTo>
                  <a:lnTo>
                    <a:pt x="294116" y="58426"/>
                  </a:lnTo>
                  <a:lnTo>
                    <a:pt x="290606" y="54457"/>
                  </a:lnTo>
                  <a:lnTo>
                    <a:pt x="286972" y="50601"/>
                  </a:lnTo>
                  <a:lnTo>
                    <a:pt x="283217" y="46861"/>
                  </a:lnTo>
                  <a:lnTo>
                    <a:pt x="279346" y="43243"/>
                  </a:lnTo>
                  <a:lnTo>
                    <a:pt x="275362" y="39750"/>
                  </a:lnTo>
                  <a:lnTo>
                    <a:pt x="271269" y="36384"/>
                  </a:lnTo>
                  <a:lnTo>
                    <a:pt x="267072" y="33150"/>
                  </a:lnTo>
                  <a:lnTo>
                    <a:pt x="262774" y="30050"/>
                  </a:lnTo>
                  <a:lnTo>
                    <a:pt x="258380" y="27088"/>
                  </a:lnTo>
                  <a:lnTo>
                    <a:pt x="253895" y="24267"/>
                  </a:lnTo>
                  <a:lnTo>
                    <a:pt x="249322" y="21590"/>
                  </a:lnTo>
                  <a:lnTo>
                    <a:pt x="244667" y="19058"/>
                  </a:lnTo>
                  <a:lnTo>
                    <a:pt x="239934" y="16676"/>
                  </a:lnTo>
                  <a:lnTo>
                    <a:pt x="235127" y="14445"/>
                  </a:lnTo>
                  <a:lnTo>
                    <a:pt x="230253" y="12367"/>
                  </a:lnTo>
                  <a:lnTo>
                    <a:pt x="225315" y="10445"/>
                  </a:lnTo>
                  <a:lnTo>
                    <a:pt x="220318" y="8680"/>
                  </a:lnTo>
                  <a:lnTo>
                    <a:pt x="215269" y="7075"/>
                  </a:lnTo>
                  <a:lnTo>
                    <a:pt x="210170" y="5630"/>
                  </a:lnTo>
                  <a:lnTo>
                    <a:pt x="205029" y="4348"/>
                  </a:lnTo>
                  <a:lnTo>
                    <a:pt x="199849" y="3229"/>
                  </a:lnTo>
                  <a:lnTo>
                    <a:pt x="194637" y="2275"/>
                  </a:lnTo>
                  <a:lnTo>
                    <a:pt x="189397" y="1486"/>
                  </a:lnTo>
                  <a:lnTo>
                    <a:pt x="184135" y="865"/>
                  </a:lnTo>
                  <a:lnTo>
                    <a:pt x="178856" y="410"/>
                  </a:lnTo>
                  <a:lnTo>
                    <a:pt x="173564" y="12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204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20432"/>
              <a:ext cx="6310" cy="167048"/>
            </a:xfrm>
            <a:custGeom>
              <a:avLst/>
              <a:pathLst>
                <a:path w="6310" h="167048">
                  <a:moveTo>
                    <a:pt x="6310" y="0"/>
                  </a:moveTo>
                  <a:lnTo>
                    <a:pt x="0" y="16704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633135" y="1120312"/>
              <a:ext cx="6310" cy="167167"/>
            </a:xfrm>
            <a:custGeom>
              <a:avLst/>
              <a:pathLst>
                <a:path w="6310" h="167167">
                  <a:moveTo>
                    <a:pt x="6310" y="11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68521" y="971635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3" y="83"/>
                  </a:lnTo>
                  <a:lnTo>
                    <a:pt x="156577" y="335"/>
                  </a:lnTo>
                  <a:lnTo>
                    <a:pt x="151301" y="753"/>
                  </a:lnTo>
                  <a:lnTo>
                    <a:pt x="146041" y="1338"/>
                  </a:lnTo>
                  <a:lnTo>
                    <a:pt x="140803" y="2090"/>
                  </a:lnTo>
                  <a:lnTo>
                    <a:pt x="135590" y="3006"/>
                  </a:lnTo>
                  <a:lnTo>
                    <a:pt x="130410" y="4088"/>
                  </a:lnTo>
                  <a:lnTo>
                    <a:pt x="125266" y="5333"/>
                  </a:lnTo>
                  <a:lnTo>
                    <a:pt x="120164" y="6740"/>
                  </a:lnTo>
                  <a:lnTo>
                    <a:pt x="115110" y="8308"/>
                  </a:lnTo>
                  <a:lnTo>
                    <a:pt x="110107" y="10035"/>
                  </a:lnTo>
                  <a:lnTo>
                    <a:pt x="105162" y="11919"/>
                  </a:lnTo>
                  <a:lnTo>
                    <a:pt x="100279" y="13959"/>
                  </a:lnTo>
                  <a:lnTo>
                    <a:pt x="95462" y="16153"/>
                  </a:lnTo>
                  <a:lnTo>
                    <a:pt x="90718" y="18498"/>
                  </a:lnTo>
                  <a:lnTo>
                    <a:pt x="86050" y="20992"/>
                  </a:lnTo>
                  <a:lnTo>
                    <a:pt x="81464" y="23633"/>
                  </a:lnTo>
                  <a:lnTo>
                    <a:pt x="76963" y="26417"/>
                  </a:lnTo>
                  <a:lnTo>
                    <a:pt x="72553" y="29343"/>
                  </a:lnTo>
                  <a:lnTo>
                    <a:pt x="68238" y="32406"/>
                  </a:lnTo>
                  <a:lnTo>
                    <a:pt x="64022" y="35605"/>
                  </a:lnTo>
                  <a:lnTo>
                    <a:pt x="59909" y="38935"/>
                  </a:lnTo>
                  <a:lnTo>
                    <a:pt x="55904" y="42394"/>
                  </a:lnTo>
                  <a:lnTo>
                    <a:pt x="52010" y="45979"/>
                  </a:lnTo>
                  <a:lnTo>
                    <a:pt x="48231" y="49684"/>
                  </a:lnTo>
                  <a:lnTo>
                    <a:pt x="44572" y="53507"/>
                  </a:lnTo>
                  <a:lnTo>
                    <a:pt x="41036" y="57445"/>
                  </a:lnTo>
                  <a:lnTo>
                    <a:pt x="37626" y="61492"/>
                  </a:lnTo>
                  <a:lnTo>
                    <a:pt x="34346" y="65645"/>
                  </a:lnTo>
                  <a:lnTo>
                    <a:pt x="31198" y="69900"/>
                  </a:lnTo>
                  <a:lnTo>
                    <a:pt x="28188" y="74252"/>
                  </a:lnTo>
                  <a:lnTo>
                    <a:pt x="25316" y="78698"/>
                  </a:lnTo>
                  <a:lnTo>
                    <a:pt x="22587" y="83232"/>
                  </a:lnTo>
                  <a:lnTo>
                    <a:pt x="20002" y="87850"/>
                  </a:lnTo>
                  <a:lnTo>
                    <a:pt x="17565" y="92548"/>
                  </a:lnTo>
                  <a:lnTo>
                    <a:pt x="15278" y="97320"/>
                  </a:lnTo>
                  <a:lnTo>
                    <a:pt x="13143" y="102163"/>
                  </a:lnTo>
                  <a:lnTo>
                    <a:pt x="11163" y="107070"/>
                  </a:lnTo>
                  <a:lnTo>
                    <a:pt x="9339" y="112038"/>
                  </a:lnTo>
                  <a:lnTo>
                    <a:pt x="7673" y="117062"/>
                  </a:lnTo>
                  <a:lnTo>
                    <a:pt x="6167" y="122135"/>
                  </a:lnTo>
                  <a:lnTo>
                    <a:pt x="4822" y="127254"/>
                  </a:lnTo>
                  <a:lnTo>
                    <a:pt x="3640" y="132412"/>
                  </a:lnTo>
                  <a:lnTo>
                    <a:pt x="2622" y="137605"/>
                  </a:lnTo>
                  <a:lnTo>
                    <a:pt x="1768" y="142828"/>
                  </a:lnTo>
                  <a:lnTo>
                    <a:pt x="1081" y="148076"/>
                  </a:lnTo>
                  <a:lnTo>
                    <a:pt x="560" y="153342"/>
                  </a:lnTo>
                  <a:lnTo>
                    <a:pt x="206" y="158623"/>
                  </a:lnTo>
                  <a:lnTo>
                    <a:pt x="19" y="163912"/>
                  </a:lnTo>
                  <a:lnTo>
                    <a:pt x="0" y="169204"/>
                  </a:lnTo>
                  <a:lnTo>
                    <a:pt x="148" y="174494"/>
                  </a:lnTo>
                  <a:lnTo>
                    <a:pt x="463" y="179777"/>
                  </a:lnTo>
                  <a:lnTo>
                    <a:pt x="946" y="185047"/>
                  </a:lnTo>
                  <a:lnTo>
                    <a:pt x="1595" y="190299"/>
                  </a:lnTo>
                  <a:lnTo>
                    <a:pt x="2411" y="195528"/>
                  </a:lnTo>
                  <a:lnTo>
                    <a:pt x="3391" y="200729"/>
                  </a:lnTo>
                  <a:lnTo>
                    <a:pt x="4535" y="205896"/>
                  </a:lnTo>
                  <a:lnTo>
                    <a:pt x="5843" y="211024"/>
                  </a:lnTo>
                  <a:lnTo>
                    <a:pt x="7312" y="216108"/>
                  </a:lnTo>
                  <a:lnTo>
                    <a:pt x="8941" y="221144"/>
                  </a:lnTo>
                  <a:lnTo>
                    <a:pt x="10729" y="226125"/>
                  </a:lnTo>
                  <a:lnTo>
                    <a:pt x="12674" y="231047"/>
                  </a:lnTo>
                  <a:lnTo>
                    <a:pt x="14773" y="235905"/>
                  </a:lnTo>
                  <a:lnTo>
                    <a:pt x="17025" y="240694"/>
                  </a:lnTo>
                  <a:lnTo>
                    <a:pt x="19428" y="245409"/>
                  </a:lnTo>
                  <a:lnTo>
                    <a:pt x="21979" y="250046"/>
                  </a:lnTo>
                  <a:lnTo>
                    <a:pt x="24675" y="254600"/>
                  </a:lnTo>
                  <a:lnTo>
                    <a:pt x="27514" y="259066"/>
                  </a:lnTo>
                  <a:lnTo>
                    <a:pt x="30493" y="263440"/>
                  </a:lnTo>
                  <a:lnTo>
                    <a:pt x="33609" y="267718"/>
                  </a:lnTo>
                  <a:lnTo>
                    <a:pt x="36859" y="271895"/>
                  </a:lnTo>
                  <a:lnTo>
                    <a:pt x="40239" y="275967"/>
                  </a:lnTo>
                  <a:lnTo>
                    <a:pt x="43747" y="279930"/>
                  </a:lnTo>
                  <a:lnTo>
                    <a:pt x="47378" y="283780"/>
                  </a:lnTo>
                  <a:lnTo>
                    <a:pt x="51129" y="287513"/>
                  </a:lnTo>
                  <a:lnTo>
                    <a:pt x="54997" y="291125"/>
                  </a:lnTo>
                  <a:lnTo>
                    <a:pt x="58977" y="294613"/>
                  </a:lnTo>
                  <a:lnTo>
                    <a:pt x="63065" y="297974"/>
                  </a:lnTo>
                  <a:lnTo>
                    <a:pt x="67258" y="301203"/>
                  </a:lnTo>
                  <a:lnTo>
                    <a:pt x="71551" y="304298"/>
                  </a:lnTo>
                  <a:lnTo>
                    <a:pt x="75940" y="307256"/>
                  </a:lnTo>
                  <a:lnTo>
                    <a:pt x="80420" y="310073"/>
                  </a:lnTo>
                  <a:lnTo>
                    <a:pt x="84987" y="312747"/>
                  </a:lnTo>
                  <a:lnTo>
                    <a:pt x="89636" y="315275"/>
                  </a:lnTo>
                  <a:lnTo>
                    <a:pt x="94364" y="317654"/>
                  </a:lnTo>
                  <a:lnTo>
                    <a:pt x="99164" y="319883"/>
                  </a:lnTo>
                  <a:lnTo>
                    <a:pt x="104032" y="321959"/>
                  </a:lnTo>
                  <a:lnTo>
                    <a:pt x="108963" y="323879"/>
                  </a:lnTo>
                  <a:lnTo>
                    <a:pt x="113953" y="325643"/>
                  </a:lnTo>
                  <a:lnTo>
                    <a:pt x="118996" y="327247"/>
                  </a:lnTo>
                  <a:lnTo>
                    <a:pt x="124087" y="328692"/>
                  </a:lnTo>
                  <a:lnTo>
                    <a:pt x="129222" y="329974"/>
                  </a:lnTo>
                  <a:lnTo>
                    <a:pt x="134395" y="331093"/>
                  </a:lnTo>
                  <a:lnTo>
                    <a:pt x="139600" y="332048"/>
                  </a:lnTo>
                  <a:lnTo>
                    <a:pt x="144833" y="332837"/>
                  </a:lnTo>
                  <a:lnTo>
                    <a:pt x="150088" y="333461"/>
                  </a:lnTo>
                  <a:lnTo>
                    <a:pt x="155361" y="333918"/>
                  </a:lnTo>
                  <a:lnTo>
                    <a:pt x="160645" y="334208"/>
                  </a:lnTo>
                  <a:lnTo>
                    <a:pt x="165936" y="334330"/>
                  </a:lnTo>
                  <a:lnTo>
                    <a:pt x="171228" y="334285"/>
                  </a:lnTo>
                  <a:lnTo>
                    <a:pt x="176516" y="334072"/>
                  </a:lnTo>
                  <a:lnTo>
                    <a:pt x="181795" y="333692"/>
                  </a:lnTo>
                  <a:lnTo>
                    <a:pt x="187058" y="333145"/>
                  </a:lnTo>
                  <a:lnTo>
                    <a:pt x="192302" y="332432"/>
                  </a:lnTo>
                  <a:lnTo>
                    <a:pt x="197521" y="331553"/>
                  </a:lnTo>
                  <a:lnTo>
                    <a:pt x="202709" y="330510"/>
                  </a:lnTo>
                  <a:lnTo>
                    <a:pt x="207862" y="329302"/>
                  </a:lnTo>
                  <a:lnTo>
                    <a:pt x="212974" y="327932"/>
                  </a:lnTo>
                  <a:lnTo>
                    <a:pt x="218040" y="326401"/>
                  </a:lnTo>
                  <a:lnTo>
                    <a:pt x="223055" y="324711"/>
                  </a:lnTo>
                  <a:lnTo>
                    <a:pt x="228014" y="322862"/>
                  </a:lnTo>
                  <a:lnTo>
                    <a:pt x="232912" y="320858"/>
                  </a:lnTo>
                  <a:lnTo>
                    <a:pt x="237744" y="318699"/>
                  </a:lnTo>
                  <a:lnTo>
                    <a:pt x="242505" y="316389"/>
                  </a:lnTo>
                  <a:lnTo>
                    <a:pt x="247191" y="313929"/>
                  </a:lnTo>
                  <a:lnTo>
                    <a:pt x="251796" y="311322"/>
                  </a:lnTo>
                  <a:lnTo>
                    <a:pt x="256317" y="308571"/>
                  </a:lnTo>
                  <a:lnTo>
                    <a:pt x="260749" y="305677"/>
                  </a:lnTo>
                  <a:lnTo>
                    <a:pt x="265086" y="302645"/>
                  </a:lnTo>
                  <a:lnTo>
                    <a:pt x="269326" y="299477"/>
                  </a:lnTo>
                  <a:lnTo>
                    <a:pt x="273463" y="296177"/>
                  </a:lnTo>
                  <a:lnTo>
                    <a:pt x="277493" y="292747"/>
                  </a:lnTo>
                  <a:lnTo>
                    <a:pt x="281413" y="289192"/>
                  </a:lnTo>
                  <a:lnTo>
                    <a:pt x="285218" y="285514"/>
                  </a:lnTo>
                  <a:lnTo>
                    <a:pt x="288905" y="281717"/>
                  </a:lnTo>
                  <a:lnTo>
                    <a:pt x="292470" y="277806"/>
                  </a:lnTo>
                  <a:lnTo>
                    <a:pt x="295910" y="273783"/>
                  </a:lnTo>
                  <a:lnTo>
                    <a:pt x="299220" y="269654"/>
                  </a:lnTo>
                  <a:lnTo>
                    <a:pt x="302398" y="265423"/>
                  </a:lnTo>
                  <a:lnTo>
                    <a:pt x="305440" y="261092"/>
                  </a:lnTo>
                  <a:lnTo>
                    <a:pt x="308344" y="256668"/>
                  </a:lnTo>
                  <a:lnTo>
                    <a:pt x="311107" y="252154"/>
                  </a:lnTo>
                  <a:lnTo>
                    <a:pt x="313725" y="247555"/>
                  </a:lnTo>
                  <a:lnTo>
                    <a:pt x="316196" y="242875"/>
                  </a:lnTo>
                  <a:lnTo>
                    <a:pt x="318518" y="238119"/>
                  </a:lnTo>
                  <a:lnTo>
                    <a:pt x="320688" y="233292"/>
                  </a:lnTo>
                  <a:lnTo>
                    <a:pt x="322704" y="228399"/>
                  </a:lnTo>
                  <a:lnTo>
                    <a:pt x="324564" y="223444"/>
                  </a:lnTo>
                  <a:lnTo>
                    <a:pt x="326267" y="218434"/>
                  </a:lnTo>
                  <a:lnTo>
                    <a:pt x="327810" y="213371"/>
                  </a:lnTo>
                  <a:lnTo>
                    <a:pt x="329192" y="208263"/>
                  </a:lnTo>
                  <a:lnTo>
                    <a:pt x="330412" y="203113"/>
                  </a:lnTo>
                  <a:lnTo>
                    <a:pt x="331468" y="197927"/>
                  </a:lnTo>
                  <a:lnTo>
                    <a:pt x="332359" y="192710"/>
                  </a:lnTo>
                  <a:lnTo>
                    <a:pt x="333085" y="187468"/>
                  </a:lnTo>
                  <a:lnTo>
                    <a:pt x="333644" y="182206"/>
                  </a:lnTo>
                  <a:lnTo>
                    <a:pt x="334037" y="176928"/>
                  </a:lnTo>
                  <a:lnTo>
                    <a:pt x="334262" y="171641"/>
                  </a:lnTo>
                  <a:lnTo>
                    <a:pt x="334320" y="166349"/>
                  </a:lnTo>
                  <a:lnTo>
                    <a:pt x="334210" y="161058"/>
                  </a:lnTo>
                  <a:lnTo>
                    <a:pt x="333933" y="155773"/>
                  </a:lnTo>
                  <a:lnTo>
                    <a:pt x="333489" y="150499"/>
                  </a:lnTo>
                  <a:lnTo>
                    <a:pt x="332878" y="145242"/>
                  </a:lnTo>
                  <a:lnTo>
                    <a:pt x="332101" y="140007"/>
                  </a:lnTo>
                  <a:lnTo>
                    <a:pt x="331159" y="134800"/>
                  </a:lnTo>
                  <a:lnTo>
                    <a:pt x="330052" y="129624"/>
                  </a:lnTo>
                  <a:lnTo>
                    <a:pt x="328782" y="124487"/>
                  </a:lnTo>
                  <a:lnTo>
                    <a:pt x="327350" y="119392"/>
                  </a:lnTo>
                  <a:lnTo>
                    <a:pt x="325757" y="114345"/>
                  </a:lnTo>
                  <a:lnTo>
                    <a:pt x="324006" y="109351"/>
                  </a:lnTo>
                  <a:lnTo>
                    <a:pt x="322097" y="104415"/>
                  </a:lnTo>
                  <a:lnTo>
                    <a:pt x="320033" y="99542"/>
                  </a:lnTo>
                  <a:lnTo>
                    <a:pt x="317816" y="94736"/>
                  </a:lnTo>
                  <a:lnTo>
                    <a:pt x="315447" y="90004"/>
                  </a:lnTo>
                  <a:lnTo>
                    <a:pt x="312931" y="85348"/>
                  </a:lnTo>
                  <a:lnTo>
                    <a:pt x="310268" y="80775"/>
                  </a:lnTo>
                  <a:lnTo>
                    <a:pt x="307461" y="76288"/>
                  </a:lnTo>
                  <a:lnTo>
                    <a:pt x="304514" y="71892"/>
                  </a:lnTo>
                  <a:lnTo>
                    <a:pt x="301429" y="67592"/>
                  </a:lnTo>
                  <a:lnTo>
                    <a:pt x="298210" y="63391"/>
                  </a:lnTo>
                  <a:lnTo>
                    <a:pt x="294860" y="59295"/>
                  </a:lnTo>
                  <a:lnTo>
                    <a:pt x="291381" y="55307"/>
                  </a:lnTo>
                  <a:lnTo>
                    <a:pt x="287778" y="51430"/>
                  </a:lnTo>
                  <a:lnTo>
                    <a:pt x="284054" y="4767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019305"/>
              <a:ext cx="116899" cy="119496"/>
            </a:xfrm>
            <a:custGeom>
              <a:avLst/>
              <a:pathLst>
                <a:path w="116899" h="119496">
                  <a:moveTo>
                    <a:pt x="116899" y="0"/>
                  </a:moveTo>
                  <a:lnTo>
                    <a:pt x="0" y="11949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1016448"/>
              <a:ext cx="116899" cy="122354"/>
            </a:xfrm>
            <a:custGeom>
              <a:avLst/>
              <a:pathLst>
                <a:path w="116899" h="122354">
                  <a:moveTo>
                    <a:pt x="116899" y="2857"/>
                  </a:moveTo>
                  <a:lnTo>
                    <a:pt x="113904" y="0"/>
                  </a:lnTo>
                  <a:lnTo>
                    <a:pt x="0" y="1223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135676" y="971635"/>
              <a:ext cx="113904" cy="167167"/>
            </a:xfrm>
            <a:custGeom>
              <a:avLst/>
              <a:pathLst>
                <a:path w="113904" h="167167">
                  <a:moveTo>
                    <a:pt x="113904" y="44812"/>
                  </a:moveTo>
                  <a:lnTo>
                    <a:pt x="109670" y="41003"/>
                  </a:lnTo>
                  <a:lnTo>
                    <a:pt x="105308" y="37340"/>
                  </a:lnTo>
                  <a:lnTo>
                    <a:pt x="100824" y="33827"/>
                  </a:lnTo>
                  <a:lnTo>
                    <a:pt x="96223" y="30470"/>
                  </a:lnTo>
                  <a:lnTo>
                    <a:pt x="91510" y="27271"/>
                  </a:lnTo>
                  <a:lnTo>
                    <a:pt x="86691" y="24235"/>
                  </a:lnTo>
                  <a:lnTo>
                    <a:pt x="81771" y="21364"/>
                  </a:lnTo>
                  <a:lnTo>
                    <a:pt x="76756" y="18663"/>
                  </a:lnTo>
                  <a:lnTo>
                    <a:pt x="71652" y="16134"/>
                  </a:lnTo>
                  <a:lnTo>
                    <a:pt x="66465" y="13781"/>
                  </a:lnTo>
                  <a:lnTo>
                    <a:pt x="61201" y="11606"/>
                  </a:lnTo>
                  <a:lnTo>
                    <a:pt x="55866" y="9611"/>
                  </a:lnTo>
                  <a:lnTo>
                    <a:pt x="50466" y="7799"/>
                  </a:lnTo>
                  <a:lnTo>
                    <a:pt x="45007" y="6172"/>
                  </a:lnTo>
                  <a:lnTo>
                    <a:pt x="39496" y="4732"/>
                  </a:lnTo>
                  <a:lnTo>
                    <a:pt x="33939" y="3481"/>
                  </a:lnTo>
                  <a:lnTo>
                    <a:pt x="28343" y="2420"/>
                  </a:lnTo>
                  <a:lnTo>
                    <a:pt x="22714" y="1550"/>
                  </a:lnTo>
                  <a:lnTo>
                    <a:pt x="17058" y="872"/>
                  </a:lnTo>
                  <a:lnTo>
                    <a:pt x="11383" y="388"/>
                  </a:lnTo>
                  <a:lnTo>
                    <a:pt x="5695" y="9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521719" y="941493"/>
              <a:ext cx="95560" cy="167167"/>
            </a:xfrm>
            <a:custGeom>
              <a:avLst/>
              <a:pathLst>
                <a:path w="95560" h="167167">
                  <a:moveTo>
                    <a:pt x="95560" y="0"/>
                  </a:moveTo>
                  <a:lnTo>
                    <a:pt x="89910" y="95"/>
                  </a:lnTo>
                  <a:lnTo>
                    <a:pt x="84266" y="381"/>
                  </a:lnTo>
                  <a:lnTo>
                    <a:pt x="78635" y="858"/>
                  </a:lnTo>
                  <a:lnTo>
                    <a:pt x="73024" y="1526"/>
                  </a:lnTo>
                  <a:lnTo>
                    <a:pt x="67438" y="2382"/>
                  </a:lnTo>
                  <a:lnTo>
                    <a:pt x="61884" y="3427"/>
                  </a:lnTo>
                  <a:lnTo>
                    <a:pt x="56369" y="4658"/>
                  </a:lnTo>
                  <a:lnTo>
                    <a:pt x="50899" y="6076"/>
                  </a:lnTo>
                  <a:lnTo>
                    <a:pt x="45480" y="7677"/>
                  </a:lnTo>
                  <a:lnTo>
                    <a:pt x="40117" y="9461"/>
                  </a:lnTo>
                  <a:lnTo>
                    <a:pt x="34819" y="11425"/>
                  </a:lnTo>
                  <a:lnTo>
                    <a:pt x="29589" y="13567"/>
                  </a:lnTo>
                  <a:lnTo>
                    <a:pt x="24436" y="15885"/>
                  </a:lnTo>
                  <a:lnTo>
                    <a:pt x="19363" y="18375"/>
                  </a:lnTo>
                  <a:lnTo>
                    <a:pt x="14377" y="21036"/>
                  </a:lnTo>
                  <a:lnTo>
                    <a:pt x="9485" y="23863"/>
                  </a:lnTo>
                  <a:lnTo>
                    <a:pt x="4690" y="26854"/>
                  </a:lnTo>
                  <a:lnTo>
                    <a:pt x="0" y="30006"/>
                  </a:lnTo>
                  <a:lnTo>
                    <a:pt x="955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521719" y="971499"/>
              <a:ext cx="95560" cy="137161"/>
            </a:xfrm>
            <a:custGeom>
              <a:avLst/>
              <a:pathLst>
                <a:path w="95560" h="137161">
                  <a:moveTo>
                    <a:pt x="0" y="0"/>
                  </a:moveTo>
                  <a:lnTo>
                    <a:pt x="95560" y="13716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450120" y="971499"/>
              <a:ext cx="334323" cy="304323"/>
            </a:xfrm>
            <a:custGeom>
              <a:avLst/>
              <a:pathLst>
                <a:path w="334323" h="304323">
                  <a:moveTo>
                    <a:pt x="71599" y="0"/>
                  </a:moveTo>
                  <a:lnTo>
                    <a:pt x="67291" y="3103"/>
                  </a:lnTo>
                  <a:lnTo>
                    <a:pt x="63085" y="6343"/>
                  </a:lnTo>
                  <a:lnTo>
                    <a:pt x="58983" y="9714"/>
                  </a:lnTo>
                  <a:lnTo>
                    <a:pt x="54990" y="13213"/>
                  </a:lnTo>
                  <a:lnTo>
                    <a:pt x="51110" y="16838"/>
                  </a:lnTo>
                  <a:lnTo>
                    <a:pt x="47348" y="20584"/>
                  </a:lnTo>
                  <a:lnTo>
                    <a:pt x="43706" y="24448"/>
                  </a:lnTo>
                  <a:lnTo>
                    <a:pt x="40189" y="28425"/>
                  </a:lnTo>
                  <a:lnTo>
                    <a:pt x="36800" y="32512"/>
                  </a:lnTo>
                  <a:lnTo>
                    <a:pt x="33542" y="36705"/>
                  </a:lnTo>
                  <a:lnTo>
                    <a:pt x="30419" y="40999"/>
                  </a:lnTo>
                  <a:lnTo>
                    <a:pt x="27434" y="45390"/>
                  </a:lnTo>
                  <a:lnTo>
                    <a:pt x="24590" y="49874"/>
                  </a:lnTo>
                  <a:lnTo>
                    <a:pt x="21890" y="54445"/>
                  </a:lnTo>
                  <a:lnTo>
                    <a:pt x="19337" y="59100"/>
                  </a:lnTo>
                  <a:lnTo>
                    <a:pt x="16932" y="63834"/>
                  </a:lnTo>
                  <a:lnTo>
                    <a:pt x="14679" y="68642"/>
                  </a:lnTo>
                  <a:lnTo>
                    <a:pt x="12580" y="73519"/>
                  </a:lnTo>
                  <a:lnTo>
                    <a:pt x="10637" y="78460"/>
                  </a:lnTo>
                  <a:lnTo>
                    <a:pt x="8852" y="83460"/>
                  </a:lnTo>
                  <a:lnTo>
                    <a:pt x="7227" y="88515"/>
                  </a:lnTo>
                  <a:lnTo>
                    <a:pt x="5762" y="93619"/>
                  </a:lnTo>
                  <a:lnTo>
                    <a:pt x="4461" y="98766"/>
                  </a:lnTo>
                  <a:lnTo>
                    <a:pt x="3324" y="103952"/>
                  </a:lnTo>
                  <a:lnTo>
                    <a:pt x="2352" y="109172"/>
                  </a:lnTo>
                  <a:lnTo>
                    <a:pt x="1546" y="114420"/>
                  </a:lnTo>
                  <a:lnTo>
                    <a:pt x="907" y="119691"/>
                  </a:lnTo>
                  <a:lnTo>
                    <a:pt x="436" y="124979"/>
                  </a:lnTo>
                  <a:lnTo>
                    <a:pt x="134" y="130280"/>
                  </a:lnTo>
                  <a:lnTo>
                    <a:pt x="0" y="135588"/>
                  </a:lnTo>
                  <a:lnTo>
                    <a:pt x="34" y="140897"/>
                  </a:lnTo>
                  <a:lnTo>
                    <a:pt x="237" y="146203"/>
                  </a:lnTo>
                  <a:lnTo>
                    <a:pt x="608" y="151499"/>
                  </a:lnTo>
                  <a:lnTo>
                    <a:pt x="1148" y="156781"/>
                  </a:lnTo>
                  <a:lnTo>
                    <a:pt x="1854" y="162044"/>
                  </a:lnTo>
                  <a:lnTo>
                    <a:pt x="2728" y="167281"/>
                  </a:lnTo>
                  <a:lnTo>
                    <a:pt x="3767" y="172487"/>
                  </a:lnTo>
                  <a:lnTo>
                    <a:pt x="4972" y="177659"/>
                  </a:lnTo>
                  <a:lnTo>
                    <a:pt x="6340" y="182789"/>
                  </a:lnTo>
                  <a:lnTo>
                    <a:pt x="7870" y="187873"/>
                  </a:lnTo>
                  <a:lnTo>
                    <a:pt x="9561" y="192906"/>
                  </a:lnTo>
                  <a:lnTo>
                    <a:pt x="11410" y="197883"/>
                  </a:lnTo>
                  <a:lnTo>
                    <a:pt x="13417" y="202798"/>
                  </a:lnTo>
                  <a:lnTo>
                    <a:pt x="15579" y="207648"/>
                  </a:lnTo>
                  <a:lnTo>
                    <a:pt x="17894" y="212426"/>
                  </a:lnTo>
                  <a:lnTo>
                    <a:pt x="20360" y="217128"/>
                  </a:lnTo>
                  <a:lnTo>
                    <a:pt x="22974" y="221750"/>
                  </a:lnTo>
                  <a:lnTo>
                    <a:pt x="25733" y="226286"/>
                  </a:lnTo>
                  <a:lnTo>
                    <a:pt x="28634" y="230732"/>
                  </a:lnTo>
                  <a:lnTo>
                    <a:pt x="31676" y="235084"/>
                  </a:lnTo>
                  <a:lnTo>
                    <a:pt x="34854" y="239338"/>
                  </a:lnTo>
                  <a:lnTo>
                    <a:pt x="38165" y="243488"/>
                  </a:lnTo>
                  <a:lnTo>
                    <a:pt x="41607" y="247531"/>
                  </a:lnTo>
                  <a:lnTo>
                    <a:pt x="45176" y="251462"/>
                  </a:lnTo>
                  <a:lnTo>
                    <a:pt x="48867" y="255278"/>
                  </a:lnTo>
                  <a:lnTo>
                    <a:pt x="52678" y="258976"/>
                  </a:lnTo>
                  <a:lnTo>
                    <a:pt x="56604" y="262550"/>
                  </a:lnTo>
                  <a:lnTo>
                    <a:pt x="60642" y="265997"/>
                  </a:lnTo>
                  <a:lnTo>
                    <a:pt x="64787" y="269315"/>
                  </a:lnTo>
                  <a:lnTo>
                    <a:pt x="69036" y="272500"/>
                  </a:lnTo>
                  <a:lnTo>
                    <a:pt x="73383" y="275547"/>
                  </a:lnTo>
                  <a:lnTo>
                    <a:pt x="77825" y="278456"/>
                  </a:lnTo>
                  <a:lnTo>
                    <a:pt x="82357" y="281221"/>
                  </a:lnTo>
                  <a:lnTo>
                    <a:pt x="86975" y="283842"/>
                  </a:lnTo>
                  <a:lnTo>
                    <a:pt x="91674" y="286314"/>
                  </a:lnTo>
                  <a:lnTo>
                    <a:pt x="96449" y="288636"/>
                  </a:lnTo>
                  <a:lnTo>
                    <a:pt x="101295" y="290806"/>
                  </a:lnTo>
                  <a:lnTo>
                    <a:pt x="106207" y="292820"/>
                  </a:lnTo>
                  <a:lnTo>
                    <a:pt x="111181" y="294677"/>
                  </a:lnTo>
                  <a:lnTo>
                    <a:pt x="116212" y="296375"/>
                  </a:lnTo>
                  <a:lnTo>
                    <a:pt x="121294" y="297913"/>
                  </a:lnTo>
                  <a:lnTo>
                    <a:pt x="126422" y="299288"/>
                  </a:lnTo>
                  <a:lnTo>
                    <a:pt x="131591" y="300500"/>
                  </a:lnTo>
                  <a:lnTo>
                    <a:pt x="136797" y="301547"/>
                  </a:lnTo>
                  <a:lnTo>
                    <a:pt x="142032" y="302429"/>
                  </a:lnTo>
                  <a:lnTo>
                    <a:pt x="147293" y="303143"/>
                  </a:lnTo>
                  <a:lnTo>
                    <a:pt x="152575" y="303691"/>
                  </a:lnTo>
                  <a:lnTo>
                    <a:pt x="157871" y="304070"/>
                  </a:lnTo>
                  <a:lnTo>
                    <a:pt x="163176" y="304281"/>
                  </a:lnTo>
                  <a:lnTo>
                    <a:pt x="168485" y="304323"/>
                  </a:lnTo>
                  <a:lnTo>
                    <a:pt x="173793" y="304196"/>
                  </a:lnTo>
                  <a:lnTo>
                    <a:pt x="179094" y="303901"/>
                  </a:lnTo>
                  <a:lnTo>
                    <a:pt x="184384" y="303438"/>
                  </a:lnTo>
                  <a:lnTo>
                    <a:pt x="189655" y="302807"/>
                  </a:lnTo>
                  <a:lnTo>
                    <a:pt x="194905" y="302009"/>
                  </a:lnTo>
                  <a:lnTo>
                    <a:pt x="200126" y="301045"/>
                  </a:lnTo>
                  <a:lnTo>
                    <a:pt x="205314" y="299916"/>
                  </a:lnTo>
                  <a:lnTo>
                    <a:pt x="210463" y="298622"/>
                  </a:lnTo>
                  <a:lnTo>
                    <a:pt x="215569" y="297165"/>
                  </a:lnTo>
                  <a:lnTo>
                    <a:pt x="220626" y="295547"/>
                  </a:lnTo>
                  <a:lnTo>
                    <a:pt x="225629" y="293769"/>
                  </a:lnTo>
                  <a:lnTo>
                    <a:pt x="230573" y="291834"/>
                  </a:lnTo>
                  <a:lnTo>
                    <a:pt x="235453" y="289742"/>
                  </a:lnTo>
                  <a:lnTo>
                    <a:pt x="240264" y="287496"/>
                  </a:lnTo>
                  <a:lnTo>
                    <a:pt x="245001" y="285098"/>
                  </a:lnTo>
                  <a:lnTo>
                    <a:pt x="249660" y="282552"/>
                  </a:lnTo>
                  <a:lnTo>
                    <a:pt x="254236" y="279858"/>
                  </a:lnTo>
                  <a:lnTo>
                    <a:pt x="258723" y="277021"/>
                  </a:lnTo>
                  <a:lnTo>
                    <a:pt x="263119" y="274043"/>
                  </a:lnTo>
                  <a:lnTo>
                    <a:pt x="267417" y="270926"/>
                  </a:lnTo>
                  <a:lnTo>
                    <a:pt x="271615" y="267675"/>
                  </a:lnTo>
                  <a:lnTo>
                    <a:pt x="275707" y="264292"/>
                  </a:lnTo>
                  <a:lnTo>
                    <a:pt x="279690" y="260781"/>
                  </a:lnTo>
                  <a:lnTo>
                    <a:pt x="283559" y="257145"/>
                  </a:lnTo>
                  <a:lnTo>
                    <a:pt x="287310" y="253388"/>
                  </a:lnTo>
                  <a:lnTo>
                    <a:pt x="290941" y="249513"/>
                  </a:lnTo>
                  <a:lnTo>
                    <a:pt x="294446" y="245526"/>
                  </a:lnTo>
                  <a:lnTo>
                    <a:pt x="297824" y="241429"/>
                  </a:lnTo>
                  <a:lnTo>
                    <a:pt x="301069" y="237227"/>
                  </a:lnTo>
                  <a:lnTo>
                    <a:pt x="304179" y="232923"/>
                  </a:lnTo>
                  <a:lnTo>
                    <a:pt x="307151" y="228524"/>
                  </a:lnTo>
                  <a:lnTo>
                    <a:pt x="309982" y="224032"/>
                  </a:lnTo>
                  <a:lnTo>
                    <a:pt x="312669" y="219452"/>
                  </a:lnTo>
                  <a:lnTo>
                    <a:pt x="315209" y="214790"/>
                  </a:lnTo>
                  <a:lnTo>
                    <a:pt x="317600" y="210049"/>
                  </a:lnTo>
                  <a:lnTo>
                    <a:pt x="319838" y="205235"/>
                  </a:lnTo>
                  <a:lnTo>
                    <a:pt x="321923" y="200352"/>
                  </a:lnTo>
                  <a:lnTo>
                    <a:pt x="323852" y="195405"/>
                  </a:lnTo>
                  <a:lnTo>
                    <a:pt x="325623" y="190400"/>
                  </a:lnTo>
                  <a:lnTo>
                    <a:pt x="327233" y="185340"/>
                  </a:lnTo>
                  <a:lnTo>
                    <a:pt x="328683" y="180233"/>
                  </a:lnTo>
                  <a:lnTo>
                    <a:pt x="329969" y="175081"/>
                  </a:lnTo>
                  <a:lnTo>
                    <a:pt x="331091" y="169892"/>
                  </a:lnTo>
                  <a:lnTo>
                    <a:pt x="332048" y="164669"/>
                  </a:lnTo>
                  <a:lnTo>
                    <a:pt x="332839" y="159419"/>
                  </a:lnTo>
                  <a:lnTo>
                    <a:pt x="333462" y="154146"/>
                  </a:lnTo>
                  <a:lnTo>
                    <a:pt x="333917" y="148856"/>
                  </a:lnTo>
                  <a:lnTo>
                    <a:pt x="334205" y="143555"/>
                  </a:lnTo>
                  <a:lnTo>
                    <a:pt x="334323" y="138246"/>
                  </a:lnTo>
                  <a:lnTo>
                    <a:pt x="334274" y="132937"/>
                  </a:lnTo>
                  <a:lnTo>
                    <a:pt x="334055" y="127632"/>
                  </a:lnTo>
                  <a:lnTo>
                    <a:pt x="333668" y="122337"/>
                  </a:lnTo>
                  <a:lnTo>
                    <a:pt x="333114" y="117057"/>
                  </a:lnTo>
                  <a:lnTo>
                    <a:pt x="332392" y="111796"/>
                  </a:lnTo>
                  <a:lnTo>
                    <a:pt x="331503" y="106562"/>
                  </a:lnTo>
                  <a:lnTo>
                    <a:pt x="330448" y="101358"/>
                  </a:lnTo>
                  <a:lnTo>
                    <a:pt x="329229" y="96191"/>
                  </a:lnTo>
                  <a:lnTo>
                    <a:pt x="327846" y="91064"/>
                  </a:lnTo>
                  <a:lnTo>
                    <a:pt x="326301" y="85985"/>
                  </a:lnTo>
                  <a:lnTo>
                    <a:pt x="324595" y="80957"/>
                  </a:lnTo>
                  <a:lnTo>
                    <a:pt x="322731" y="75985"/>
                  </a:lnTo>
                  <a:lnTo>
                    <a:pt x="320710" y="71076"/>
                  </a:lnTo>
                  <a:lnTo>
                    <a:pt x="318534" y="66233"/>
                  </a:lnTo>
                  <a:lnTo>
                    <a:pt x="316205" y="61461"/>
                  </a:lnTo>
                  <a:lnTo>
                    <a:pt x="313726" y="56766"/>
                  </a:lnTo>
                  <a:lnTo>
                    <a:pt x="311099" y="52152"/>
                  </a:lnTo>
                  <a:lnTo>
                    <a:pt x="308326" y="47624"/>
                  </a:lnTo>
                  <a:lnTo>
                    <a:pt x="305412" y="43186"/>
                  </a:lnTo>
                  <a:lnTo>
                    <a:pt x="302358" y="38843"/>
                  </a:lnTo>
                  <a:lnTo>
                    <a:pt x="299167" y="34599"/>
                  </a:lnTo>
                  <a:lnTo>
                    <a:pt x="295844" y="30458"/>
                  </a:lnTo>
                  <a:lnTo>
                    <a:pt x="292390" y="26425"/>
                  </a:lnTo>
                  <a:lnTo>
                    <a:pt x="288810" y="22504"/>
                  </a:lnTo>
                  <a:lnTo>
                    <a:pt x="285108" y="18699"/>
                  </a:lnTo>
                  <a:lnTo>
                    <a:pt x="281286" y="15013"/>
                  </a:lnTo>
                  <a:lnTo>
                    <a:pt x="277350" y="11450"/>
                  </a:lnTo>
                  <a:lnTo>
                    <a:pt x="273302" y="8014"/>
                  </a:lnTo>
                  <a:lnTo>
                    <a:pt x="269147" y="4709"/>
                  </a:lnTo>
                  <a:lnTo>
                    <a:pt x="167160" y="13716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617280" y="941493"/>
              <a:ext cx="101987" cy="167167"/>
            </a:xfrm>
            <a:custGeom>
              <a:avLst/>
              <a:pathLst>
                <a:path w="101987" h="167167">
                  <a:moveTo>
                    <a:pt x="101987" y="34715"/>
                  </a:moveTo>
                  <a:lnTo>
                    <a:pt x="97353" y="31272"/>
                  </a:lnTo>
                  <a:lnTo>
                    <a:pt x="92602" y="27992"/>
                  </a:lnTo>
                  <a:lnTo>
                    <a:pt x="87742" y="24877"/>
                  </a:lnTo>
                  <a:lnTo>
                    <a:pt x="82776" y="21933"/>
                  </a:lnTo>
                  <a:lnTo>
                    <a:pt x="77712" y="19161"/>
                  </a:lnTo>
                  <a:lnTo>
                    <a:pt x="72555" y="16566"/>
                  </a:lnTo>
                  <a:lnTo>
                    <a:pt x="67312" y="14151"/>
                  </a:lnTo>
                  <a:lnTo>
                    <a:pt x="61988" y="11918"/>
                  </a:lnTo>
                  <a:lnTo>
                    <a:pt x="56591" y="9870"/>
                  </a:lnTo>
                  <a:lnTo>
                    <a:pt x="51126" y="8010"/>
                  </a:lnTo>
                  <a:lnTo>
                    <a:pt x="45600" y="6339"/>
                  </a:lnTo>
                  <a:lnTo>
                    <a:pt x="40020" y="4861"/>
                  </a:lnTo>
                  <a:lnTo>
                    <a:pt x="34391" y="3576"/>
                  </a:lnTo>
                  <a:lnTo>
                    <a:pt x="28722" y="2486"/>
                  </a:lnTo>
                  <a:lnTo>
                    <a:pt x="23019" y="1592"/>
                  </a:lnTo>
                  <a:lnTo>
                    <a:pt x="17288" y="896"/>
                  </a:lnTo>
                  <a:lnTo>
                    <a:pt x="11537" y="398"/>
                  </a:lnTo>
                  <a:lnTo>
                    <a:pt x="5772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38740" y="1031511"/>
              <a:ext cx="167154" cy="180038"/>
            </a:xfrm>
            <a:custGeom>
              <a:avLst/>
              <a:pathLst>
                <a:path w="167154" h="180038">
                  <a:moveTo>
                    <a:pt x="167154" y="0"/>
                  </a:moveTo>
                  <a:lnTo>
                    <a:pt x="161754" y="87"/>
                  </a:lnTo>
                  <a:lnTo>
                    <a:pt x="156359" y="348"/>
                  </a:lnTo>
                  <a:lnTo>
                    <a:pt x="150975" y="784"/>
                  </a:lnTo>
                  <a:lnTo>
                    <a:pt x="145609" y="1394"/>
                  </a:lnTo>
                  <a:lnTo>
                    <a:pt x="140265" y="2176"/>
                  </a:lnTo>
                  <a:lnTo>
                    <a:pt x="134948" y="3131"/>
                  </a:lnTo>
                  <a:lnTo>
                    <a:pt x="129666" y="4257"/>
                  </a:lnTo>
                  <a:lnTo>
                    <a:pt x="124423" y="5553"/>
                  </a:lnTo>
                  <a:lnTo>
                    <a:pt x="119224" y="7018"/>
                  </a:lnTo>
                  <a:lnTo>
                    <a:pt x="114075" y="8650"/>
                  </a:lnTo>
                  <a:lnTo>
                    <a:pt x="108982" y="10448"/>
                  </a:lnTo>
                  <a:lnTo>
                    <a:pt x="103950" y="12409"/>
                  </a:lnTo>
                  <a:lnTo>
                    <a:pt x="98983" y="14531"/>
                  </a:lnTo>
                  <a:lnTo>
                    <a:pt x="94088" y="16813"/>
                  </a:lnTo>
                  <a:lnTo>
                    <a:pt x="89268" y="19252"/>
                  </a:lnTo>
                  <a:lnTo>
                    <a:pt x="84531" y="21845"/>
                  </a:lnTo>
                  <a:lnTo>
                    <a:pt x="79879" y="24590"/>
                  </a:lnTo>
                  <a:lnTo>
                    <a:pt x="75319" y="27484"/>
                  </a:lnTo>
                  <a:lnTo>
                    <a:pt x="70854" y="30524"/>
                  </a:lnTo>
                  <a:lnTo>
                    <a:pt x="66490" y="33706"/>
                  </a:lnTo>
                  <a:lnTo>
                    <a:pt x="62231" y="37028"/>
                  </a:lnTo>
                  <a:lnTo>
                    <a:pt x="58082" y="40486"/>
                  </a:lnTo>
                  <a:lnTo>
                    <a:pt x="54046" y="44075"/>
                  </a:lnTo>
                  <a:lnTo>
                    <a:pt x="50129" y="47794"/>
                  </a:lnTo>
                  <a:lnTo>
                    <a:pt x="46333" y="51636"/>
                  </a:lnTo>
                  <a:lnTo>
                    <a:pt x="42664" y="55600"/>
                  </a:lnTo>
                  <a:lnTo>
                    <a:pt x="39125" y="59680"/>
                  </a:lnTo>
                  <a:lnTo>
                    <a:pt x="35719" y="63872"/>
                  </a:lnTo>
                  <a:lnTo>
                    <a:pt x="32451" y="68172"/>
                  </a:lnTo>
                  <a:lnTo>
                    <a:pt x="29323" y="72575"/>
                  </a:lnTo>
                  <a:lnTo>
                    <a:pt x="26339" y="77077"/>
                  </a:lnTo>
                  <a:lnTo>
                    <a:pt x="23502" y="81673"/>
                  </a:lnTo>
                  <a:lnTo>
                    <a:pt x="20815" y="86359"/>
                  </a:lnTo>
                  <a:lnTo>
                    <a:pt x="18281" y="91129"/>
                  </a:lnTo>
                  <a:lnTo>
                    <a:pt x="15902" y="95978"/>
                  </a:lnTo>
                  <a:lnTo>
                    <a:pt x="13682" y="100901"/>
                  </a:lnTo>
                  <a:lnTo>
                    <a:pt x="11621" y="105894"/>
                  </a:lnTo>
                  <a:lnTo>
                    <a:pt x="9723" y="110950"/>
                  </a:lnTo>
                  <a:lnTo>
                    <a:pt x="7989" y="116065"/>
                  </a:lnTo>
                  <a:lnTo>
                    <a:pt x="6421" y="121234"/>
                  </a:lnTo>
                  <a:lnTo>
                    <a:pt x="5021" y="126451"/>
                  </a:lnTo>
                  <a:lnTo>
                    <a:pt x="3790" y="131710"/>
                  </a:lnTo>
                  <a:lnTo>
                    <a:pt x="2730" y="137006"/>
                  </a:lnTo>
                  <a:lnTo>
                    <a:pt x="1841" y="142333"/>
                  </a:lnTo>
                  <a:lnTo>
                    <a:pt x="1125" y="147687"/>
                  </a:lnTo>
                  <a:lnTo>
                    <a:pt x="583" y="153060"/>
                  </a:lnTo>
                  <a:lnTo>
                    <a:pt x="214" y="158449"/>
                  </a:lnTo>
                  <a:lnTo>
                    <a:pt x="20" y="163847"/>
                  </a:lnTo>
                  <a:lnTo>
                    <a:pt x="0" y="169248"/>
                  </a:lnTo>
                  <a:lnTo>
                    <a:pt x="154" y="174647"/>
                  </a:lnTo>
                  <a:lnTo>
                    <a:pt x="483" y="180038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39223" y="1198679"/>
              <a:ext cx="166671" cy="12870"/>
            </a:xfrm>
            <a:custGeom>
              <a:avLst/>
              <a:pathLst>
                <a:path w="166671" h="12870">
                  <a:moveTo>
                    <a:pt x="0" y="12870"/>
                  </a:moveTo>
                  <a:lnTo>
                    <a:pt x="16667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39223" y="1198679"/>
              <a:ext cx="166671" cy="164680"/>
            </a:xfrm>
            <a:custGeom>
              <a:avLst/>
              <a:pathLst>
                <a:path w="166671" h="164680">
                  <a:moveTo>
                    <a:pt x="0" y="12870"/>
                  </a:moveTo>
                  <a:lnTo>
                    <a:pt x="501" y="18233"/>
                  </a:lnTo>
                  <a:lnTo>
                    <a:pt x="1174" y="23576"/>
                  </a:lnTo>
                  <a:lnTo>
                    <a:pt x="2020" y="28896"/>
                  </a:lnTo>
                  <a:lnTo>
                    <a:pt x="3036" y="34185"/>
                  </a:lnTo>
                  <a:lnTo>
                    <a:pt x="4222" y="39438"/>
                  </a:lnTo>
                  <a:lnTo>
                    <a:pt x="5577" y="44651"/>
                  </a:lnTo>
                  <a:lnTo>
                    <a:pt x="7099" y="49817"/>
                  </a:lnTo>
                  <a:lnTo>
                    <a:pt x="8787" y="54932"/>
                  </a:lnTo>
                  <a:lnTo>
                    <a:pt x="10638" y="59990"/>
                  </a:lnTo>
                  <a:lnTo>
                    <a:pt x="12652" y="64985"/>
                  </a:lnTo>
                  <a:lnTo>
                    <a:pt x="14825" y="69913"/>
                  </a:lnTo>
                  <a:lnTo>
                    <a:pt x="17156" y="74768"/>
                  </a:lnTo>
                  <a:lnTo>
                    <a:pt x="19642" y="79546"/>
                  </a:lnTo>
                  <a:lnTo>
                    <a:pt x="22281" y="84241"/>
                  </a:lnTo>
                  <a:lnTo>
                    <a:pt x="25070" y="88849"/>
                  </a:lnTo>
                  <a:lnTo>
                    <a:pt x="28006" y="93364"/>
                  </a:lnTo>
                  <a:lnTo>
                    <a:pt x="31085" y="97783"/>
                  </a:lnTo>
                  <a:lnTo>
                    <a:pt x="34306" y="102100"/>
                  </a:lnTo>
                  <a:lnTo>
                    <a:pt x="37664" y="106311"/>
                  </a:lnTo>
                  <a:lnTo>
                    <a:pt x="41155" y="110412"/>
                  </a:lnTo>
                  <a:lnTo>
                    <a:pt x="44777" y="114398"/>
                  </a:lnTo>
                  <a:lnTo>
                    <a:pt x="48526" y="118265"/>
                  </a:lnTo>
                  <a:lnTo>
                    <a:pt x="52397" y="122010"/>
                  </a:lnTo>
                  <a:lnTo>
                    <a:pt x="56387" y="125627"/>
                  </a:lnTo>
                  <a:lnTo>
                    <a:pt x="60491" y="129115"/>
                  </a:lnTo>
                  <a:lnTo>
                    <a:pt x="64705" y="132468"/>
                  </a:lnTo>
                  <a:lnTo>
                    <a:pt x="69026" y="135684"/>
                  </a:lnTo>
                  <a:lnTo>
                    <a:pt x="73447" y="138760"/>
                  </a:lnTo>
                  <a:lnTo>
                    <a:pt x="77966" y="141691"/>
                  </a:lnTo>
                  <a:lnTo>
                    <a:pt x="82576" y="144475"/>
                  </a:lnTo>
                  <a:lnTo>
                    <a:pt x="87274" y="147109"/>
                  </a:lnTo>
                  <a:lnTo>
                    <a:pt x="92054" y="149590"/>
                  </a:lnTo>
                  <a:lnTo>
                    <a:pt x="96912" y="151916"/>
                  </a:lnTo>
                  <a:lnTo>
                    <a:pt x="101842" y="154085"/>
                  </a:lnTo>
                  <a:lnTo>
                    <a:pt x="106840" y="156093"/>
                  </a:lnTo>
                  <a:lnTo>
                    <a:pt x="111899" y="157939"/>
                  </a:lnTo>
                  <a:lnTo>
                    <a:pt x="117016" y="159622"/>
                  </a:lnTo>
                  <a:lnTo>
                    <a:pt x="122183" y="161139"/>
                  </a:lnTo>
                  <a:lnTo>
                    <a:pt x="127398" y="162488"/>
                  </a:lnTo>
                  <a:lnTo>
                    <a:pt x="132652" y="163669"/>
                  </a:lnTo>
                  <a:lnTo>
                    <a:pt x="137943" y="164680"/>
                  </a:lnTo>
                  <a:lnTo>
                    <a:pt x="16667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4077166" y="1031511"/>
              <a:ext cx="195888" cy="334319"/>
            </a:xfrm>
            <a:custGeom>
              <a:avLst/>
              <a:pathLst>
                <a:path w="195888" h="334319">
                  <a:moveTo>
                    <a:pt x="0" y="331847"/>
                  </a:moveTo>
                  <a:lnTo>
                    <a:pt x="5261" y="332679"/>
                  </a:lnTo>
                  <a:lnTo>
                    <a:pt x="10547" y="333343"/>
                  </a:lnTo>
                  <a:lnTo>
                    <a:pt x="15851" y="333838"/>
                  </a:lnTo>
                  <a:lnTo>
                    <a:pt x="21168" y="334163"/>
                  </a:lnTo>
                  <a:lnTo>
                    <a:pt x="26493" y="334319"/>
                  </a:lnTo>
                  <a:lnTo>
                    <a:pt x="31820" y="334306"/>
                  </a:lnTo>
                  <a:lnTo>
                    <a:pt x="37144" y="334122"/>
                  </a:lnTo>
                  <a:lnTo>
                    <a:pt x="42459" y="333769"/>
                  </a:lnTo>
                  <a:lnTo>
                    <a:pt x="47761" y="333247"/>
                  </a:lnTo>
                  <a:lnTo>
                    <a:pt x="53043" y="332557"/>
                  </a:lnTo>
                  <a:lnTo>
                    <a:pt x="58300" y="331698"/>
                  </a:lnTo>
                  <a:lnTo>
                    <a:pt x="63528" y="330672"/>
                  </a:lnTo>
                  <a:lnTo>
                    <a:pt x="68720" y="329480"/>
                  </a:lnTo>
                  <a:lnTo>
                    <a:pt x="73871" y="328123"/>
                  </a:lnTo>
                  <a:lnTo>
                    <a:pt x="78977" y="326603"/>
                  </a:lnTo>
                  <a:lnTo>
                    <a:pt x="84032" y="324921"/>
                  </a:lnTo>
                  <a:lnTo>
                    <a:pt x="89030" y="323079"/>
                  </a:lnTo>
                  <a:lnTo>
                    <a:pt x="93967" y="321078"/>
                  </a:lnTo>
                  <a:lnTo>
                    <a:pt x="98838" y="318922"/>
                  </a:lnTo>
                  <a:lnTo>
                    <a:pt x="103638" y="316611"/>
                  </a:lnTo>
                  <a:lnTo>
                    <a:pt x="108362" y="314148"/>
                  </a:lnTo>
                  <a:lnTo>
                    <a:pt x="113004" y="311536"/>
                  </a:lnTo>
                  <a:lnTo>
                    <a:pt x="117562" y="308777"/>
                  </a:lnTo>
                  <a:lnTo>
                    <a:pt x="122029" y="305875"/>
                  </a:lnTo>
                  <a:lnTo>
                    <a:pt x="126401" y="302832"/>
                  </a:lnTo>
                  <a:lnTo>
                    <a:pt x="130674" y="299651"/>
                  </a:lnTo>
                  <a:lnTo>
                    <a:pt x="134844" y="296335"/>
                  </a:lnTo>
                  <a:lnTo>
                    <a:pt x="138905" y="292888"/>
                  </a:lnTo>
                  <a:lnTo>
                    <a:pt x="142855" y="289314"/>
                  </a:lnTo>
                  <a:lnTo>
                    <a:pt x="146689" y="285615"/>
                  </a:lnTo>
                  <a:lnTo>
                    <a:pt x="150403" y="281797"/>
                  </a:lnTo>
                  <a:lnTo>
                    <a:pt x="153994" y="277861"/>
                  </a:lnTo>
                  <a:lnTo>
                    <a:pt x="157458" y="273814"/>
                  </a:lnTo>
                  <a:lnTo>
                    <a:pt x="160790" y="269658"/>
                  </a:lnTo>
                  <a:lnTo>
                    <a:pt x="163989" y="265398"/>
                  </a:lnTo>
                  <a:lnTo>
                    <a:pt x="167050" y="261038"/>
                  </a:lnTo>
                  <a:lnTo>
                    <a:pt x="169971" y="256583"/>
                  </a:lnTo>
                  <a:lnTo>
                    <a:pt x="172748" y="252038"/>
                  </a:lnTo>
                  <a:lnTo>
                    <a:pt x="175379" y="247406"/>
                  </a:lnTo>
                  <a:lnTo>
                    <a:pt x="177862" y="242692"/>
                  </a:lnTo>
                  <a:lnTo>
                    <a:pt x="180192" y="237902"/>
                  </a:lnTo>
                  <a:lnTo>
                    <a:pt x="182369" y="233040"/>
                  </a:lnTo>
                  <a:lnTo>
                    <a:pt x="184390" y="228111"/>
                  </a:lnTo>
                  <a:lnTo>
                    <a:pt x="186253" y="223120"/>
                  </a:lnTo>
                  <a:lnTo>
                    <a:pt x="187956" y="218073"/>
                  </a:lnTo>
                  <a:lnTo>
                    <a:pt x="189497" y="212973"/>
                  </a:lnTo>
                  <a:lnTo>
                    <a:pt x="190875" y="207827"/>
                  </a:lnTo>
                  <a:lnTo>
                    <a:pt x="192088" y="202640"/>
                  </a:lnTo>
                  <a:lnTo>
                    <a:pt x="193135" y="197417"/>
                  </a:lnTo>
                  <a:lnTo>
                    <a:pt x="194016" y="192163"/>
                  </a:lnTo>
                  <a:lnTo>
                    <a:pt x="194728" y="186884"/>
                  </a:lnTo>
                  <a:lnTo>
                    <a:pt x="195272" y="181585"/>
                  </a:lnTo>
                  <a:lnTo>
                    <a:pt x="195647" y="176271"/>
                  </a:lnTo>
                  <a:lnTo>
                    <a:pt x="195852" y="170948"/>
                  </a:lnTo>
                  <a:lnTo>
                    <a:pt x="195888" y="165621"/>
                  </a:lnTo>
                  <a:lnTo>
                    <a:pt x="195754" y="160295"/>
                  </a:lnTo>
                  <a:lnTo>
                    <a:pt x="195450" y="154977"/>
                  </a:lnTo>
                  <a:lnTo>
                    <a:pt x="194977" y="149671"/>
                  </a:lnTo>
                  <a:lnTo>
                    <a:pt x="194335" y="144382"/>
                  </a:lnTo>
                  <a:lnTo>
                    <a:pt x="193525" y="139117"/>
                  </a:lnTo>
                  <a:lnTo>
                    <a:pt x="192548" y="133881"/>
                  </a:lnTo>
                  <a:lnTo>
                    <a:pt x="191404" y="128678"/>
                  </a:lnTo>
                  <a:lnTo>
                    <a:pt x="190095" y="123514"/>
                  </a:lnTo>
                  <a:lnTo>
                    <a:pt x="188622" y="118394"/>
                  </a:lnTo>
                  <a:lnTo>
                    <a:pt x="186987" y="113325"/>
                  </a:lnTo>
                  <a:lnTo>
                    <a:pt x="185191" y="108309"/>
                  </a:lnTo>
                  <a:lnTo>
                    <a:pt x="183236" y="103354"/>
                  </a:lnTo>
                  <a:lnTo>
                    <a:pt x="181124" y="98463"/>
                  </a:lnTo>
                  <a:lnTo>
                    <a:pt x="178858" y="93642"/>
                  </a:lnTo>
                  <a:lnTo>
                    <a:pt x="176439" y="88896"/>
                  </a:lnTo>
                  <a:lnTo>
                    <a:pt x="173870" y="84229"/>
                  </a:lnTo>
                  <a:lnTo>
                    <a:pt x="171154" y="79647"/>
                  </a:lnTo>
                  <a:lnTo>
                    <a:pt x="168293" y="75153"/>
                  </a:lnTo>
                  <a:lnTo>
                    <a:pt x="165290" y="70753"/>
                  </a:lnTo>
                  <a:lnTo>
                    <a:pt x="162149" y="66450"/>
                  </a:lnTo>
                  <a:lnTo>
                    <a:pt x="158872" y="62250"/>
                  </a:lnTo>
                  <a:lnTo>
                    <a:pt x="155463" y="58157"/>
                  </a:lnTo>
                  <a:lnTo>
                    <a:pt x="151925" y="54174"/>
                  </a:lnTo>
                  <a:lnTo>
                    <a:pt x="148262" y="50306"/>
                  </a:lnTo>
                  <a:lnTo>
                    <a:pt x="144478" y="46557"/>
                  </a:lnTo>
                  <a:lnTo>
                    <a:pt x="140576" y="42930"/>
                  </a:lnTo>
                  <a:lnTo>
                    <a:pt x="136561" y="39429"/>
                  </a:lnTo>
                  <a:lnTo>
                    <a:pt x="132436" y="36058"/>
                  </a:lnTo>
                  <a:lnTo>
                    <a:pt x="128206" y="32820"/>
                  </a:lnTo>
                  <a:lnTo>
                    <a:pt x="123875" y="29719"/>
                  </a:lnTo>
                  <a:lnTo>
                    <a:pt x="119447" y="26757"/>
                  </a:lnTo>
                  <a:lnTo>
                    <a:pt x="114927" y="23938"/>
                  </a:lnTo>
                  <a:lnTo>
                    <a:pt x="110319" y="21264"/>
                  </a:lnTo>
                  <a:lnTo>
                    <a:pt x="105629" y="18738"/>
                  </a:lnTo>
                  <a:lnTo>
                    <a:pt x="100861" y="16363"/>
                  </a:lnTo>
                  <a:lnTo>
                    <a:pt x="96019" y="14141"/>
                  </a:lnTo>
                  <a:lnTo>
                    <a:pt x="91109" y="12075"/>
                  </a:lnTo>
                  <a:lnTo>
                    <a:pt x="86136" y="10166"/>
                  </a:lnTo>
                  <a:lnTo>
                    <a:pt x="81104" y="8417"/>
                  </a:lnTo>
                  <a:lnTo>
                    <a:pt x="76019" y="6828"/>
                  </a:lnTo>
                  <a:lnTo>
                    <a:pt x="70886" y="5403"/>
                  </a:lnTo>
                  <a:lnTo>
                    <a:pt x="65711" y="4142"/>
                  </a:lnTo>
                  <a:lnTo>
                    <a:pt x="60497" y="3046"/>
                  </a:lnTo>
                  <a:lnTo>
                    <a:pt x="55252" y="2117"/>
                  </a:lnTo>
                  <a:lnTo>
                    <a:pt x="49979" y="1356"/>
                  </a:lnTo>
                  <a:lnTo>
                    <a:pt x="44685" y="763"/>
                  </a:lnTo>
                  <a:lnTo>
                    <a:pt x="39375" y="339"/>
                  </a:lnTo>
                  <a:lnTo>
                    <a:pt x="34054" y="84"/>
                  </a:lnTo>
                  <a:lnTo>
                    <a:pt x="28728" y="0"/>
                  </a:lnTo>
                  <a:lnTo>
                    <a:pt x="2872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461922" y="1236837"/>
              <a:ext cx="167166" cy="329874"/>
            </a:xfrm>
            <a:custGeom>
              <a:avLst/>
              <a:pathLst>
                <a:path w="167166" h="329874">
                  <a:moveTo>
                    <a:pt x="167166" y="0"/>
                  </a:moveTo>
                  <a:lnTo>
                    <a:pt x="161821" y="85"/>
                  </a:lnTo>
                  <a:lnTo>
                    <a:pt x="156481" y="341"/>
                  </a:lnTo>
                  <a:lnTo>
                    <a:pt x="151153" y="768"/>
                  </a:lnTo>
                  <a:lnTo>
                    <a:pt x="145841" y="1365"/>
                  </a:lnTo>
                  <a:lnTo>
                    <a:pt x="140550" y="2132"/>
                  </a:lnTo>
                  <a:lnTo>
                    <a:pt x="135287" y="3067"/>
                  </a:lnTo>
                  <a:lnTo>
                    <a:pt x="130057" y="4170"/>
                  </a:lnTo>
                  <a:lnTo>
                    <a:pt x="124864" y="5440"/>
                  </a:lnTo>
                  <a:lnTo>
                    <a:pt x="119715" y="6875"/>
                  </a:lnTo>
                  <a:lnTo>
                    <a:pt x="114614" y="8475"/>
                  </a:lnTo>
                  <a:lnTo>
                    <a:pt x="109567" y="10236"/>
                  </a:lnTo>
                  <a:lnTo>
                    <a:pt x="104579" y="12158"/>
                  </a:lnTo>
                  <a:lnTo>
                    <a:pt x="99655" y="14238"/>
                  </a:lnTo>
                  <a:lnTo>
                    <a:pt x="94799" y="16475"/>
                  </a:lnTo>
                  <a:lnTo>
                    <a:pt x="90018" y="18866"/>
                  </a:lnTo>
                  <a:lnTo>
                    <a:pt x="85316" y="21408"/>
                  </a:lnTo>
                  <a:lnTo>
                    <a:pt x="80698" y="24100"/>
                  </a:lnTo>
                  <a:lnTo>
                    <a:pt x="76167" y="26938"/>
                  </a:lnTo>
                  <a:lnTo>
                    <a:pt x="71730" y="29919"/>
                  </a:lnTo>
                  <a:lnTo>
                    <a:pt x="67391" y="33040"/>
                  </a:lnTo>
                  <a:lnTo>
                    <a:pt x="63153" y="36299"/>
                  </a:lnTo>
                  <a:lnTo>
                    <a:pt x="59022" y="39692"/>
                  </a:lnTo>
                  <a:lnTo>
                    <a:pt x="55002" y="43215"/>
                  </a:lnTo>
                  <a:lnTo>
                    <a:pt x="51096" y="46864"/>
                  </a:lnTo>
                  <a:lnTo>
                    <a:pt x="47309" y="50637"/>
                  </a:lnTo>
                  <a:lnTo>
                    <a:pt x="43644" y="54529"/>
                  </a:lnTo>
                  <a:lnTo>
                    <a:pt x="40106" y="58536"/>
                  </a:lnTo>
                  <a:lnTo>
                    <a:pt x="36698" y="62654"/>
                  </a:lnTo>
                  <a:lnTo>
                    <a:pt x="33423" y="66879"/>
                  </a:lnTo>
                  <a:lnTo>
                    <a:pt x="30284" y="71206"/>
                  </a:lnTo>
                  <a:lnTo>
                    <a:pt x="27286" y="75632"/>
                  </a:lnTo>
                  <a:lnTo>
                    <a:pt x="24431" y="80151"/>
                  </a:lnTo>
                  <a:lnTo>
                    <a:pt x="21722" y="84759"/>
                  </a:lnTo>
                  <a:lnTo>
                    <a:pt x="19161" y="89452"/>
                  </a:lnTo>
                  <a:lnTo>
                    <a:pt x="16752" y="94224"/>
                  </a:lnTo>
                  <a:lnTo>
                    <a:pt x="14497" y="99070"/>
                  </a:lnTo>
                  <a:lnTo>
                    <a:pt x="12398" y="103986"/>
                  </a:lnTo>
                  <a:lnTo>
                    <a:pt x="10457" y="108967"/>
                  </a:lnTo>
                  <a:lnTo>
                    <a:pt x="8676" y="114007"/>
                  </a:lnTo>
                  <a:lnTo>
                    <a:pt x="7057" y="119102"/>
                  </a:lnTo>
                  <a:lnTo>
                    <a:pt x="5602" y="124246"/>
                  </a:lnTo>
                  <a:lnTo>
                    <a:pt x="4313" y="129433"/>
                  </a:lnTo>
                  <a:lnTo>
                    <a:pt x="3189" y="134660"/>
                  </a:lnTo>
                  <a:lnTo>
                    <a:pt x="2234" y="139919"/>
                  </a:lnTo>
                  <a:lnTo>
                    <a:pt x="1447" y="145207"/>
                  </a:lnTo>
                  <a:lnTo>
                    <a:pt x="830" y="150516"/>
                  </a:lnTo>
                  <a:lnTo>
                    <a:pt x="382" y="155843"/>
                  </a:lnTo>
                  <a:lnTo>
                    <a:pt x="105" y="161182"/>
                  </a:lnTo>
                  <a:lnTo>
                    <a:pt x="0" y="166526"/>
                  </a:lnTo>
                  <a:lnTo>
                    <a:pt x="64" y="171871"/>
                  </a:lnTo>
                  <a:lnTo>
                    <a:pt x="300" y="177212"/>
                  </a:lnTo>
                  <a:lnTo>
                    <a:pt x="707" y="182542"/>
                  </a:lnTo>
                  <a:lnTo>
                    <a:pt x="1284" y="187856"/>
                  </a:lnTo>
                  <a:lnTo>
                    <a:pt x="2030" y="193149"/>
                  </a:lnTo>
                  <a:lnTo>
                    <a:pt x="2945" y="198416"/>
                  </a:lnTo>
                  <a:lnTo>
                    <a:pt x="4028" y="203651"/>
                  </a:lnTo>
                  <a:lnTo>
                    <a:pt x="5278" y="208848"/>
                  </a:lnTo>
                  <a:lnTo>
                    <a:pt x="6694" y="214003"/>
                  </a:lnTo>
                  <a:lnTo>
                    <a:pt x="8273" y="219110"/>
                  </a:lnTo>
                  <a:lnTo>
                    <a:pt x="10015" y="224164"/>
                  </a:lnTo>
                  <a:lnTo>
                    <a:pt x="11918" y="229159"/>
                  </a:lnTo>
                  <a:lnTo>
                    <a:pt x="13979" y="234091"/>
                  </a:lnTo>
                  <a:lnTo>
                    <a:pt x="16197" y="238955"/>
                  </a:lnTo>
                  <a:lnTo>
                    <a:pt x="18570" y="243745"/>
                  </a:lnTo>
                  <a:lnTo>
                    <a:pt x="21094" y="248457"/>
                  </a:lnTo>
                  <a:lnTo>
                    <a:pt x="23768" y="253086"/>
                  </a:lnTo>
                  <a:lnTo>
                    <a:pt x="26589" y="257627"/>
                  </a:lnTo>
                  <a:lnTo>
                    <a:pt x="29553" y="262076"/>
                  </a:lnTo>
                  <a:lnTo>
                    <a:pt x="32658" y="266427"/>
                  </a:lnTo>
                  <a:lnTo>
                    <a:pt x="35900" y="270677"/>
                  </a:lnTo>
                  <a:lnTo>
                    <a:pt x="39277" y="274821"/>
                  </a:lnTo>
                  <a:lnTo>
                    <a:pt x="42784" y="278855"/>
                  </a:lnTo>
                  <a:lnTo>
                    <a:pt x="46419" y="282775"/>
                  </a:lnTo>
                  <a:lnTo>
                    <a:pt x="50177" y="286576"/>
                  </a:lnTo>
                  <a:lnTo>
                    <a:pt x="54055" y="290256"/>
                  </a:lnTo>
                  <a:lnTo>
                    <a:pt x="58048" y="293809"/>
                  </a:lnTo>
                  <a:lnTo>
                    <a:pt x="62153" y="297234"/>
                  </a:lnTo>
                  <a:lnTo>
                    <a:pt x="66366" y="300525"/>
                  </a:lnTo>
                  <a:lnTo>
                    <a:pt x="70681" y="303679"/>
                  </a:lnTo>
                  <a:lnTo>
                    <a:pt x="75095" y="306695"/>
                  </a:lnTo>
                  <a:lnTo>
                    <a:pt x="79603" y="309567"/>
                  </a:lnTo>
                  <a:lnTo>
                    <a:pt x="84201" y="312294"/>
                  </a:lnTo>
                  <a:lnTo>
                    <a:pt x="88884" y="314872"/>
                  </a:lnTo>
                  <a:lnTo>
                    <a:pt x="93646" y="317300"/>
                  </a:lnTo>
                  <a:lnTo>
                    <a:pt x="98484" y="319574"/>
                  </a:lnTo>
                  <a:lnTo>
                    <a:pt x="103392" y="321692"/>
                  </a:lnTo>
                  <a:lnTo>
                    <a:pt x="108366" y="323652"/>
                  </a:lnTo>
                  <a:lnTo>
                    <a:pt x="113399" y="325452"/>
                  </a:lnTo>
                  <a:lnTo>
                    <a:pt x="118487" y="327090"/>
                  </a:lnTo>
                  <a:lnTo>
                    <a:pt x="123626" y="328565"/>
                  </a:lnTo>
                  <a:lnTo>
                    <a:pt x="128808" y="329874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90731" y="1404005"/>
              <a:ext cx="38357" cy="162707"/>
            </a:xfrm>
            <a:custGeom>
              <a:avLst/>
              <a:pathLst>
                <a:path w="38357" h="162707">
                  <a:moveTo>
                    <a:pt x="0" y="162707"/>
                  </a:moveTo>
                  <a:lnTo>
                    <a:pt x="38357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590731" y="1237587"/>
              <a:ext cx="205513" cy="333579"/>
            </a:xfrm>
            <a:custGeom>
              <a:avLst/>
              <a:pathLst>
                <a:path w="205513" h="333579">
                  <a:moveTo>
                    <a:pt x="0" y="329125"/>
                  </a:moveTo>
                  <a:lnTo>
                    <a:pt x="5197" y="330263"/>
                  </a:lnTo>
                  <a:lnTo>
                    <a:pt x="10428" y="331236"/>
                  </a:lnTo>
                  <a:lnTo>
                    <a:pt x="15687" y="332041"/>
                  </a:lnTo>
                  <a:lnTo>
                    <a:pt x="20969" y="332678"/>
                  </a:lnTo>
                  <a:lnTo>
                    <a:pt x="26269" y="333148"/>
                  </a:lnTo>
                  <a:lnTo>
                    <a:pt x="31581" y="333448"/>
                  </a:lnTo>
                  <a:lnTo>
                    <a:pt x="36900" y="333579"/>
                  </a:lnTo>
                  <a:lnTo>
                    <a:pt x="42221" y="333541"/>
                  </a:lnTo>
                  <a:lnTo>
                    <a:pt x="47537" y="333333"/>
                  </a:lnTo>
                  <a:lnTo>
                    <a:pt x="52844" y="332956"/>
                  </a:lnTo>
                  <a:lnTo>
                    <a:pt x="58137" y="332411"/>
                  </a:lnTo>
                  <a:lnTo>
                    <a:pt x="63409" y="331697"/>
                  </a:lnTo>
                  <a:lnTo>
                    <a:pt x="68657" y="330816"/>
                  </a:lnTo>
                  <a:lnTo>
                    <a:pt x="73873" y="329769"/>
                  </a:lnTo>
                  <a:lnTo>
                    <a:pt x="79053" y="328556"/>
                  </a:lnTo>
                  <a:lnTo>
                    <a:pt x="84193" y="327179"/>
                  </a:lnTo>
                  <a:lnTo>
                    <a:pt x="89285" y="325638"/>
                  </a:lnTo>
                  <a:lnTo>
                    <a:pt x="94327" y="323937"/>
                  </a:lnTo>
                  <a:lnTo>
                    <a:pt x="99311" y="322076"/>
                  </a:lnTo>
                  <a:lnTo>
                    <a:pt x="104234" y="320058"/>
                  </a:lnTo>
                  <a:lnTo>
                    <a:pt x="109090" y="317883"/>
                  </a:lnTo>
                  <a:lnTo>
                    <a:pt x="113874" y="315556"/>
                  </a:lnTo>
                  <a:lnTo>
                    <a:pt x="118582" y="313077"/>
                  </a:lnTo>
                  <a:lnTo>
                    <a:pt x="123209" y="310449"/>
                  </a:lnTo>
                  <a:lnTo>
                    <a:pt x="127749" y="307676"/>
                  </a:lnTo>
                  <a:lnTo>
                    <a:pt x="132200" y="304760"/>
                  </a:lnTo>
                  <a:lnTo>
                    <a:pt x="136555" y="301703"/>
                  </a:lnTo>
                  <a:lnTo>
                    <a:pt x="140810" y="298510"/>
                  </a:lnTo>
                  <a:lnTo>
                    <a:pt x="144962" y="295182"/>
                  </a:lnTo>
                  <a:lnTo>
                    <a:pt x="149006" y="291725"/>
                  </a:lnTo>
                  <a:lnTo>
                    <a:pt x="152937" y="288140"/>
                  </a:lnTo>
                  <a:lnTo>
                    <a:pt x="156753" y="284432"/>
                  </a:lnTo>
                  <a:lnTo>
                    <a:pt x="160449" y="280604"/>
                  </a:lnTo>
                  <a:lnTo>
                    <a:pt x="164021" y="276661"/>
                  </a:lnTo>
                  <a:lnTo>
                    <a:pt x="167465" y="272606"/>
                  </a:lnTo>
                  <a:lnTo>
                    <a:pt x="170779" y="268444"/>
                  </a:lnTo>
                  <a:lnTo>
                    <a:pt x="173959" y="264178"/>
                  </a:lnTo>
                  <a:lnTo>
                    <a:pt x="177002" y="259813"/>
                  </a:lnTo>
                  <a:lnTo>
                    <a:pt x="179903" y="255353"/>
                  </a:lnTo>
                  <a:lnTo>
                    <a:pt x="182662" y="250804"/>
                  </a:lnTo>
                  <a:lnTo>
                    <a:pt x="185274" y="246169"/>
                  </a:lnTo>
                  <a:lnTo>
                    <a:pt x="187738" y="241453"/>
                  </a:lnTo>
                  <a:lnTo>
                    <a:pt x="190050" y="236661"/>
                  </a:lnTo>
                  <a:lnTo>
                    <a:pt x="192209" y="231798"/>
                  </a:lnTo>
                  <a:lnTo>
                    <a:pt x="194212" y="226869"/>
                  </a:lnTo>
                  <a:lnTo>
                    <a:pt x="196056" y="221878"/>
                  </a:lnTo>
                  <a:lnTo>
                    <a:pt x="197741" y="216832"/>
                  </a:lnTo>
                  <a:lnTo>
                    <a:pt x="199265" y="211734"/>
                  </a:lnTo>
                  <a:lnTo>
                    <a:pt x="200626" y="206590"/>
                  </a:lnTo>
                  <a:lnTo>
                    <a:pt x="201822" y="201406"/>
                  </a:lnTo>
                  <a:lnTo>
                    <a:pt x="202853" y="196186"/>
                  </a:lnTo>
                  <a:lnTo>
                    <a:pt x="203717" y="190936"/>
                  </a:lnTo>
                  <a:lnTo>
                    <a:pt x="204413" y="185661"/>
                  </a:lnTo>
                  <a:lnTo>
                    <a:pt x="204941" y="180367"/>
                  </a:lnTo>
                  <a:lnTo>
                    <a:pt x="205301" y="175059"/>
                  </a:lnTo>
                  <a:lnTo>
                    <a:pt x="205491" y="169741"/>
                  </a:lnTo>
                  <a:lnTo>
                    <a:pt x="205513" y="164421"/>
                  </a:lnTo>
                  <a:lnTo>
                    <a:pt x="205364" y="159102"/>
                  </a:lnTo>
                  <a:lnTo>
                    <a:pt x="205047" y="153791"/>
                  </a:lnTo>
                  <a:lnTo>
                    <a:pt x="204561" y="148493"/>
                  </a:lnTo>
                  <a:lnTo>
                    <a:pt x="203906" y="143213"/>
                  </a:lnTo>
                  <a:lnTo>
                    <a:pt x="203084" y="137956"/>
                  </a:lnTo>
                  <a:lnTo>
                    <a:pt x="202095" y="132728"/>
                  </a:lnTo>
                  <a:lnTo>
                    <a:pt x="200940" y="127535"/>
                  </a:lnTo>
                  <a:lnTo>
                    <a:pt x="199620" y="122381"/>
                  </a:lnTo>
                  <a:lnTo>
                    <a:pt x="198137" y="117271"/>
                  </a:lnTo>
                  <a:lnTo>
                    <a:pt x="196492" y="112211"/>
                  </a:lnTo>
                  <a:lnTo>
                    <a:pt x="194687" y="107206"/>
                  </a:lnTo>
                  <a:lnTo>
                    <a:pt x="192723" y="102261"/>
                  </a:lnTo>
                  <a:lnTo>
                    <a:pt x="190603" y="97381"/>
                  </a:lnTo>
                  <a:lnTo>
                    <a:pt x="188329" y="92571"/>
                  </a:lnTo>
                  <a:lnTo>
                    <a:pt x="185903" y="87836"/>
                  </a:lnTo>
                  <a:lnTo>
                    <a:pt x="183327" y="83180"/>
                  </a:lnTo>
                  <a:lnTo>
                    <a:pt x="180605" y="78609"/>
                  </a:lnTo>
                  <a:lnTo>
                    <a:pt x="177739" y="74126"/>
                  </a:lnTo>
                  <a:lnTo>
                    <a:pt x="174731" y="69737"/>
                  </a:lnTo>
                  <a:lnTo>
                    <a:pt x="171585" y="65446"/>
                  </a:lnTo>
                  <a:lnTo>
                    <a:pt x="168304" y="61258"/>
                  </a:lnTo>
                  <a:lnTo>
                    <a:pt x="164892" y="57176"/>
                  </a:lnTo>
                  <a:lnTo>
                    <a:pt x="161351" y="53204"/>
                  </a:lnTo>
                  <a:lnTo>
                    <a:pt x="157686" y="49347"/>
                  </a:lnTo>
                  <a:lnTo>
                    <a:pt x="153900" y="45609"/>
                  </a:lnTo>
                  <a:lnTo>
                    <a:pt x="149997" y="41993"/>
                  </a:lnTo>
                  <a:lnTo>
                    <a:pt x="145981" y="38503"/>
                  </a:lnTo>
                  <a:lnTo>
                    <a:pt x="141856" y="35143"/>
                  </a:lnTo>
                  <a:lnTo>
                    <a:pt x="137626" y="31916"/>
                  </a:lnTo>
                  <a:lnTo>
                    <a:pt x="133295" y="28825"/>
                  </a:lnTo>
                  <a:lnTo>
                    <a:pt x="128868" y="25873"/>
                  </a:lnTo>
                  <a:lnTo>
                    <a:pt x="124350" y="23064"/>
                  </a:lnTo>
                  <a:lnTo>
                    <a:pt x="119744" y="20400"/>
                  </a:lnTo>
                  <a:lnTo>
                    <a:pt x="115056" y="17884"/>
                  </a:lnTo>
                  <a:lnTo>
                    <a:pt x="110290" y="15519"/>
                  </a:lnTo>
                  <a:lnTo>
                    <a:pt x="105452" y="13306"/>
                  </a:lnTo>
                  <a:lnTo>
                    <a:pt x="100545" y="11248"/>
                  </a:lnTo>
                  <a:lnTo>
                    <a:pt x="95575" y="9348"/>
                  </a:lnTo>
                  <a:lnTo>
                    <a:pt x="90548" y="7606"/>
                  </a:lnTo>
                  <a:lnTo>
                    <a:pt x="85468" y="6026"/>
                  </a:lnTo>
                  <a:lnTo>
                    <a:pt x="80339" y="4608"/>
                  </a:lnTo>
                  <a:lnTo>
                    <a:pt x="75169" y="3354"/>
                  </a:lnTo>
                  <a:lnTo>
                    <a:pt x="69961" y="2265"/>
                  </a:lnTo>
                  <a:lnTo>
                    <a:pt x="64721" y="1342"/>
                  </a:lnTo>
                  <a:lnTo>
                    <a:pt x="59454" y="587"/>
                  </a:lnTo>
                  <a:lnTo>
                    <a:pt x="54166" y="0"/>
                  </a:lnTo>
                  <a:lnTo>
                    <a:pt x="38357" y="16641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629088" y="1236837"/>
              <a:ext cx="15809" cy="167167"/>
            </a:xfrm>
            <a:custGeom>
              <a:avLst/>
              <a:pathLst>
                <a:path w="15809" h="167167">
                  <a:moveTo>
                    <a:pt x="15809" y="749"/>
                  </a:moveTo>
                  <a:lnTo>
                    <a:pt x="7913" y="1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100262" y="1546402"/>
              <a:ext cx="112304" cy="167167"/>
            </a:xfrm>
            <a:custGeom>
              <a:avLst/>
              <a:pathLst>
                <a:path w="112304" h="167167">
                  <a:moveTo>
                    <a:pt x="112304" y="0"/>
                  </a:moveTo>
                  <a:lnTo>
                    <a:pt x="106708" y="93"/>
                  </a:lnTo>
                  <a:lnTo>
                    <a:pt x="101118" y="374"/>
                  </a:lnTo>
                  <a:lnTo>
                    <a:pt x="95540" y="842"/>
                  </a:lnTo>
                  <a:lnTo>
                    <a:pt x="89981" y="1497"/>
                  </a:lnTo>
                  <a:lnTo>
                    <a:pt x="84448" y="2337"/>
                  </a:lnTo>
                  <a:lnTo>
                    <a:pt x="78945" y="3362"/>
                  </a:lnTo>
                  <a:lnTo>
                    <a:pt x="73480" y="4570"/>
                  </a:lnTo>
                  <a:lnTo>
                    <a:pt x="68058" y="5961"/>
                  </a:lnTo>
                  <a:lnTo>
                    <a:pt x="62686" y="7533"/>
                  </a:lnTo>
                  <a:lnTo>
                    <a:pt x="57370" y="9284"/>
                  </a:lnTo>
                  <a:lnTo>
                    <a:pt x="52115" y="11211"/>
                  </a:lnTo>
                  <a:lnTo>
                    <a:pt x="46928" y="13314"/>
                  </a:lnTo>
                  <a:lnTo>
                    <a:pt x="41814" y="15588"/>
                  </a:lnTo>
                  <a:lnTo>
                    <a:pt x="36779" y="18033"/>
                  </a:lnTo>
                  <a:lnTo>
                    <a:pt x="31828" y="20645"/>
                  </a:lnTo>
                  <a:lnTo>
                    <a:pt x="26968" y="23422"/>
                  </a:lnTo>
                  <a:lnTo>
                    <a:pt x="22204" y="26359"/>
                  </a:lnTo>
                  <a:lnTo>
                    <a:pt x="17540" y="29454"/>
                  </a:lnTo>
                  <a:lnTo>
                    <a:pt x="12983" y="32704"/>
                  </a:lnTo>
                  <a:lnTo>
                    <a:pt x="8537" y="36104"/>
                  </a:lnTo>
                  <a:lnTo>
                    <a:pt x="4208" y="39652"/>
                  </a:lnTo>
                  <a:lnTo>
                    <a:pt x="0" y="43342"/>
                  </a:lnTo>
                  <a:lnTo>
                    <a:pt x="112304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100262" y="1589745"/>
              <a:ext cx="112304" cy="123824"/>
            </a:xfrm>
            <a:custGeom>
              <a:avLst/>
              <a:pathLst>
                <a:path w="112304" h="123824">
                  <a:moveTo>
                    <a:pt x="0" y="0"/>
                  </a:moveTo>
                  <a:lnTo>
                    <a:pt x="112304" y="1238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45410" y="1576645"/>
              <a:ext cx="334314" cy="304091"/>
            </a:xfrm>
            <a:custGeom>
              <a:avLst/>
              <a:pathLst>
                <a:path w="334314" h="304091">
                  <a:moveTo>
                    <a:pt x="54851" y="13099"/>
                  </a:moveTo>
                  <a:lnTo>
                    <a:pt x="50990" y="16713"/>
                  </a:lnTo>
                  <a:lnTo>
                    <a:pt x="47246" y="20448"/>
                  </a:lnTo>
                  <a:lnTo>
                    <a:pt x="43621" y="24299"/>
                  </a:lnTo>
                  <a:lnTo>
                    <a:pt x="40121" y="28263"/>
                  </a:lnTo>
                  <a:lnTo>
                    <a:pt x="36747" y="32336"/>
                  </a:lnTo>
                  <a:lnTo>
                    <a:pt x="33504" y="36514"/>
                  </a:lnTo>
                  <a:lnTo>
                    <a:pt x="30394" y="40792"/>
                  </a:lnTo>
                  <a:lnTo>
                    <a:pt x="27422" y="45166"/>
                  </a:lnTo>
                  <a:lnTo>
                    <a:pt x="24589" y="49632"/>
                  </a:lnTo>
                  <a:lnTo>
                    <a:pt x="21899" y="54186"/>
                  </a:lnTo>
                  <a:lnTo>
                    <a:pt x="19355" y="58822"/>
                  </a:lnTo>
                  <a:lnTo>
                    <a:pt x="16958" y="63536"/>
                  </a:lnTo>
                  <a:lnTo>
                    <a:pt x="14712" y="68324"/>
                  </a:lnTo>
                  <a:lnTo>
                    <a:pt x="12618" y="73181"/>
                  </a:lnTo>
                  <a:lnTo>
                    <a:pt x="10679" y="78101"/>
                  </a:lnTo>
                  <a:lnTo>
                    <a:pt x="8897" y="83080"/>
                  </a:lnTo>
                  <a:lnTo>
                    <a:pt x="7273" y="88114"/>
                  </a:lnTo>
                  <a:lnTo>
                    <a:pt x="5809" y="93196"/>
                  </a:lnTo>
                  <a:lnTo>
                    <a:pt x="4506" y="98321"/>
                  </a:lnTo>
                  <a:lnTo>
                    <a:pt x="3367" y="103486"/>
                  </a:lnTo>
                  <a:lnTo>
                    <a:pt x="2391" y="108684"/>
                  </a:lnTo>
                  <a:lnTo>
                    <a:pt x="1580" y="113910"/>
                  </a:lnTo>
                  <a:lnTo>
                    <a:pt x="935" y="119159"/>
                  </a:lnTo>
                  <a:lnTo>
                    <a:pt x="456" y="124426"/>
                  </a:lnTo>
                  <a:lnTo>
                    <a:pt x="144" y="129705"/>
                  </a:lnTo>
                  <a:lnTo>
                    <a:pt x="0" y="134992"/>
                  </a:lnTo>
                  <a:lnTo>
                    <a:pt x="22" y="140280"/>
                  </a:lnTo>
                  <a:lnTo>
                    <a:pt x="212" y="145566"/>
                  </a:lnTo>
                  <a:lnTo>
                    <a:pt x="569" y="150842"/>
                  </a:lnTo>
                  <a:lnTo>
                    <a:pt x="1092" y="156105"/>
                  </a:lnTo>
                  <a:lnTo>
                    <a:pt x="1782" y="161348"/>
                  </a:lnTo>
                  <a:lnTo>
                    <a:pt x="2638" y="166567"/>
                  </a:lnTo>
                  <a:lnTo>
                    <a:pt x="3658" y="171757"/>
                  </a:lnTo>
                  <a:lnTo>
                    <a:pt x="4841" y="176911"/>
                  </a:lnTo>
                  <a:lnTo>
                    <a:pt x="6188" y="182026"/>
                  </a:lnTo>
                  <a:lnTo>
                    <a:pt x="7695" y="187095"/>
                  </a:lnTo>
                  <a:lnTo>
                    <a:pt x="9362" y="192114"/>
                  </a:lnTo>
                  <a:lnTo>
                    <a:pt x="11187" y="197078"/>
                  </a:lnTo>
                  <a:lnTo>
                    <a:pt x="13167" y="201982"/>
                  </a:lnTo>
                  <a:lnTo>
                    <a:pt x="15303" y="206820"/>
                  </a:lnTo>
                  <a:lnTo>
                    <a:pt x="17590" y="211589"/>
                  </a:lnTo>
                  <a:lnTo>
                    <a:pt x="20026" y="216283"/>
                  </a:lnTo>
                  <a:lnTo>
                    <a:pt x="22610" y="220897"/>
                  </a:lnTo>
                  <a:lnTo>
                    <a:pt x="25339" y="225427"/>
                  </a:lnTo>
                  <a:lnTo>
                    <a:pt x="28210" y="229869"/>
                  </a:lnTo>
                  <a:lnTo>
                    <a:pt x="31219" y="234218"/>
                  </a:lnTo>
                  <a:lnTo>
                    <a:pt x="34365" y="238469"/>
                  </a:lnTo>
                  <a:lnTo>
                    <a:pt x="37644" y="242619"/>
                  </a:lnTo>
                  <a:lnTo>
                    <a:pt x="41052" y="246663"/>
                  </a:lnTo>
                  <a:lnTo>
                    <a:pt x="44586" y="250597"/>
                  </a:lnTo>
                  <a:lnTo>
                    <a:pt x="48243" y="254417"/>
                  </a:lnTo>
                  <a:lnTo>
                    <a:pt x="52020" y="258120"/>
                  </a:lnTo>
                  <a:lnTo>
                    <a:pt x="55911" y="261702"/>
                  </a:lnTo>
                  <a:lnTo>
                    <a:pt x="59914" y="265158"/>
                  </a:lnTo>
                  <a:lnTo>
                    <a:pt x="64024" y="268486"/>
                  </a:lnTo>
                  <a:lnTo>
                    <a:pt x="68237" y="271683"/>
                  </a:lnTo>
                  <a:lnTo>
                    <a:pt x="72550" y="274744"/>
                  </a:lnTo>
                  <a:lnTo>
                    <a:pt x="76957" y="277668"/>
                  </a:lnTo>
                  <a:lnTo>
                    <a:pt x="81454" y="280451"/>
                  </a:lnTo>
                  <a:lnTo>
                    <a:pt x="86037" y="283090"/>
                  </a:lnTo>
                  <a:lnTo>
                    <a:pt x="90701" y="285583"/>
                  </a:lnTo>
                  <a:lnTo>
                    <a:pt x="95442" y="287927"/>
                  </a:lnTo>
                  <a:lnTo>
                    <a:pt x="100255" y="290120"/>
                  </a:lnTo>
                  <a:lnTo>
                    <a:pt x="105134" y="292160"/>
                  </a:lnTo>
                  <a:lnTo>
                    <a:pt x="110076" y="294044"/>
                  </a:lnTo>
                  <a:lnTo>
                    <a:pt x="115074" y="295771"/>
                  </a:lnTo>
                  <a:lnTo>
                    <a:pt x="120125" y="297339"/>
                  </a:lnTo>
                  <a:lnTo>
                    <a:pt x="125223" y="298746"/>
                  </a:lnTo>
                  <a:lnTo>
                    <a:pt x="130363" y="299992"/>
                  </a:lnTo>
                  <a:lnTo>
                    <a:pt x="135540" y="301074"/>
                  </a:lnTo>
                  <a:lnTo>
                    <a:pt x="140748" y="301992"/>
                  </a:lnTo>
                  <a:lnTo>
                    <a:pt x="145983" y="302745"/>
                  </a:lnTo>
                  <a:lnTo>
                    <a:pt x="151239" y="303331"/>
                  </a:lnTo>
                  <a:lnTo>
                    <a:pt x="156511" y="303752"/>
                  </a:lnTo>
                  <a:lnTo>
                    <a:pt x="161794" y="304005"/>
                  </a:lnTo>
                  <a:lnTo>
                    <a:pt x="167081" y="304091"/>
                  </a:lnTo>
                  <a:lnTo>
                    <a:pt x="172370" y="304010"/>
                  </a:lnTo>
                  <a:lnTo>
                    <a:pt x="177652" y="303761"/>
                  </a:lnTo>
                  <a:lnTo>
                    <a:pt x="182925" y="303346"/>
                  </a:lnTo>
                  <a:lnTo>
                    <a:pt x="188181" y="302763"/>
                  </a:lnTo>
                  <a:lnTo>
                    <a:pt x="193417" y="302015"/>
                  </a:lnTo>
                  <a:lnTo>
                    <a:pt x="198626" y="301102"/>
                  </a:lnTo>
                  <a:lnTo>
                    <a:pt x="203803" y="300024"/>
                  </a:lnTo>
                  <a:lnTo>
                    <a:pt x="208944" y="298784"/>
                  </a:lnTo>
                  <a:lnTo>
                    <a:pt x="214044" y="297381"/>
                  </a:lnTo>
                  <a:lnTo>
                    <a:pt x="219096" y="295817"/>
                  </a:lnTo>
                  <a:lnTo>
                    <a:pt x="224096" y="294095"/>
                  </a:lnTo>
                  <a:lnTo>
                    <a:pt x="229039" y="292215"/>
                  </a:lnTo>
                  <a:lnTo>
                    <a:pt x="233921" y="290179"/>
                  </a:lnTo>
                  <a:lnTo>
                    <a:pt x="238735" y="287991"/>
                  </a:lnTo>
                  <a:lnTo>
                    <a:pt x="243478" y="285651"/>
                  </a:lnTo>
                  <a:lnTo>
                    <a:pt x="248145" y="283162"/>
                  </a:lnTo>
                  <a:lnTo>
                    <a:pt x="252730" y="280527"/>
                  </a:lnTo>
                  <a:lnTo>
                    <a:pt x="257230" y="277748"/>
                  </a:lnTo>
                  <a:lnTo>
                    <a:pt x="261639" y="274829"/>
                  </a:lnTo>
                  <a:lnTo>
                    <a:pt x="265955" y="271771"/>
                  </a:lnTo>
                  <a:lnTo>
                    <a:pt x="270171" y="268578"/>
                  </a:lnTo>
                  <a:lnTo>
                    <a:pt x="274284" y="265253"/>
                  </a:lnTo>
                  <a:lnTo>
                    <a:pt x="278290" y="261800"/>
                  </a:lnTo>
                  <a:lnTo>
                    <a:pt x="282184" y="258222"/>
                  </a:lnTo>
                  <a:lnTo>
                    <a:pt x="285964" y="254523"/>
                  </a:lnTo>
                  <a:lnTo>
                    <a:pt x="289624" y="250706"/>
                  </a:lnTo>
                  <a:lnTo>
                    <a:pt x="293162" y="246775"/>
                  </a:lnTo>
                  <a:lnTo>
                    <a:pt x="296574" y="242734"/>
                  </a:lnTo>
                  <a:lnTo>
                    <a:pt x="299856" y="238587"/>
                  </a:lnTo>
                  <a:lnTo>
                    <a:pt x="303006" y="234339"/>
                  </a:lnTo>
                  <a:lnTo>
                    <a:pt x="306019" y="229993"/>
                  </a:lnTo>
                  <a:lnTo>
                    <a:pt x="308894" y="225553"/>
                  </a:lnTo>
                  <a:lnTo>
                    <a:pt x="311627" y="221025"/>
                  </a:lnTo>
                  <a:lnTo>
                    <a:pt x="314215" y="216413"/>
                  </a:lnTo>
                  <a:lnTo>
                    <a:pt x="316656" y="211722"/>
                  </a:lnTo>
                  <a:lnTo>
                    <a:pt x="318947" y="206955"/>
                  </a:lnTo>
                  <a:lnTo>
                    <a:pt x="321086" y="202118"/>
                  </a:lnTo>
                  <a:lnTo>
                    <a:pt x="323071" y="197217"/>
                  </a:lnTo>
                  <a:lnTo>
                    <a:pt x="324901" y="192254"/>
                  </a:lnTo>
                  <a:lnTo>
                    <a:pt x="326572" y="187237"/>
                  </a:lnTo>
                  <a:lnTo>
                    <a:pt x="328084" y="182169"/>
                  </a:lnTo>
                  <a:lnTo>
                    <a:pt x="329434" y="177056"/>
                  </a:lnTo>
                  <a:lnTo>
                    <a:pt x="330623" y="171902"/>
                  </a:lnTo>
                  <a:lnTo>
                    <a:pt x="331647" y="166714"/>
                  </a:lnTo>
                  <a:lnTo>
                    <a:pt x="332507" y="161495"/>
                  </a:lnTo>
                  <a:lnTo>
                    <a:pt x="333202" y="156253"/>
                  </a:lnTo>
                  <a:lnTo>
                    <a:pt x="333730" y="150990"/>
                  </a:lnTo>
                  <a:lnTo>
                    <a:pt x="334092" y="145714"/>
                  </a:lnTo>
                  <a:lnTo>
                    <a:pt x="334286" y="140429"/>
                  </a:lnTo>
                  <a:lnTo>
                    <a:pt x="334314" y="135140"/>
                  </a:lnTo>
                  <a:lnTo>
                    <a:pt x="334174" y="129854"/>
                  </a:lnTo>
                  <a:lnTo>
                    <a:pt x="333866" y="124574"/>
                  </a:lnTo>
                  <a:lnTo>
                    <a:pt x="333392" y="119307"/>
                  </a:lnTo>
                  <a:lnTo>
                    <a:pt x="332752" y="114057"/>
                  </a:lnTo>
                  <a:lnTo>
                    <a:pt x="331946" y="108830"/>
                  </a:lnTo>
                  <a:lnTo>
                    <a:pt x="330975" y="103631"/>
                  </a:lnTo>
                  <a:lnTo>
                    <a:pt x="329839" y="98466"/>
                  </a:lnTo>
                  <a:lnTo>
                    <a:pt x="328541" y="93339"/>
                  </a:lnTo>
                  <a:lnTo>
                    <a:pt x="327082" y="88256"/>
                  </a:lnTo>
                  <a:lnTo>
                    <a:pt x="325462" y="83221"/>
                  </a:lnTo>
                  <a:lnTo>
                    <a:pt x="323685" y="78240"/>
                  </a:lnTo>
                  <a:lnTo>
                    <a:pt x="321750" y="73318"/>
                  </a:lnTo>
                  <a:lnTo>
                    <a:pt x="319660" y="68460"/>
                  </a:lnTo>
                  <a:lnTo>
                    <a:pt x="317418" y="63670"/>
                  </a:lnTo>
                  <a:lnTo>
                    <a:pt x="315026" y="58953"/>
                  </a:lnTo>
                  <a:lnTo>
                    <a:pt x="312486" y="54315"/>
                  </a:lnTo>
                  <a:lnTo>
                    <a:pt x="309800" y="49759"/>
                  </a:lnTo>
                  <a:lnTo>
                    <a:pt x="306971" y="45290"/>
                  </a:lnTo>
                  <a:lnTo>
                    <a:pt x="304002" y="40913"/>
                  </a:lnTo>
                  <a:lnTo>
                    <a:pt x="300897" y="36633"/>
                  </a:lnTo>
                  <a:lnTo>
                    <a:pt x="297658" y="32452"/>
                  </a:lnTo>
                  <a:lnTo>
                    <a:pt x="294287" y="28376"/>
                  </a:lnTo>
                  <a:lnTo>
                    <a:pt x="290790" y="24409"/>
                  </a:lnTo>
                  <a:lnTo>
                    <a:pt x="287169" y="20555"/>
                  </a:lnTo>
                  <a:lnTo>
                    <a:pt x="283428" y="16816"/>
                  </a:lnTo>
                  <a:lnTo>
                    <a:pt x="279571" y="13198"/>
                  </a:lnTo>
                  <a:lnTo>
                    <a:pt x="275600" y="9704"/>
                  </a:lnTo>
                  <a:lnTo>
                    <a:pt x="271522" y="6338"/>
                  </a:lnTo>
                  <a:lnTo>
                    <a:pt x="267339" y="3102"/>
                  </a:lnTo>
                  <a:lnTo>
                    <a:pt x="263056" y="0"/>
                  </a:lnTo>
                  <a:lnTo>
                    <a:pt x="167156" y="1369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212566" y="1546402"/>
              <a:ext cx="95899" cy="167167"/>
            </a:xfrm>
            <a:custGeom>
              <a:avLst/>
              <a:pathLst>
                <a:path w="95899" h="167167">
                  <a:moveTo>
                    <a:pt x="95899" y="30243"/>
                  </a:moveTo>
                  <a:lnTo>
                    <a:pt x="91197" y="27067"/>
                  </a:lnTo>
                  <a:lnTo>
                    <a:pt x="86390" y="24053"/>
                  </a:lnTo>
                  <a:lnTo>
                    <a:pt x="81483" y="21204"/>
                  </a:lnTo>
                  <a:lnTo>
                    <a:pt x="76483" y="18522"/>
                  </a:lnTo>
                  <a:lnTo>
                    <a:pt x="71394" y="16012"/>
                  </a:lnTo>
                  <a:lnTo>
                    <a:pt x="66223" y="13676"/>
                  </a:lnTo>
                  <a:lnTo>
                    <a:pt x="60976" y="11517"/>
                  </a:lnTo>
                  <a:lnTo>
                    <a:pt x="55659" y="9538"/>
                  </a:lnTo>
                  <a:lnTo>
                    <a:pt x="50277" y="7740"/>
                  </a:lnTo>
                  <a:lnTo>
                    <a:pt x="44838" y="6125"/>
                  </a:lnTo>
                  <a:lnTo>
                    <a:pt x="39347" y="4696"/>
                  </a:lnTo>
                  <a:lnTo>
                    <a:pt x="33810" y="3454"/>
                  </a:lnTo>
                  <a:lnTo>
                    <a:pt x="28235" y="2401"/>
                  </a:lnTo>
                  <a:lnTo>
                    <a:pt x="22627" y="1538"/>
                  </a:lnTo>
                  <a:lnTo>
                    <a:pt x="16993" y="865"/>
                  </a:lnTo>
                  <a:lnTo>
                    <a:pt x="11339" y="385"/>
                  </a:lnTo>
                  <a:lnTo>
                    <a:pt x="5673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97797" y="1943516"/>
              <a:ext cx="80986" cy="167167"/>
            </a:xfrm>
            <a:custGeom>
              <a:avLst/>
              <a:pathLst>
                <a:path w="80986" h="167167">
                  <a:moveTo>
                    <a:pt x="80986" y="0"/>
                  </a:moveTo>
                  <a:lnTo>
                    <a:pt x="75351" y="95"/>
                  </a:lnTo>
                  <a:lnTo>
                    <a:pt x="69722" y="379"/>
                  </a:lnTo>
                  <a:lnTo>
                    <a:pt x="64106" y="854"/>
                  </a:lnTo>
                  <a:lnTo>
                    <a:pt x="58509" y="1518"/>
                  </a:lnTo>
                  <a:lnTo>
                    <a:pt x="52938" y="2369"/>
                  </a:lnTo>
                  <a:lnTo>
                    <a:pt x="47398" y="3409"/>
                  </a:lnTo>
                  <a:lnTo>
                    <a:pt x="41897" y="4634"/>
                  </a:lnTo>
                  <a:lnTo>
                    <a:pt x="36440" y="6044"/>
                  </a:lnTo>
                  <a:lnTo>
                    <a:pt x="31034" y="7637"/>
                  </a:lnTo>
                  <a:lnTo>
                    <a:pt x="25685" y="9412"/>
                  </a:lnTo>
                  <a:lnTo>
                    <a:pt x="20398" y="11366"/>
                  </a:lnTo>
                  <a:lnTo>
                    <a:pt x="15180" y="13497"/>
                  </a:lnTo>
                  <a:lnTo>
                    <a:pt x="10038" y="15802"/>
                  </a:lnTo>
                  <a:lnTo>
                    <a:pt x="4975" y="18280"/>
                  </a:lnTo>
                  <a:lnTo>
                    <a:pt x="0" y="20927"/>
                  </a:lnTo>
                  <a:lnTo>
                    <a:pt x="8098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97797" y="1964444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11633" y="1943516"/>
              <a:ext cx="334298" cy="334334"/>
            </a:xfrm>
            <a:custGeom>
              <a:avLst/>
              <a:pathLst>
                <a:path w="334298" h="334334">
                  <a:moveTo>
                    <a:pt x="86163" y="20927"/>
                  </a:moveTo>
                  <a:lnTo>
                    <a:pt x="81563" y="23571"/>
                  </a:lnTo>
                  <a:lnTo>
                    <a:pt x="77048" y="26360"/>
                  </a:lnTo>
                  <a:lnTo>
                    <a:pt x="72625" y="29290"/>
                  </a:lnTo>
                  <a:lnTo>
                    <a:pt x="68296" y="32360"/>
                  </a:lnTo>
                  <a:lnTo>
                    <a:pt x="64067" y="35566"/>
                  </a:lnTo>
                  <a:lnTo>
                    <a:pt x="59942" y="38904"/>
                  </a:lnTo>
                  <a:lnTo>
                    <a:pt x="55926" y="42371"/>
                  </a:lnTo>
                  <a:lnTo>
                    <a:pt x="52021" y="45964"/>
                  </a:lnTo>
                  <a:lnTo>
                    <a:pt x="48232" y="49679"/>
                  </a:lnTo>
                  <a:lnTo>
                    <a:pt x="44563" y="53512"/>
                  </a:lnTo>
                  <a:lnTo>
                    <a:pt x="41017" y="57460"/>
                  </a:lnTo>
                  <a:lnTo>
                    <a:pt x="37599" y="61519"/>
                  </a:lnTo>
                  <a:lnTo>
                    <a:pt x="34311" y="65684"/>
                  </a:lnTo>
                  <a:lnTo>
                    <a:pt x="31157" y="69951"/>
                  </a:lnTo>
                  <a:lnTo>
                    <a:pt x="28140" y="74317"/>
                  </a:lnTo>
                  <a:lnTo>
                    <a:pt x="25263" y="78775"/>
                  </a:lnTo>
                  <a:lnTo>
                    <a:pt x="22529" y="83323"/>
                  </a:lnTo>
                  <a:lnTo>
                    <a:pt x="19941" y="87956"/>
                  </a:lnTo>
                  <a:lnTo>
                    <a:pt x="17501" y="92668"/>
                  </a:lnTo>
                  <a:lnTo>
                    <a:pt x="15212" y="97455"/>
                  </a:lnTo>
                  <a:lnTo>
                    <a:pt x="13076" y="102312"/>
                  </a:lnTo>
                  <a:lnTo>
                    <a:pt x="11095" y="107235"/>
                  </a:lnTo>
                  <a:lnTo>
                    <a:pt x="9272" y="112218"/>
                  </a:lnTo>
                  <a:lnTo>
                    <a:pt x="7607" y="117257"/>
                  </a:lnTo>
                  <a:lnTo>
                    <a:pt x="6103" y="122346"/>
                  </a:lnTo>
                  <a:lnTo>
                    <a:pt x="4762" y="127480"/>
                  </a:lnTo>
                  <a:lnTo>
                    <a:pt x="3584" y="132654"/>
                  </a:lnTo>
                  <a:lnTo>
                    <a:pt x="2571" y="137863"/>
                  </a:lnTo>
                  <a:lnTo>
                    <a:pt x="1724" y="143101"/>
                  </a:lnTo>
                  <a:lnTo>
                    <a:pt x="1043" y="148363"/>
                  </a:lnTo>
                  <a:lnTo>
                    <a:pt x="530" y="153645"/>
                  </a:lnTo>
                  <a:lnTo>
                    <a:pt x="185" y="158940"/>
                  </a:lnTo>
                  <a:lnTo>
                    <a:pt x="8" y="164243"/>
                  </a:lnTo>
                  <a:lnTo>
                    <a:pt x="0" y="169550"/>
                  </a:lnTo>
                  <a:lnTo>
                    <a:pt x="159" y="174854"/>
                  </a:lnTo>
                  <a:lnTo>
                    <a:pt x="487" y="180150"/>
                  </a:lnTo>
                  <a:lnTo>
                    <a:pt x="983" y="185433"/>
                  </a:lnTo>
                  <a:lnTo>
                    <a:pt x="1647" y="190698"/>
                  </a:lnTo>
                  <a:lnTo>
                    <a:pt x="2477" y="195939"/>
                  </a:lnTo>
                  <a:lnTo>
                    <a:pt x="3473" y="201151"/>
                  </a:lnTo>
                  <a:lnTo>
                    <a:pt x="4634" y="206329"/>
                  </a:lnTo>
                  <a:lnTo>
                    <a:pt x="5959" y="211467"/>
                  </a:lnTo>
                  <a:lnTo>
                    <a:pt x="7446" y="216561"/>
                  </a:lnTo>
                  <a:lnTo>
                    <a:pt x="9095" y="221605"/>
                  </a:lnTo>
                  <a:lnTo>
                    <a:pt x="10902" y="226594"/>
                  </a:lnTo>
                  <a:lnTo>
                    <a:pt x="12867" y="231523"/>
                  </a:lnTo>
                  <a:lnTo>
                    <a:pt x="14987" y="236387"/>
                  </a:lnTo>
                  <a:lnTo>
                    <a:pt x="17261" y="241182"/>
                  </a:lnTo>
                  <a:lnTo>
                    <a:pt x="19685" y="245902"/>
                  </a:lnTo>
                  <a:lnTo>
                    <a:pt x="22259" y="250542"/>
                  </a:lnTo>
                  <a:lnTo>
                    <a:pt x="24978" y="255099"/>
                  </a:lnTo>
                  <a:lnTo>
                    <a:pt x="27840" y="259567"/>
                  </a:lnTo>
                  <a:lnTo>
                    <a:pt x="30843" y="263942"/>
                  </a:lnTo>
                  <a:lnTo>
                    <a:pt x="33983" y="268220"/>
                  </a:lnTo>
                  <a:lnTo>
                    <a:pt x="37258" y="272395"/>
                  </a:lnTo>
                  <a:lnTo>
                    <a:pt x="40663" y="276465"/>
                  </a:lnTo>
                  <a:lnTo>
                    <a:pt x="44196" y="280424"/>
                  </a:lnTo>
                  <a:lnTo>
                    <a:pt x="47852" y="284270"/>
                  </a:lnTo>
                  <a:lnTo>
                    <a:pt x="51629" y="287997"/>
                  </a:lnTo>
                  <a:lnTo>
                    <a:pt x="55522" y="291603"/>
                  </a:lnTo>
                  <a:lnTo>
                    <a:pt x="59528" y="295083"/>
                  </a:lnTo>
                  <a:lnTo>
                    <a:pt x="63642" y="298434"/>
                  </a:lnTo>
                  <a:lnTo>
                    <a:pt x="67861" y="301653"/>
                  </a:lnTo>
                  <a:lnTo>
                    <a:pt x="72179" y="304737"/>
                  </a:lnTo>
                  <a:lnTo>
                    <a:pt x="76593" y="307682"/>
                  </a:lnTo>
                  <a:lnTo>
                    <a:pt x="81099" y="310485"/>
                  </a:lnTo>
                  <a:lnTo>
                    <a:pt x="85691" y="313144"/>
                  </a:lnTo>
                  <a:lnTo>
                    <a:pt x="90365" y="315656"/>
                  </a:lnTo>
                  <a:lnTo>
                    <a:pt x="95117" y="318018"/>
                  </a:lnTo>
                  <a:lnTo>
                    <a:pt x="99941" y="320229"/>
                  </a:lnTo>
                  <a:lnTo>
                    <a:pt x="104833" y="322285"/>
                  </a:lnTo>
                  <a:lnTo>
                    <a:pt x="109787" y="324184"/>
                  </a:lnTo>
                  <a:lnTo>
                    <a:pt x="114800" y="325926"/>
                  </a:lnTo>
                  <a:lnTo>
                    <a:pt x="119865" y="327507"/>
                  </a:lnTo>
                  <a:lnTo>
                    <a:pt x="124978" y="328927"/>
                  </a:lnTo>
                  <a:lnTo>
                    <a:pt x="130133" y="330184"/>
                  </a:lnTo>
                  <a:lnTo>
                    <a:pt x="135326" y="331277"/>
                  </a:lnTo>
                  <a:lnTo>
                    <a:pt x="140550" y="332205"/>
                  </a:lnTo>
                  <a:lnTo>
                    <a:pt x="145802" y="332966"/>
                  </a:lnTo>
                  <a:lnTo>
                    <a:pt x="151075" y="333560"/>
                  </a:lnTo>
                  <a:lnTo>
                    <a:pt x="156364" y="333986"/>
                  </a:lnTo>
                  <a:lnTo>
                    <a:pt x="161664" y="334244"/>
                  </a:lnTo>
                  <a:lnTo>
                    <a:pt x="166970" y="334334"/>
                  </a:lnTo>
                  <a:lnTo>
                    <a:pt x="172276" y="334256"/>
                  </a:lnTo>
                  <a:lnTo>
                    <a:pt x="177576" y="334009"/>
                  </a:lnTo>
                  <a:lnTo>
                    <a:pt x="182866" y="333594"/>
                  </a:lnTo>
                  <a:lnTo>
                    <a:pt x="188141" y="333011"/>
                  </a:lnTo>
                  <a:lnTo>
                    <a:pt x="193394" y="332262"/>
                  </a:lnTo>
                  <a:lnTo>
                    <a:pt x="198620" y="331345"/>
                  </a:lnTo>
                  <a:lnTo>
                    <a:pt x="203815" y="330264"/>
                  </a:lnTo>
                  <a:lnTo>
                    <a:pt x="208973" y="329018"/>
                  </a:lnTo>
                  <a:lnTo>
                    <a:pt x="214089" y="327609"/>
                  </a:lnTo>
                  <a:lnTo>
                    <a:pt x="219158" y="326038"/>
                  </a:lnTo>
                  <a:lnTo>
                    <a:pt x="224174" y="324308"/>
                  </a:lnTo>
                  <a:lnTo>
                    <a:pt x="229133" y="322419"/>
                  </a:lnTo>
                  <a:lnTo>
                    <a:pt x="234029" y="320373"/>
                  </a:lnTo>
                  <a:lnTo>
                    <a:pt x="238858" y="318173"/>
                  </a:lnTo>
                  <a:lnTo>
                    <a:pt x="243615" y="315821"/>
                  </a:lnTo>
                  <a:lnTo>
                    <a:pt x="248294" y="313320"/>
                  </a:lnTo>
                  <a:lnTo>
                    <a:pt x="252892" y="310670"/>
                  </a:lnTo>
                  <a:lnTo>
                    <a:pt x="257403" y="307877"/>
                  </a:lnTo>
                  <a:lnTo>
                    <a:pt x="261824" y="304941"/>
                  </a:lnTo>
                  <a:lnTo>
                    <a:pt x="266149" y="301867"/>
                  </a:lnTo>
                  <a:lnTo>
                    <a:pt x="270374" y="298657"/>
                  </a:lnTo>
                  <a:lnTo>
                    <a:pt x="274496" y="295315"/>
                  </a:lnTo>
                  <a:lnTo>
                    <a:pt x="278509" y="291843"/>
                  </a:lnTo>
                  <a:lnTo>
                    <a:pt x="282410" y="288246"/>
                  </a:lnTo>
                  <a:lnTo>
                    <a:pt x="286195" y="284527"/>
                  </a:lnTo>
                  <a:lnTo>
                    <a:pt x="289860" y="280689"/>
                  </a:lnTo>
                  <a:lnTo>
                    <a:pt x="293401" y="276737"/>
                  </a:lnTo>
                  <a:lnTo>
                    <a:pt x="296815" y="272675"/>
                  </a:lnTo>
                  <a:lnTo>
                    <a:pt x="300098" y="268507"/>
                  </a:lnTo>
                  <a:lnTo>
                    <a:pt x="303248" y="264236"/>
                  </a:lnTo>
                  <a:lnTo>
                    <a:pt x="306260" y="259867"/>
                  </a:lnTo>
                  <a:lnTo>
                    <a:pt x="309132" y="255406"/>
                  </a:lnTo>
                  <a:lnTo>
                    <a:pt x="311861" y="250855"/>
                  </a:lnTo>
                  <a:lnTo>
                    <a:pt x="314444" y="246220"/>
                  </a:lnTo>
                  <a:lnTo>
                    <a:pt x="316879" y="241505"/>
                  </a:lnTo>
                  <a:lnTo>
                    <a:pt x="319163" y="236715"/>
                  </a:lnTo>
                  <a:lnTo>
                    <a:pt x="321294" y="231855"/>
                  </a:lnTo>
                  <a:lnTo>
                    <a:pt x="323269" y="226930"/>
                  </a:lnTo>
                  <a:lnTo>
                    <a:pt x="325088" y="221945"/>
                  </a:lnTo>
                  <a:lnTo>
                    <a:pt x="326747" y="216905"/>
                  </a:lnTo>
                  <a:lnTo>
                    <a:pt x="328245" y="211814"/>
                  </a:lnTo>
                  <a:lnTo>
                    <a:pt x="329581" y="206679"/>
                  </a:lnTo>
                  <a:lnTo>
                    <a:pt x="330753" y="201504"/>
                  </a:lnTo>
                  <a:lnTo>
                    <a:pt x="331760" y="196294"/>
                  </a:lnTo>
                  <a:lnTo>
                    <a:pt x="332602" y="191055"/>
                  </a:lnTo>
                  <a:lnTo>
                    <a:pt x="333277" y="185791"/>
                  </a:lnTo>
                  <a:lnTo>
                    <a:pt x="333784" y="180509"/>
                  </a:lnTo>
                  <a:lnTo>
                    <a:pt x="334124" y="175214"/>
                  </a:lnTo>
                  <a:lnTo>
                    <a:pt x="334295" y="169910"/>
                  </a:lnTo>
                  <a:lnTo>
                    <a:pt x="334298" y="164604"/>
                  </a:lnTo>
                  <a:lnTo>
                    <a:pt x="334132" y="159300"/>
                  </a:lnTo>
                  <a:lnTo>
                    <a:pt x="333798" y="154004"/>
                  </a:lnTo>
                  <a:lnTo>
                    <a:pt x="333297" y="148722"/>
                  </a:lnTo>
                  <a:lnTo>
                    <a:pt x="332628" y="143458"/>
                  </a:lnTo>
                  <a:lnTo>
                    <a:pt x="331792" y="138218"/>
                  </a:lnTo>
                  <a:lnTo>
                    <a:pt x="330790" y="133007"/>
                  </a:lnTo>
                  <a:lnTo>
                    <a:pt x="329623" y="127830"/>
                  </a:lnTo>
                  <a:lnTo>
                    <a:pt x="328293" y="122693"/>
                  </a:lnTo>
                  <a:lnTo>
                    <a:pt x="326800" y="117601"/>
                  </a:lnTo>
                  <a:lnTo>
                    <a:pt x="325147" y="112559"/>
                  </a:lnTo>
                  <a:lnTo>
                    <a:pt x="323334" y="107572"/>
                  </a:lnTo>
                  <a:lnTo>
                    <a:pt x="321364" y="102645"/>
                  </a:lnTo>
                  <a:lnTo>
                    <a:pt x="319238" y="97783"/>
                  </a:lnTo>
                  <a:lnTo>
                    <a:pt x="316959" y="92991"/>
                  </a:lnTo>
                  <a:lnTo>
                    <a:pt x="314529" y="88273"/>
                  </a:lnTo>
                  <a:lnTo>
                    <a:pt x="311951" y="83635"/>
                  </a:lnTo>
                  <a:lnTo>
                    <a:pt x="309227" y="79082"/>
                  </a:lnTo>
                  <a:lnTo>
                    <a:pt x="306360" y="74617"/>
                  </a:lnTo>
                  <a:lnTo>
                    <a:pt x="303352" y="70245"/>
                  </a:lnTo>
                  <a:lnTo>
                    <a:pt x="300207" y="65971"/>
                  </a:lnTo>
                  <a:lnTo>
                    <a:pt x="296929" y="61799"/>
                  </a:lnTo>
                  <a:lnTo>
                    <a:pt x="293519" y="57733"/>
                  </a:lnTo>
                  <a:lnTo>
                    <a:pt x="289982" y="53777"/>
                  </a:lnTo>
                  <a:lnTo>
                    <a:pt x="286321" y="49936"/>
                  </a:lnTo>
                  <a:lnTo>
                    <a:pt x="282540" y="46212"/>
                  </a:lnTo>
                  <a:lnTo>
                    <a:pt x="278643" y="42611"/>
                  </a:lnTo>
                  <a:lnTo>
                    <a:pt x="274634" y="39135"/>
                  </a:lnTo>
                  <a:lnTo>
                    <a:pt x="270516" y="35788"/>
                  </a:lnTo>
                  <a:lnTo>
                    <a:pt x="266294" y="32574"/>
                  </a:lnTo>
                  <a:lnTo>
                    <a:pt x="261972" y="29495"/>
                  </a:lnTo>
                  <a:lnTo>
                    <a:pt x="257555" y="26554"/>
                  </a:lnTo>
                  <a:lnTo>
                    <a:pt x="253047" y="23756"/>
                  </a:lnTo>
                  <a:lnTo>
                    <a:pt x="248452" y="21102"/>
                  </a:lnTo>
                  <a:lnTo>
                    <a:pt x="243775" y="18595"/>
                  </a:lnTo>
                  <a:lnTo>
                    <a:pt x="239021" y="16238"/>
                  </a:lnTo>
                  <a:lnTo>
                    <a:pt x="234194" y="14033"/>
                  </a:lnTo>
                  <a:lnTo>
                    <a:pt x="229300" y="11982"/>
                  </a:lnTo>
                  <a:lnTo>
                    <a:pt x="224343" y="10088"/>
                  </a:lnTo>
                  <a:lnTo>
                    <a:pt x="219329" y="8352"/>
                  </a:lnTo>
                  <a:lnTo>
                    <a:pt x="214262" y="6776"/>
                  </a:lnTo>
                  <a:lnTo>
                    <a:pt x="209148" y="5361"/>
                  </a:lnTo>
                  <a:lnTo>
                    <a:pt x="203991" y="4110"/>
                  </a:lnTo>
                  <a:lnTo>
                    <a:pt x="198797" y="3023"/>
                  </a:lnTo>
                  <a:lnTo>
                    <a:pt x="193572" y="2101"/>
                  </a:lnTo>
                  <a:lnTo>
                    <a:pt x="188319" y="1345"/>
                  </a:lnTo>
                  <a:lnTo>
                    <a:pt x="183046" y="757"/>
                  </a:lnTo>
                  <a:lnTo>
                    <a:pt x="177756" y="336"/>
                  </a:lnTo>
                  <a:lnTo>
                    <a:pt x="172456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38342" y="2406772"/>
              <a:ext cx="107391" cy="167167"/>
            </a:xfrm>
            <a:custGeom>
              <a:avLst/>
              <a:pathLst>
                <a:path w="107391" h="167167">
                  <a:moveTo>
                    <a:pt x="107391" y="0"/>
                  </a:moveTo>
                  <a:lnTo>
                    <a:pt x="101838" y="92"/>
                  </a:lnTo>
                  <a:lnTo>
                    <a:pt x="96292" y="368"/>
                  </a:lnTo>
                  <a:lnTo>
                    <a:pt x="90758" y="829"/>
                  </a:lnTo>
                  <a:lnTo>
                    <a:pt x="85242" y="1473"/>
                  </a:lnTo>
                  <a:lnTo>
                    <a:pt x="79751" y="2300"/>
                  </a:lnTo>
                  <a:lnTo>
                    <a:pt x="74290" y="3309"/>
                  </a:lnTo>
                  <a:lnTo>
                    <a:pt x="68866" y="4499"/>
                  </a:lnTo>
                  <a:lnTo>
                    <a:pt x="63484" y="5869"/>
                  </a:lnTo>
                  <a:lnTo>
                    <a:pt x="58150" y="7416"/>
                  </a:lnTo>
                  <a:lnTo>
                    <a:pt x="52871" y="9140"/>
                  </a:lnTo>
                  <a:lnTo>
                    <a:pt x="47653" y="11038"/>
                  </a:lnTo>
                  <a:lnTo>
                    <a:pt x="42500" y="13108"/>
                  </a:lnTo>
                  <a:lnTo>
                    <a:pt x="37418" y="15349"/>
                  </a:lnTo>
                  <a:lnTo>
                    <a:pt x="32414" y="17757"/>
                  </a:lnTo>
                  <a:lnTo>
                    <a:pt x="27493" y="20329"/>
                  </a:lnTo>
                  <a:lnTo>
                    <a:pt x="22660" y="23064"/>
                  </a:lnTo>
                  <a:lnTo>
                    <a:pt x="17920" y="25958"/>
                  </a:lnTo>
                  <a:lnTo>
                    <a:pt x="13279" y="29008"/>
                  </a:lnTo>
                  <a:lnTo>
                    <a:pt x="8742" y="32210"/>
                  </a:lnTo>
                  <a:lnTo>
                    <a:pt x="4314" y="35561"/>
                  </a:lnTo>
                  <a:lnTo>
                    <a:pt x="0" y="39058"/>
                  </a:lnTo>
                  <a:lnTo>
                    <a:pt x="107391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38342" y="2445830"/>
              <a:ext cx="107391" cy="128109"/>
            </a:xfrm>
            <a:custGeom>
              <a:avLst/>
              <a:pathLst>
                <a:path w="107391" h="128109">
                  <a:moveTo>
                    <a:pt x="0" y="0"/>
                  </a:moveTo>
                  <a:lnTo>
                    <a:pt x="107391" y="12810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478578" y="2407381"/>
              <a:ext cx="334322" cy="333716"/>
            </a:xfrm>
            <a:custGeom>
              <a:avLst/>
              <a:pathLst>
                <a:path w="334322" h="333716">
                  <a:moveTo>
                    <a:pt x="59764" y="38448"/>
                  </a:moveTo>
                  <a:lnTo>
                    <a:pt x="55768" y="41906"/>
                  </a:lnTo>
                  <a:lnTo>
                    <a:pt x="51884" y="45489"/>
                  </a:lnTo>
                  <a:lnTo>
                    <a:pt x="48116" y="49192"/>
                  </a:lnTo>
                  <a:lnTo>
                    <a:pt x="44466" y="53013"/>
                  </a:lnTo>
                  <a:lnTo>
                    <a:pt x="40939" y="56947"/>
                  </a:lnTo>
                  <a:lnTo>
                    <a:pt x="37538" y="60991"/>
                  </a:lnTo>
                  <a:lnTo>
                    <a:pt x="34266" y="65140"/>
                  </a:lnTo>
                  <a:lnTo>
                    <a:pt x="31127" y="69391"/>
                  </a:lnTo>
                  <a:lnTo>
                    <a:pt x="28124" y="73738"/>
                  </a:lnTo>
                  <a:lnTo>
                    <a:pt x="25260" y="78179"/>
                  </a:lnTo>
                  <a:lnTo>
                    <a:pt x="22538" y="82707"/>
                  </a:lnTo>
                  <a:lnTo>
                    <a:pt x="19960" y="87320"/>
                  </a:lnTo>
                  <a:lnTo>
                    <a:pt x="17529" y="92012"/>
                  </a:lnTo>
                  <a:lnTo>
                    <a:pt x="15248" y="96778"/>
                  </a:lnTo>
                  <a:lnTo>
                    <a:pt x="13119" y="101613"/>
                  </a:lnTo>
                  <a:lnTo>
                    <a:pt x="11143" y="106514"/>
                  </a:lnTo>
                  <a:lnTo>
                    <a:pt x="9323" y="111475"/>
                  </a:lnTo>
                  <a:lnTo>
                    <a:pt x="7661" y="116491"/>
                  </a:lnTo>
                  <a:lnTo>
                    <a:pt x="6159" y="121556"/>
                  </a:lnTo>
                  <a:lnTo>
                    <a:pt x="4817" y="126667"/>
                  </a:lnTo>
                  <a:lnTo>
                    <a:pt x="3637" y="131818"/>
                  </a:lnTo>
                  <a:lnTo>
                    <a:pt x="2621" y="137003"/>
                  </a:lnTo>
                  <a:lnTo>
                    <a:pt x="1769" y="142218"/>
                  </a:lnTo>
                  <a:lnTo>
                    <a:pt x="1082" y="147457"/>
                  </a:lnTo>
                  <a:lnTo>
                    <a:pt x="562" y="152715"/>
                  </a:lnTo>
                  <a:lnTo>
                    <a:pt x="207" y="157987"/>
                  </a:lnTo>
                  <a:lnTo>
                    <a:pt x="20" y="163268"/>
                  </a:lnTo>
                  <a:lnTo>
                    <a:pt x="0" y="168551"/>
                  </a:lnTo>
                  <a:lnTo>
                    <a:pt x="146" y="173833"/>
                  </a:lnTo>
                  <a:lnTo>
                    <a:pt x="459" y="179108"/>
                  </a:lnTo>
                  <a:lnTo>
                    <a:pt x="939" y="184370"/>
                  </a:lnTo>
                  <a:lnTo>
                    <a:pt x="1585" y="189614"/>
                  </a:lnTo>
                  <a:lnTo>
                    <a:pt x="2397" y="194835"/>
                  </a:lnTo>
                  <a:lnTo>
                    <a:pt x="3373" y="200028"/>
                  </a:lnTo>
                  <a:lnTo>
                    <a:pt x="4512" y="205188"/>
                  </a:lnTo>
                  <a:lnTo>
                    <a:pt x="5815" y="210309"/>
                  </a:lnTo>
                  <a:lnTo>
                    <a:pt x="7278" y="215386"/>
                  </a:lnTo>
                  <a:lnTo>
                    <a:pt x="8901" y="220415"/>
                  </a:lnTo>
                  <a:lnTo>
                    <a:pt x="10682" y="225389"/>
                  </a:lnTo>
                  <a:lnTo>
                    <a:pt x="12620" y="230305"/>
                  </a:lnTo>
                  <a:lnTo>
                    <a:pt x="14712" y="235157"/>
                  </a:lnTo>
                  <a:lnTo>
                    <a:pt x="16956" y="239941"/>
                  </a:lnTo>
                  <a:lnTo>
                    <a:pt x="19350" y="244651"/>
                  </a:lnTo>
                  <a:lnTo>
                    <a:pt x="21892" y="249284"/>
                  </a:lnTo>
                  <a:lnTo>
                    <a:pt x="24579" y="253833"/>
                  </a:lnTo>
                  <a:lnTo>
                    <a:pt x="27409" y="258296"/>
                  </a:lnTo>
                  <a:lnTo>
                    <a:pt x="30378" y="262666"/>
                  </a:lnTo>
                  <a:lnTo>
                    <a:pt x="33484" y="266941"/>
                  </a:lnTo>
                  <a:lnTo>
                    <a:pt x="36723" y="271116"/>
                  </a:lnTo>
                  <a:lnTo>
                    <a:pt x="40093" y="275186"/>
                  </a:lnTo>
                  <a:lnTo>
                    <a:pt x="43589" y="279147"/>
                  </a:lnTo>
                  <a:lnTo>
                    <a:pt x="47209" y="282996"/>
                  </a:lnTo>
                  <a:lnTo>
                    <a:pt x="50949" y="286729"/>
                  </a:lnTo>
                  <a:lnTo>
                    <a:pt x="54805" y="290341"/>
                  </a:lnTo>
                  <a:lnTo>
                    <a:pt x="58774" y="293830"/>
                  </a:lnTo>
                  <a:lnTo>
                    <a:pt x="62850" y="297192"/>
                  </a:lnTo>
                  <a:lnTo>
                    <a:pt x="67031" y="300423"/>
                  </a:lnTo>
                  <a:lnTo>
                    <a:pt x="71312" y="303521"/>
                  </a:lnTo>
                  <a:lnTo>
                    <a:pt x="75688" y="306482"/>
                  </a:lnTo>
                  <a:lnTo>
                    <a:pt x="80156" y="309302"/>
                  </a:lnTo>
                  <a:lnTo>
                    <a:pt x="84711" y="311981"/>
                  </a:lnTo>
                  <a:lnTo>
                    <a:pt x="89348" y="314514"/>
                  </a:lnTo>
                  <a:lnTo>
                    <a:pt x="94063" y="316899"/>
                  </a:lnTo>
                  <a:lnTo>
                    <a:pt x="98851" y="319134"/>
                  </a:lnTo>
                  <a:lnTo>
                    <a:pt x="103708" y="321216"/>
                  </a:lnTo>
                  <a:lnTo>
                    <a:pt x="108627" y="323144"/>
                  </a:lnTo>
                  <a:lnTo>
                    <a:pt x="113605" y="324916"/>
                  </a:lnTo>
                  <a:lnTo>
                    <a:pt x="118637" y="326529"/>
                  </a:lnTo>
                  <a:lnTo>
                    <a:pt x="123717" y="327983"/>
                  </a:lnTo>
                  <a:lnTo>
                    <a:pt x="128840" y="329275"/>
                  </a:lnTo>
                  <a:lnTo>
                    <a:pt x="134002" y="330404"/>
                  </a:lnTo>
                  <a:lnTo>
                    <a:pt x="139197" y="331370"/>
                  </a:lnTo>
                  <a:lnTo>
                    <a:pt x="144420" y="332172"/>
                  </a:lnTo>
                  <a:lnTo>
                    <a:pt x="149665" y="332807"/>
                  </a:lnTo>
                  <a:lnTo>
                    <a:pt x="154928" y="333277"/>
                  </a:lnTo>
                  <a:lnTo>
                    <a:pt x="160204" y="333580"/>
                  </a:lnTo>
                  <a:lnTo>
                    <a:pt x="165486" y="333716"/>
                  </a:lnTo>
                  <a:lnTo>
                    <a:pt x="170770" y="333686"/>
                  </a:lnTo>
                  <a:lnTo>
                    <a:pt x="176050" y="333488"/>
                  </a:lnTo>
                  <a:lnTo>
                    <a:pt x="181321" y="333123"/>
                  </a:lnTo>
                  <a:lnTo>
                    <a:pt x="186578" y="332593"/>
                  </a:lnTo>
                  <a:lnTo>
                    <a:pt x="191816" y="331896"/>
                  </a:lnTo>
                  <a:lnTo>
                    <a:pt x="197029" y="331034"/>
                  </a:lnTo>
                  <a:lnTo>
                    <a:pt x="202212" y="330007"/>
                  </a:lnTo>
                  <a:lnTo>
                    <a:pt x="207361" y="328818"/>
                  </a:lnTo>
                  <a:lnTo>
                    <a:pt x="212469" y="327466"/>
                  </a:lnTo>
                  <a:lnTo>
                    <a:pt x="217532" y="325954"/>
                  </a:lnTo>
                  <a:lnTo>
                    <a:pt x="222544" y="324282"/>
                  </a:lnTo>
                  <a:lnTo>
                    <a:pt x="227501" y="322452"/>
                  </a:lnTo>
                  <a:lnTo>
                    <a:pt x="232398" y="320467"/>
                  </a:lnTo>
                  <a:lnTo>
                    <a:pt x="237230" y="318329"/>
                  </a:lnTo>
                  <a:lnTo>
                    <a:pt x="241991" y="316038"/>
                  </a:lnTo>
                  <a:lnTo>
                    <a:pt x="246678" y="313598"/>
                  </a:lnTo>
                  <a:lnTo>
                    <a:pt x="251286" y="311011"/>
                  </a:lnTo>
                  <a:lnTo>
                    <a:pt x="255809" y="308280"/>
                  </a:lnTo>
                  <a:lnTo>
                    <a:pt x="260244" y="305408"/>
                  </a:lnTo>
                  <a:lnTo>
                    <a:pt x="264586" y="302396"/>
                  </a:lnTo>
                  <a:lnTo>
                    <a:pt x="268830" y="299249"/>
                  </a:lnTo>
                  <a:lnTo>
                    <a:pt x="272973" y="295970"/>
                  </a:lnTo>
                  <a:lnTo>
                    <a:pt x="277010" y="292561"/>
                  </a:lnTo>
                  <a:lnTo>
                    <a:pt x="280938" y="289026"/>
                  </a:lnTo>
                  <a:lnTo>
                    <a:pt x="284751" y="285368"/>
                  </a:lnTo>
                  <a:lnTo>
                    <a:pt x="288447" y="281593"/>
                  </a:lnTo>
                  <a:lnTo>
                    <a:pt x="292023" y="277702"/>
                  </a:lnTo>
                  <a:lnTo>
                    <a:pt x="295473" y="273700"/>
                  </a:lnTo>
                  <a:lnTo>
                    <a:pt x="298795" y="269591"/>
                  </a:lnTo>
                  <a:lnTo>
                    <a:pt x="301985" y="265379"/>
                  </a:lnTo>
                  <a:lnTo>
                    <a:pt x="305041" y="261068"/>
                  </a:lnTo>
                  <a:lnTo>
                    <a:pt x="307959" y="256663"/>
                  </a:lnTo>
                  <a:lnTo>
                    <a:pt x="310737" y="252168"/>
                  </a:lnTo>
                  <a:lnTo>
                    <a:pt x="313371" y="247588"/>
                  </a:lnTo>
                  <a:lnTo>
                    <a:pt x="315859" y="242926"/>
                  </a:lnTo>
                  <a:lnTo>
                    <a:pt x="318198" y="238188"/>
                  </a:lnTo>
                  <a:lnTo>
                    <a:pt x="320386" y="233379"/>
                  </a:lnTo>
                  <a:lnTo>
                    <a:pt x="322422" y="228503"/>
                  </a:lnTo>
                  <a:lnTo>
                    <a:pt x="324302" y="223564"/>
                  </a:lnTo>
                  <a:lnTo>
                    <a:pt x="326025" y="218569"/>
                  </a:lnTo>
                  <a:lnTo>
                    <a:pt x="327590" y="213522"/>
                  </a:lnTo>
                  <a:lnTo>
                    <a:pt x="328994" y="208429"/>
                  </a:lnTo>
                  <a:lnTo>
                    <a:pt x="330236" y="203293"/>
                  </a:lnTo>
                  <a:lnTo>
                    <a:pt x="331316" y="198120"/>
                  </a:lnTo>
                  <a:lnTo>
                    <a:pt x="332231" y="192916"/>
                  </a:lnTo>
                  <a:lnTo>
                    <a:pt x="332982" y="187686"/>
                  </a:lnTo>
                  <a:lnTo>
                    <a:pt x="333567" y="182435"/>
                  </a:lnTo>
                  <a:lnTo>
                    <a:pt x="333985" y="177167"/>
                  </a:lnTo>
                  <a:lnTo>
                    <a:pt x="334237" y="171889"/>
                  </a:lnTo>
                  <a:lnTo>
                    <a:pt x="334322" y="166606"/>
                  </a:lnTo>
                  <a:lnTo>
                    <a:pt x="334241" y="161323"/>
                  </a:lnTo>
                  <a:lnTo>
                    <a:pt x="333992" y="156045"/>
                  </a:lnTo>
                  <a:lnTo>
                    <a:pt x="333576" y="150777"/>
                  </a:lnTo>
                  <a:lnTo>
                    <a:pt x="332994" y="145525"/>
                  </a:lnTo>
                  <a:lnTo>
                    <a:pt x="332247" y="140295"/>
                  </a:lnTo>
                  <a:lnTo>
                    <a:pt x="331334" y="135090"/>
                  </a:lnTo>
                  <a:lnTo>
                    <a:pt x="330258" y="129917"/>
                  </a:lnTo>
                  <a:lnTo>
                    <a:pt x="329018" y="124781"/>
                  </a:lnTo>
                  <a:lnTo>
                    <a:pt x="327617" y="119686"/>
                  </a:lnTo>
                  <a:lnTo>
                    <a:pt x="326055" y="114638"/>
                  </a:lnTo>
                  <a:lnTo>
                    <a:pt x="324335" y="109642"/>
                  </a:lnTo>
                  <a:lnTo>
                    <a:pt x="322458" y="104703"/>
                  </a:lnTo>
                  <a:lnTo>
                    <a:pt x="320425" y="99825"/>
                  </a:lnTo>
                  <a:lnTo>
                    <a:pt x="318240" y="95015"/>
                  </a:lnTo>
                  <a:lnTo>
                    <a:pt x="315903" y="90275"/>
                  </a:lnTo>
                  <a:lnTo>
                    <a:pt x="313418" y="85612"/>
                  </a:lnTo>
                  <a:lnTo>
                    <a:pt x="310787" y="81030"/>
                  </a:lnTo>
                  <a:lnTo>
                    <a:pt x="308012" y="76534"/>
                  </a:lnTo>
                  <a:lnTo>
                    <a:pt x="305096" y="72127"/>
                  </a:lnTo>
                  <a:lnTo>
                    <a:pt x="302043" y="67814"/>
                  </a:lnTo>
                  <a:lnTo>
                    <a:pt x="298855" y="63601"/>
                  </a:lnTo>
                  <a:lnTo>
                    <a:pt x="295535" y="59490"/>
                  </a:lnTo>
                  <a:lnTo>
                    <a:pt x="292087" y="55486"/>
                  </a:lnTo>
                  <a:lnTo>
                    <a:pt x="288515" y="51593"/>
                  </a:lnTo>
                  <a:lnTo>
                    <a:pt x="284821" y="47815"/>
                  </a:lnTo>
                  <a:lnTo>
                    <a:pt x="281009" y="44155"/>
                  </a:lnTo>
                  <a:lnTo>
                    <a:pt x="277084" y="40618"/>
                  </a:lnTo>
                  <a:lnTo>
                    <a:pt x="273048" y="37207"/>
                  </a:lnTo>
                  <a:lnTo>
                    <a:pt x="268908" y="33925"/>
                  </a:lnTo>
                  <a:lnTo>
                    <a:pt x="264665" y="30775"/>
                  </a:lnTo>
                  <a:lnTo>
                    <a:pt x="260325" y="27761"/>
                  </a:lnTo>
                  <a:lnTo>
                    <a:pt x="255892" y="24886"/>
                  </a:lnTo>
                  <a:lnTo>
                    <a:pt x="251370" y="22152"/>
                  </a:lnTo>
                  <a:lnTo>
                    <a:pt x="246764" y="19563"/>
                  </a:lnTo>
                  <a:lnTo>
                    <a:pt x="242079" y="17120"/>
                  </a:lnTo>
                  <a:lnTo>
                    <a:pt x="237318" y="14827"/>
                  </a:lnTo>
                  <a:lnTo>
                    <a:pt x="232488" y="12685"/>
                  </a:lnTo>
                  <a:lnTo>
                    <a:pt x="227592" y="10697"/>
                  </a:lnTo>
                  <a:lnTo>
                    <a:pt x="222636" y="8865"/>
                  </a:lnTo>
                  <a:lnTo>
                    <a:pt x="217625" y="7191"/>
                  </a:lnTo>
                  <a:lnTo>
                    <a:pt x="212563" y="5675"/>
                  </a:lnTo>
                  <a:lnTo>
                    <a:pt x="207455" y="4320"/>
                  </a:lnTo>
                  <a:lnTo>
                    <a:pt x="202308" y="3128"/>
                  </a:lnTo>
                  <a:lnTo>
                    <a:pt x="197125" y="2098"/>
                  </a:lnTo>
                  <a:lnTo>
                    <a:pt x="191912" y="1233"/>
                  </a:lnTo>
                  <a:lnTo>
                    <a:pt x="186675" y="533"/>
                  </a:lnTo>
                  <a:lnTo>
                    <a:pt x="181418" y="0"/>
                  </a:lnTo>
                  <a:lnTo>
                    <a:pt x="167155" y="1665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645733" y="2406772"/>
              <a:ext cx="14263" cy="167167"/>
            </a:xfrm>
            <a:custGeom>
              <a:avLst/>
              <a:pathLst>
                <a:path w="14263" h="167167">
                  <a:moveTo>
                    <a:pt x="14263" y="609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358828" y="2911194"/>
              <a:ext cx="334314" cy="334332"/>
            </a:xfrm>
            <a:custGeom>
              <a:avLst/>
              <a:pathLst>
                <a:path w="334314" h="334332">
                  <a:moveTo>
                    <a:pt x="167152" y="0"/>
                  </a:moveTo>
                  <a:lnTo>
                    <a:pt x="161840" y="84"/>
                  </a:lnTo>
                  <a:lnTo>
                    <a:pt x="156532" y="337"/>
                  </a:lnTo>
                  <a:lnTo>
                    <a:pt x="151236" y="759"/>
                  </a:lnTo>
                  <a:lnTo>
                    <a:pt x="145956" y="1349"/>
                  </a:lnTo>
                  <a:lnTo>
                    <a:pt x="140697" y="2106"/>
                  </a:lnTo>
                  <a:lnTo>
                    <a:pt x="135464" y="3030"/>
                  </a:lnTo>
                  <a:lnTo>
                    <a:pt x="130264" y="4120"/>
                  </a:lnTo>
                  <a:lnTo>
                    <a:pt x="125101" y="5375"/>
                  </a:lnTo>
                  <a:lnTo>
                    <a:pt x="119981" y="6793"/>
                  </a:lnTo>
                  <a:lnTo>
                    <a:pt x="114908" y="8373"/>
                  </a:lnTo>
                  <a:lnTo>
                    <a:pt x="109888" y="10114"/>
                  </a:lnTo>
                  <a:lnTo>
                    <a:pt x="104926" y="12013"/>
                  </a:lnTo>
                  <a:lnTo>
                    <a:pt x="100026" y="14069"/>
                  </a:lnTo>
                  <a:lnTo>
                    <a:pt x="95195" y="16279"/>
                  </a:lnTo>
                  <a:lnTo>
                    <a:pt x="90436" y="18642"/>
                  </a:lnTo>
                  <a:lnTo>
                    <a:pt x="85755" y="21155"/>
                  </a:lnTo>
                  <a:lnTo>
                    <a:pt x="81156" y="23816"/>
                  </a:lnTo>
                  <a:lnTo>
                    <a:pt x="76643" y="26621"/>
                  </a:lnTo>
                  <a:lnTo>
                    <a:pt x="72223" y="29569"/>
                  </a:lnTo>
                  <a:lnTo>
                    <a:pt x="67898" y="32655"/>
                  </a:lnTo>
                  <a:lnTo>
                    <a:pt x="63673" y="35877"/>
                  </a:lnTo>
                  <a:lnTo>
                    <a:pt x="59553" y="39232"/>
                  </a:lnTo>
                  <a:lnTo>
                    <a:pt x="55542" y="42716"/>
                  </a:lnTo>
                  <a:lnTo>
                    <a:pt x="51643" y="46326"/>
                  </a:lnTo>
                  <a:lnTo>
                    <a:pt x="47861" y="50058"/>
                  </a:lnTo>
                  <a:lnTo>
                    <a:pt x="44199" y="53908"/>
                  </a:lnTo>
                  <a:lnTo>
                    <a:pt x="40662" y="57873"/>
                  </a:lnTo>
                  <a:lnTo>
                    <a:pt x="37253" y="61948"/>
                  </a:lnTo>
                  <a:lnTo>
                    <a:pt x="33975" y="66129"/>
                  </a:lnTo>
                  <a:lnTo>
                    <a:pt x="30831" y="70412"/>
                  </a:lnTo>
                  <a:lnTo>
                    <a:pt x="27825" y="74793"/>
                  </a:lnTo>
                  <a:lnTo>
                    <a:pt x="24960" y="79268"/>
                  </a:lnTo>
                  <a:lnTo>
                    <a:pt x="22238" y="83831"/>
                  </a:lnTo>
                  <a:lnTo>
                    <a:pt x="19663" y="88479"/>
                  </a:lnTo>
                  <a:lnTo>
                    <a:pt x="17237" y="93205"/>
                  </a:lnTo>
                  <a:lnTo>
                    <a:pt x="14962" y="98007"/>
                  </a:lnTo>
                  <a:lnTo>
                    <a:pt x="12841" y="102879"/>
                  </a:lnTo>
                  <a:lnTo>
                    <a:pt x="10876" y="107815"/>
                  </a:lnTo>
                  <a:lnTo>
                    <a:pt x="9068" y="112811"/>
                  </a:lnTo>
                  <a:lnTo>
                    <a:pt x="7421" y="117863"/>
                  </a:lnTo>
                  <a:lnTo>
                    <a:pt x="5935" y="122964"/>
                  </a:lnTo>
                  <a:lnTo>
                    <a:pt x="4611" y="128110"/>
                  </a:lnTo>
                  <a:lnTo>
                    <a:pt x="3452" y="133295"/>
                  </a:lnTo>
                  <a:lnTo>
                    <a:pt x="2458" y="138514"/>
                  </a:lnTo>
                  <a:lnTo>
                    <a:pt x="1631" y="143763"/>
                  </a:lnTo>
                  <a:lnTo>
                    <a:pt x="971" y="149035"/>
                  </a:lnTo>
                  <a:lnTo>
                    <a:pt x="479" y="154325"/>
                  </a:lnTo>
                  <a:lnTo>
                    <a:pt x="155" y="159628"/>
                  </a:lnTo>
                  <a:lnTo>
                    <a:pt x="0" y="164939"/>
                  </a:lnTo>
                  <a:lnTo>
                    <a:pt x="13" y="170253"/>
                  </a:lnTo>
                  <a:lnTo>
                    <a:pt x="196" y="175563"/>
                  </a:lnTo>
                  <a:lnTo>
                    <a:pt x="547" y="180864"/>
                  </a:lnTo>
                  <a:lnTo>
                    <a:pt x="1066" y="186152"/>
                  </a:lnTo>
                  <a:lnTo>
                    <a:pt x="1753" y="191421"/>
                  </a:lnTo>
                  <a:lnTo>
                    <a:pt x="2608" y="196665"/>
                  </a:lnTo>
                  <a:lnTo>
                    <a:pt x="3628" y="201879"/>
                  </a:lnTo>
                  <a:lnTo>
                    <a:pt x="4814" y="207058"/>
                  </a:lnTo>
                  <a:lnTo>
                    <a:pt x="6164" y="212197"/>
                  </a:lnTo>
                  <a:lnTo>
                    <a:pt x="7676" y="217291"/>
                  </a:lnTo>
                  <a:lnTo>
                    <a:pt x="9350" y="222333"/>
                  </a:lnTo>
                  <a:lnTo>
                    <a:pt x="11183" y="227320"/>
                  </a:lnTo>
                  <a:lnTo>
                    <a:pt x="13173" y="232247"/>
                  </a:lnTo>
                  <a:lnTo>
                    <a:pt x="15319" y="237107"/>
                  </a:lnTo>
                  <a:lnTo>
                    <a:pt x="17618" y="241897"/>
                  </a:lnTo>
                  <a:lnTo>
                    <a:pt x="20069" y="246612"/>
                  </a:lnTo>
                  <a:lnTo>
                    <a:pt x="22668" y="251246"/>
                  </a:lnTo>
                  <a:lnTo>
                    <a:pt x="25413" y="255795"/>
                  </a:lnTo>
                  <a:lnTo>
                    <a:pt x="28301" y="260255"/>
                  </a:lnTo>
                  <a:lnTo>
                    <a:pt x="31329" y="264620"/>
                  </a:lnTo>
                  <a:lnTo>
                    <a:pt x="34495" y="268887"/>
                  </a:lnTo>
                  <a:lnTo>
                    <a:pt x="37795" y="273052"/>
                  </a:lnTo>
                  <a:lnTo>
                    <a:pt x="41225" y="277109"/>
                  </a:lnTo>
                  <a:lnTo>
                    <a:pt x="44783" y="281056"/>
                  </a:lnTo>
                  <a:lnTo>
                    <a:pt x="48464" y="284887"/>
                  </a:lnTo>
                  <a:lnTo>
                    <a:pt x="52265" y="288599"/>
                  </a:lnTo>
                  <a:lnTo>
                    <a:pt x="56182" y="292189"/>
                  </a:lnTo>
                  <a:lnTo>
                    <a:pt x="60211" y="295653"/>
                  </a:lnTo>
                  <a:lnTo>
                    <a:pt x="64348" y="298986"/>
                  </a:lnTo>
                  <a:lnTo>
                    <a:pt x="68590" y="302187"/>
                  </a:lnTo>
                  <a:lnTo>
                    <a:pt x="72930" y="305251"/>
                  </a:lnTo>
                  <a:lnTo>
                    <a:pt x="77366" y="308176"/>
                  </a:lnTo>
                  <a:lnTo>
                    <a:pt x="81893" y="310958"/>
                  </a:lnTo>
                  <a:lnTo>
                    <a:pt x="86505" y="313595"/>
                  </a:lnTo>
                  <a:lnTo>
                    <a:pt x="91200" y="316084"/>
                  </a:lnTo>
                  <a:lnTo>
                    <a:pt x="95970" y="318422"/>
                  </a:lnTo>
                  <a:lnTo>
                    <a:pt x="100813" y="320608"/>
                  </a:lnTo>
                  <a:lnTo>
                    <a:pt x="105723" y="322639"/>
                  </a:lnTo>
                  <a:lnTo>
                    <a:pt x="110695" y="324512"/>
                  </a:lnTo>
                  <a:lnTo>
                    <a:pt x="115724" y="326227"/>
                  </a:lnTo>
                  <a:lnTo>
                    <a:pt x="120805" y="327781"/>
                  </a:lnTo>
                  <a:lnTo>
                    <a:pt x="125932" y="329173"/>
                  </a:lnTo>
                  <a:lnTo>
                    <a:pt x="131102" y="330401"/>
                  </a:lnTo>
                  <a:lnTo>
                    <a:pt x="136308" y="331464"/>
                  </a:lnTo>
                  <a:lnTo>
                    <a:pt x="141544" y="332361"/>
                  </a:lnTo>
                  <a:lnTo>
                    <a:pt x="146807" y="333092"/>
                  </a:lnTo>
                  <a:lnTo>
                    <a:pt x="152091" y="333654"/>
                  </a:lnTo>
                  <a:lnTo>
                    <a:pt x="157389" y="334049"/>
                  </a:lnTo>
                  <a:lnTo>
                    <a:pt x="162697" y="334275"/>
                  </a:lnTo>
                  <a:lnTo>
                    <a:pt x="168010" y="334332"/>
                  </a:lnTo>
                  <a:lnTo>
                    <a:pt x="173322" y="334220"/>
                  </a:lnTo>
                  <a:lnTo>
                    <a:pt x="178628" y="333940"/>
                  </a:lnTo>
                  <a:lnTo>
                    <a:pt x="183922" y="333491"/>
                  </a:lnTo>
                  <a:lnTo>
                    <a:pt x="189200" y="332874"/>
                  </a:lnTo>
                  <a:lnTo>
                    <a:pt x="194455" y="332090"/>
                  </a:lnTo>
                  <a:lnTo>
                    <a:pt x="199682" y="331139"/>
                  </a:lnTo>
                  <a:lnTo>
                    <a:pt x="204877" y="330022"/>
                  </a:lnTo>
                  <a:lnTo>
                    <a:pt x="210033" y="328741"/>
                  </a:lnTo>
                  <a:lnTo>
                    <a:pt x="215146" y="327297"/>
                  </a:lnTo>
                  <a:lnTo>
                    <a:pt x="220211" y="325690"/>
                  </a:lnTo>
                  <a:lnTo>
                    <a:pt x="225222" y="323924"/>
                  </a:lnTo>
                  <a:lnTo>
                    <a:pt x="230174" y="322000"/>
                  </a:lnTo>
                  <a:lnTo>
                    <a:pt x="235063" y="319919"/>
                  </a:lnTo>
                  <a:lnTo>
                    <a:pt x="239883" y="317683"/>
                  </a:lnTo>
                  <a:lnTo>
                    <a:pt x="244630" y="315296"/>
                  </a:lnTo>
                  <a:lnTo>
                    <a:pt x="249298" y="312759"/>
                  </a:lnTo>
                  <a:lnTo>
                    <a:pt x="253884" y="310075"/>
                  </a:lnTo>
                  <a:lnTo>
                    <a:pt x="258381" y="307246"/>
                  </a:lnTo>
                  <a:lnTo>
                    <a:pt x="262787" y="304276"/>
                  </a:lnTo>
                  <a:lnTo>
                    <a:pt x="267096" y="301168"/>
                  </a:lnTo>
                  <a:lnTo>
                    <a:pt x="271304" y="297924"/>
                  </a:lnTo>
                  <a:lnTo>
                    <a:pt x="275407" y="294548"/>
                  </a:lnTo>
                  <a:lnTo>
                    <a:pt x="279400" y="291043"/>
                  </a:lnTo>
                  <a:lnTo>
                    <a:pt x="283280" y="287413"/>
                  </a:lnTo>
                  <a:lnTo>
                    <a:pt x="287043" y="283662"/>
                  </a:lnTo>
                  <a:lnTo>
                    <a:pt x="290685" y="279793"/>
                  </a:lnTo>
                  <a:lnTo>
                    <a:pt x="294201" y="275810"/>
                  </a:lnTo>
                  <a:lnTo>
                    <a:pt x="297590" y="271718"/>
                  </a:lnTo>
                  <a:lnTo>
                    <a:pt x="300847" y="267520"/>
                  </a:lnTo>
                  <a:lnTo>
                    <a:pt x="303968" y="263220"/>
                  </a:lnTo>
                  <a:lnTo>
                    <a:pt x="306952" y="258824"/>
                  </a:lnTo>
                  <a:lnTo>
                    <a:pt x="309794" y="254335"/>
                  </a:lnTo>
                  <a:lnTo>
                    <a:pt x="312492" y="249758"/>
                  </a:lnTo>
                  <a:lnTo>
                    <a:pt x="315043" y="245097"/>
                  </a:lnTo>
                  <a:lnTo>
                    <a:pt x="317445" y="240358"/>
                  </a:lnTo>
                  <a:lnTo>
                    <a:pt x="319695" y="235544"/>
                  </a:lnTo>
                  <a:lnTo>
                    <a:pt x="321791" y="230662"/>
                  </a:lnTo>
                  <a:lnTo>
                    <a:pt x="323731" y="225716"/>
                  </a:lnTo>
                  <a:lnTo>
                    <a:pt x="325513" y="220710"/>
                  </a:lnTo>
                  <a:lnTo>
                    <a:pt x="327134" y="215650"/>
                  </a:lnTo>
                  <a:lnTo>
                    <a:pt x="328594" y="210542"/>
                  </a:lnTo>
                  <a:lnTo>
                    <a:pt x="329891" y="205389"/>
                  </a:lnTo>
                  <a:lnTo>
                    <a:pt x="331024" y="200198"/>
                  </a:lnTo>
                  <a:lnTo>
                    <a:pt x="331991" y="194974"/>
                  </a:lnTo>
                  <a:lnTo>
                    <a:pt x="332791" y="189721"/>
                  </a:lnTo>
                  <a:lnTo>
                    <a:pt x="333424" y="184446"/>
                  </a:lnTo>
                  <a:lnTo>
                    <a:pt x="333889" y="179153"/>
                  </a:lnTo>
                  <a:lnTo>
                    <a:pt x="334186" y="173848"/>
                  </a:lnTo>
                  <a:lnTo>
                    <a:pt x="334314" y="168536"/>
                  </a:lnTo>
                  <a:lnTo>
                    <a:pt x="334273" y="163223"/>
                  </a:lnTo>
                  <a:lnTo>
                    <a:pt x="334063" y="157914"/>
                  </a:lnTo>
                  <a:lnTo>
                    <a:pt x="333685" y="152614"/>
                  </a:lnTo>
                  <a:lnTo>
                    <a:pt x="333138" y="147329"/>
                  </a:lnTo>
                  <a:lnTo>
                    <a:pt x="332424" y="142064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053259"/>
              <a:ext cx="165271" cy="25102"/>
            </a:xfrm>
            <a:custGeom>
              <a:avLst/>
              <a:pathLst>
                <a:path w="165271" h="25102">
                  <a:moveTo>
                    <a:pt x="165271" y="0"/>
                  </a:moveTo>
                  <a:lnTo>
                    <a:pt x="0" y="2510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2917724"/>
              <a:ext cx="165271" cy="160637"/>
            </a:xfrm>
            <a:custGeom>
              <a:avLst/>
              <a:pathLst>
                <a:path w="165271" h="160637">
                  <a:moveTo>
                    <a:pt x="165271" y="135535"/>
                  </a:moveTo>
                  <a:lnTo>
                    <a:pt x="164367" y="130167"/>
                  </a:lnTo>
                  <a:lnTo>
                    <a:pt x="163288" y="124833"/>
                  </a:lnTo>
                  <a:lnTo>
                    <a:pt x="162035" y="119536"/>
                  </a:lnTo>
                  <a:lnTo>
                    <a:pt x="160611" y="114282"/>
                  </a:lnTo>
                  <a:lnTo>
                    <a:pt x="159017" y="109078"/>
                  </a:lnTo>
                  <a:lnTo>
                    <a:pt x="157254" y="103928"/>
                  </a:lnTo>
                  <a:lnTo>
                    <a:pt x="155325" y="98839"/>
                  </a:lnTo>
                  <a:lnTo>
                    <a:pt x="153231" y="93815"/>
                  </a:lnTo>
                  <a:lnTo>
                    <a:pt x="150974" y="88862"/>
                  </a:lnTo>
                  <a:lnTo>
                    <a:pt x="148557" y="83985"/>
                  </a:lnTo>
                  <a:lnTo>
                    <a:pt x="145983" y="79189"/>
                  </a:lnTo>
                  <a:lnTo>
                    <a:pt x="143254" y="74480"/>
                  </a:lnTo>
                  <a:lnTo>
                    <a:pt x="140373" y="69862"/>
                  </a:lnTo>
                  <a:lnTo>
                    <a:pt x="137344" y="65340"/>
                  </a:lnTo>
                  <a:lnTo>
                    <a:pt x="134168" y="60919"/>
                  </a:lnTo>
                  <a:lnTo>
                    <a:pt x="130851" y="56604"/>
                  </a:lnTo>
                  <a:lnTo>
                    <a:pt x="127395" y="52399"/>
                  </a:lnTo>
                  <a:lnTo>
                    <a:pt x="123804" y="48309"/>
                  </a:lnTo>
                  <a:lnTo>
                    <a:pt x="120081" y="44339"/>
                  </a:lnTo>
                  <a:lnTo>
                    <a:pt x="116231" y="40491"/>
                  </a:lnTo>
                  <a:lnTo>
                    <a:pt x="112258" y="36771"/>
                  </a:lnTo>
                  <a:lnTo>
                    <a:pt x="108166" y="33182"/>
                  </a:lnTo>
                  <a:lnTo>
                    <a:pt x="103959" y="29728"/>
                  </a:lnTo>
                  <a:lnTo>
                    <a:pt x="99643" y="26413"/>
                  </a:lnTo>
                  <a:lnTo>
                    <a:pt x="95220" y="23240"/>
                  </a:lnTo>
                  <a:lnTo>
                    <a:pt x="90697" y="20213"/>
                  </a:lnTo>
                  <a:lnTo>
                    <a:pt x="86077" y="17335"/>
                  </a:lnTo>
                  <a:lnTo>
                    <a:pt x="81366" y="14608"/>
                  </a:lnTo>
                  <a:lnTo>
                    <a:pt x="76569" y="12037"/>
                  </a:lnTo>
                  <a:lnTo>
                    <a:pt x="71691" y="9623"/>
                  </a:lnTo>
                  <a:lnTo>
                    <a:pt x="66736" y="7369"/>
                  </a:lnTo>
                  <a:lnTo>
                    <a:pt x="61711" y="5277"/>
                  </a:lnTo>
                  <a:lnTo>
                    <a:pt x="56621" y="3351"/>
                  </a:lnTo>
                  <a:lnTo>
                    <a:pt x="51470" y="1591"/>
                  </a:lnTo>
                  <a:lnTo>
                    <a:pt x="46265" y="0"/>
                  </a:lnTo>
                  <a:lnTo>
                    <a:pt x="0" y="1606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2911194"/>
              <a:ext cx="46265" cy="167167"/>
            </a:xfrm>
            <a:custGeom>
              <a:avLst/>
              <a:pathLst>
                <a:path w="46265" h="167167">
                  <a:moveTo>
                    <a:pt x="46265" y="6529"/>
                  </a:moveTo>
                  <a:lnTo>
                    <a:pt x="39794" y="4805"/>
                  </a:lnTo>
                  <a:lnTo>
                    <a:pt x="33260" y="3342"/>
                  </a:lnTo>
                  <a:lnTo>
                    <a:pt x="26672" y="2141"/>
                  </a:lnTo>
                  <a:lnTo>
                    <a:pt x="20041" y="1205"/>
                  </a:lnTo>
                  <a:lnTo>
                    <a:pt x="13379" y="536"/>
                  </a:lnTo>
                  <a:lnTo>
                    <a:pt x="6694" y="13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358832" y="3429590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1" y="84"/>
                  </a:lnTo>
                  <a:lnTo>
                    <a:pt x="156541" y="336"/>
                  </a:lnTo>
                  <a:lnTo>
                    <a:pt x="151250" y="757"/>
                  </a:lnTo>
                  <a:lnTo>
                    <a:pt x="145976" y="1346"/>
                  </a:lnTo>
                  <a:lnTo>
                    <a:pt x="140724" y="2101"/>
                  </a:lnTo>
                  <a:lnTo>
                    <a:pt x="135497" y="3023"/>
                  </a:lnTo>
                  <a:lnTo>
                    <a:pt x="130303" y="4110"/>
                  </a:lnTo>
                  <a:lnTo>
                    <a:pt x="125146" y="5362"/>
                  </a:lnTo>
                  <a:lnTo>
                    <a:pt x="120031" y="6777"/>
                  </a:lnTo>
                  <a:lnTo>
                    <a:pt x="114964" y="8353"/>
                  </a:lnTo>
                  <a:lnTo>
                    <a:pt x="109949" y="10090"/>
                  </a:lnTo>
                  <a:lnTo>
                    <a:pt x="104992" y="11984"/>
                  </a:lnTo>
                  <a:lnTo>
                    <a:pt x="100098" y="14035"/>
                  </a:lnTo>
                  <a:lnTo>
                    <a:pt x="95271" y="16241"/>
                  </a:lnTo>
                  <a:lnTo>
                    <a:pt x="90516" y="18598"/>
                  </a:lnTo>
                  <a:lnTo>
                    <a:pt x="85839" y="21106"/>
                  </a:lnTo>
                  <a:lnTo>
                    <a:pt x="81244" y="23760"/>
                  </a:lnTo>
                  <a:lnTo>
                    <a:pt x="76735" y="26559"/>
                  </a:lnTo>
                  <a:lnTo>
                    <a:pt x="72318" y="29500"/>
                  </a:lnTo>
                  <a:lnTo>
                    <a:pt x="67996" y="32579"/>
                  </a:lnTo>
                  <a:lnTo>
                    <a:pt x="63773" y="35794"/>
                  </a:lnTo>
                  <a:lnTo>
                    <a:pt x="59656" y="39142"/>
                  </a:lnTo>
                  <a:lnTo>
                    <a:pt x="55646" y="42618"/>
                  </a:lnTo>
                  <a:lnTo>
                    <a:pt x="51749" y="46220"/>
                  </a:lnTo>
                  <a:lnTo>
                    <a:pt x="47968" y="49944"/>
                  </a:lnTo>
                  <a:lnTo>
                    <a:pt x="44307" y="53786"/>
                  </a:lnTo>
                  <a:lnTo>
                    <a:pt x="40770" y="57743"/>
                  </a:lnTo>
                  <a:lnTo>
                    <a:pt x="37360" y="61809"/>
                  </a:lnTo>
                  <a:lnTo>
                    <a:pt x="34082" y="65982"/>
                  </a:lnTo>
                  <a:lnTo>
                    <a:pt x="30937" y="70257"/>
                  </a:lnTo>
                  <a:lnTo>
                    <a:pt x="27929" y="74629"/>
                  </a:lnTo>
                  <a:lnTo>
                    <a:pt x="25062" y="79095"/>
                  </a:lnTo>
                  <a:lnTo>
                    <a:pt x="22338" y="83649"/>
                  </a:lnTo>
                  <a:lnTo>
                    <a:pt x="19760" y="88288"/>
                  </a:lnTo>
                  <a:lnTo>
                    <a:pt x="17331" y="93006"/>
                  </a:lnTo>
                  <a:lnTo>
                    <a:pt x="15052" y="97799"/>
                  </a:lnTo>
                  <a:lnTo>
                    <a:pt x="12927" y="102661"/>
                  </a:lnTo>
                  <a:lnTo>
                    <a:pt x="10957" y="107589"/>
                  </a:lnTo>
                  <a:lnTo>
                    <a:pt x="9145" y="112577"/>
                  </a:lnTo>
                  <a:lnTo>
                    <a:pt x="7492" y="117620"/>
                  </a:lnTo>
                  <a:lnTo>
                    <a:pt x="5999" y="122712"/>
                  </a:lnTo>
                  <a:lnTo>
                    <a:pt x="4670" y="127850"/>
                  </a:lnTo>
                  <a:lnTo>
                    <a:pt x="3503" y="133027"/>
                  </a:lnTo>
                  <a:lnTo>
                    <a:pt x="2502" y="138239"/>
                  </a:lnTo>
                  <a:lnTo>
                    <a:pt x="1667" y="143479"/>
                  </a:lnTo>
                  <a:lnTo>
                    <a:pt x="998" y="148744"/>
                  </a:lnTo>
                  <a:lnTo>
                    <a:pt x="497" y="154027"/>
                  </a:lnTo>
                  <a:lnTo>
                    <a:pt x="164" y="159324"/>
                  </a:lnTo>
                  <a:lnTo>
                    <a:pt x="0" y="164628"/>
                  </a:lnTo>
                  <a:lnTo>
                    <a:pt x="3" y="169935"/>
                  </a:lnTo>
                  <a:lnTo>
                    <a:pt x="175" y="175239"/>
                  </a:lnTo>
                  <a:lnTo>
                    <a:pt x="516" y="180535"/>
                  </a:lnTo>
                  <a:lnTo>
                    <a:pt x="1024" y="185817"/>
                  </a:lnTo>
                  <a:lnTo>
                    <a:pt x="1700" y="191081"/>
                  </a:lnTo>
                  <a:lnTo>
                    <a:pt x="2542" y="196320"/>
                  </a:lnTo>
                  <a:lnTo>
                    <a:pt x="3550" y="201531"/>
                  </a:lnTo>
                  <a:lnTo>
                    <a:pt x="4723" y="206706"/>
                  </a:lnTo>
                  <a:lnTo>
                    <a:pt x="6060" y="211842"/>
                  </a:lnTo>
                  <a:lnTo>
                    <a:pt x="7560" y="216932"/>
                  </a:lnTo>
                  <a:lnTo>
                    <a:pt x="9220" y="221973"/>
                  </a:lnTo>
                  <a:lnTo>
                    <a:pt x="11039" y="226958"/>
                  </a:lnTo>
                  <a:lnTo>
                    <a:pt x="13015" y="231883"/>
                  </a:lnTo>
                  <a:lnTo>
                    <a:pt x="15147" y="236743"/>
                  </a:lnTo>
                  <a:lnTo>
                    <a:pt x="17432" y="241533"/>
                  </a:lnTo>
                  <a:lnTo>
                    <a:pt x="19868" y="246248"/>
                  </a:lnTo>
                  <a:lnTo>
                    <a:pt x="22453" y="250883"/>
                  </a:lnTo>
                  <a:lnTo>
                    <a:pt x="25183" y="255433"/>
                  </a:lnTo>
                  <a:lnTo>
                    <a:pt x="28056" y="259895"/>
                  </a:lnTo>
                  <a:lnTo>
                    <a:pt x="31070" y="264263"/>
                  </a:lnTo>
                  <a:lnTo>
                    <a:pt x="34220" y="268534"/>
                  </a:lnTo>
                  <a:lnTo>
                    <a:pt x="37505" y="272702"/>
                  </a:lnTo>
                  <a:lnTo>
                    <a:pt x="40920" y="276764"/>
                  </a:lnTo>
                  <a:lnTo>
                    <a:pt x="44462" y="280715"/>
                  </a:lnTo>
                  <a:lnTo>
                    <a:pt x="48128" y="284552"/>
                  </a:lnTo>
                  <a:lnTo>
                    <a:pt x="51914" y="288271"/>
                  </a:lnTo>
                  <a:lnTo>
                    <a:pt x="55816" y="291868"/>
                  </a:lnTo>
                  <a:lnTo>
                    <a:pt x="59831" y="295339"/>
                  </a:lnTo>
                  <a:lnTo>
                    <a:pt x="63953" y="298681"/>
                  </a:lnTo>
                  <a:lnTo>
                    <a:pt x="68180" y="301890"/>
                  </a:lnTo>
                  <a:lnTo>
                    <a:pt x="72506" y="304964"/>
                  </a:lnTo>
                  <a:lnTo>
                    <a:pt x="76928" y="307898"/>
                  </a:lnTo>
                  <a:lnTo>
                    <a:pt x="81440" y="310691"/>
                  </a:lnTo>
                  <a:lnTo>
                    <a:pt x="86039" y="313339"/>
                  </a:lnTo>
                  <a:lnTo>
                    <a:pt x="90720" y="315840"/>
                  </a:lnTo>
                  <a:lnTo>
                    <a:pt x="95477" y="318191"/>
                  </a:lnTo>
                  <a:lnTo>
                    <a:pt x="100307" y="320390"/>
                  </a:lnTo>
                  <a:lnTo>
                    <a:pt x="105204" y="322434"/>
                  </a:lnTo>
                  <a:lnTo>
                    <a:pt x="110164" y="324322"/>
                  </a:lnTo>
                  <a:lnTo>
                    <a:pt x="115181" y="326052"/>
                  </a:lnTo>
                  <a:lnTo>
                    <a:pt x="120251" y="327621"/>
                  </a:lnTo>
                  <a:lnTo>
                    <a:pt x="125367" y="329029"/>
                  </a:lnTo>
                  <a:lnTo>
                    <a:pt x="130526" y="330274"/>
                  </a:lnTo>
                  <a:lnTo>
                    <a:pt x="135722" y="331354"/>
                  </a:lnTo>
                  <a:lnTo>
                    <a:pt x="140949" y="332269"/>
                  </a:lnTo>
                  <a:lnTo>
                    <a:pt x="146203" y="333017"/>
                  </a:lnTo>
                  <a:lnTo>
                    <a:pt x="151478" y="333598"/>
                  </a:lnTo>
                  <a:lnTo>
                    <a:pt x="156769" y="334012"/>
                  </a:lnTo>
                  <a:lnTo>
                    <a:pt x="162070" y="334257"/>
                  </a:lnTo>
                  <a:lnTo>
                    <a:pt x="167376" y="334334"/>
                  </a:lnTo>
                  <a:lnTo>
                    <a:pt x="172682" y="334243"/>
                  </a:lnTo>
                  <a:lnTo>
                    <a:pt x="177983" y="333983"/>
                  </a:lnTo>
                  <a:lnTo>
                    <a:pt x="183272" y="333555"/>
                  </a:lnTo>
                  <a:lnTo>
                    <a:pt x="188546" y="332959"/>
                  </a:lnTo>
                  <a:lnTo>
                    <a:pt x="193798" y="332196"/>
                  </a:lnTo>
                  <a:lnTo>
                    <a:pt x="199022" y="331267"/>
                  </a:lnTo>
                  <a:lnTo>
                    <a:pt x="204215" y="330173"/>
                  </a:lnTo>
                  <a:lnTo>
                    <a:pt x="209371" y="328914"/>
                  </a:lnTo>
                  <a:lnTo>
                    <a:pt x="214483" y="327492"/>
                  </a:lnTo>
                  <a:lnTo>
                    <a:pt x="219549" y="325909"/>
                  </a:lnTo>
                  <a:lnTo>
                    <a:pt x="224561" y="324166"/>
                  </a:lnTo>
                  <a:lnTo>
                    <a:pt x="229515" y="322264"/>
                  </a:lnTo>
                  <a:lnTo>
                    <a:pt x="234407" y="320207"/>
                  </a:lnTo>
                  <a:lnTo>
                    <a:pt x="239231" y="317995"/>
                  </a:lnTo>
                  <a:lnTo>
                    <a:pt x="243982" y="315630"/>
                  </a:lnTo>
                  <a:lnTo>
                    <a:pt x="248656" y="313117"/>
                  </a:lnTo>
                  <a:lnTo>
                    <a:pt x="253248" y="310456"/>
                  </a:lnTo>
                  <a:lnTo>
                    <a:pt x="257752" y="307651"/>
                  </a:lnTo>
                  <a:lnTo>
                    <a:pt x="262166" y="304704"/>
                  </a:lnTo>
                  <a:lnTo>
                    <a:pt x="266484" y="301619"/>
                  </a:lnTo>
                  <a:lnTo>
                    <a:pt x="270701" y="298398"/>
                  </a:lnTo>
                  <a:lnTo>
                    <a:pt x="274815" y="295045"/>
                  </a:lnTo>
                  <a:lnTo>
                    <a:pt x="278820" y="291563"/>
                  </a:lnTo>
                  <a:lnTo>
                    <a:pt x="282712" y="287955"/>
                  </a:lnTo>
                  <a:lnTo>
                    <a:pt x="286488" y="284226"/>
                  </a:lnTo>
                  <a:lnTo>
                    <a:pt x="290143" y="280379"/>
                  </a:lnTo>
                  <a:lnTo>
                    <a:pt x="293675" y="276418"/>
                  </a:lnTo>
                  <a:lnTo>
                    <a:pt x="297079" y="272347"/>
                  </a:lnTo>
                  <a:lnTo>
                    <a:pt x="300352" y="268170"/>
                  </a:lnTo>
                  <a:lnTo>
                    <a:pt x="303491" y="263891"/>
                  </a:lnTo>
                  <a:lnTo>
                    <a:pt x="306492" y="259514"/>
                  </a:lnTo>
                  <a:lnTo>
                    <a:pt x="309353" y="255045"/>
                  </a:lnTo>
                  <a:lnTo>
                    <a:pt x="312071" y="250486"/>
                  </a:lnTo>
                  <a:lnTo>
                    <a:pt x="314643" y="245844"/>
                  </a:lnTo>
                  <a:lnTo>
                    <a:pt x="317066" y="241123"/>
                  </a:lnTo>
                  <a:lnTo>
                    <a:pt x="319338" y="236327"/>
                  </a:lnTo>
                  <a:lnTo>
                    <a:pt x="321456" y="231461"/>
                  </a:lnTo>
                  <a:lnTo>
                    <a:pt x="323419" y="226531"/>
                  </a:lnTo>
                  <a:lnTo>
                    <a:pt x="325225" y="221541"/>
                  </a:lnTo>
                  <a:lnTo>
                    <a:pt x="326871" y="216496"/>
                  </a:lnTo>
                  <a:lnTo>
                    <a:pt x="328357" y="211401"/>
                  </a:lnTo>
                  <a:lnTo>
                    <a:pt x="329679" y="206262"/>
                  </a:lnTo>
                  <a:lnTo>
                    <a:pt x="330838" y="201083"/>
                  </a:lnTo>
                  <a:lnTo>
                    <a:pt x="331832" y="195870"/>
                  </a:lnTo>
                  <a:lnTo>
                    <a:pt x="332661" y="190628"/>
                  </a:lnTo>
                  <a:lnTo>
                    <a:pt x="333322" y="185363"/>
                  </a:lnTo>
                  <a:lnTo>
                    <a:pt x="333816" y="180079"/>
                  </a:lnTo>
                  <a:lnTo>
                    <a:pt x="334142" y="174782"/>
                  </a:lnTo>
                  <a:lnTo>
                    <a:pt x="334299" y="169477"/>
                  </a:lnTo>
                  <a:lnTo>
                    <a:pt x="334288" y="164171"/>
                  </a:lnTo>
                  <a:lnTo>
                    <a:pt x="334109" y="158867"/>
                  </a:lnTo>
                  <a:lnTo>
                    <a:pt x="333761" y="153571"/>
                  </a:lnTo>
                  <a:lnTo>
                    <a:pt x="333246" y="148290"/>
                  </a:lnTo>
                  <a:lnTo>
                    <a:pt x="332563" y="143027"/>
                  </a:lnTo>
                  <a:lnTo>
                    <a:pt x="331713" y="137788"/>
                  </a:lnTo>
                  <a:lnTo>
                    <a:pt x="330698" y="132580"/>
                  </a:lnTo>
                  <a:lnTo>
                    <a:pt x="329518" y="127406"/>
                  </a:lnTo>
                  <a:lnTo>
                    <a:pt x="328174" y="122272"/>
                  </a:lnTo>
                  <a:lnTo>
                    <a:pt x="326667" y="117183"/>
                  </a:lnTo>
                  <a:lnTo>
                    <a:pt x="325001" y="112145"/>
                  </a:lnTo>
                  <a:lnTo>
                    <a:pt x="323174" y="107162"/>
                  </a:lnTo>
                  <a:lnTo>
                    <a:pt x="321191" y="102240"/>
                  </a:lnTo>
                  <a:lnTo>
                    <a:pt x="319053" y="97383"/>
                  </a:lnTo>
                  <a:lnTo>
                    <a:pt x="316761" y="92596"/>
                  </a:lnTo>
                  <a:lnTo>
                    <a:pt x="314319" y="87885"/>
                  </a:lnTo>
                  <a:lnTo>
                    <a:pt x="311728" y="83253"/>
                  </a:lnTo>
                  <a:lnTo>
                    <a:pt x="308992" y="78706"/>
                  </a:lnTo>
                  <a:lnTo>
                    <a:pt x="306112" y="74249"/>
                  </a:lnTo>
                  <a:lnTo>
                    <a:pt x="303093" y="69884"/>
                  </a:lnTo>
                  <a:lnTo>
                    <a:pt x="299936" y="65618"/>
                  </a:lnTo>
                  <a:lnTo>
                    <a:pt x="296646" y="61455"/>
                  </a:lnTo>
                  <a:lnTo>
                    <a:pt x="293225" y="57397"/>
                  </a:lnTo>
                  <a:lnTo>
                    <a:pt x="289678" y="53451"/>
                  </a:lnTo>
                  <a:lnTo>
                    <a:pt x="286006" y="49619"/>
                  </a:lnTo>
                  <a:lnTo>
                    <a:pt x="282215" y="45905"/>
                  </a:lnTo>
                  <a:lnTo>
                    <a:pt x="278308" y="42314"/>
                  </a:lnTo>
                  <a:lnTo>
                    <a:pt x="274289" y="38848"/>
                  </a:lnTo>
                  <a:lnTo>
                    <a:pt x="270162" y="35512"/>
                  </a:lnTo>
                  <a:lnTo>
                    <a:pt x="265931" y="32309"/>
                  </a:lnTo>
                  <a:lnTo>
                    <a:pt x="261601" y="29241"/>
                  </a:lnTo>
                  <a:lnTo>
                    <a:pt x="257175" y="26312"/>
                  </a:lnTo>
                  <a:lnTo>
                    <a:pt x="252659" y="23526"/>
                  </a:lnTo>
                  <a:lnTo>
                    <a:pt x="248056" y="20884"/>
                  </a:lnTo>
                  <a:lnTo>
                    <a:pt x="243372" y="18389"/>
                  </a:lnTo>
                  <a:lnTo>
                    <a:pt x="238611" y="16045"/>
                  </a:lnTo>
                  <a:lnTo>
                    <a:pt x="233779" y="13853"/>
                  </a:lnTo>
                  <a:lnTo>
                    <a:pt x="228878" y="11815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41405"/>
              <a:ext cx="61730" cy="155352"/>
            </a:xfrm>
            <a:custGeom>
              <a:avLst/>
              <a:pathLst>
                <a:path w="61730" h="155352">
                  <a:moveTo>
                    <a:pt x="61730" y="0"/>
                  </a:moveTo>
                  <a:lnTo>
                    <a:pt x="0" y="1553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35669"/>
              <a:ext cx="61730" cy="161088"/>
            </a:xfrm>
            <a:custGeom>
              <a:avLst/>
              <a:pathLst>
                <a:path w="61730" h="161088">
                  <a:moveTo>
                    <a:pt x="61730" y="5735"/>
                  </a:moveTo>
                  <a:lnTo>
                    <a:pt x="53278" y="2638"/>
                  </a:lnTo>
                  <a:lnTo>
                    <a:pt x="44672" y="0"/>
                  </a:lnTo>
                  <a:lnTo>
                    <a:pt x="0" y="16108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525980" y="3429590"/>
              <a:ext cx="44672" cy="167167"/>
            </a:xfrm>
            <a:custGeom>
              <a:avLst/>
              <a:pathLst>
                <a:path w="44672" h="167167">
                  <a:moveTo>
                    <a:pt x="44672" y="6079"/>
                  </a:moveTo>
                  <a:lnTo>
                    <a:pt x="38415" y="4473"/>
                  </a:lnTo>
                  <a:lnTo>
                    <a:pt x="32100" y="3111"/>
                  </a:lnTo>
                  <a:lnTo>
                    <a:pt x="25738" y="1993"/>
                  </a:lnTo>
                  <a:lnTo>
                    <a:pt x="19337" y="1122"/>
                  </a:lnTo>
                  <a:lnTo>
                    <a:pt x="12907" y="499"/>
                  </a:lnTo>
                  <a:lnTo>
                    <a:pt x="6458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478574" y="3934012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5" y="83"/>
                  </a:lnTo>
                  <a:lnTo>
                    <a:pt x="156596" y="334"/>
                  </a:lnTo>
                  <a:lnTo>
                    <a:pt x="151328" y="751"/>
                  </a:lnTo>
                  <a:lnTo>
                    <a:pt x="146075" y="1334"/>
                  </a:lnTo>
                  <a:lnTo>
                    <a:pt x="140844" y="2084"/>
                  </a:lnTo>
                  <a:lnTo>
                    <a:pt x="135639" y="2998"/>
                  </a:lnTo>
                  <a:lnTo>
                    <a:pt x="130466" y="4076"/>
                  </a:lnTo>
                  <a:lnTo>
                    <a:pt x="125329" y="5318"/>
                  </a:lnTo>
                  <a:lnTo>
                    <a:pt x="120234" y="6721"/>
                  </a:lnTo>
                  <a:lnTo>
                    <a:pt x="115186" y="8284"/>
                  </a:lnTo>
                  <a:lnTo>
                    <a:pt x="110189" y="10006"/>
                  </a:lnTo>
                  <a:lnTo>
                    <a:pt x="105250" y="11886"/>
                  </a:lnTo>
                  <a:lnTo>
                    <a:pt x="100373" y="13920"/>
                  </a:lnTo>
                  <a:lnTo>
                    <a:pt x="95562" y="16108"/>
                  </a:lnTo>
                  <a:lnTo>
                    <a:pt x="90823" y="18446"/>
                  </a:lnTo>
                  <a:lnTo>
                    <a:pt x="86160" y="20934"/>
                  </a:lnTo>
                  <a:lnTo>
                    <a:pt x="81578" y="23567"/>
                  </a:lnTo>
                  <a:lnTo>
                    <a:pt x="77082" y="26344"/>
                  </a:lnTo>
                  <a:lnTo>
                    <a:pt x="72676" y="29261"/>
                  </a:lnTo>
                  <a:lnTo>
                    <a:pt x="68364" y="32317"/>
                  </a:lnTo>
                  <a:lnTo>
                    <a:pt x="64151" y="35507"/>
                  </a:lnTo>
                  <a:lnTo>
                    <a:pt x="60041" y="38829"/>
                  </a:lnTo>
                  <a:lnTo>
                    <a:pt x="56037" y="42279"/>
                  </a:lnTo>
                  <a:lnTo>
                    <a:pt x="52145" y="45854"/>
                  </a:lnTo>
                  <a:lnTo>
                    <a:pt x="48368" y="49550"/>
                  </a:lnTo>
                  <a:lnTo>
                    <a:pt x="44710" y="53363"/>
                  </a:lnTo>
                  <a:lnTo>
                    <a:pt x="41174" y="57291"/>
                  </a:lnTo>
                  <a:lnTo>
                    <a:pt x="37764" y="61328"/>
                  </a:lnTo>
                  <a:lnTo>
                    <a:pt x="34483" y="65471"/>
                  </a:lnTo>
                  <a:lnTo>
                    <a:pt x="31335" y="69716"/>
                  </a:lnTo>
                  <a:lnTo>
                    <a:pt x="28322" y="74058"/>
                  </a:lnTo>
                  <a:lnTo>
                    <a:pt x="25448" y="78493"/>
                  </a:lnTo>
                  <a:lnTo>
                    <a:pt x="22716" y="83016"/>
                  </a:lnTo>
                  <a:lnTo>
                    <a:pt x="20129" y="87624"/>
                  </a:lnTo>
                  <a:lnTo>
                    <a:pt x="17688" y="92311"/>
                  </a:lnTo>
                  <a:lnTo>
                    <a:pt x="15396" y="97073"/>
                  </a:lnTo>
                  <a:lnTo>
                    <a:pt x="13256" y="101905"/>
                  </a:lnTo>
                  <a:lnTo>
                    <a:pt x="11271" y="106803"/>
                  </a:lnTo>
                  <a:lnTo>
                    <a:pt x="9440" y="111760"/>
                  </a:lnTo>
                  <a:lnTo>
                    <a:pt x="7768" y="116774"/>
                  </a:lnTo>
                  <a:lnTo>
                    <a:pt x="6255" y="121837"/>
                  </a:lnTo>
                  <a:lnTo>
                    <a:pt x="4902" y="126946"/>
                  </a:lnTo>
                  <a:lnTo>
                    <a:pt x="3712" y="132094"/>
                  </a:lnTo>
                  <a:lnTo>
                    <a:pt x="2685" y="137278"/>
                  </a:lnTo>
                  <a:lnTo>
                    <a:pt x="1822" y="142492"/>
                  </a:lnTo>
                  <a:lnTo>
                    <a:pt x="1125" y="147731"/>
                  </a:lnTo>
                  <a:lnTo>
                    <a:pt x="594" y="152989"/>
                  </a:lnTo>
                  <a:lnTo>
                    <a:pt x="229" y="158261"/>
                  </a:lnTo>
                  <a:lnTo>
                    <a:pt x="31" y="163542"/>
                  </a:lnTo>
                  <a:lnTo>
                    <a:pt x="0" y="168826"/>
                  </a:lnTo>
                  <a:lnTo>
                    <a:pt x="135" y="174109"/>
                  </a:lnTo>
                  <a:lnTo>
                    <a:pt x="438" y="179385"/>
                  </a:lnTo>
                  <a:lnTo>
                    <a:pt x="908" y="184649"/>
                  </a:lnTo>
                  <a:lnTo>
                    <a:pt x="1544" y="189895"/>
                  </a:lnTo>
                  <a:lnTo>
                    <a:pt x="2345" y="195119"/>
                  </a:lnTo>
                  <a:lnTo>
                    <a:pt x="3311" y="200315"/>
                  </a:lnTo>
                  <a:lnTo>
                    <a:pt x="4440" y="205477"/>
                  </a:lnTo>
                  <a:lnTo>
                    <a:pt x="5733" y="210601"/>
                  </a:lnTo>
                  <a:lnTo>
                    <a:pt x="7186" y="215682"/>
                  </a:lnTo>
                  <a:lnTo>
                    <a:pt x="8800" y="220715"/>
                  </a:lnTo>
                  <a:lnTo>
                    <a:pt x="10571" y="225693"/>
                  </a:lnTo>
                  <a:lnTo>
                    <a:pt x="12500" y="230614"/>
                  </a:lnTo>
                  <a:lnTo>
                    <a:pt x="14582" y="235471"/>
                  </a:lnTo>
                  <a:lnTo>
                    <a:pt x="16818" y="240259"/>
                  </a:lnTo>
                  <a:lnTo>
                    <a:pt x="19203" y="244975"/>
                  </a:lnTo>
                  <a:lnTo>
                    <a:pt x="21737" y="249613"/>
                  </a:lnTo>
                  <a:lnTo>
                    <a:pt x="24415" y="254168"/>
                  </a:lnTo>
                  <a:lnTo>
                    <a:pt x="27237" y="258637"/>
                  </a:lnTo>
                  <a:lnTo>
                    <a:pt x="30198" y="263014"/>
                  </a:lnTo>
                  <a:lnTo>
                    <a:pt x="33296" y="267295"/>
                  </a:lnTo>
                  <a:lnTo>
                    <a:pt x="36528" y="271477"/>
                  </a:lnTo>
                  <a:lnTo>
                    <a:pt x="39890" y="275554"/>
                  </a:lnTo>
                  <a:lnTo>
                    <a:pt x="43380" y="279522"/>
                  </a:lnTo>
                  <a:lnTo>
                    <a:pt x="46993" y="283379"/>
                  </a:lnTo>
                  <a:lnTo>
                    <a:pt x="50727" y="287119"/>
                  </a:lnTo>
                  <a:lnTo>
                    <a:pt x="54576" y="290739"/>
                  </a:lnTo>
                  <a:lnTo>
                    <a:pt x="58539" y="294236"/>
                  </a:lnTo>
                  <a:lnTo>
                    <a:pt x="62609" y="297606"/>
                  </a:lnTo>
                  <a:lnTo>
                    <a:pt x="66785" y="300846"/>
                  </a:lnTo>
                  <a:lnTo>
                    <a:pt x="71060" y="303952"/>
                  </a:lnTo>
                  <a:lnTo>
                    <a:pt x="75432" y="306921"/>
                  </a:lnTo>
                  <a:lnTo>
                    <a:pt x="79895" y="309750"/>
                  </a:lnTo>
                  <a:lnTo>
                    <a:pt x="84446" y="312438"/>
                  </a:lnTo>
                  <a:lnTo>
                    <a:pt x="89079" y="314979"/>
                  </a:lnTo>
                  <a:lnTo>
                    <a:pt x="93790" y="317374"/>
                  </a:lnTo>
                  <a:lnTo>
                    <a:pt x="98575" y="319618"/>
                  </a:lnTo>
                  <a:lnTo>
                    <a:pt x="103428" y="321709"/>
                  </a:lnTo>
                  <a:lnTo>
                    <a:pt x="108345" y="323647"/>
                  </a:lnTo>
                  <a:lnTo>
                    <a:pt x="113321" y="325427"/>
                  </a:lnTo>
                  <a:lnTo>
                    <a:pt x="118350" y="327050"/>
                  </a:lnTo>
                  <a:lnTo>
                    <a:pt x="123428" y="328513"/>
                  </a:lnTo>
                  <a:lnTo>
                    <a:pt x="128550" y="329815"/>
                  </a:lnTo>
                  <a:lnTo>
                    <a:pt x="133710" y="330954"/>
                  </a:lnTo>
                  <a:lnTo>
                    <a:pt x="138904" y="331929"/>
                  </a:lnTo>
                  <a:lnTo>
                    <a:pt x="144126" y="332740"/>
                  </a:lnTo>
                  <a:lnTo>
                    <a:pt x="149372" y="333385"/>
                  </a:lnTo>
                  <a:lnTo>
                    <a:pt x="154634" y="333865"/>
                  </a:lnTo>
                  <a:lnTo>
                    <a:pt x="159910" y="334177"/>
                  </a:lnTo>
                  <a:lnTo>
                    <a:pt x="165193" y="334323"/>
                  </a:lnTo>
                  <a:lnTo>
                    <a:pt x="170477" y="334301"/>
                  </a:lnTo>
                  <a:lnTo>
                    <a:pt x="175759" y="334113"/>
                  </a:lnTo>
                  <a:lnTo>
                    <a:pt x="181031" y="333758"/>
                  </a:lnTo>
                  <a:lnTo>
                    <a:pt x="186290" y="333236"/>
                  </a:lnTo>
                  <a:lnTo>
                    <a:pt x="191530" y="332548"/>
                  </a:lnTo>
                  <a:lnTo>
                    <a:pt x="196745" y="331695"/>
                  </a:lnTo>
                  <a:lnTo>
                    <a:pt x="201931" y="330678"/>
                  </a:lnTo>
                  <a:lnTo>
                    <a:pt x="207082" y="329497"/>
                  </a:lnTo>
                  <a:lnTo>
                    <a:pt x="212193" y="328154"/>
                  </a:lnTo>
                  <a:lnTo>
                    <a:pt x="217260" y="326650"/>
                  </a:lnTo>
                  <a:lnTo>
                    <a:pt x="222276" y="324987"/>
                  </a:lnTo>
                  <a:lnTo>
                    <a:pt x="227237" y="323166"/>
                  </a:lnTo>
                  <a:lnTo>
                    <a:pt x="232138" y="321189"/>
                  </a:lnTo>
                  <a:lnTo>
                    <a:pt x="236974" y="319058"/>
                  </a:lnTo>
                  <a:lnTo>
                    <a:pt x="241740" y="316775"/>
                  </a:lnTo>
                  <a:lnTo>
                    <a:pt x="246432" y="314343"/>
                  </a:lnTo>
                  <a:lnTo>
                    <a:pt x="251044" y="311764"/>
                  </a:lnTo>
                  <a:lnTo>
                    <a:pt x="255573" y="309040"/>
                  </a:lnTo>
                  <a:lnTo>
                    <a:pt x="260013" y="306174"/>
                  </a:lnTo>
                  <a:lnTo>
                    <a:pt x="264361" y="303170"/>
                  </a:lnTo>
                  <a:lnTo>
                    <a:pt x="268611" y="300029"/>
                  </a:lnTo>
                  <a:lnTo>
                    <a:pt x="272760" y="296756"/>
                  </a:lnTo>
                  <a:lnTo>
                    <a:pt x="276803" y="293353"/>
                  </a:lnTo>
                  <a:lnTo>
                    <a:pt x="280737" y="289824"/>
                  </a:lnTo>
                  <a:lnTo>
                    <a:pt x="284558" y="286173"/>
                  </a:lnTo>
                  <a:lnTo>
                    <a:pt x="288261" y="282403"/>
                  </a:lnTo>
                  <a:lnTo>
                    <a:pt x="291843" y="278517"/>
                  </a:lnTo>
                  <a:lnTo>
                    <a:pt x="295300" y="274520"/>
                  </a:lnTo>
                  <a:lnTo>
                    <a:pt x="298629" y="270416"/>
                  </a:lnTo>
                  <a:lnTo>
                    <a:pt x="301827" y="266209"/>
                  </a:lnTo>
                  <a:lnTo>
                    <a:pt x="304891" y="261903"/>
                  </a:lnTo>
                  <a:lnTo>
                    <a:pt x="307816" y="257502"/>
                  </a:lnTo>
                  <a:lnTo>
                    <a:pt x="310601" y="253011"/>
                  </a:lnTo>
                  <a:lnTo>
                    <a:pt x="313243" y="248434"/>
                  </a:lnTo>
                  <a:lnTo>
                    <a:pt x="315739" y="243775"/>
                  </a:lnTo>
                  <a:lnTo>
                    <a:pt x="318086" y="239041"/>
                  </a:lnTo>
                  <a:lnTo>
                    <a:pt x="320283" y="234234"/>
                  </a:lnTo>
                  <a:lnTo>
                    <a:pt x="322326" y="229360"/>
                  </a:lnTo>
                  <a:lnTo>
                    <a:pt x="324214" y="224425"/>
                  </a:lnTo>
                  <a:lnTo>
                    <a:pt x="325946" y="219432"/>
                  </a:lnTo>
                  <a:lnTo>
                    <a:pt x="327519" y="214386"/>
                  </a:lnTo>
                  <a:lnTo>
                    <a:pt x="328931" y="209294"/>
                  </a:lnTo>
                  <a:lnTo>
                    <a:pt x="330182" y="204159"/>
                  </a:lnTo>
                  <a:lnTo>
                    <a:pt x="331270" y="198988"/>
                  </a:lnTo>
                  <a:lnTo>
                    <a:pt x="332193" y="193784"/>
                  </a:lnTo>
                  <a:lnTo>
                    <a:pt x="332952" y="188555"/>
                  </a:lnTo>
                  <a:lnTo>
                    <a:pt x="333546" y="183303"/>
                  </a:lnTo>
                  <a:lnTo>
                    <a:pt x="333972" y="178036"/>
                  </a:lnTo>
                  <a:lnTo>
                    <a:pt x="334233" y="172758"/>
                  </a:lnTo>
                  <a:lnTo>
                    <a:pt x="334326" y="167474"/>
                  </a:lnTo>
                  <a:lnTo>
                    <a:pt x="334252" y="162190"/>
                  </a:lnTo>
                  <a:lnTo>
                    <a:pt x="334011" y="156910"/>
                  </a:lnTo>
                  <a:lnTo>
                    <a:pt x="333604" y="151641"/>
                  </a:lnTo>
                  <a:lnTo>
                    <a:pt x="333030" y="146388"/>
                  </a:lnTo>
                  <a:lnTo>
                    <a:pt x="332290" y="141155"/>
                  </a:lnTo>
                  <a:lnTo>
                    <a:pt x="331385" y="135949"/>
                  </a:lnTo>
                  <a:lnTo>
                    <a:pt x="330316" y="130773"/>
                  </a:lnTo>
                  <a:lnTo>
                    <a:pt x="329085" y="125634"/>
                  </a:lnTo>
                  <a:lnTo>
                    <a:pt x="327691" y="120536"/>
                  </a:lnTo>
                  <a:lnTo>
                    <a:pt x="326137" y="115486"/>
                  </a:lnTo>
                  <a:lnTo>
                    <a:pt x="324424" y="110486"/>
                  </a:lnTo>
                  <a:lnTo>
                    <a:pt x="322553" y="105543"/>
                  </a:lnTo>
                  <a:lnTo>
                    <a:pt x="320528" y="100662"/>
                  </a:lnTo>
                  <a:lnTo>
                    <a:pt x="318349" y="95848"/>
                  </a:lnTo>
                  <a:lnTo>
                    <a:pt x="316019" y="91104"/>
                  </a:lnTo>
                  <a:lnTo>
                    <a:pt x="313541" y="86437"/>
                  </a:lnTo>
                  <a:lnTo>
                    <a:pt x="310916" y="81850"/>
                  </a:lnTo>
                  <a:lnTo>
                    <a:pt x="308147" y="77349"/>
                  </a:lnTo>
                  <a:lnTo>
                    <a:pt x="305237" y="72937"/>
                  </a:lnTo>
                  <a:lnTo>
                    <a:pt x="302190" y="68620"/>
                  </a:lnTo>
                  <a:lnTo>
                    <a:pt x="299007" y="64401"/>
                  </a:lnTo>
                  <a:lnTo>
                    <a:pt x="295693" y="60285"/>
                  </a:lnTo>
                  <a:lnTo>
                    <a:pt x="292250" y="56275"/>
                  </a:lnTo>
                  <a:lnTo>
                    <a:pt x="288683" y="52376"/>
                  </a:lnTo>
                  <a:lnTo>
                    <a:pt x="284994" y="48593"/>
                  </a:lnTo>
                  <a:lnTo>
                    <a:pt x="281187" y="44927"/>
                  </a:lnTo>
                  <a:lnTo>
                    <a:pt x="277266" y="41384"/>
                  </a:lnTo>
                  <a:lnTo>
                    <a:pt x="273235" y="37966"/>
                  </a:lnTo>
                  <a:lnTo>
                    <a:pt x="269098" y="34678"/>
                  </a:lnTo>
                  <a:lnTo>
                    <a:pt x="264859" y="31522"/>
                  </a:lnTo>
                  <a:lnTo>
                    <a:pt x="260523" y="28501"/>
                  </a:lnTo>
                  <a:lnTo>
                    <a:pt x="256093" y="25620"/>
                  </a:lnTo>
                  <a:lnTo>
                    <a:pt x="251574" y="22879"/>
                  </a:lnTo>
                  <a:lnTo>
                    <a:pt x="246971" y="20283"/>
                  </a:lnTo>
                  <a:lnTo>
                    <a:pt x="242289" y="17834"/>
                  </a:lnTo>
                  <a:lnTo>
                    <a:pt x="237531" y="15533"/>
                  </a:lnTo>
                  <a:lnTo>
                    <a:pt x="232703" y="13385"/>
                  </a:lnTo>
                  <a:lnTo>
                    <a:pt x="227809" y="11390"/>
                  </a:lnTo>
                  <a:lnTo>
                    <a:pt x="222855" y="9551"/>
                  </a:lnTo>
                  <a:lnTo>
                    <a:pt x="217845" y="7869"/>
                  </a:lnTo>
                  <a:lnTo>
                    <a:pt x="212784" y="6346"/>
                  </a:lnTo>
                  <a:lnTo>
                    <a:pt x="207678" y="4984"/>
                  </a:lnTo>
                  <a:lnTo>
                    <a:pt x="202531" y="3785"/>
                  </a:lnTo>
                  <a:lnTo>
                    <a:pt x="197349" y="2748"/>
                  </a:lnTo>
                  <a:lnTo>
                    <a:pt x="192137" y="1876"/>
                  </a:lnTo>
                  <a:lnTo>
                    <a:pt x="186900" y="1169"/>
                  </a:lnTo>
                  <a:lnTo>
                    <a:pt x="181643" y="628"/>
                  </a:lnTo>
                  <a:lnTo>
                    <a:pt x="176371" y="254"/>
                  </a:lnTo>
                  <a:lnTo>
                    <a:pt x="171091" y="4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4059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4059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645733" y="3934059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059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059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059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059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059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059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059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059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012"/>
              <a:ext cx="3931" cy="167167"/>
            </a:xfrm>
            <a:custGeom>
              <a:avLst/>
              <a:pathLst>
                <a:path w="3931" h="167167">
                  <a:moveTo>
                    <a:pt x="3931" y="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711624" y="4397268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5" y="83"/>
                  </a:lnTo>
                  <a:lnTo>
                    <a:pt x="156596" y="334"/>
                  </a:lnTo>
                  <a:lnTo>
                    <a:pt x="151328" y="751"/>
                  </a:lnTo>
                  <a:lnTo>
                    <a:pt x="146075" y="1334"/>
                  </a:lnTo>
                  <a:lnTo>
                    <a:pt x="140844" y="2084"/>
                  </a:lnTo>
                  <a:lnTo>
                    <a:pt x="135639" y="2998"/>
                  </a:lnTo>
                  <a:lnTo>
                    <a:pt x="130466" y="4076"/>
                  </a:lnTo>
                  <a:lnTo>
                    <a:pt x="125329" y="5318"/>
                  </a:lnTo>
                  <a:lnTo>
                    <a:pt x="120234" y="6721"/>
                  </a:lnTo>
                  <a:lnTo>
                    <a:pt x="115186" y="8284"/>
                  </a:lnTo>
                  <a:lnTo>
                    <a:pt x="110189" y="10006"/>
                  </a:lnTo>
                  <a:lnTo>
                    <a:pt x="105250" y="11886"/>
                  </a:lnTo>
                  <a:lnTo>
                    <a:pt x="100373" y="13920"/>
                  </a:lnTo>
                  <a:lnTo>
                    <a:pt x="95562" y="16108"/>
                  </a:lnTo>
                  <a:lnTo>
                    <a:pt x="90823" y="18446"/>
                  </a:lnTo>
                  <a:lnTo>
                    <a:pt x="86160" y="20934"/>
                  </a:lnTo>
                  <a:lnTo>
                    <a:pt x="81578" y="23567"/>
                  </a:lnTo>
                  <a:lnTo>
                    <a:pt x="77082" y="26344"/>
                  </a:lnTo>
                  <a:lnTo>
                    <a:pt x="72676" y="29261"/>
                  </a:lnTo>
                  <a:lnTo>
                    <a:pt x="68364" y="32317"/>
                  </a:lnTo>
                  <a:lnTo>
                    <a:pt x="64151" y="35507"/>
                  </a:lnTo>
                  <a:lnTo>
                    <a:pt x="60041" y="38829"/>
                  </a:lnTo>
                  <a:lnTo>
                    <a:pt x="56037" y="42279"/>
                  </a:lnTo>
                  <a:lnTo>
                    <a:pt x="52145" y="45854"/>
                  </a:lnTo>
                  <a:lnTo>
                    <a:pt x="48368" y="49550"/>
                  </a:lnTo>
                  <a:lnTo>
                    <a:pt x="44710" y="53363"/>
                  </a:lnTo>
                  <a:lnTo>
                    <a:pt x="41174" y="57291"/>
                  </a:lnTo>
                  <a:lnTo>
                    <a:pt x="37764" y="61328"/>
                  </a:lnTo>
                  <a:lnTo>
                    <a:pt x="34483" y="65471"/>
                  </a:lnTo>
                  <a:lnTo>
                    <a:pt x="31335" y="69716"/>
                  </a:lnTo>
                  <a:lnTo>
                    <a:pt x="28322" y="74058"/>
                  </a:lnTo>
                  <a:lnTo>
                    <a:pt x="25448" y="78493"/>
                  </a:lnTo>
                  <a:lnTo>
                    <a:pt x="22716" y="83016"/>
                  </a:lnTo>
                  <a:lnTo>
                    <a:pt x="20129" y="87624"/>
                  </a:lnTo>
                  <a:lnTo>
                    <a:pt x="17688" y="92311"/>
                  </a:lnTo>
                  <a:lnTo>
                    <a:pt x="15396" y="97073"/>
                  </a:lnTo>
                  <a:lnTo>
                    <a:pt x="13256" y="101905"/>
                  </a:lnTo>
                  <a:lnTo>
                    <a:pt x="11271" y="106803"/>
                  </a:lnTo>
                  <a:lnTo>
                    <a:pt x="9440" y="111760"/>
                  </a:lnTo>
                  <a:lnTo>
                    <a:pt x="7768" y="116774"/>
                  </a:lnTo>
                  <a:lnTo>
                    <a:pt x="6255" y="121837"/>
                  </a:lnTo>
                  <a:lnTo>
                    <a:pt x="4902" y="126946"/>
                  </a:lnTo>
                  <a:lnTo>
                    <a:pt x="3712" y="132094"/>
                  </a:lnTo>
                  <a:lnTo>
                    <a:pt x="2685" y="137278"/>
                  </a:lnTo>
                  <a:lnTo>
                    <a:pt x="1822" y="142492"/>
                  </a:lnTo>
                  <a:lnTo>
                    <a:pt x="1125" y="147731"/>
                  </a:lnTo>
                  <a:lnTo>
                    <a:pt x="594" y="152989"/>
                  </a:lnTo>
                  <a:lnTo>
                    <a:pt x="229" y="158261"/>
                  </a:lnTo>
                  <a:lnTo>
                    <a:pt x="31" y="163542"/>
                  </a:lnTo>
                  <a:lnTo>
                    <a:pt x="0" y="168826"/>
                  </a:lnTo>
                  <a:lnTo>
                    <a:pt x="135" y="174109"/>
                  </a:lnTo>
                  <a:lnTo>
                    <a:pt x="438" y="179385"/>
                  </a:lnTo>
                  <a:lnTo>
                    <a:pt x="908" y="184649"/>
                  </a:lnTo>
                  <a:lnTo>
                    <a:pt x="1544" y="189895"/>
                  </a:lnTo>
                  <a:lnTo>
                    <a:pt x="2345" y="195119"/>
                  </a:lnTo>
                  <a:lnTo>
                    <a:pt x="3311" y="200315"/>
                  </a:lnTo>
                  <a:lnTo>
                    <a:pt x="4440" y="205477"/>
                  </a:lnTo>
                  <a:lnTo>
                    <a:pt x="5733" y="210601"/>
                  </a:lnTo>
                  <a:lnTo>
                    <a:pt x="7186" y="215682"/>
                  </a:lnTo>
                  <a:lnTo>
                    <a:pt x="8800" y="220715"/>
                  </a:lnTo>
                  <a:lnTo>
                    <a:pt x="10571" y="225693"/>
                  </a:lnTo>
                  <a:lnTo>
                    <a:pt x="12500" y="230614"/>
                  </a:lnTo>
                  <a:lnTo>
                    <a:pt x="14582" y="235471"/>
                  </a:lnTo>
                  <a:lnTo>
                    <a:pt x="16818" y="240259"/>
                  </a:lnTo>
                  <a:lnTo>
                    <a:pt x="19203" y="244975"/>
                  </a:lnTo>
                  <a:lnTo>
                    <a:pt x="21737" y="249613"/>
                  </a:lnTo>
                  <a:lnTo>
                    <a:pt x="24415" y="254168"/>
                  </a:lnTo>
                  <a:lnTo>
                    <a:pt x="27237" y="258637"/>
                  </a:lnTo>
                  <a:lnTo>
                    <a:pt x="30198" y="263014"/>
                  </a:lnTo>
                  <a:lnTo>
                    <a:pt x="33296" y="267295"/>
                  </a:lnTo>
                  <a:lnTo>
                    <a:pt x="36528" y="271477"/>
                  </a:lnTo>
                  <a:lnTo>
                    <a:pt x="39890" y="275554"/>
                  </a:lnTo>
                  <a:lnTo>
                    <a:pt x="43380" y="279522"/>
                  </a:lnTo>
                  <a:lnTo>
                    <a:pt x="46993" y="283379"/>
                  </a:lnTo>
                  <a:lnTo>
                    <a:pt x="50727" y="287119"/>
                  </a:lnTo>
                  <a:lnTo>
                    <a:pt x="54576" y="290739"/>
                  </a:lnTo>
                  <a:lnTo>
                    <a:pt x="58539" y="294236"/>
                  </a:lnTo>
                  <a:lnTo>
                    <a:pt x="62609" y="297606"/>
                  </a:lnTo>
                  <a:lnTo>
                    <a:pt x="66785" y="300846"/>
                  </a:lnTo>
                  <a:lnTo>
                    <a:pt x="71060" y="303952"/>
                  </a:lnTo>
                  <a:lnTo>
                    <a:pt x="75432" y="306921"/>
                  </a:lnTo>
                  <a:lnTo>
                    <a:pt x="79895" y="309750"/>
                  </a:lnTo>
                  <a:lnTo>
                    <a:pt x="84446" y="312438"/>
                  </a:lnTo>
                  <a:lnTo>
                    <a:pt x="89079" y="314979"/>
                  </a:lnTo>
                  <a:lnTo>
                    <a:pt x="93790" y="317374"/>
                  </a:lnTo>
                  <a:lnTo>
                    <a:pt x="98575" y="319618"/>
                  </a:lnTo>
                  <a:lnTo>
                    <a:pt x="103428" y="321709"/>
                  </a:lnTo>
                  <a:lnTo>
                    <a:pt x="108345" y="323647"/>
                  </a:lnTo>
                  <a:lnTo>
                    <a:pt x="113321" y="325427"/>
                  </a:lnTo>
                  <a:lnTo>
                    <a:pt x="118350" y="327050"/>
                  </a:lnTo>
                  <a:lnTo>
                    <a:pt x="123428" y="328513"/>
                  </a:lnTo>
                  <a:lnTo>
                    <a:pt x="128550" y="329815"/>
                  </a:lnTo>
                  <a:lnTo>
                    <a:pt x="133710" y="330954"/>
                  </a:lnTo>
                  <a:lnTo>
                    <a:pt x="138904" y="331929"/>
                  </a:lnTo>
                  <a:lnTo>
                    <a:pt x="144126" y="332740"/>
                  </a:lnTo>
                  <a:lnTo>
                    <a:pt x="149372" y="333385"/>
                  </a:lnTo>
                  <a:lnTo>
                    <a:pt x="154634" y="333865"/>
                  </a:lnTo>
                  <a:lnTo>
                    <a:pt x="159910" y="334177"/>
                  </a:lnTo>
                  <a:lnTo>
                    <a:pt x="165193" y="334323"/>
                  </a:lnTo>
                  <a:lnTo>
                    <a:pt x="170477" y="334301"/>
                  </a:lnTo>
                  <a:lnTo>
                    <a:pt x="175759" y="334113"/>
                  </a:lnTo>
                  <a:lnTo>
                    <a:pt x="181031" y="333758"/>
                  </a:lnTo>
                  <a:lnTo>
                    <a:pt x="186290" y="333236"/>
                  </a:lnTo>
                  <a:lnTo>
                    <a:pt x="191530" y="332548"/>
                  </a:lnTo>
                  <a:lnTo>
                    <a:pt x="196745" y="331695"/>
                  </a:lnTo>
                  <a:lnTo>
                    <a:pt x="201931" y="330678"/>
                  </a:lnTo>
                  <a:lnTo>
                    <a:pt x="207082" y="329497"/>
                  </a:lnTo>
                  <a:lnTo>
                    <a:pt x="212193" y="328154"/>
                  </a:lnTo>
                  <a:lnTo>
                    <a:pt x="217260" y="326650"/>
                  </a:lnTo>
                  <a:lnTo>
                    <a:pt x="222276" y="324987"/>
                  </a:lnTo>
                  <a:lnTo>
                    <a:pt x="227237" y="323166"/>
                  </a:lnTo>
                  <a:lnTo>
                    <a:pt x="232138" y="321189"/>
                  </a:lnTo>
                  <a:lnTo>
                    <a:pt x="236974" y="319058"/>
                  </a:lnTo>
                  <a:lnTo>
                    <a:pt x="241740" y="316775"/>
                  </a:lnTo>
                  <a:lnTo>
                    <a:pt x="246432" y="314343"/>
                  </a:lnTo>
                  <a:lnTo>
                    <a:pt x="251044" y="311764"/>
                  </a:lnTo>
                  <a:lnTo>
                    <a:pt x="255573" y="309040"/>
                  </a:lnTo>
                  <a:lnTo>
                    <a:pt x="260013" y="306174"/>
                  </a:lnTo>
                  <a:lnTo>
                    <a:pt x="264361" y="303170"/>
                  </a:lnTo>
                  <a:lnTo>
                    <a:pt x="268611" y="300029"/>
                  </a:lnTo>
                  <a:lnTo>
                    <a:pt x="272760" y="296756"/>
                  </a:lnTo>
                  <a:lnTo>
                    <a:pt x="276803" y="293353"/>
                  </a:lnTo>
                  <a:lnTo>
                    <a:pt x="280737" y="289824"/>
                  </a:lnTo>
                  <a:lnTo>
                    <a:pt x="284558" y="286173"/>
                  </a:lnTo>
                  <a:lnTo>
                    <a:pt x="288261" y="282403"/>
                  </a:lnTo>
                  <a:lnTo>
                    <a:pt x="291843" y="278517"/>
                  </a:lnTo>
                  <a:lnTo>
                    <a:pt x="295300" y="274520"/>
                  </a:lnTo>
                  <a:lnTo>
                    <a:pt x="298629" y="270416"/>
                  </a:lnTo>
                  <a:lnTo>
                    <a:pt x="301827" y="266209"/>
                  </a:lnTo>
                  <a:lnTo>
                    <a:pt x="304891" y="261903"/>
                  </a:lnTo>
                  <a:lnTo>
                    <a:pt x="307816" y="257502"/>
                  </a:lnTo>
                  <a:lnTo>
                    <a:pt x="310601" y="253011"/>
                  </a:lnTo>
                  <a:lnTo>
                    <a:pt x="313243" y="248434"/>
                  </a:lnTo>
                  <a:lnTo>
                    <a:pt x="315739" y="243775"/>
                  </a:lnTo>
                  <a:lnTo>
                    <a:pt x="318086" y="239041"/>
                  </a:lnTo>
                  <a:lnTo>
                    <a:pt x="320283" y="234234"/>
                  </a:lnTo>
                  <a:lnTo>
                    <a:pt x="322326" y="229360"/>
                  </a:lnTo>
                  <a:lnTo>
                    <a:pt x="324214" y="224425"/>
                  </a:lnTo>
                  <a:lnTo>
                    <a:pt x="325946" y="219432"/>
                  </a:lnTo>
                  <a:lnTo>
                    <a:pt x="327519" y="214386"/>
                  </a:lnTo>
                  <a:lnTo>
                    <a:pt x="328931" y="209294"/>
                  </a:lnTo>
                  <a:lnTo>
                    <a:pt x="330182" y="204159"/>
                  </a:lnTo>
                  <a:lnTo>
                    <a:pt x="331270" y="198988"/>
                  </a:lnTo>
                  <a:lnTo>
                    <a:pt x="332193" y="193784"/>
                  </a:lnTo>
                  <a:lnTo>
                    <a:pt x="332952" y="188555"/>
                  </a:lnTo>
                  <a:lnTo>
                    <a:pt x="333546" y="183303"/>
                  </a:lnTo>
                  <a:lnTo>
                    <a:pt x="333972" y="178036"/>
                  </a:lnTo>
                  <a:lnTo>
                    <a:pt x="334233" y="172758"/>
                  </a:lnTo>
                  <a:lnTo>
                    <a:pt x="334326" y="167474"/>
                  </a:lnTo>
                  <a:lnTo>
                    <a:pt x="334252" y="162190"/>
                  </a:lnTo>
                  <a:lnTo>
                    <a:pt x="334011" y="156910"/>
                  </a:lnTo>
                  <a:lnTo>
                    <a:pt x="333604" y="151641"/>
                  </a:lnTo>
                  <a:lnTo>
                    <a:pt x="333030" y="146388"/>
                  </a:lnTo>
                  <a:lnTo>
                    <a:pt x="332290" y="141155"/>
                  </a:lnTo>
                  <a:lnTo>
                    <a:pt x="331385" y="135949"/>
                  </a:lnTo>
                  <a:lnTo>
                    <a:pt x="330316" y="130773"/>
                  </a:lnTo>
                  <a:lnTo>
                    <a:pt x="329085" y="125634"/>
                  </a:lnTo>
                  <a:lnTo>
                    <a:pt x="327691" y="120536"/>
                  </a:lnTo>
                  <a:lnTo>
                    <a:pt x="326137" y="115486"/>
                  </a:lnTo>
                  <a:lnTo>
                    <a:pt x="324424" y="110486"/>
                  </a:lnTo>
                  <a:lnTo>
                    <a:pt x="322553" y="105543"/>
                  </a:lnTo>
                  <a:lnTo>
                    <a:pt x="320528" y="100662"/>
                  </a:lnTo>
                  <a:lnTo>
                    <a:pt x="318349" y="95848"/>
                  </a:lnTo>
                  <a:lnTo>
                    <a:pt x="316019" y="91104"/>
                  </a:lnTo>
                  <a:lnTo>
                    <a:pt x="313541" y="86437"/>
                  </a:lnTo>
                  <a:lnTo>
                    <a:pt x="310916" y="81850"/>
                  </a:lnTo>
                  <a:lnTo>
                    <a:pt x="308147" y="77349"/>
                  </a:lnTo>
                  <a:lnTo>
                    <a:pt x="305237" y="72937"/>
                  </a:lnTo>
                  <a:lnTo>
                    <a:pt x="302190" y="68620"/>
                  </a:lnTo>
                  <a:lnTo>
                    <a:pt x="299007" y="64401"/>
                  </a:lnTo>
                  <a:lnTo>
                    <a:pt x="295693" y="60285"/>
                  </a:lnTo>
                  <a:lnTo>
                    <a:pt x="292250" y="56275"/>
                  </a:lnTo>
                  <a:lnTo>
                    <a:pt x="288683" y="52376"/>
                  </a:lnTo>
                  <a:lnTo>
                    <a:pt x="284994" y="48593"/>
                  </a:lnTo>
                  <a:lnTo>
                    <a:pt x="281187" y="44927"/>
                  </a:lnTo>
                  <a:lnTo>
                    <a:pt x="277266" y="41384"/>
                  </a:lnTo>
                  <a:lnTo>
                    <a:pt x="273235" y="37966"/>
                  </a:lnTo>
                  <a:lnTo>
                    <a:pt x="269098" y="34678"/>
                  </a:lnTo>
                  <a:lnTo>
                    <a:pt x="264859" y="31522"/>
                  </a:lnTo>
                  <a:lnTo>
                    <a:pt x="260523" y="28501"/>
                  </a:lnTo>
                  <a:lnTo>
                    <a:pt x="256093" y="25620"/>
                  </a:lnTo>
                  <a:lnTo>
                    <a:pt x="251574" y="22879"/>
                  </a:lnTo>
                  <a:lnTo>
                    <a:pt x="246971" y="20283"/>
                  </a:lnTo>
                  <a:lnTo>
                    <a:pt x="242289" y="17834"/>
                  </a:lnTo>
                  <a:lnTo>
                    <a:pt x="237531" y="15533"/>
                  </a:lnTo>
                  <a:lnTo>
                    <a:pt x="232703" y="13385"/>
                  </a:lnTo>
                  <a:lnTo>
                    <a:pt x="227809" y="11390"/>
                  </a:lnTo>
                  <a:lnTo>
                    <a:pt x="222855" y="9551"/>
                  </a:lnTo>
                  <a:lnTo>
                    <a:pt x="217845" y="7869"/>
                  </a:lnTo>
                  <a:lnTo>
                    <a:pt x="212784" y="6346"/>
                  </a:lnTo>
                  <a:lnTo>
                    <a:pt x="207678" y="4984"/>
                  </a:lnTo>
                  <a:lnTo>
                    <a:pt x="202531" y="3785"/>
                  </a:lnTo>
                  <a:lnTo>
                    <a:pt x="197349" y="2748"/>
                  </a:lnTo>
                  <a:lnTo>
                    <a:pt x="192137" y="1876"/>
                  </a:lnTo>
                  <a:lnTo>
                    <a:pt x="186900" y="1169"/>
                  </a:lnTo>
                  <a:lnTo>
                    <a:pt x="181643" y="628"/>
                  </a:lnTo>
                  <a:lnTo>
                    <a:pt x="176371" y="254"/>
                  </a:lnTo>
                  <a:lnTo>
                    <a:pt x="171091" y="46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397314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397314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878783" y="4397314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314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314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314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314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314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314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314"/>
              <a:ext cx="3931" cy="167121"/>
            </a:xfrm>
            <a:custGeom>
              <a:avLst/>
              <a:pathLst>
                <a:path w="3931" h="167121">
                  <a:moveTo>
                    <a:pt x="3931" y="0"/>
                  </a:moveTo>
                  <a:lnTo>
                    <a:pt x="0" y="16712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268"/>
              <a:ext cx="3931" cy="167167"/>
            </a:xfrm>
            <a:custGeom>
              <a:avLst/>
              <a:pathLst>
                <a:path w="3931" h="167167">
                  <a:moveTo>
                    <a:pt x="3931" y="4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045451" y="4794382"/>
              <a:ext cx="167114" cy="167167"/>
            </a:xfrm>
            <a:custGeom>
              <a:avLst/>
              <a:pathLst>
                <a:path w="167114" h="167167">
                  <a:moveTo>
                    <a:pt x="167114" y="0"/>
                  </a:moveTo>
                  <a:lnTo>
                    <a:pt x="161732" y="86"/>
                  </a:lnTo>
                  <a:lnTo>
                    <a:pt x="156355" y="346"/>
                  </a:lnTo>
                  <a:lnTo>
                    <a:pt x="150990" y="779"/>
                  </a:lnTo>
                  <a:lnTo>
                    <a:pt x="145641" y="1384"/>
                  </a:lnTo>
                  <a:lnTo>
                    <a:pt x="140314" y="2162"/>
                  </a:lnTo>
                  <a:lnTo>
                    <a:pt x="135016" y="3110"/>
                  </a:lnTo>
                  <a:lnTo>
                    <a:pt x="129750" y="4229"/>
                  </a:lnTo>
                  <a:lnTo>
                    <a:pt x="124523" y="5516"/>
                  </a:lnTo>
                  <a:lnTo>
                    <a:pt x="119341" y="6971"/>
                  </a:lnTo>
                  <a:lnTo>
                    <a:pt x="114208" y="8593"/>
                  </a:lnTo>
                  <a:lnTo>
                    <a:pt x="109130" y="10378"/>
                  </a:lnTo>
                  <a:lnTo>
                    <a:pt x="104111" y="12326"/>
                  </a:lnTo>
                  <a:lnTo>
                    <a:pt x="99159" y="14435"/>
                  </a:lnTo>
                  <a:lnTo>
                    <a:pt x="94276" y="16702"/>
                  </a:lnTo>
                  <a:lnTo>
                    <a:pt x="89470" y="19126"/>
                  </a:lnTo>
                  <a:lnTo>
                    <a:pt x="84743" y="21702"/>
                  </a:lnTo>
                  <a:lnTo>
                    <a:pt x="80103" y="24430"/>
                  </a:lnTo>
                  <a:lnTo>
                    <a:pt x="75552" y="27305"/>
                  </a:lnTo>
                  <a:lnTo>
                    <a:pt x="71096" y="30326"/>
                  </a:lnTo>
                  <a:lnTo>
                    <a:pt x="66740" y="33488"/>
                  </a:lnTo>
                  <a:lnTo>
                    <a:pt x="62488" y="36789"/>
                  </a:lnTo>
                  <a:lnTo>
                    <a:pt x="58345" y="40226"/>
                  </a:lnTo>
                  <a:lnTo>
                    <a:pt x="54314" y="43793"/>
                  </a:lnTo>
                  <a:lnTo>
                    <a:pt x="50400" y="47489"/>
                  </a:lnTo>
                  <a:lnTo>
                    <a:pt x="46607" y="51309"/>
                  </a:lnTo>
                  <a:lnTo>
                    <a:pt x="42940" y="55249"/>
                  </a:lnTo>
                  <a:lnTo>
                    <a:pt x="39401" y="59305"/>
                  </a:lnTo>
                  <a:lnTo>
                    <a:pt x="35994" y="63473"/>
                  </a:lnTo>
                  <a:lnTo>
                    <a:pt x="32723" y="67749"/>
                  </a:lnTo>
                  <a:lnTo>
                    <a:pt x="29592" y="72127"/>
                  </a:lnTo>
                  <a:lnTo>
                    <a:pt x="26603" y="76604"/>
                  </a:lnTo>
                  <a:lnTo>
                    <a:pt x="23760" y="81175"/>
                  </a:lnTo>
                  <a:lnTo>
                    <a:pt x="21066" y="85835"/>
                  </a:lnTo>
                  <a:lnTo>
                    <a:pt x="18523" y="90580"/>
                  </a:lnTo>
                  <a:lnTo>
                    <a:pt x="16134" y="95404"/>
                  </a:lnTo>
                  <a:lnTo>
                    <a:pt x="13902" y="100302"/>
                  </a:lnTo>
                  <a:lnTo>
                    <a:pt x="11829" y="105270"/>
                  </a:lnTo>
                  <a:lnTo>
                    <a:pt x="9916" y="110302"/>
                  </a:lnTo>
                  <a:lnTo>
                    <a:pt x="8167" y="115393"/>
                  </a:lnTo>
                  <a:lnTo>
                    <a:pt x="6582" y="120537"/>
                  </a:lnTo>
                  <a:lnTo>
                    <a:pt x="5164" y="125730"/>
                  </a:lnTo>
                  <a:lnTo>
                    <a:pt x="3914" y="130966"/>
                  </a:lnTo>
                  <a:lnTo>
                    <a:pt x="2833" y="136239"/>
                  </a:lnTo>
                  <a:lnTo>
                    <a:pt x="1922" y="141544"/>
                  </a:lnTo>
                  <a:lnTo>
                    <a:pt x="1183" y="146876"/>
                  </a:lnTo>
                  <a:lnTo>
                    <a:pt x="616" y="152229"/>
                  </a:lnTo>
                  <a:lnTo>
                    <a:pt x="221" y="157598"/>
                  </a:lnTo>
                  <a:lnTo>
                    <a:pt x="0" y="162976"/>
                  </a:lnTo>
                  <a:lnTo>
                    <a:pt x="167114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045451" y="4957359"/>
              <a:ext cx="167114" cy="4190"/>
            </a:xfrm>
            <a:custGeom>
              <a:avLst/>
              <a:pathLst>
                <a:path w="167114" h="4190">
                  <a:moveTo>
                    <a:pt x="0" y="0"/>
                  </a:moveTo>
                  <a:lnTo>
                    <a:pt x="167114" y="41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045451" y="4957359"/>
              <a:ext cx="167114" cy="4190"/>
            </a:xfrm>
            <a:custGeom>
              <a:avLst/>
              <a:pathLst>
                <a:path w="167114" h="4190">
                  <a:moveTo>
                    <a:pt x="0" y="0"/>
                  </a:moveTo>
                  <a:lnTo>
                    <a:pt x="167114" y="419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45451" y="4957359"/>
              <a:ext cx="167114" cy="4190"/>
            </a:xfrm>
            <a:custGeom>
              <a:avLst/>
              <a:pathLst>
                <a:path w="167114" h="4190">
                  <a:moveTo>
                    <a:pt x="0" y="0"/>
                  </a:moveTo>
                  <a:lnTo>
                    <a:pt x="167114" y="419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45451" y="4957359"/>
              <a:ext cx="167114" cy="4190"/>
            </a:xfrm>
            <a:custGeom>
              <a:avLst/>
              <a:pathLst>
                <a:path w="167114" h="4190">
                  <a:moveTo>
                    <a:pt x="0" y="0"/>
                  </a:moveTo>
                  <a:lnTo>
                    <a:pt x="167114" y="4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45451" y="4957359"/>
              <a:ext cx="167114" cy="4190"/>
            </a:xfrm>
            <a:custGeom>
              <a:avLst/>
              <a:pathLst>
                <a:path w="167114" h="4190">
                  <a:moveTo>
                    <a:pt x="0" y="0"/>
                  </a:moveTo>
                  <a:lnTo>
                    <a:pt x="167114" y="4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45451" y="4957359"/>
              <a:ext cx="167114" cy="4190"/>
            </a:xfrm>
            <a:custGeom>
              <a:avLst/>
              <a:pathLst>
                <a:path w="167114" h="4190">
                  <a:moveTo>
                    <a:pt x="0" y="0"/>
                  </a:moveTo>
                  <a:lnTo>
                    <a:pt x="167114" y="4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45451" y="4957359"/>
              <a:ext cx="167114" cy="4190"/>
            </a:xfrm>
            <a:custGeom>
              <a:avLst/>
              <a:pathLst>
                <a:path w="167114" h="4190">
                  <a:moveTo>
                    <a:pt x="0" y="0"/>
                  </a:moveTo>
                  <a:lnTo>
                    <a:pt x="167114" y="419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45451" y="4957359"/>
              <a:ext cx="167114" cy="4190"/>
            </a:xfrm>
            <a:custGeom>
              <a:avLst/>
              <a:pathLst>
                <a:path w="167114" h="4190">
                  <a:moveTo>
                    <a:pt x="0" y="0"/>
                  </a:moveTo>
                  <a:lnTo>
                    <a:pt x="167114" y="419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45451" y="4957359"/>
              <a:ext cx="167114" cy="4190"/>
            </a:xfrm>
            <a:custGeom>
              <a:avLst/>
              <a:pathLst>
                <a:path w="167114" h="4190">
                  <a:moveTo>
                    <a:pt x="0" y="0"/>
                  </a:moveTo>
                  <a:lnTo>
                    <a:pt x="167114" y="419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45451" y="4957359"/>
              <a:ext cx="167114" cy="20360"/>
            </a:xfrm>
            <a:custGeom>
              <a:avLst/>
              <a:pathLst>
                <a:path w="167114" h="20360">
                  <a:moveTo>
                    <a:pt x="0" y="0"/>
                  </a:moveTo>
                  <a:lnTo>
                    <a:pt x="55" y="10191"/>
                  </a:lnTo>
                  <a:lnTo>
                    <a:pt x="731" y="20360"/>
                  </a:lnTo>
                  <a:lnTo>
                    <a:pt x="167114" y="419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046183" y="4794382"/>
              <a:ext cx="333540" cy="334327"/>
            </a:xfrm>
            <a:custGeom>
              <a:avLst/>
              <a:pathLst>
                <a:path w="333540" h="334327">
                  <a:moveTo>
                    <a:pt x="0" y="183337"/>
                  </a:moveTo>
                  <a:lnTo>
                    <a:pt x="598" y="188624"/>
                  </a:lnTo>
                  <a:lnTo>
                    <a:pt x="1365" y="193889"/>
                  </a:lnTo>
                  <a:lnTo>
                    <a:pt x="2299" y="199127"/>
                  </a:lnTo>
                  <a:lnTo>
                    <a:pt x="3400" y="204333"/>
                  </a:lnTo>
                  <a:lnTo>
                    <a:pt x="4665" y="209501"/>
                  </a:lnTo>
                  <a:lnTo>
                    <a:pt x="6094" y="214627"/>
                  </a:lnTo>
                  <a:lnTo>
                    <a:pt x="7686" y="219704"/>
                  </a:lnTo>
                  <a:lnTo>
                    <a:pt x="9438" y="224728"/>
                  </a:lnTo>
                  <a:lnTo>
                    <a:pt x="11350" y="229694"/>
                  </a:lnTo>
                  <a:lnTo>
                    <a:pt x="13418" y="234596"/>
                  </a:lnTo>
                  <a:lnTo>
                    <a:pt x="15642" y="239430"/>
                  </a:lnTo>
                  <a:lnTo>
                    <a:pt x="18018" y="244191"/>
                  </a:lnTo>
                  <a:lnTo>
                    <a:pt x="20544" y="248874"/>
                  </a:lnTo>
                  <a:lnTo>
                    <a:pt x="23219" y="253474"/>
                  </a:lnTo>
                  <a:lnTo>
                    <a:pt x="26038" y="257987"/>
                  </a:lnTo>
                  <a:lnTo>
                    <a:pt x="28999" y="262407"/>
                  </a:lnTo>
                  <a:lnTo>
                    <a:pt x="32100" y="266731"/>
                  </a:lnTo>
                  <a:lnTo>
                    <a:pt x="35337" y="270954"/>
                  </a:lnTo>
                  <a:lnTo>
                    <a:pt x="38706" y="275072"/>
                  </a:lnTo>
                  <a:lnTo>
                    <a:pt x="42205" y="279081"/>
                  </a:lnTo>
                  <a:lnTo>
                    <a:pt x="45830" y="282977"/>
                  </a:lnTo>
                  <a:lnTo>
                    <a:pt x="49577" y="286755"/>
                  </a:lnTo>
                  <a:lnTo>
                    <a:pt x="53442" y="290411"/>
                  </a:lnTo>
                  <a:lnTo>
                    <a:pt x="57421" y="293944"/>
                  </a:lnTo>
                  <a:lnTo>
                    <a:pt x="61511" y="297347"/>
                  </a:lnTo>
                  <a:lnTo>
                    <a:pt x="65708" y="300619"/>
                  </a:lnTo>
                  <a:lnTo>
                    <a:pt x="70006" y="303755"/>
                  </a:lnTo>
                  <a:lnTo>
                    <a:pt x="74402" y="306753"/>
                  </a:lnTo>
                  <a:lnTo>
                    <a:pt x="78891" y="309610"/>
                  </a:lnTo>
                  <a:lnTo>
                    <a:pt x="83468" y="312322"/>
                  </a:lnTo>
                  <a:lnTo>
                    <a:pt x="88130" y="314888"/>
                  </a:lnTo>
                  <a:lnTo>
                    <a:pt x="92871" y="317303"/>
                  </a:lnTo>
                  <a:lnTo>
                    <a:pt x="97686" y="319567"/>
                  </a:lnTo>
                  <a:lnTo>
                    <a:pt x="102571" y="321676"/>
                  </a:lnTo>
                  <a:lnTo>
                    <a:pt x="107521" y="323628"/>
                  </a:lnTo>
                  <a:lnTo>
                    <a:pt x="112530" y="325423"/>
                  </a:lnTo>
                  <a:lnTo>
                    <a:pt x="117594" y="327056"/>
                  </a:lnTo>
                  <a:lnTo>
                    <a:pt x="122708" y="328528"/>
                  </a:lnTo>
                  <a:lnTo>
                    <a:pt x="127865" y="329836"/>
                  </a:lnTo>
                  <a:lnTo>
                    <a:pt x="133062" y="330980"/>
                  </a:lnTo>
                  <a:lnTo>
                    <a:pt x="138292" y="331957"/>
                  </a:lnTo>
                  <a:lnTo>
                    <a:pt x="143551" y="332768"/>
                  </a:lnTo>
                  <a:lnTo>
                    <a:pt x="148833" y="333411"/>
                  </a:lnTo>
                  <a:lnTo>
                    <a:pt x="154133" y="333885"/>
                  </a:lnTo>
                  <a:lnTo>
                    <a:pt x="159445" y="334190"/>
                  </a:lnTo>
                  <a:lnTo>
                    <a:pt x="164764" y="334327"/>
                  </a:lnTo>
                  <a:lnTo>
                    <a:pt x="170085" y="334293"/>
                  </a:lnTo>
                  <a:lnTo>
                    <a:pt x="175402" y="334091"/>
                  </a:lnTo>
                  <a:lnTo>
                    <a:pt x="180710" y="333719"/>
                  </a:lnTo>
                  <a:lnTo>
                    <a:pt x="186003" y="333179"/>
                  </a:lnTo>
                  <a:lnTo>
                    <a:pt x="191276" y="332471"/>
                  </a:lnTo>
                  <a:lnTo>
                    <a:pt x="196525" y="331595"/>
                  </a:lnTo>
                  <a:lnTo>
                    <a:pt x="201743" y="330552"/>
                  </a:lnTo>
                  <a:lnTo>
                    <a:pt x="206924" y="329344"/>
                  </a:lnTo>
                  <a:lnTo>
                    <a:pt x="212065" y="327971"/>
                  </a:lnTo>
                  <a:lnTo>
                    <a:pt x="217160" y="326436"/>
                  </a:lnTo>
                  <a:lnTo>
                    <a:pt x="222203" y="324739"/>
                  </a:lnTo>
                  <a:lnTo>
                    <a:pt x="227190" y="322883"/>
                  </a:lnTo>
                  <a:lnTo>
                    <a:pt x="232115" y="320869"/>
                  </a:lnTo>
                  <a:lnTo>
                    <a:pt x="236973" y="318699"/>
                  </a:lnTo>
                  <a:lnTo>
                    <a:pt x="241760" y="316376"/>
                  </a:lnTo>
                  <a:lnTo>
                    <a:pt x="246470" y="313901"/>
                  </a:lnTo>
                  <a:lnTo>
                    <a:pt x="251100" y="311278"/>
                  </a:lnTo>
                  <a:lnTo>
                    <a:pt x="255643" y="308509"/>
                  </a:lnTo>
                  <a:lnTo>
                    <a:pt x="260096" y="305597"/>
                  </a:lnTo>
                  <a:lnTo>
                    <a:pt x="264454" y="302544"/>
                  </a:lnTo>
                  <a:lnTo>
                    <a:pt x="268713" y="299354"/>
                  </a:lnTo>
                  <a:lnTo>
                    <a:pt x="272868" y="296031"/>
                  </a:lnTo>
                  <a:lnTo>
                    <a:pt x="276916" y="292576"/>
                  </a:lnTo>
                  <a:lnTo>
                    <a:pt x="280851" y="288995"/>
                  </a:lnTo>
                  <a:lnTo>
                    <a:pt x="284670" y="285290"/>
                  </a:lnTo>
                  <a:lnTo>
                    <a:pt x="288370" y="281466"/>
                  </a:lnTo>
                  <a:lnTo>
                    <a:pt x="291945" y="277526"/>
                  </a:lnTo>
                  <a:lnTo>
                    <a:pt x="295394" y="273474"/>
                  </a:lnTo>
                  <a:lnTo>
                    <a:pt x="298712" y="269314"/>
                  </a:lnTo>
                  <a:lnTo>
                    <a:pt x="301896" y="265051"/>
                  </a:lnTo>
                  <a:lnTo>
                    <a:pt x="304942" y="260688"/>
                  </a:lnTo>
                  <a:lnTo>
                    <a:pt x="307849" y="256231"/>
                  </a:lnTo>
                  <a:lnTo>
                    <a:pt x="310612" y="251684"/>
                  </a:lnTo>
                  <a:lnTo>
                    <a:pt x="313228" y="247051"/>
                  </a:lnTo>
                  <a:lnTo>
                    <a:pt x="315696" y="242337"/>
                  </a:lnTo>
                  <a:lnTo>
                    <a:pt x="318013" y="237547"/>
                  </a:lnTo>
                  <a:lnTo>
                    <a:pt x="320176" y="232685"/>
                  </a:lnTo>
                  <a:lnTo>
                    <a:pt x="322183" y="227758"/>
                  </a:lnTo>
                  <a:lnTo>
                    <a:pt x="324033" y="222769"/>
                  </a:lnTo>
                  <a:lnTo>
                    <a:pt x="325722" y="217723"/>
                  </a:lnTo>
                  <a:lnTo>
                    <a:pt x="327251" y="212626"/>
                  </a:lnTo>
                  <a:lnTo>
                    <a:pt x="328616" y="207484"/>
                  </a:lnTo>
                  <a:lnTo>
                    <a:pt x="329817" y="202300"/>
                  </a:lnTo>
                  <a:lnTo>
                    <a:pt x="330852" y="197081"/>
                  </a:lnTo>
                  <a:lnTo>
                    <a:pt x="331721" y="191831"/>
                  </a:lnTo>
                  <a:lnTo>
                    <a:pt x="332422" y="186557"/>
                  </a:lnTo>
                  <a:lnTo>
                    <a:pt x="332955" y="181263"/>
                  </a:lnTo>
                  <a:lnTo>
                    <a:pt x="333319" y="175954"/>
                  </a:lnTo>
                  <a:lnTo>
                    <a:pt x="333515" y="170637"/>
                  </a:lnTo>
                  <a:lnTo>
                    <a:pt x="333540" y="165316"/>
                  </a:lnTo>
                  <a:lnTo>
                    <a:pt x="333397" y="159997"/>
                  </a:lnTo>
                  <a:lnTo>
                    <a:pt x="333084" y="154685"/>
                  </a:lnTo>
                  <a:lnTo>
                    <a:pt x="332602" y="149386"/>
                  </a:lnTo>
                  <a:lnTo>
                    <a:pt x="331952" y="144105"/>
                  </a:lnTo>
                  <a:lnTo>
                    <a:pt x="331134" y="138848"/>
                  </a:lnTo>
                  <a:lnTo>
                    <a:pt x="330150" y="133619"/>
                  </a:lnTo>
                  <a:lnTo>
                    <a:pt x="328999" y="128424"/>
                  </a:lnTo>
                  <a:lnTo>
                    <a:pt x="327684" y="123268"/>
                  </a:lnTo>
                  <a:lnTo>
                    <a:pt x="326205" y="118157"/>
                  </a:lnTo>
                  <a:lnTo>
                    <a:pt x="324564" y="113095"/>
                  </a:lnTo>
                  <a:lnTo>
                    <a:pt x="322763" y="108088"/>
                  </a:lnTo>
                  <a:lnTo>
                    <a:pt x="320803" y="103141"/>
                  </a:lnTo>
                  <a:lnTo>
                    <a:pt x="318688" y="98259"/>
                  </a:lnTo>
                  <a:lnTo>
                    <a:pt x="316417" y="93447"/>
                  </a:lnTo>
                  <a:lnTo>
                    <a:pt x="313995" y="88709"/>
                  </a:lnTo>
                  <a:lnTo>
                    <a:pt x="311423" y="84051"/>
                  </a:lnTo>
                  <a:lnTo>
                    <a:pt x="308705" y="79477"/>
                  </a:lnTo>
                  <a:lnTo>
                    <a:pt x="305842" y="74992"/>
                  </a:lnTo>
                  <a:lnTo>
                    <a:pt x="302838" y="70600"/>
                  </a:lnTo>
                  <a:lnTo>
                    <a:pt x="299695" y="66307"/>
                  </a:lnTo>
                  <a:lnTo>
                    <a:pt x="296418" y="62115"/>
                  </a:lnTo>
                  <a:lnTo>
                    <a:pt x="293009" y="58030"/>
                  </a:lnTo>
                  <a:lnTo>
                    <a:pt x="289471" y="54055"/>
                  </a:lnTo>
                  <a:lnTo>
                    <a:pt x="285809" y="50195"/>
                  </a:lnTo>
                  <a:lnTo>
                    <a:pt x="282026" y="46453"/>
                  </a:lnTo>
                  <a:lnTo>
                    <a:pt x="278125" y="42834"/>
                  </a:lnTo>
                  <a:lnTo>
                    <a:pt x="274112" y="39341"/>
                  </a:lnTo>
                  <a:lnTo>
                    <a:pt x="269989" y="35977"/>
                  </a:lnTo>
                  <a:lnTo>
                    <a:pt x="265761" y="32746"/>
                  </a:lnTo>
                  <a:lnTo>
                    <a:pt x="261433" y="29652"/>
                  </a:lnTo>
                  <a:lnTo>
                    <a:pt x="257008" y="26696"/>
                  </a:lnTo>
                  <a:lnTo>
                    <a:pt x="252492" y="23883"/>
                  </a:lnTo>
                  <a:lnTo>
                    <a:pt x="247888" y="21215"/>
                  </a:lnTo>
                  <a:lnTo>
                    <a:pt x="243202" y="18695"/>
                  </a:lnTo>
                  <a:lnTo>
                    <a:pt x="238437" y="16326"/>
                  </a:lnTo>
                  <a:lnTo>
                    <a:pt x="233600" y="14109"/>
                  </a:lnTo>
                  <a:lnTo>
                    <a:pt x="228695" y="12047"/>
                  </a:lnTo>
                  <a:lnTo>
                    <a:pt x="223727" y="10143"/>
                  </a:lnTo>
                  <a:lnTo>
                    <a:pt x="218700" y="8397"/>
                  </a:lnTo>
                  <a:lnTo>
                    <a:pt x="213621" y="6812"/>
                  </a:lnTo>
                  <a:lnTo>
                    <a:pt x="208493" y="5390"/>
                  </a:lnTo>
                  <a:lnTo>
                    <a:pt x="203324" y="4132"/>
                  </a:lnTo>
                  <a:lnTo>
                    <a:pt x="198116" y="3039"/>
                  </a:lnTo>
                  <a:lnTo>
                    <a:pt x="192877" y="2112"/>
                  </a:lnTo>
                  <a:lnTo>
                    <a:pt x="187610" y="1353"/>
                  </a:lnTo>
                  <a:lnTo>
                    <a:pt x="182322" y="761"/>
                  </a:lnTo>
                  <a:lnTo>
                    <a:pt x="177018" y="338"/>
                  </a:lnTo>
                  <a:lnTo>
                    <a:pt x="171703" y="84"/>
                  </a:lnTo>
                  <a:lnTo>
                    <a:pt x="166383" y="0"/>
                  </a:lnTo>
                  <a:lnTo>
                    <a:pt x="16638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6191" y="5103947"/>
              <a:ext cx="2897" cy="167167"/>
            </a:xfrm>
            <a:custGeom>
              <a:avLst/>
              <a:pathLst>
                <a:path w="2897" h="167167">
                  <a:moveTo>
                    <a:pt x="2897" y="0"/>
                  </a:moveTo>
                  <a:lnTo>
                    <a:pt x="0" y="25"/>
                  </a:lnTo>
                  <a:lnTo>
                    <a:pt x="289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6191" y="5103972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6191" y="5103972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6191" y="5103972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6191" y="5103972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6191" y="5103972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6191" y="5103972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6191" y="5103972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6191" y="5103972"/>
              <a:ext cx="2897" cy="167142"/>
            </a:xfrm>
            <a:custGeom>
              <a:avLst/>
              <a:pathLst>
                <a:path w="2897" h="167142">
                  <a:moveTo>
                    <a:pt x="0" y="0"/>
                  </a:moveTo>
                  <a:lnTo>
                    <a:pt x="2897" y="1671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461921" y="5103972"/>
              <a:ext cx="334334" cy="334291"/>
            </a:xfrm>
            <a:custGeom>
              <a:avLst/>
              <a:pathLst>
                <a:path w="334334" h="334291">
                  <a:moveTo>
                    <a:pt x="164270" y="0"/>
                  </a:moveTo>
                  <a:lnTo>
                    <a:pt x="158972" y="175"/>
                  </a:lnTo>
                  <a:lnTo>
                    <a:pt x="153683" y="519"/>
                  </a:lnTo>
                  <a:lnTo>
                    <a:pt x="148407" y="1030"/>
                  </a:lnTo>
                  <a:lnTo>
                    <a:pt x="143150" y="1709"/>
                  </a:lnTo>
                  <a:lnTo>
                    <a:pt x="137917" y="2553"/>
                  </a:lnTo>
                  <a:lnTo>
                    <a:pt x="132714" y="3563"/>
                  </a:lnTo>
                  <a:lnTo>
                    <a:pt x="127545" y="4738"/>
                  </a:lnTo>
                  <a:lnTo>
                    <a:pt x="122416" y="6076"/>
                  </a:lnTo>
                  <a:lnTo>
                    <a:pt x="117332" y="7575"/>
                  </a:lnTo>
                  <a:lnTo>
                    <a:pt x="112299" y="9235"/>
                  </a:lnTo>
                  <a:lnTo>
                    <a:pt x="107320" y="11054"/>
                  </a:lnTo>
                  <a:lnTo>
                    <a:pt x="102402" y="13030"/>
                  </a:lnTo>
                  <a:lnTo>
                    <a:pt x="97548" y="15161"/>
                  </a:lnTo>
                  <a:lnTo>
                    <a:pt x="92765" y="17445"/>
                  </a:lnTo>
                  <a:lnTo>
                    <a:pt x="88056" y="19879"/>
                  </a:lnTo>
                  <a:lnTo>
                    <a:pt x="83427" y="22461"/>
                  </a:lnTo>
                  <a:lnTo>
                    <a:pt x="78882" y="25188"/>
                  </a:lnTo>
                  <a:lnTo>
                    <a:pt x="74426" y="28059"/>
                  </a:lnTo>
                  <a:lnTo>
                    <a:pt x="70064" y="31069"/>
                  </a:lnTo>
                  <a:lnTo>
                    <a:pt x="65798" y="34216"/>
                  </a:lnTo>
                  <a:lnTo>
                    <a:pt x="61635" y="37496"/>
                  </a:lnTo>
                  <a:lnTo>
                    <a:pt x="57578" y="40907"/>
                  </a:lnTo>
                  <a:lnTo>
                    <a:pt x="53631" y="44445"/>
                  </a:lnTo>
                  <a:lnTo>
                    <a:pt x="49798" y="48106"/>
                  </a:lnTo>
                  <a:lnTo>
                    <a:pt x="46083" y="51887"/>
                  </a:lnTo>
                  <a:lnTo>
                    <a:pt x="42490" y="55784"/>
                  </a:lnTo>
                  <a:lnTo>
                    <a:pt x="39022" y="59792"/>
                  </a:lnTo>
                  <a:lnTo>
                    <a:pt x="35683" y="63909"/>
                  </a:lnTo>
                  <a:lnTo>
                    <a:pt x="32477" y="68129"/>
                  </a:lnTo>
                  <a:lnTo>
                    <a:pt x="29405" y="72449"/>
                  </a:lnTo>
                  <a:lnTo>
                    <a:pt x="26472" y="76865"/>
                  </a:lnTo>
                  <a:lnTo>
                    <a:pt x="23681" y="81370"/>
                  </a:lnTo>
                  <a:lnTo>
                    <a:pt x="21034" y="85963"/>
                  </a:lnTo>
                  <a:lnTo>
                    <a:pt x="18534" y="90636"/>
                  </a:lnTo>
                  <a:lnTo>
                    <a:pt x="16183" y="95387"/>
                  </a:lnTo>
                  <a:lnTo>
                    <a:pt x="13984" y="100210"/>
                  </a:lnTo>
                  <a:lnTo>
                    <a:pt x="11939" y="105100"/>
                  </a:lnTo>
                  <a:lnTo>
                    <a:pt x="10050" y="110052"/>
                  </a:lnTo>
                  <a:lnTo>
                    <a:pt x="8319" y="115062"/>
                  </a:lnTo>
                  <a:lnTo>
                    <a:pt x="6748" y="120125"/>
                  </a:lnTo>
                  <a:lnTo>
                    <a:pt x="5338" y="125234"/>
                  </a:lnTo>
                  <a:lnTo>
                    <a:pt x="4090" y="130386"/>
                  </a:lnTo>
                  <a:lnTo>
                    <a:pt x="3007" y="135574"/>
                  </a:lnTo>
                  <a:lnTo>
                    <a:pt x="2089" y="140795"/>
                  </a:lnTo>
                  <a:lnTo>
                    <a:pt x="1337" y="146041"/>
                  </a:lnTo>
                  <a:lnTo>
                    <a:pt x="751" y="151309"/>
                  </a:lnTo>
                  <a:lnTo>
                    <a:pt x="333" y="156593"/>
                  </a:lnTo>
                  <a:lnTo>
                    <a:pt x="82" y="161888"/>
                  </a:lnTo>
                  <a:lnTo>
                    <a:pt x="0" y="167188"/>
                  </a:lnTo>
                  <a:lnTo>
                    <a:pt x="85" y="172488"/>
                  </a:lnTo>
                  <a:lnTo>
                    <a:pt x="338" y="177782"/>
                  </a:lnTo>
                  <a:lnTo>
                    <a:pt x="760" y="183066"/>
                  </a:lnTo>
                  <a:lnTo>
                    <a:pt x="1348" y="188333"/>
                  </a:lnTo>
                  <a:lnTo>
                    <a:pt x="2103" y="193580"/>
                  </a:lnTo>
                  <a:lnTo>
                    <a:pt x="3025" y="198800"/>
                  </a:lnTo>
                  <a:lnTo>
                    <a:pt x="4111" y="203988"/>
                  </a:lnTo>
                  <a:lnTo>
                    <a:pt x="5361" y="209139"/>
                  </a:lnTo>
                  <a:lnTo>
                    <a:pt x="6774" y="214247"/>
                  </a:lnTo>
                  <a:lnTo>
                    <a:pt x="8348" y="219309"/>
                  </a:lnTo>
                  <a:lnTo>
                    <a:pt x="10081" y="224318"/>
                  </a:lnTo>
                  <a:lnTo>
                    <a:pt x="11973" y="229269"/>
                  </a:lnTo>
                  <a:lnTo>
                    <a:pt x="14021" y="234158"/>
                  </a:lnTo>
                  <a:lnTo>
                    <a:pt x="16222" y="238980"/>
                  </a:lnTo>
                  <a:lnTo>
                    <a:pt x="18576" y="243729"/>
                  </a:lnTo>
                  <a:lnTo>
                    <a:pt x="21079" y="248401"/>
                  </a:lnTo>
                  <a:lnTo>
                    <a:pt x="23728" y="252992"/>
                  </a:lnTo>
                  <a:lnTo>
                    <a:pt x="26522" y="257496"/>
                  </a:lnTo>
                  <a:lnTo>
                    <a:pt x="29457" y="261910"/>
                  </a:lnTo>
                  <a:lnTo>
                    <a:pt x="32531" y="266228"/>
                  </a:lnTo>
                  <a:lnTo>
                    <a:pt x="35740" y="270447"/>
                  </a:lnTo>
                  <a:lnTo>
                    <a:pt x="39081" y="274562"/>
                  </a:lnTo>
                  <a:lnTo>
                    <a:pt x="42551" y="278568"/>
                  </a:lnTo>
                  <a:lnTo>
                    <a:pt x="46147" y="282463"/>
                  </a:lnTo>
                  <a:lnTo>
                    <a:pt x="49864" y="286242"/>
                  </a:lnTo>
                  <a:lnTo>
                    <a:pt x="53698" y="289901"/>
                  </a:lnTo>
                  <a:lnTo>
                    <a:pt x="57647" y="293437"/>
                  </a:lnTo>
                  <a:lnTo>
                    <a:pt x="61706" y="296845"/>
                  </a:lnTo>
                  <a:lnTo>
                    <a:pt x="65872" y="300124"/>
                  </a:lnTo>
                  <a:lnTo>
                    <a:pt x="70138" y="303268"/>
                  </a:lnTo>
                  <a:lnTo>
                    <a:pt x="74503" y="306276"/>
                  </a:lnTo>
                  <a:lnTo>
                    <a:pt x="78961" y="309144"/>
                  </a:lnTo>
                  <a:lnTo>
                    <a:pt x="83507" y="311869"/>
                  </a:lnTo>
                  <a:lnTo>
                    <a:pt x="88137" y="314449"/>
                  </a:lnTo>
                  <a:lnTo>
                    <a:pt x="92847" y="316880"/>
                  </a:lnTo>
                  <a:lnTo>
                    <a:pt x="97632" y="319161"/>
                  </a:lnTo>
                  <a:lnTo>
                    <a:pt x="102486" y="321289"/>
                  </a:lnTo>
                  <a:lnTo>
                    <a:pt x="107406" y="323262"/>
                  </a:lnTo>
                  <a:lnTo>
                    <a:pt x="112385" y="325078"/>
                  </a:lnTo>
                  <a:lnTo>
                    <a:pt x="117420" y="326736"/>
                  </a:lnTo>
                  <a:lnTo>
                    <a:pt x="122505" y="328233"/>
                  </a:lnTo>
                  <a:lnTo>
                    <a:pt x="127635" y="329568"/>
                  </a:lnTo>
                  <a:lnTo>
                    <a:pt x="132804" y="330739"/>
                  </a:lnTo>
                  <a:lnTo>
                    <a:pt x="138008" y="331746"/>
                  </a:lnTo>
                  <a:lnTo>
                    <a:pt x="143241" y="332588"/>
                  </a:lnTo>
                  <a:lnTo>
                    <a:pt x="148498" y="333264"/>
                  </a:lnTo>
                  <a:lnTo>
                    <a:pt x="153774" y="333772"/>
                  </a:lnTo>
                  <a:lnTo>
                    <a:pt x="159064" y="334113"/>
                  </a:lnTo>
                  <a:lnTo>
                    <a:pt x="164361" y="334286"/>
                  </a:lnTo>
                  <a:lnTo>
                    <a:pt x="169662" y="334291"/>
                  </a:lnTo>
                  <a:lnTo>
                    <a:pt x="174960" y="334128"/>
                  </a:lnTo>
                  <a:lnTo>
                    <a:pt x="180250" y="333797"/>
                  </a:lnTo>
                  <a:lnTo>
                    <a:pt x="185527" y="333298"/>
                  </a:lnTo>
                  <a:lnTo>
                    <a:pt x="190786" y="332632"/>
                  </a:lnTo>
                  <a:lnTo>
                    <a:pt x="196020" y="331800"/>
                  </a:lnTo>
                  <a:lnTo>
                    <a:pt x="201226" y="330803"/>
                  </a:lnTo>
                  <a:lnTo>
                    <a:pt x="206398" y="329641"/>
                  </a:lnTo>
                  <a:lnTo>
                    <a:pt x="211530" y="328315"/>
                  </a:lnTo>
                  <a:lnTo>
                    <a:pt x="216617" y="326828"/>
                  </a:lnTo>
                  <a:lnTo>
                    <a:pt x="221655" y="325180"/>
                  </a:lnTo>
                  <a:lnTo>
                    <a:pt x="226638" y="323373"/>
                  </a:lnTo>
                  <a:lnTo>
                    <a:pt x="231561" y="321409"/>
                  </a:lnTo>
                  <a:lnTo>
                    <a:pt x="236420" y="319290"/>
                  </a:lnTo>
                  <a:lnTo>
                    <a:pt x="241208" y="317018"/>
                  </a:lnTo>
                  <a:lnTo>
                    <a:pt x="245923" y="314595"/>
                  </a:lnTo>
                  <a:lnTo>
                    <a:pt x="250558" y="312024"/>
                  </a:lnTo>
                  <a:lnTo>
                    <a:pt x="255109" y="309307"/>
                  </a:lnTo>
                  <a:lnTo>
                    <a:pt x="259572" y="306448"/>
                  </a:lnTo>
                  <a:lnTo>
                    <a:pt x="263942" y="303448"/>
                  </a:lnTo>
                  <a:lnTo>
                    <a:pt x="268215" y="300312"/>
                  </a:lnTo>
                  <a:lnTo>
                    <a:pt x="272386" y="297041"/>
                  </a:lnTo>
                  <a:lnTo>
                    <a:pt x="276452" y="293640"/>
                  </a:lnTo>
                  <a:lnTo>
                    <a:pt x="280407" y="290112"/>
                  </a:lnTo>
                  <a:lnTo>
                    <a:pt x="284249" y="286460"/>
                  </a:lnTo>
                  <a:lnTo>
                    <a:pt x="287973" y="282688"/>
                  </a:lnTo>
                  <a:lnTo>
                    <a:pt x="291575" y="278800"/>
                  </a:lnTo>
                  <a:lnTo>
                    <a:pt x="295053" y="274799"/>
                  </a:lnTo>
                  <a:lnTo>
                    <a:pt x="298402" y="270691"/>
                  </a:lnTo>
                  <a:lnTo>
                    <a:pt x="301619" y="266478"/>
                  </a:lnTo>
                  <a:lnTo>
                    <a:pt x="304700" y="262166"/>
                  </a:lnTo>
                  <a:lnTo>
                    <a:pt x="307644" y="257758"/>
                  </a:lnTo>
                  <a:lnTo>
                    <a:pt x="310446" y="253258"/>
                  </a:lnTo>
                  <a:lnTo>
                    <a:pt x="313104" y="248673"/>
                  </a:lnTo>
                  <a:lnTo>
                    <a:pt x="315616" y="244005"/>
                  </a:lnTo>
                  <a:lnTo>
                    <a:pt x="317978" y="239260"/>
                  </a:lnTo>
                  <a:lnTo>
                    <a:pt x="320188" y="234442"/>
                  </a:lnTo>
                  <a:lnTo>
                    <a:pt x="322245" y="229557"/>
                  </a:lnTo>
                  <a:lnTo>
                    <a:pt x="324146" y="224609"/>
                  </a:lnTo>
                  <a:lnTo>
                    <a:pt x="325889" y="219604"/>
                  </a:lnTo>
                  <a:lnTo>
                    <a:pt x="327473" y="214545"/>
                  </a:lnTo>
                  <a:lnTo>
                    <a:pt x="328895" y="209439"/>
                  </a:lnTo>
                  <a:lnTo>
                    <a:pt x="330154" y="204290"/>
                  </a:lnTo>
                  <a:lnTo>
                    <a:pt x="331250" y="199104"/>
                  </a:lnTo>
                  <a:lnTo>
                    <a:pt x="332181" y="193886"/>
                  </a:lnTo>
                  <a:lnTo>
                    <a:pt x="332946" y="188641"/>
                  </a:lnTo>
                  <a:lnTo>
                    <a:pt x="333544" y="183375"/>
                  </a:lnTo>
                  <a:lnTo>
                    <a:pt x="333975" y="178092"/>
                  </a:lnTo>
                  <a:lnTo>
                    <a:pt x="334239" y="172798"/>
                  </a:lnTo>
                  <a:lnTo>
                    <a:pt x="334334" y="167498"/>
                  </a:lnTo>
                  <a:lnTo>
                    <a:pt x="334261" y="162198"/>
                  </a:lnTo>
                  <a:lnTo>
                    <a:pt x="334021" y="156903"/>
                  </a:lnTo>
                  <a:lnTo>
                    <a:pt x="333612" y="151619"/>
                  </a:lnTo>
                  <a:lnTo>
                    <a:pt x="333036" y="146349"/>
                  </a:lnTo>
                  <a:lnTo>
                    <a:pt x="332294" y="141101"/>
                  </a:lnTo>
                  <a:lnTo>
                    <a:pt x="331385" y="135879"/>
                  </a:lnTo>
                  <a:lnTo>
                    <a:pt x="330311" y="130689"/>
                  </a:lnTo>
                  <a:lnTo>
                    <a:pt x="329074" y="125535"/>
                  </a:lnTo>
                  <a:lnTo>
                    <a:pt x="327673" y="120423"/>
                  </a:lnTo>
                  <a:lnTo>
                    <a:pt x="326111" y="115357"/>
                  </a:lnTo>
                  <a:lnTo>
                    <a:pt x="324390" y="110344"/>
                  </a:lnTo>
                  <a:lnTo>
                    <a:pt x="322510" y="105388"/>
                  </a:lnTo>
                  <a:lnTo>
                    <a:pt x="320474" y="100494"/>
                  </a:lnTo>
                  <a:lnTo>
                    <a:pt x="318284" y="95668"/>
                  </a:lnTo>
                  <a:lnTo>
                    <a:pt x="315942" y="90912"/>
                  </a:lnTo>
                  <a:lnTo>
                    <a:pt x="313451" y="86234"/>
                  </a:lnTo>
                  <a:lnTo>
                    <a:pt x="310812" y="81637"/>
                  </a:lnTo>
                  <a:lnTo>
                    <a:pt x="308029" y="77126"/>
                  </a:lnTo>
                  <a:lnTo>
                    <a:pt x="305104" y="72705"/>
                  </a:lnTo>
                  <a:lnTo>
                    <a:pt x="302041" y="68380"/>
                  </a:lnTo>
                  <a:lnTo>
                    <a:pt x="298842" y="64153"/>
                  </a:lnTo>
                  <a:lnTo>
                    <a:pt x="295511" y="60031"/>
                  </a:lnTo>
                  <a:lnTo>
                    <a:pt x="292050" y="56015"/>
                  </a:lnTo>
                  <a:lnTo>
                    <a:pt x="288465" y="52112"/>
                  </a:lnTo>
                  <a:lnTo>
                    <a:pt x="284757" y="48324"/>
                  </a:lnTo>
                  <a:lnTo>
                    <a:pt x="280931" y="44656"/>
                  </a:lnTo>
                  <a:lnTo>
                    <a:pt x="276990" y="41111"/>
                  </a:lnTo>
                  <a:lnTo>
                    <a:pt x="272939" y="37692"/>
                  </a:lnTo>
                  <a:lnTo>
                    <a:pt x="268782" y="34404"/>
                  </a:lnTo>
                  <a:lnTo>
                    <a:pt x="264523" y="31249"/>
                  </a:lnTo>
                  <a:lnTo>
                    <a:pt x="260166" y="28231"/>
                  </a:lnTo>
                  <a:lnTo>
                    <a:pt x="255715" y="25352"/>
                  </a:lnTo>
                  <a:lnTo>
                    <a:pt x="251175" y="22616"/>
                  </a:lnTo>
                  <a:lnTo>
                    <a:pt x="246551" y="20026"/>
                  </a:lnTo>
                  <a:lnTo>
                    <a:pt x="241847" y="17583"/>
                  </a:lnTo>
                  <a:lnTo>
                    <a:pt x="237068" y="15291"/>
                  </a:lnTo>
                  <a:lnTo>
                    <a:pt x="232218" y="13151"/>
                  </a:lnTo>
                  <a:lnTo>
                    <a:pt x="227304" y="11166"/>
                  </a:lnTo>
                  <a:lnTo>
                    <a:pt x="222328" y="9338"/>
                  </a:lnTo>
                  <a:lnTo>
                    <a:pt x="217298" y="7668"/>
                  </a:lnTo>
                  <a:lnTo>
                    <a:pt x="212217" y="6159"/>
                  </a:lnTo>
                  <a:lnTo>
                    <a:pt x="207090" y="4812"/>
                  </a:lnTo>
                  <a:lnTo>
                    <a:pt x="201924" y="3628"/>
                  </a:lnTo>
                  <a:lnTo>
                    <a:pt x="196722" y="2608"/>
                  </a:lnTo>
                  <a:lnTo>
                    <a:pt x="191491" y="1754"/>
                  </a:lnTo>
                  <a:lnTo>
                    <a:pt x="186235" y="1066"/>
                  </a:lnTo>
                  <a:lnTo>
                    <a:pt x="180961" y="544"/>
                  </a:lnTo>
                  <a:lnTo>
                    <a:pt x="175672" y="191"/>
                  </a:lnTo>
                  <a:lnTo>
                    <a:pt x="170375" y="5"/>
                  </a:lnTo>
                  <a:lnTo>
                    <a:pt x="167167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3629088" y="5103947"/>
              <a:ext cx="3207" cy="167167"/>
            </a:xfrm>
            <a:custGeom>
              <a:avLst/>
              <a:pathLst>
                <a:path w="3207" h="167167">
                  <a:moveTo>
                    <a:pt x="3207" y="3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3938727" y="5309273"/>
              <a:ext cx="167166" cy="183646"/>
            </a:xfrm>
            <a:custGeom>
              <a:avLst/>
              <a:pathLst>
                <a:path w="167166" h="183646">
                  <a:moveTo>
                    <a:pt x="167166" y="0"/>
                  </a:moveTo>
                  <a:lnTo>
                    <a:pt x="161800" y="86"/>
                  </a:lnTo>
                  <a:lnTo>
                    <a:pt x="156440" y="344"/>
                  </a:lnTo>
                  <a:lnTo>
                    <a:pt x="151090" y="774"/>
                  </a:lnTo>
                  <a:lnTo>
                    <a:pt x="145757" y="1376"/>
                  </a:lnTo>
                  <a:lnTo>
                    <a:pt x="140446" y="2149"/>
                  </a:lnTo>
                  <a:lnTo>
                    <a:pt x="135162" y="3092"/>
                  </a:lnTo>
                  <a:lnTo>
                    <a:pt x="129912" y="4204"/>
                  </a:lnTo>
                  <a:lnTo>
                    <a:pt x="124700" y="5483"/>
                  </a:lnTo>
                  <a:lnTo>
                    <a:pt x="119532" y="6930"/>
                  </a:lnTo>
                  <a:lnTo>
                    <a:pt x="114412" y="8542"/>
                  </a:lnTo>
                  <a:lnTo>
                    <a:pt x="109348" y="10317"/>
                  </a:lnTo>
                  <a:lnTo>
                    <a:pt x="104342" y="12254"/>
                  </a:lnTo>
                  <a:lnTo>
                    <a:pt x="99402" y="14350"/>
                  </a:lnTo>
                  <a:lnTo>
                    <a:pt x="94531" y="16604"/>
                  </a:lnTo>
                  <a:lnTo>
                    <a:pt x="89735" y="19014"/>
                  </a:lnTo>
                  <a:lnTo>
                    <a:pt x="85020" y="21576"/>
                  </a:lnTo>
                  <a:lnTo>
                    <a:pt x="80388" y="24288"/>
                  </a:lnTo>
                  <a:lnTo>
                    <a:pt x="75846" y="27147"/>
                  </a:lnTo>
                  <a:lnTo>
                    <a:pt x="71399" y="30151"/>
                  </a:lnTo>
                  <a:lnTo>
                    <a:pt x="67050" y="33295"/>
                  </a:lnTo>
                  <a:lnTo>
                    <a:pt x="62804" y="36578"/>
                  </a:lnTo>
                  <a:lnTo>
                    <a:pt x="58666" y="39996"/>
                  </a:lnTo>
                  <a:lnTo>
                    <a:pt x="54639" y="43544"/>
                  </a:lnTo>
                  <a:lnTo>
                    <a:pt x="50729" y="47220"/>
                  </a:lnTo>
                  <a:lnTo>
                    <a:pt x="46939" y="51020"/>
                  </a:lnTo>
                  <a:lnTo>
                    <a:pt x="43272" y="54939"/>
                  </a:lnTo>
                  <a:lnTo>
                    <a:pt x="39733" y="58974"/>
                  </a:lnTo>
                  <a:lnTo>
                    <a:pt x="36326" y="63120"/>
                  </a:lnTo>
                  <a:lnTo>
                    <a:pt x="33053" y="67374"/>
                  </a:lnTo>
                  <a:lnTo>
                    <a:pt x="29919" y="71731"/>
                  </a:lnTo>
                  <a:lnTo>
                    <a:pt x="26926" y="76186"/>
                  </a:lnTo>
                  <a:lnTo>
                    <a:pt x="24078" y="80734"/>
                  </a:lnTo>
                  <a:lnTo>
                    <a:pt x="21377" y="85372"/>
                  </a:lnTo>
                  <a:lnTo>
                    <a:pt x="18826" y="90094"/>
                  </a:lnTo>
                  <a:lnTo>
                    <a:pt x="16429" y="94896"/>
                  </a:lnTo>
                  <a:lnTo>
                    <a:pt x="14187" y="99772"/>
                  </a:lnTo>
                  <a:lnTo>
                    <a:pt x="12102" y="104717"/>
                  </a:lnTo>
                  <a:lnTo>
                    <a:pt x="10177" y="109727"/>
                  </a:lnTo>
                  <a:lnTo>
                    <a:pt x="8414" y="114796"/>
                  </a:lnTo>
                  <a:lnTo>
                    <a:pt x="6815" y="119919"/>
                  </a:lnTo>
                  <a:lnTo>
                    <a:pt x="5381" y="125091"/>
                  </a:lnTo>
                  <a:lnTo>
                    <a:pt x="4114" y="130306"/>
                  </a:lnTo>
                  <a:lnTo>
                    <a:pt x="3014" y="135559"/>
                  </a:lnTo>
                  <a:lnTo>
                    <a:pt x="2084" y="140845"/>
                  </a:lnTo>
                  <a:lnTo>
                    <a:pt x="1324" y="146158"/>
                  </a:lnTo>
                  <a:lnTo>
                    <a:pt x="735" y="151493"/>
                  </a:lnTo>
                  <a:lnTo>
                    <a:pt x="318" y="156843"/>
                  </a:lnTo>
                  <a:lnTo>
                    <a:pt x="73" y="162205"/>
                  </a:lnTo>
                  <a:lnTo>
                    <a:pt x="0" y="167571"/>
                  </a:lnTo>
                  <a:lnTo>
                    <a:pt x="99" y="172937"/>
                  </a:lnTo>
                  <a:lnTo>
                    <a:pt x="370" y="178297"/>
                  </a:lnTo>
                  <a:lnTo>
                    <a:pt x="813" y="183646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3939541" y="5309273"/>
              <a:ext cx="333509" cy="334328"/>
            </a:xfrm>
            <a:custGeom>
              <a:avLst/>
              <a:pathLst>
                <a:path w="333509" h="334328">
                  <a:moveTo>
                    <a:pt x="0" y="183646"/>
                  </a:moveTo>
                  <a:lnTo>
                    <a:pt x="608" y="188929"/>
                  </a:lnTo>
                  <a:lnTo>
                    <a:pt x="1384" y="194191"/>
                  </a:lnTo>
                  <a:lnTo>
                    <a:pt x="2327" y="199426"/>
                  </a:lnTo>
                  <a:lnTo>
                    <a:pt x="3437" y="204627"/>
                  </a:lnTo>
                  <a:lnTo>
                    <a:pt x="4711" y="209791"/>
                  </a:lnTo>
                  <a:lnTo>
                    <a:pt x="6149" y="214912"/>
                  </a:lnTo>
                  <a:lnTo>
                    <a:pt x="7749" y="219984"/>
                  </a:lnTo>
                  <a:lnTo>
                    <a:pt x="9509" y="225003"/>
                  </a:lnTo>
                  <a:lnTo>
                    <a:pt x="11429" y="229964"/>
                  </a:lnTo>
                  <a:lnTo>
                    <a:pt x="13505" y="234861"/>
                  </a:lnTo>
                  <a:lnTo>
                    <a:pt x="15736" y="239689"/>
                  </a:lnTo>
                  <a:lnTo>
                    <a:pt x="18119" y="244444"/>
                  </a:lnTo>
                  <a:lnTo>
                    <a:pt x="20652" y="249120"/>
                  </a:lnTo>
                  <a:lnTo>
                    <a:pt x="23333" y="253714"/>
                  </a:lnTo>
                  <a:lnTo>
                    <a:pt x="26159" y="258220"/>
                  </a:lnTo>
                  <a:lnTo>
                    <a:pt x="29127" y="262634"/>
                  </a:lnTo>
                  <a:lnTo>
                    <a:pt x="32233" y="266951"/>
                  </a:lnTo>
                  <a:lnTo>
                    <a:pt x="35476" y="271167"/>
                  </a:lnTo>
                  <a:lnTo>
                    <a:pt x="38850" y="275278"/>
                  </a:lnTo>
                  <a:lnTo>
                    <a:pt x="42354" y="279280"/>
                  </a:lnTo>
                  <a:lnTo>
                    <a:pt x="45984" y="283168"/>
                  </a:lnTo>
                  <a:lnTo>
                    <a:pt x="49735" y="286938"/>
                  </a:lnTo>
                  <a:lnTo>
                    <a:pt x="53604" y="290588"/>
                  </a:lnTo>
                  <a:lnTo>
                    <a:pt x="57588" y="294112"/>
                  </a:lnTo>
                  <a:lnTo>
                    <a:pt x="61681" y="297508"/>
                  </a:lnTo>
                  <a:lnTo>
                    <a:pt x="65881" y="300772"/>
                  </a:lnTo>
                  <a:lnTo>
                    <a:pt x="70182" y="303901"/>
                  </a:lnTo>
                  <a:lnTo>
                    <a:pt x="74581" y="306891"/>
                  </a:lnTo>
                  <a:lnTo>
                    <a:pt x="79072" y="309740"/>
                  </a:lnTo>
                  <a:lnTo>
                    <a:pt x="83652" y="312444"/>
                  </a:lnTo>
                  <a:lnTo>
                    <a:pt x="88315" y="315002"/>
                  </a:lnTo>
                  <a:lnTo>
                    <a:pt x="93058" y="317409"/>
                  </a:lnTo>
                  <a:lnTo>
                    <a:pt x="97875" y="319665"/>
                  </a:lnTo>
                  <a:lnTo>
                    <a:pt x="102761" y="321766"/>
                  </a:lnTo>
                  <a:lnTo>
                    <a:pt x="107711" y="323711"/>
                  </a:lnTo>
                  <a:lnTo>
                    <a:pt x="112721" y="325498"/>
                  </a:lnTo>
                  <a:lnTo>
                    <a:pt x="117785" y="327124"/>
                  </a:lnTo>
                  <a:lnTo>
                    <a:pt x="122898" y="328588"/>
                  </a:lnTo>
                  <a:lnTo>
                    <a:pt x="128056" y="329888"/>
                  </a:lnTo>
                  <a:lnTo>
                    <a:pt x="133252" y="331024"/>
                  </a:lnTo>
                  <a:lnTo>
                    <a:pt x="138481" y="331995"/>
                  </a:lnTo>
                  <a:lnTo>
                    <a:pt x="143739" y="332798"/>
                  </a:lnTo>
                  <a:lnTo>
                    <a:pt x="149020" y="333433"/>
                  </a:lnTo>
                  <a:lnTo>
                    <a:pt x="154318" y="333901"/>
                  </a:lnTo>
                  <a:lnTo>
                    <a:pt x="159628" y="334199"/>
                  </a:lnTo>
                  <a:lnTo>
                    <a:pt x="164945" y="334328"/>
                  </a:lnTo>
                  <a:lnTo>
                    <a:pt x="170264" y="334289"/>
                  </a:lnTo>
                  <a:lnTo>
                    <a:pt x="175579" y="334080"/>
                  </a:lnTo>
                  <a:lnTo>
                    <a:pt x="180884" y="333702"/>
                  </a:lnTo>
                  <a:lnTo>
                    <a:pt x="186175" y="333155"/>
                  </a:lnTo>
                  <a:lnTo>
                    <a:pt x="191445" y="332440"/>
                  </a:lnTo>
                  <a:lnTo>
                    <a:pt x="196690" y="331559"/>
                  </a:lnTo>
                  <a:lnTo>
                    <a:pt x="201905" y="330510"/>
                  </a:lnTo>
                  <a:lnTo>
                    <a:pt x="207083" y="329296"/>
                  </a:lnTo>
                  <a:lnTo>
                    <a:pt x="212220" y="327919"/>
                  </a:lnTo>
                  <a:lnTo>
                    <a:pt x="217311" y="326378"/>
                  </a:lnTo>
                  <a:lnTo>
                    <a:pt x="222350" y="324676"/>
                  </a:lnTo>
                  <a:lnTo>
                    <a:pt x="227333" y="322815"/>
                  </a:lnTo>
                  <a:lnTo>
                    <a:pt x="232254" y="320797"/>
                  </a:lnTo>
                  <a:lnTo>
                    <a:pt x="237108" y="318622"/>
                  </a:lnTo>
                  <a:lnTo>
                    <a:pt x="241890" y="316295"/>
                  </a:lnTo>
                  <a:lnTo>
                    <a:pt x="246596" y="313816"/>
                  </a:lnTo>
                  <a:lnTo>
                    <a:pt x="251221" y="311189"/>
                  </a:lnTo>
                  <a:lnTo>
                    <a:pt x="255759" y="308416"/>
                  </a:lnTo>
                  <a:lnTo>
                    <a:pt x="260208" y="305501"/>
                  </a:lnTo>
                  <a:lnTo>
                    <a:pt x="264561" y="302445"/>
                  </a:lnTo>
                  <a:lnTo>
                    <a:pt x="268815" y="299252"/>
                  </a:lnTo>
                  <a:lnTo>
                    <a:pt x="272965" y="295925"/>
                  </a:lnTo>
                  <a:lnTo>
                    <a:pt x="277007" y="292469"/>
                  </a:lnTo>
                  <a:lnTo>
                    <a:pt x="280938" y="288885"/>
                  </a:lnTo>
                  <a:lnTo>
                    <a:pt x="284752" y="285178"/>
                  </a:lnTo>
                  <a:lnTo>
                    <a:pt x="288446" y="281352"/>
                  </a:lnTo>
                  <a:lnTo>
                    <a:pt x="292017" y="277410"/>
                  </a:lnTo>
                  <a:lnTo>
                    <a:pt x="295460" y="273356"/>
                  </a:lnTo>
                  <a:lnTo>
                    <a:pt x="298773" y="269195"/>
                  </a:lnTo>
                  <a:lnTo>
                    <a:pt x="301952" y="264931"/>
                  </a:lnTo>
                  <a:lnTo>
                    <a:pt x="304994" y="260568"/>
                  </a:lnTo>
                  <a:lnTo>
                    <a:pt x="307895" y="256110"/>
                  </a:lnTo>
                  <a:lnTo>
                    <a:pt x="310653" y="251562"/>
                  </a:lnTo>
                  <a:lnTo>
                    <a:pt x="313264" y="246929"/>
                  </a:lnTo>
                  <a:lnTo>
                    <a:pt x="315728" y="242214"/>
                  </a:lnTo>
                  <a:lnTo>
                    <a:pt x="318039" y="237424"/>
                  </a:lnTo>
                  <a:lnTo>
                    <a:pt x="320198" y="232563"/>
                  </a:lnTo>
                  <a:lnTo>
                    <a:pt x="322200" y="227636"/>
                  </a:lnTo>
                  <a:lnTo>
                    <a:pt x="324045" y="222647"/>
                  </a:lnTo>
                  <a:lnTo>
                    <a:pt x="325730" y="217603"/>
                  </a:lnTo>
                  <a:lnTo>
                    <a:pt x="327254" y="212507"/>
                  </a:lnTo>
                  <a:lnTo>
                    <a:pt x="328615" y="207365"/>
                  </a:lnTo>
                  <a:lnTo>
                    <a:pt x="329812" y="202183"/>
                  </a:lnTo>
                  <a:lnTo>
                    <a:pt x="330843" y="196965"/>
                  </a:lnTo>
                  <a:lnTo>
                    <a:pt x="331708" y="191717"/>
                  </a:lnTo>
                  <a:lnTo>
                    <a:pt x="332405" y="186444"/>
                  </a:lnTo>
                  <a:lnTo>
                    <a:pt x="332934" y="181152"/>
                  </a:lnTo>
                  <a:lnTo>
                    <a:pt x="333295" y="175845"/>
                  </a:lnTo>
                  <a:lnTo>
                    <a:pt x="333486" y="170530"/>
                  </a:lnTo>
                  <a:lnTo>
                    <a:pt x="333509" y="165211"/>
                  </a:lnTo>
                  <a:lnTo>
                    <a:pt x="333362" y="159894"/>
                  </a:lnTo>
                  <a:lnTo>
                    <a:pt x="333046" y="154585"/>
                  </a:lnTo>
                  <a:lnTo>
                    <a:pt x="332561" y="149288"/>
                  </a:lnTo>
                  <a:lnTo>
                    <a:pt x="331909" y="144010"/>
                  </a:lnTo>
                  <a:lnTo>
                    <a:pt x="331088" y="138755"/>
                  </a:lnTo>
                  <a:lnTo>
                    <a:pt x="330101" y="133528"/>
                  </a:lnTo>
                  <a:lnTo>
                    <a:pt x="328948" y="128336"/>
                  </a:lnTo>
                  <a:lnTo>
                    <a:pt x="327630" y="123183"/>
                  </a:lnTo>
                  <a:lnTo>
                    <a:pt x="326149" y="118075"/>
                  </a:lnTo>
                  <a:lnTo>
                    <a:pt x="324507" y="113016"/>
                  </a:lnTo>
                  <a:lnTo>
                    <a:pt x="322704" y="108012"/>
                  </a:lnTo>
                  <a:lnTo>
                    <a:pt x="320743" y="103068"/>
                  </a:lnTo>
                  <a:lnTo>
                    <a:pt x="318626" y="98189"/>
                  </a:lnTo>
                  <a:lnTo>
                    <a:pt x="316354" y="93380"/>
                  </a:lnTo>
                  <a:lnTo>
                    <a:pt x="313931" y="88645"/>
                  </a:lnTo>
                  <a:lnTo>
                    <a:pt x="311358" y="83990"/>
                  </a:lnTo>
                  <a:lnTo>
                    <a:pt x="308639" y="79419"/>
                  </a:lnTo>
                  <a:lnTo>
                    <a:pt x="305775" y="74937"/>
                  </a:lnTo>
                  <a:lnTo>
                    <a:pt x="302770" y="70548"/>
                  </a:lnTo>
                  <a:lnTo>
                    <a:pt x="299627" y="66257"/>
                  </a:lnTo>
                  <a:lnTo>
                    <a:pt x="296350" y="62068"/>
                  </a:lnTo>
                  <a:lnTo>
                    <a:pt x="292941" y="57986"/>
                  </a:lnTo>
                  <a:lnTo>
                    <a:pt x="289403" y="54014"/>
                  </a:lnTo>
                  <a:lnTo>
                    <a:pt x="285741" y="50157"/>
                  </a:lnTo>
                  <a:lnTo>
                    <a:pt x="281958" y="46418"/>
                  </a:lnTo>
                  <a:lnTo>
                    <a:pt x="278058" y="42801"/>
                  </a:lnTo>
                  <a:lnTo>
                    <a:pt x="274045" y="39311"/>
                  </a:lnTo>
                  <a:lnTo>
                    <a:pt x="269923" y="35949"/>
                  </a:lnTo>
                  <a:lnTo>
                    <a:pt x="265696" y="32721"/>
                  </a:lnTo>
                  <a:lnTo>
                    <a:pt x="261369" y="29628"/>
                  </a:lnTo>
                  <a:lnTo>
                    <a:pt x="256945" y="26675"/>
                  </a:lnTo>
                  <a:lnTo>
                    <a:pt x="252430" y="23864"/>
                  </a:lnTo>
                  <a:lnTo>
                    <a:pt x="247828" y="21198"/>
                  </a:lnTo>
                  <a:lnTo>
                    <a:pt x="243143" y="18680"/>
                  </a:lnTo>
                  <a:lnTo>
                    <a:pt x="238380" y="16313"/>
                  </a:lnTo>
                  <a:lnTo>
                    <a:pt x="233545" y="14098"/>
                  </a:lnTo>
                  <a:lnTo>
                    <a:pt x="228641" y="12038"/>
                  </a:lnTo>
                  <a:lnTo>
                    <a:pt x="223674" y="10134"/>
                  </a:lnTo>
                  <a:lnTo>
                    <a:pt x="218650" y="8390"/>
                  </a:lnTo>
                  <a:lnTo>
                    <a:pt x="213572" y="6807"/>
                  </a:lnTo>
                  <a:lnTo>
                    <a:pt x="208447" y="5386"/>
                  </a:lnTo>
                  <a:lnTo>
                    <a:pt x="203279" y="4129"/>
                  </a:lnTo>
                  <a:lnTo>
                    <a:pt x="198073" y="3037"/>
                  </a:lnTo>
                  <a:lnTo>
                    <a:pt x="192836" y="2111"/>
                  </a:lnTo>
                  <a:lnTo>
                    <a:pt x="187571" y="1352"/>
                  </a:lnTo>
                  <a:lnTo>
                    <a:pt x="182285" y="761"/>
                  </a:lnTo>
                  <a:lnTo>
                    <a:pt x="176984" y="338"/>
                  </a:lnTo>
                  <a:lnTo>
                    <a:pt x="171671" y="84"/>
                  </a:lnTo>
                  <a:lnTo>
                    <a:pt x="166353" y="0"/>
                  </a:lnTo>
                  <a:lnTo>
                    <a:pt x="1663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598589" y="5399291"/>
              <a:ext cx="18691" cy="167167"/>
            </a:xfrm>
            <a:custGeom>
              <a:avLst/>
              <a:pathLst>
                <a:path w="18691" h="167167">
                  <a:moveTo>
                    <a:pt x="18691" y="0"/>
                  </a:moveTo>
                  <a:lnTo>
                    <a:pt x="9330" y="262"/>
                  </a:lnTo>
                  <a:lnTo>
                    <a:pt x="0" y="1048"/>
                  </a:lnTo>
                  <a:lnTo>
                    <a:pt x="1869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598589" y="5400340"/>
              <a:ext cx="18691" cy="166119"/>
            </a:xfrm>
            <a:custGeom>
              <a:avLst/>
              <a:pathLst>
                <a:path w="18691" h="166119">
                  <a:moveTo>
                    <a:pt x="0" y="0"/>
                  </a:moveTo>
                  <a:lnTo>
                    <a:pt x="18691" y="166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598589" y="5400340"/>
              <a:ext cx="18691" cy="166119"/>
            </a:xfrm>
            <a:custGeom>
              <a:avLst/>
              <a:pathLst>
                <a:path w="18691" h="166119">
                  <a:moveTo>
                    <a:pt x="0" y="0"/>
                  </a:moveTo>
                  <a:lnTo>
                    <a:pt x="18691" y="166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8589" y="5400340"/>
              <a:ext cx="18691" cy="166119"/>
            </a:xfrm>
            <a:custGeom>
              <a:avLst/>
              <a:pathLst>
                <a:path w="18691" h="166119">
                  <a:moveTo>
                    <a:pt x="0" y="0"/>
                  </a:moveTo>
                  <a:lnTo>
                    <a:pt x="18691" y="166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8589" y="5400340"/>
              <a:ext cx="18691" cy="166119"/>
            </a:xfrm>
            <a:custGeom>
              <a:avLst/>
              <a:pathLst>
                <a:path w="18691" h="166119">
                  <a:moveTo>
                    <a:pt x="0" y="0"/>
                  </a:moveTo>
                  <a:lnTo>
                    <a:pt x="18691" y="16611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8589" y="5400340"/>
              <a:ext cx="18691" cy="166119"/>
            </a:xfrm>
            <a:custGeom>
              <a:avLst/>
              <a:pathLst>
                <a:path w="18691" h="166119">
                  <a:moveTo>
                    <a:pt x="0" y="0"/>
                  </a:moveTo>
                  <a:lnTo>
                    <a:pt x="18691" y="16611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598589" y="5400340"/>
              <a:ext cx="18691" cy="166119"/>
            </a:xfrm>
            <a:custGeom>
              <a:avLst/>
              <a:pathLst>
                <a:path w="18691" h="166119">
                  <a:moveTo>
                    <a:pt x="0" y="0"/>
                  </a:moveTo>
                  <a:lnTo>
                    <a:pt x="18691" y="16611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450114" y="5400340"/>
              <a:ext cx="334316" cy="333282"/>
            </a:xfrm>
            <a:custGeom>
              <a:avLst/>
              <a:pathLst>
                <a:path w="334316" h="333282">
                  <a:moveTo>
                    <a:pt x="148475" y="0"/>
                  </a:moveTo>
                  <a:lnTo>
                    <a:pt x="143231" y="674"/>
                  </a:lnTo>
                  <a:lnTo>
                    <a:pt x="138011" y="1513"/>
                  </a:lnTo>
                  <a:lnTo>
                    <a:pt x="132820" y="2518"/>
                  </a:lnTo>
                  <a:lnTo>
                    <a:pt x="127663" y="3686"/>
                  </a:lnTo>
                  <a:lnTo>
                    <a:pt x="122546" y="5016"/>
                  </a:lnTo>
                  <a:lnTo>
                    <a:pt x="117474" y="6508"/>
                  </a:lnTo>
                  <a:lnTo>
                    <a:pt x="112451" y="8159"/>
                  </a:lnTo>
                  <a:lnTo>
                    <a:pt x="107483" y="9968"/>
                  </a:lnTo>
                  <a:lnTo>
                    <a:pt x="102575" y="11934"/>
                  </a:lnTo>
                  <a:lnTo>
                    <a:pt x="97732" y="14053"/>
                  </a:lnTo>
                  <a:lnTo>
                    <a:pt x="92957" y="16325"/>
                  </a:lnTo>
                  <a:lnTo>
                    <a:pt x="88257" y="18747"/>
                  </a:lnTo>
                  <a:lnTo>
                    <a:pt x="83637" y="21316"/>
                  </a:lnTo>
                  <a:lnTo>
                    <a:pt x="79099" y="24030"/>
                  </a:lnTo>
                  <a:lnTo>
                    <a:pt x="74650" y="26886"/>
                  </a:lnTo>
                  <a:lnTo>
                    <a:pt x="70293" y="29881"/>
                  </a:lnTo>
                  <a:lnTo>
                    <a:pt x="66033" y="33013"/>
                  </a:lnTo>
                  <a:lnTo>
                    <a:pt x="61874" y="36278"/>
                  </a:lnTo>
                  <a:lnTo>
                    <a:pt x="57821" y="39672"/>
                  </a:lnTo>
                  <a:lnTo>
                    <a:pt x="53877" y="43194"/>
                  </a:lnTo>
                  <a:lnTo>
                    <a:pt x="50046" y="46838"/>
                  </a:lnTo>
                  <a:lnTo>
                    <a:pt x="46333" y="50601"/>
                  </a:lnTo>
                  <a:lnTo>
                    <a:pt x="42740" y="54480"/>
                  </a:lnTo>
                  <a:lnTo>
                    <a:pt x="39272" y="58471"/>
                  </a:lnTo>
                  <a:lnTo>
                    <a:pt x="35932" y="62569"/>
                  </a:lnTo>
                  <a:lnTo>
                    <a:pt x="32723" y="66771"/>
                  </a:lnTo>
                  <a:lnTo>
                    <a:pt x="29648" y="71072"/>
                  </a:lnTo>
                  <a:lnTo>
                    <a:pt x="26711" y="75469"/>
                  </a:lnTo>
                  <a:lnTo>
                    <a:pt x="23915" y="79956"/>
                  </a:lnTo>
                  <a:lnTo>
                    <a:pt x="21262" y="84529"/>
                  </a:lnTo>
                  <a:lnTo>
                    <a:pt x="18754" y="89184"/>
                  </a:lnTo>
                  <a:lnTo>
                    <a:pt x="16396" y="93915"/>
                  </a:lnTo>
                  <a:lnTo>
                    <a:pt x="14188" y="98719"/>
                  </a:lnTo>
                  <a:lnTo>
                    <a:pt x="12133" y="103591"/>
                  </a:lnTo>
                  <a:lnTo>
                    <a:pt x="10233" y="108525"/>
                  </a:lnTo>
                  <a:lnTo>
                    <a:pt x="8490" y="113517"/>
                  </a:lnTo>
                  <a:lnTo>
                    <a:pt x="6906" y="118561"/>
                  </a:lnTo>
                  <a:lnTo>
                    <a:pt x="5482" y="123653"/>
                  </a:lnTo>
                  <a:lnTo>
                    <a:pt x="4220" y="128787"/>
                  </a:lnTo>
                  <a:lnTo>
                    <a:pt x="3121" y="133958"/>
                  </a:lnTo>
                  <a:lnTo>
                    <a:pt x="2186" y="139162"/>
                  </a:lnTo>
                  <a:lnTo>
                    <a:pt x="1416" y="144393"/>
                  </a:lnTo>
                  <a:lnTo>
                    <a:pt x="812" y="149646"/>
                  </a:lnTo>
                  <a:lnTo>
                    <a:pt x="374" y="154914"/>
                  </a:lnTo>
                  <a:lnTo>
                    <a:pt x="103" y="160195"/>
                  </a:lnTo>
                  <a:lnTo>
                    <a:pt x="0" y="165481"/>
                  </a:lnTo>
                  <a:lnTo>
                    <a:pt x="63" y="170768"/>
                  </a:lnTo>
                  <a:lnTo>
                    <a:pt x="294" y="176050"/>
                  </a:lnTo>
                  <a:lnTo>
                    <a:pt x="691" y="181322"/>
                  </a:lnTo>
                  <a:lnTo>
                    <a:pt x="1255" y="186579"/>
                  </a:lnTo>
                  <a:lnTo>
                    <a:pt x="1985" y="191815"/>
                  </a:lnTo>
                  <a:lnTo>
                    <a:pt x="2880" y="197026"/>
                  </a:lnTo>
                  <a:lnTo>
                    <a:pt x="3940" y="202206"/>
                  </a:lnTo>
                  <a:lnTo>
                    <a:pt x="5163" y="207350"/>
                  </a:lnTo>
                  <a:lnTo>
                    <a:pt x="6548" y="212452"/>
                  </a:lnTo>
                  <a:lnTo>
                    <a:pt x="8093" y="217508"/>
                  </a:lnTo>
                  <a:lnTo>
                    <a:pt x="9798" y="222513"/>
                  </a:lnTo>
                  <a:lnTo>
                    <a:pt x="11660" y="227461"/>
                  </a:lnTo>
                  <a:lnTo>
                    <a:pt x="13678" y="232348"/>
                  </a:lnTo>
                  <a:lnTo>
                    <a:pt x="15849" y="237169"/>
                  </a:lnTo>
                  <a:lnTo>
                    <a:pt x="18171" y="241919"/>
                  </a:lnTo>
                  <a:lnTo>
                    <a:pt x="20643" y="246593"/>
                  </a:lnTo>
                  <a:lnTo>
                    <a:pt x="23261" y="251186"/>
                  </a:lnTo>
                  <a:lnTo>
                    <a:pt x="26023" y="255694"/>
                  </a:lnTo>
                  <a:lnTo>
                    <a:pt x="28927" y="260113"/>
                  </a:lnTo>
                  <a:lnTo>
                    <a:pt x="31968" y="264438"/>
                  </a:lnTo>
                  <a:lnTo>
                    <a:pt x="35145" y="268664"/>
                  </a:lnTo>
                  <a:lnTo>
                    <a:pt x="38454" y="272788"/>
                  </a:lnTo>
                  <a:lnTo>
                    <a:pt x="41892" y="276805"/>
                  </a:lnTo>
                  <a:lnTo>
                    <a:pt x="45455" y="280711"/>
                  </a:lnTo>
                  <a:lnTo>
                    <a:pt x="49139" y="284502"/>
                  </a:lnTo>
                  <a:lnTo>
                    <a:pt x="52942" y="288176"/>
                  </a:lnTo>
                  <a:lnTo>
                    <a:pt x="56859" y="291727"/>
                  </a:lnTo>
                  <a:lnTo>
                    <a:pt x="60886" y="295152"/>
                  </a:lnTo>
                  <a:lnTo>
                    <a:pt x="65020" y="298449"/>
                  </a:lnTo>
                  <a:lnTo>
                    <a:pt x="69256" y="301613"/>
                  </a:lnTo>
                  <a:lnTo>
                    <a:pt x="73590" y="304641"/>
                  </a:lnTo>
                  <a:lnTo>
                    <a:pt x="78017" y="307531"/>
                  </a:lnTo>
                  <a:lnTo>
                    <a:pt x="82534" y="310280"/>
                  </a:lnTo>
                  <a:lnTo>
                    <a:pt x="87135" y="312884"/>
                  </a:lnTo>
                  <a:lnTo>
                    <a:pt x="91816" y="315341"/>
                  </a:lnTo>
                  <a:lnTo>
                    <a:pt x="96573" y="317650"/>
                  </a:lnTo>
                  <a:lnTo>
                    <a:pt x="101400" y="319806"/>
                  </a:lnTo>
                  <a:lnTo>
                    <a:pt x="106293" y="321809"/>
                  </a:lnTo>
                  <a:lnTo>
                    <a:pt x="111247" y="323656"/>
                  </a:lnTo>
                  <a:lnTo>
                    <a:pt x="116257" y="325346"/>
                  </a:lnTo>
                  <a:lnTo>
                    <a:pt x="121318" y="326876"/>
                  </a:lnTo>
                  <a:lnTo>
                    <a:pt x="126425" y="328246"/>
                  </a:lnTo>
                  <a:lnTo>
                    <a:pt x="131572" y="329453"/>
                  </a:lnTo>
                  <a:lnTo>
                    <a:pt x="136755" y="330497"/>
                  </a:lnTo>
                  <a:lnTo>
                    <a:pt x="141969" y="331376"/>
                  </a:lnTo>
                  <a:lnTo>
                    <a:pt x="147207" y="332090"/>
                  </a:lnTo>
                  <a:lnTo>
                    <a:pt x="152466" y="332639"/>
                  </a:lnTo>
                  <a:lnTo>
                    <a:pt x="157739" y="333020"/>
                  </a:lnTo>
                  <a:lnTo>
                    <a:pt x="163022" y="333235"/>
                  </a:lnTo>
                  <a:lnTo>
                    <a:pt x="168309" y="333282"/>
                  </a:lnTo>
                  <a:lnTo>
                    <a:pt x="173595" y="333162"/>
                  </a:lnTo>
                  <a:lnTo>
                    <a:pt x="178874" y="332876"/>
                  </a:lnTo>
                  <a:lnTo>
                    <a:pt x="184142" y="332422"/>
                  </a:lnTo>
                  <a:lnTo>
                    <a:pt x="189392" y="331802"/>
                  </a:lnTo>
                  <a:lnTo>
                    <a:pt x="194621" y="331016"/>
                  </a:lnTo>
                  <a:lnTo>
                    <a:pt x="199822" y="330066"/>
                  </a:lnTo>
                  <a:lnTo>
                    <a:pt x="204990" y="328951"/>
                  </a:lnTo>
                  <a:lnTo>
                    <a:pt x="210120" y="327673"/>
                  </a:lnTo>
                  <a:lnTo>
                    <a:pt x="215208" y="326234"/>
                  </a:lnTo>
                  <a:lnTo>
                    <a:pt x="220247" y="324635"/>
                  </a:lnTo>
                  <a:lnTo>
                    <a:pt x="225234" y="322877"/>
                  </a:lnTo>
                  <a:lnTo>
                    <a:pt x="230162" y="320962"/>
                  </a:lnTo>
                  <a:lnTo>
                    <a:pt x="235027" y="318892"/>
                  </a:lnTo>
                  <a:lnTo>
                    <a:pt x="239824" y="316670"/>
                  </a:lnTo>
                  <a:lnTo>
                    <a:pt x="244549" y="314297"/>
                  </a:lnTo>
                  <a:lnTo>
                    <a:pt x="249196" y="311776"/>
                  </a:lnTo>
                  <a:lnTo>
                    <a:pt x="253761" y="309109"/>
                  </a:lnTo>
                  <a:lnTo>
                    <a:pt x="258240" y="306299"/>
                  </a:lnTo>
                  <a:lnTo>
                    <a:pt x="262627" y="303348"/>
                  </a:lnTo>
                  <a:lnTo>
                    <a:pt x="266919" y="300261"/>
                  </a:lnTo>
                  <a:lnTo>
                    <a:pt x="271112" y="297039"/>
                  </a:lnTo>
                  <a:lnTo>
                    <a:pt x="275200" y="293687"/>
                  </a:lnTo>
                  <a:lnTo>
                    <a:pt x="279180" y="290206"/>
                  </a:lnTo>
                  <a:lnTo>
                    <a:pt x="283048" y="286602"/>
                  </a:lnTo>
                  <a:lnTo>
                    <a:pt x="286800" y="282877"/>
                  </a:lnTo>
                  <a:lnTo>
                    <a:pt x="290433" y="279035"/>
                  </a:lnTo>
                  <a:lnTo>
                    <a:pt x="293942" y="275081"/>
                  </a:lnTo>
                  <a:lnTo>
                    <a:pt x="297324" y="271017"/>
                  </a:lnTo>
                  <a:lnTo>
                    <a:pt x="300577" y="266849"/>
                  </a:lnTo>
                  <a:lnTo>
                    <a:pt x="303695" y="262579"/>
                  </a:lnTo>
                  <a:lnTo>
                    <a:pt x="306677" y="258213"/>
                  </a:lnTo>
                  <a:lnTo>
                    <a:pt x="309520" y="253756"/>
                  </a:lnTo>
                  <a:lnTo>
                    <a:pt x="312220" y="249210"/>
                  </a:lnTo>
                  <a:lnTo>
                    <a:pt x="314775" y="244581"/>
                  </a:lnTo>
                  <a:lnTo>
                    <a:pt x="317183" y="239874"/>
                  </a:lnTo>
                  <a:lnTo>
                    <a:pt x="319440" y="235093"/>
                  </a:lnTo>
                  <a:lnTo>
                    <a:pt x="321545" y="230243"/>
                  </a:lnTo>
                  <a:lnTo>
                    <a:pt x="323496" y="225329"/>
                  </a:lnTo>
                  <a:lnTo>
                    <a:pt x="325290" y="220356"/>
                  </a:lnTo>
                  <a:lnTo>
                    <a:pt x="326926" y="215328"/>
                  </a:lnTo>
                  <a:lnTo>
                    <a:pt x="328402" y="210251"/>
                  </a:lnTo>
                  <a:lnTo>
                    <a:pt x="329717" y="205130"/>
                  </a:lnTo>
                  <a:lnTo>
                    <a:pt x="330870" y="199970"/>
                  </a:lnTo>
                  <a:lnTo>
                    <a:pt x="331858" y="194776"/>
                  </a:lnTo>
                  <a:lnTo>
                    <a:pt x="332682" y="189554"/>
                  </a:lnTo>
                  <a:lnTo>
                    <a:pt x="333341" y="184308"/>
                  </a:lnTo>
                  <a:lnTo>
                    <a:pt x="333833" y="179044"/>
                  </a:lnTo>
                  <a:lnTo>
                    <a:pt x="334158" y="173766"/>
                  </a:lnTo>
                  <a:lnTo>
                    <a:pt x="334316" y="168482"/>
                  </a:lnTo>
                  <a:lnTo>
                    <a:pt x="334308" y="163195"/>
                  </a:lnTo>
                  <a:lnTo>
                    <a:pt x="334132" y="157910"/>
                  </a:lnTo>
                  <a:lnTo>
                    <a:pt x="333788" y="152634"/>
                  </a:lnTo>
                  <a:lnTo>
                    <a:pt x="333279" y="147372"/>
                  </a:lnTo>
                  <a:lnTo>
                    <a:pt x="332603" y="142128"/>
                  </a:lnTo>
                  <a:lnTo>
                    <a:pt x="331761" y="136908"/>
                  </a:lnTo>
                  <a:lnTo>
                    <a:pt x="330755" y="131718"/>
                  </a:lnTo>
                  <a:lnTo>
                    <a:pt x="329586" y="126562"/>
                  </a:lnTo>
                  <a:lnTo>
                    <a:pt x="328253" y="121445"/>
                  </a:lnTo>
                  <a:lnTo>
                    <a:pt x="326760" y="116373"/>
                  </a:lnTo>
                  <a:lnTo>
                    <a:pt x="325107" y="111351"/>
                  </a:lnTo>
                  <a:lnTo>
                    <a:pt x="323296" y="106384"/>
                  </a:lnTo>
                  <a:lnTo>
                    <a:pt x="321329" y="101476"/>
                  </a:lnTo>
                  <a:lnTo>
                    <a:pt x="319208" y="96634"/>
                  </a:lnTo>
                  <a:lnTo>
                    <a:pt x="316934" y="91860"/>
                  </a:lnTo>
                  <a:lnTo>
                    <a:pt x="314511" y="87161"/>
                  </a:lnTo>
                  <a:lnTo>
                    <a:pt x="311940" y="82541"/>
                  </a:lnTo>
                  <a:lnTo>
                    <a:pt x="309225" y="78004"/>
                  </a:lnTo>
                  <a:lnTo>
                    <a:pt x="306367" y="73556"/>
                  </a:lnTo>
                  <a:lnTo>
                    <a:pt x="303371" y="69200"/>
                  </a:lnTo>
                  <a:lnTo>
                    <a:pt x="300238" y="64941"/>
                  </a:lnTo>
                  <a:lnTo>
                    <a:pt x="296971" y="60784"/>
                  </a:lnTo>
                  <a:lnTo>
                    <a:pt x="293575" y="56732"/>
                  </a:lnTo>
                  <a:lnTo>
                    <a:pt x="290053" y="52789"/>
                  </a:lnTo>
                  <a:lnTo>
                    <a:pt x="286408" y="48959"/>
                  </a:lnTo>
                  <a:lnTo>
                    <a:pt x="282643" y="45247"/>
                  </a:lnTo>
                  <a:lnTo>
                    <a:pt x="278763" y="41656"/>
                  </a:lnTo>
                  <a:lnTo>
                    <a:pt x="274771" y="38189"/>
                  </a:lnTo>
                  <a:lnTo>
                    <a:pt x="270671" y="34850"/>
                  </a:lnTo>
                  <a:lnTo>
                    <a:pt x="266468" y="31642"/>
                  </a:lnTo>
                  <a:lnTo>
                    <a:pt x="262166" y="28569"/>
                  </a:lnTo>
                  <a:lnTo>
                    <a:pt x="257769" y="25634"/>
                  </a:lnTo>
                  <a:lnTo>
                    <a:pt x="253281" y="22839"/>
                  </a:lnTo>
                  <a:lnTo>
                    <a:pt x="248707" y="20187"/>
                  </a:lnTo>
                  <a:lnTo>
                    <a:pt x="244051" y="17682"/>
                  </a:lnTo>
                  <a:lnTo>
                    <a:pt x="239318" y="15324"/>
                  </a:lnTo>
                  <a:lnTo>
                    <a:pt x="234514" y="13118"/>
                  </a:lnTo>
                  <a:lnTo>
                    <a:pt x="229642" y="11065"/>
                  </a:lnTo>
                  <a:lnTo>
                    <a:pt x="224707" y="9167"/>
                  </a:lnTo>
                  <a:lnTo>
                    <a:pt x="219715" y="7425"/>
                  </a:lnTo>
                  <a:lnTo>
                    <a:pt x="214670" y="5843"/>
                  </a:lnTo>
                  <a:lnTo>
                    <a:pt x="209578" y="4421"/>
                  </a:lnTo>
                  <a:lnTo>
                    <a:pt x="204443" y="3161"/>
                  </a:lnTo>
                  <a:lnTo>
                    <a:pt x="199271" y="2063"/>
                  </a:lnTo>
                  <a:lnTo>
                    <a:pt x="194067" y="1130"/>
                  </a:lnTo>
                  <a:lnTo>
                    <a:pt x="188836" y="362"/>
                  </a:lnTo>
                  <a:lnTo>
                    <a:pt x="167166" y="16611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617280" y="5399291"/>
              <a:ext cx="21670" cy="167167"/>
            </a:xfrm>
            <a:custGeom>
              <a:avLst/>
              <a:pathLst>
                <a:path w="21670" h="167167">
                  <a:moveTo>
                    <a:pt x="21670" y="1410"/>
                  </a:moveTo>
                  <a:lnTo>
                    <a:pt x="14469" y="627"/>
                  </a:lnTo>
                  <a:lnTo>
                    <a:pt x="7241" y="15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4968528" y="5369149"/>
              <a:ext cx="167147" cy="217938"/>
            </a:xfrm>
            <a:custGeom>
              <a:avLst/>
              <a:pathLst>
                <a:path w="167147" h="217938">
                  <a:moveTo>
                    <a:pt x="167147" y="0"/>
                  </a:moveTo>
                  <a:lnTo>
                    <a:pt x="161731" y="87"/>
                  </a:lnTo>
                  <a:lnTo>
                    <a:pt x="156321" y="350"/>
                  </a:lnTo>
                  <a:lnTo>
                    <a:pt x="150922" y="789"/>
                  </a:lnTo>
                  <a:lnTo>
                    <a:pt x="145541" y="1402"/>
                  </a:lnTo>
                  <a:lnTo>
                    <a:pt x="140182" y="2189"/>
                  </a:lnTo>
                  <a:lnTo>
                    <a:pt x="134851" y="3149"/>
                  </a:lnTo>
                  <a:lnTo>
                    <a:pt x="129554" y="4281"/>
                  </a:lnTo>
                  <a:lnTo>
                    <a:pt x="124297" y="5585"/>
                  </a:lnTo>
                  <a:lnTo>
                    <a:pt x="119084" y="7058"/>
                  </a:lnTo>
                  <a:lnTo>
                    <a:pt x="113922" y="8699"/>
                  </a:lnTo>
                  <a:lnTo>
                    <a:pt x="108816" y="10507"/>
                  </a:lnTo>
                  <a:lnTo>
                    <a:pt x="103772" y="12479"/>
                  </a:lnTo>
                  <a:lnTo>
                    <a:pt x="98793" y="14613"/>
                  </a:lnTo>
                  <a:lnTo>
                    <a:pt x="93887" y="16908"/>
                  </a:lnTo>
                  <a:lnTo>
                    <a:pt x="89057" y="19360"/>
                  </a:lnTo>
                  <a:lnTo>
                    <a:pt x="84310" y="21967"/>
                  </a:lnTo>
                  <a:lnTo>
                    <a:pt x="79649" y="24727"/>
                  </a:lnTo>
                  <a:lnTo>
                    <a:pt x="75080" y="27637"/>
                  </a:lnTo>
                  <a:lnTo>
                    <a:pt x="70608" y="30693"/>
                  </a:lnTo>
                  <a:lnTo>
                    <a:pt x="66237" y="33892"/>
                  </a:lnTo>
                  <a:lnTo>
                    <a:pt x="61973" y="37231"/>
                  </a:lnTo>
                  <a:lnTo>
                    <a:pt x="57818" y="40707"/>
                  </a:lnTo>
                  <a:lnTo>
                    <a:pt x="53779" y="44315"/>
                  </a:lnTo>
                  <a:lnTo>
                    <a:pt x="49858" y="48052"/>
                  </a:lnTo>
                  <a:lnTo>
                    <a:pt x="46061" y="51915"/>
                  </a:lnTo>
                  <a:lnTo>
                    <a:pt x="42390" y="55898"/>
                  </a:lnTo>
                  <a:lnTo>
                    <a:pt x="38851" y="59998"/>
                  </a:lnTo>
                  <a:lnTo>
                    <a:pt x="35446" y="64211"/>
                  </a:lnTo>
                  <a:lnTo>
                    <a:pt x="32180" y="68532"/>
                  </a:lnTo>
                  <a:lnTo>
                    <a:pt x="29055" y="72956"/>
                  </a:lnTo>
                  <a:lnTo>
                    <a:pt x="26076" y="77480"/>
                  </a:lnTo>
                  <a:lnTo>
                    <a:pt x="23244" y="82097"/>
                  </a:lnTo>
                  <a:lnTo>
                    <a:pt x="20563" y="86804"/>
                  </a:lnTo>
                  <a:lnTo>
                    <a:pt x="18037" y="91595"/>
                  </a:lnTo>
                  <a:lnTo>
                    <a:pt x="15667" y="96465"/>
                  </a:lnTo>
                  <a:lnTo>
                    <a:pt x="13456" y="101410"/>
                  </a:lnTo>
                  <a:lnTo>
                    <a:pt x="11406" y="106424"/>
                  </a:lnTo>
                  <a:lnTo>
                    <a:pt x="9520" y="111501"/>
                  </a:lnTo>
                  <a:lnTo>
                    <a:pt x="7799" y="116637"/>
                  </a:lnTo>
                  <a:lnTo>
                    <a:pt x="6246" y="121826"/>
                  </a:lnTo>
                  <a:lnTo>
                    <a:pt x="4861" y="127063"/>
                  </a:lnTo>
                  <a:lnTo>
                    <a:pt x="3647" y="132342"/>
                  </a:lnTo>
                  <a:lnTo>
                    <a:pt x="2605" y="137657"/>
                  </a:lnTo>
                  <a:lnTo>
                    <a:pt x="1735" y="143003"/>
                  </a:lnTo>
                  <a:lnTo>
                    <a:pt x="1039" y="148375"/>
                  </a:lnTo>
                  <a:lnTo>
                    <a:pt x="518" y="153766"/>
                  </a:lnTo>
                  <a:lnTo>
                    <a:pt x="171" y="159172"/>
                  </a:lnTo>
                  <a:lnTo>
                    <a:pt x="0" y="164585"/>
                  </a:lnTo>
                  <a:lnTo>
                    <a:pt x="4" y="170002"/>
                  </a:lnTo>
                  <a:lnTo>
                    <a:pt x="183" y="175415"/>
                  </a:lnTo>
                  <a:lnTo>
                    <a:pt x="538" y="180820"/>
                  </a:lnTo>
                  <a:lnTo>
                    <a:pt x="1068" y="186211"/>
                  </a:lnTo>
                  <a:lnTo>
                    <a:pt x="1772" y="191581"/>
                  </a:lnTo>
                  <a:lnTo>
                    <a:pt x="2650" y="196926"/>
                  </a:lnTo>
                  <a:lnTo>
                    <a:pt x="3700" y="202240"/>
                  </a:lnTo>
                  <a:lnTo>
                    <a:pt x="4922" y="207517"/>
                  </a:lnTo>
                  <a:lnTo>
                    <a:pt x="6315" y="212751"/>
                  </a:lnTo>
                  <a:lnTo>
                    <a:pt x="7876" y="217938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4976405" y="5536317"/>
              <a:ext cx="159271" cy="50771"/>
            </a:xfrm>
            <a:custGeom>
              <a:avLst/>
              <a:pathLst>
                <a:path w="159271" h="50771">
                  <a:moveTo>
                    <a:pt x="0" y="50771"/>
                  </a:moveTo>
                  <a:lnTo>
                    <a:pt x="1592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4976405" y="5536317"/>
              <a:ext cx="159271" cy="50771"/>
            </a:xfrm>
            <a:custGeom>
              <a:avLst/>
              <a:pathLst>
                <a:path w="159271" h="50771">
                  <a:moveTo>
                    <a:pt x="0" y="50771"/>
                  </a:moveTo>
                  <a:lnTo>
                    <a:pt x="1592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4976405" y="5536317"/>
              <a:ext cx="159271" cy="50771"/>
            </a:xfrm>
            <a:custGeom>
              <a:avLst/>
              <a:pathLst>
                <a:path w="159271" h="50771">
                  <a:moveTo>
                    <a:pt x="0" y="50771"/>
                  </a:moveTo>
                  <a:lnTo>
                    <a:pt x="15927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4976405" y="5536317"/>
              <a:ext cx="159271" cy="50771"/>
            </a:xfrm>
            <a:custGeom>
              <a:avLst/>
              <a:pathLst>
                <a:path w="159271" h="50771">
                  <a:moveTo>
                    <a:pt x="0" y="50771"/>
                  </a:moveTo>
                  <a:lnTo>
                    <a:pt x="15927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4976405" y="5536317"/>
              <a:ext cx="159271" cy="50771"/>
            </a:xfrm>
            <a:custGeom>
              <a:avLst/>
              <a:pathLst>
                <a:path w="159271" h="50771">
                  <a:moveTo>
                    <a:pt x="0" y="50771"/>
                  </a:moveTo>
                  <a:lnTo>
                    <a:pt x="15927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4976405" y="5536317"/>
              <a:ext cx="159271" cy="133952"/>
            </a:xfrm>
            <a:custGeom>
              <a:avLst/>
              <a:pathLst>
                <a:path w="159271" h="133952">
                  <a:moveTo>
                    <a:pt x="0" y="50771"/>
                  </a:moveTo>
                  <a:lnTo>
                    <a:pt x="1845" y="56233"/>
                  </a:lnTo>
                  <a:lnTo>
                    <a:pt x="3878" y="61629"/>
                  </a:lnTo>
                  <a:lnTo>
                    <a:pt x="6096" y="66951"/>
                  </a:lnTo>
                  <a:lnTo>
                    <a:pt x="8496" y="72194"/>
                  </a:lnTo>
                  <a:lnTo>
                    <a:pt x="11076" y="77351"/>
                  </a:lnTo>
                  <a:lnTo>
                    <a:pt x="13831" y="82415"/>
                  </a:lnTo>
                  <a:lnTo>
                    <a:pt x="16760" y="87382"/>
                  </a:lnTo>
                  <a:lnTo>
                    <a:pt x="19858" y="92245"/>
                  </a:lnTo>
                  <a:lnTo>
                    <a:pt x="23123" y="96998"/>
                  </a:lnTo>
                  <a:lnTo>
                    <a:pt x="26549" y="101636"/>
                  </a:lnTo>
                  <a:lnTo>
                    <a:pt x="30133" y="106152"/>
                  </a:lnTo>
                  <a:lnTo>
                    <a:pt x="33871" y="110543"/>
                  </a:lnTo>
                  <a:lnTo>
                    <a:pt x="37758" y="114802"/>
                  </a:lnTo>
                  <a:lnTo>
                    <a:pt x="41789" y="118924"/>
                  </a:lnTo>
                  <a:lnTo>
                    <a:pt x="45960" y="122905"/>
                  </a:lnTo>
                  <a:lnTo>
                    <a:pt x="50266" y="126740"/>
                  </a:lnTo>
                  <a:lnTo>
                    <a:pt x="54702" y="130423"/>
                  </a:lnTo>
                  <a:lnTo>
                    <a:pt x="59262" y="133952"/>
                  </a:lnTo>
                  <a:lnTo>
                    <a:pt x="15927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035667" y="5369149"/>
              <a:ext cx="267161" cy="334332"/>
            </a:xfrm>
            <a:custGeom>
              <a:avLst/>
              <a:pathLst>
                <a:path w="267161" h="334332">
                  <a:moveTo>
                    <a:pt x="0" y="301120"/>
                  </a:moveTo>
                  <a:lnTo>
                    <a:pt x="4308" y="304230"/>
                  </a:lnTo>
                  <a:lnTo>
                    <a:pt x="8712" y="307203"/>
                  </a:lnTo>
                  <a:lnTo>
                    <a:pt x="13209" y="310034"/>
                  </a:lnTo>
                  <a:lnTo>
                    <a:pt x="17794" y="312721"/>
                  </a:lnTo>
                  <a:lnTo>
                    <a:pt x="22462" y="315260"/>
                  </a:lnTo>
                  <a:lnTo>
                    <a:pt x="27208" y="317650"/>
                  </a:lnTo>
                  <a:lnTo>
                    <a:pt x="32028" y="319888"/>
                  </a:lnTo>
                  <a:lnTo>
                    <a:pt x="36916" y="321971"/>
                  </a:lnTo>
                  <a:lnTo>
                    <a:pt x="41868" y="323898"/>
                  </a:lnTo>
                  <a:lnTo>
                    <a:pt x="46879" y="325667"/>
                  </a:lnTo>
                  <a:lnTo>
                    <a:pt x="51944" y="327276"/>
                  </a:lnTo>
                  <a:lnTo>
                    <a:pt x="57057" y="328722"/>
                  </a:lnTo>
                  <a:lnTo>
                    <a:pt x="62213" y="330006"/>
                  </a:lnTo>
                  <a:lnTo>
                    <a:pt x="67408" y="331125"/>
                  </a:lnTo>
                  <a:lnTo>
                    <a:pt x="72636" y="332078"/>
                  </a:lnTo>
                  <a:lnTo>
                    <a:pt x="77891" y="332865"/>
                  </a:lnTo>
                  <a:lnTo>
                    <a:pt x="83169" y="333484"/>
                  </a:lnTo>
                  <a:lnTo>
                    <a:pt x="88464" y="333935"/>
                  </a:lnTo>
                  <a:lnTo>
                    <a:pt x="93770" y="334218"/>
                  </a:lnTo>
                  <a:lnTo>
                    <a:pt x="99083" y="334332"/>
                  </a:lnTo>
                  <a:lnTo>
                    <a:pt x="104396" y="334277"/>
                  </a:lnTo>
                  <a:lnTo>
                    <a:pt x="109705" y="334053"/>
                  </a:lnTo>
                  <a:lnTo>
                    <a:pt x="115005" y="333660"/>
                  </a:lnTo>
                  <a:lnTo>
                    <a:pt x="120289" y="333100"/>
                  </a:lnTo>
                  <a:lnTo>
                    <a:pt x="125553" y="332371"/>
                  </a:lnTo>
                  <a:lnTo>
                    <a:pt x="130791" y="331476"/>
                  </a:lnTo>
                  <a:lnTo>
                    <a:pt x="135997" y="330414"/>
                  </a:lnTo>
                  <a:lnTo>
                    <a:pt x="141168" y="329188"/>
                  </a:lnTo>
                  <a:lnTo>
                    <a:pt x="146297" y="327798"/>
                  </a:lnTo>
                  <a:lnTo>
                    <a:pt x="151379" y="326245"/>
                  </a:lnTo>
                  <a:lnTo>
                    <a:pt x="156409" y="324532"/>
                  </a:lnTo>
                  <a:lnTo>
                    <a:pt x="161382" y="322660"/>
                  </a:lnTo>
                  <a:lnTo>
                    <a:pt x="166293" y="320631"/>
                  </a:lnTo>
                  <a:lnTo>
                    <a:pt x="171137" y="318447"/>
                  </a:lnTo>
                  <a:lnTo>
                    <a:pt x="175910" y="316109"/>
                  </a:lnTo>
                  <a:lnTo>
                    <a:pt x="180605" y="313622"/>
                  </a:lnTo>
                  <a:lnTo>
                    <a:pt x="185220" y="310986"/>
                  </a:lnTo>
                  <a:lnTo>
                    <a:pt x="189748" y="308205"/>
                  </a:lnTo>
                  <a:lnTo>
                    <a:pt x="194185" y="305281"/>
                  </a:lnTo>
                  <a:lnTo>
                    <a:pt x="198527" y="302218"/>
                  </a:lnTo>
                  <a:lnTo>
                    <a:pt x="202770" y="299019"/>
                  </a:lnTo>
                  <a:lnTo>
                    <a:pt x="206909" y="295686"/>
                  </a:lnTo>
                  <a:lnTo>
                    <a:pt x="210940" y="292223"/>
                  </a:lnTo>
                  <a:lnTo>
                    <a:pt x="214858" y="288634"/>
                  </a:lnTo>
                  <a:lnTo>
                    <a:pt x="218661" y="284923"/>
                  </a:lnTo>
                  <a:lnTo>
                    <a:pt x="222344" y="281092"/>
                  </a:lnTo>
                  <a:lnTo>
                    <a:pt x="225903" y="277146"/>
                  </a:lnTo>
                  <a:lnTo>
                    <a:pt x="229335" y="273089"/>
                  </a:lnTo>
                  <a:lnTo>
                    <a:pt x="232636" y="268925"/>
                  </a:lnTo>
                  <a:lnTo>
                    <a:pt x="235803" y="264658"/>
                  </a:lnTo>
                  <a:lnTo>
                    <a:pt x="238833" y="260293"/>
                  </a:lnTo>
                  <a:lnTo>
                    <a:pt x="241723" y="255833"/>
                  </a:lnTo>
                  <a:lnTo>
                    <a:pt x="244470" y="251284"/>
                  </a:lnTo>
                  <a:lnTo>
                    <a:pt x="247070" y="246650"/>
                  </a:lnTo>
                  <a:lnTo>
                    <a:pt x="249522" y="241936"/>
                  </a:lnTo>
                  <a:lnTo>
                    <a:pt x="251823" y="237146"/>
                  </a:lnTo>
                  <a:lnTo>
                    <a:pt x="253971" y="232285"/>
                  </a:lnTo>
                  <a:lnTo>
                    <a:pt x="255963" y="227359"/>
                  </a:lnTo>
                  <a:lnTo>
                    <a:pt x="257797" y="222372"/>
                  </a:lnTo>
                  <a:lnTo>
                    <a:pt x="259472" y="217329"/>
                  </a:lnTo>
                  <a:lnTo>
                    <a:pt x="260986" y="212235"/>
                  </a:lnTo>
                  <a:lnTo>
                    <a:pt x="262337" y="207096"/>
                  </a:lnTo>
                  <a:lnTo>
                    <a:pt x="263524" y="201916"/>
                  </a:lnTo>
                  <a:lnTo>
                    <a:pt x="264546" y="196701"/>
                  </a:lnTo>
                  <a:lnTo>
                    <a:pt x="265401" y="191457"/>
                  </a:lnTo>
                  <a:lnTo>
                    <a:pt x="266090" y="186188"/>
                  </a:lnTo>
                  <a:lnTo>
                    <a:pt x="266610" y="180899"/>
                  </a:lnTo>
                  <a:lnTo>
                    <a:pt x="266963" y="175597"/>
                  </a:lnTo>
                  <a:lnTo>
                    <a:pt x="267146" y="170286"/>
                  </a:lnTo>
                  <a:lnTo>
                    <a:pt x="267161" y="164973"/>
                  </a:lnTo>
                  <a:lnTo>
                    <a:pt x="267007" y="159661"/>
                  </a:lnTo>
                  <a:lnTo>
                    <a:pt x="266684" y="154357"/>
                  </a:lnTo>
                  <a:lnTo>
                    <a:pt x="266192" y="149066"/>
                  </a:lnTo>
                  <a:lnTo>
                    <a:pt x="265533" y="143793"/>
                  </a:lnTo>
                  <a:lnTo>
                    <a:pt x="264707" y="138544"/>
                  </a:lnTo>
                  <a:lnTo>
                    <a:pt x="263714" y="133323"/>
                  </a:lnTo>
                  <a:lnTo>
                    <a:pt x="262555" y="128137"/>
                  </a:lnTo>
                  <a:lnTo>
                    <a:pt x="261233" y="122991"/>
                  </a:lnTo>
                  <a:lnTo>
                    <a:pt x="259747" y="117889"/>
                  </a:lnTo>
                  <a:lnTo>
                    <a:pt x="258100" y="112836"/>
                  </a:lnTo>
                  <a:lnTo>
                    <a:pt x="256293" y="107839"/>
                  </a:lnTo>
                  <a:lnTo>
                    <a:pt x="254329" y="102902"/>
                  </a:lnTo>
                  <a:lnTo>
                    <a:pt x="252208" y="98029"/>
                  </a:lnTo>
                  <a:lnTo>
                    <a:pt x="249934" y="93227"/>
                  </a:lnTo>
                  <a:lnTo>
                    <a:pt x="247508" y="88499"/>
                  </a:lnTo>
                  <a:lnTo>
                    <a:pt x="244933" y="83850"/>
                  </a:lnTo>
                  <a:lnTo>
                    <a:pt x="242212" y="79286"/>
                  </a:lnTo>
                  <a:lnTo>
                    <a:pt x="239347" y="74811"/>
                  </a:lnTo>
                  <a:lnTo>
                    <a:pt x="236341" y="70429"/>
                  </a:lnTo>
                  <a:lnTo>
                    <a:pt x="233197" y="66145"/>
                  </a:lnTo>
                  <a:lnTo>
                    <a:pt x="229919" y="61962"/>
                  </a:lnTo>
                  <a:lnTo>
                    <a:pt x="226510" y="57886"/>
                  </a:lnTo>
                  <a:lnTo>
                    <a:pt x="222972" y="53921"/>
                  </a:lnTo>
                  <a:lnTo>
                    <a:pt x="219311" y="50070"/>
                  </a:lnTo>
                  <a:lnTo>
                    <a:pt x="215529" y="46337"/>
                  </a:lnTo>
                  <a:lnTo>
                    <a:pt x="211630" y="42726"/>
                  </a:lnTo>
                  <a:lnTo>
                    <a:pt x="207618" y="39242"/>
                  </a:lnTo>
                  <a:lnTo>
                    <a:pt x="203498" y="35886"/>
                  </a:lnTo>
                  <a:lnTo>
                    <a:pt x="199273" y="32663"/>
                  </a:lnTo>
                  <a:lnTo>
                    <a:pt x="194948" y="29576"/>
                  </a:lnTo>
                  <a:lnTo>
                    <a:pt x="190527" y="26628"/>
                  </a:lnTo>
                  <a:lnTo>
                    <a:pt x="186014" y="23822"/>
                  </a:lnTo>
                  <a:lnTo>
                    <a:pt x="181415" y="21161"/>
                  </a:lnTo>
                  <a:lnTo>
                    <a:pt x="176733" y="18647"/>
                  </a:lnTo>
                  <a:lnTo>
                    <a:pt x="171974" y="16283"/>
                  </a:lnTo>
                  <a:lnTo>
                    <a:pt x="167142" y="14072"/>
                  </a:lnTo>
                  <a:lnTo>
                    <a:pt x="162242" y="12016"/>
                  </a:lnTo>
                  <a:lnTo>
                    <a:pt x="157279" y="10116"/>
                  </a:lnTo>
                  <a:lnTo>
                    <a:pt x="152258" y="8375"/>
                  </a:lnTo>
                  <a:lnTo>
                    <a:pt x="147185" y="6795"/>
                  </a:lnTo>
                  <a:lnTo>
                    <a:pt x="142064" y="5376"/>
                  </a:lnTo>
                  <a:lnTo>
                    <a:pt x="136900" y="4121"/>
                  </a:lnTo>
                  <a:lnTo>
                    <a:pt x="131700" y="3031"/>
                  </a:lnTo>
                  <a:lnTo>
                    <a:pt x="126467" y="2107"/>
                  </a:lnTo>
                  <a:lnTo>
                    <a:pt x="121207" y="1349"/>
                  </a:lnTo>
                  <a:lnTo>
                    <a:pt x="115926" y="759"/>
                  </a:lnTo>
                  <a:lnTo>
                    <a:pt x="110629" y="337"/>
                  </a:lnTo>
                  <a:lnTo>
                    <a:pt x="105321" y="84"/>
                  </a:lnTo>
                  <a:lnTo>
                    <a:pt x="100008" y="0"/>
                  </a:lnTo>
                  <a:lnTo>
                    <a:pt x="10000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480965" y="5220472"/>
              <a:ext cx="152170" cy="167167"/>
            </a:xfrm>
            <a:custGeom>
              <a:avLst/>
              <a:pathLst>
                <a:path w="152170" h="167167">
                  <a:moveTo>
                    <a:pt x="152170" y="0"/>
                  </a:moveTo>
                  <a:lnTo>
                    <a:pt x="146707" y="89"/>
                  </a:lnTo>
                  <a:lnTo>
                    <a:pt x="141250" y="357"/>
                  </a:lnTo>
                  <a:lnTo>
                    <a:pt x="135804" y="802"/>
                  </a:lnTo>
                  <a:lnTo>
                    <a:pt x="130376" y="1426"/>
                  </a:lnTo>
                  <a:lnTo>
                    <a:pt x="124972" y="2227"/>
                  </a:lnTo>
                  <a:lnTo>
                    <a:pt x="119596" y="3204"/>
                  </a:lnTo>
                  <a:lnTo>
                    <a:pt x="114255" y="4356"/>
                  </a:lnTo>
                  <a:lnTo>
                    <a:pt x="108955" y="5682"/>
                  </a:lnTo>
                  <a:lnTo>
                    <a:pt x="103701" y="7180"/>
                  </a:lnTo>
                  <a:lnTo>
                    <a:pt x="98499" y="8850"/>
                  </a:lnTo>
                  <a:lnTo>
                    <a:pt x="93354" y="10688"/>
                  </a:lnTo>
                  <a:lnTo>
                    <a:pt x="88271" y="12694"/>
                  </a:lnTo>
                  <a:lnTo>
                    <a:pt x="83258" y="14864"/>
                  </a:lnTo>
                  <a:lnTo>
                    <a:pt x="78317" y="17198"/>
                  </a:lnTo>
                  <a:lnTo>
                    <a:pt x="73456" y="19691"/>
                  </a:lnTo>
                  <a:lnTo>
                    <a:pt x="68678" y="22342"/>
                  </a:lnTo>
                  <a:lnTo>
                    <a:pt x="63990" y="25148"/>
                  </a:lnTo>
                  <a:lnTo>
                    <a:pt x="59396" y="28105"/>
                  </a:lnTo>
                  <a:lnTo>
                    <a:pt x="54902" y="31212"/>
                  </a:lnTo>
                  <a:lnTo>
                    <a:pt x="50511" y="34463"/>
                  </a:lnTo>
                  <a:lnTo>
                    <a:pt x="46228" y="37856"/>
                  </a:lnTo>
                  <a:lnTo>
                    <a:pt x="42059" y="41387"/>
                  </a:lnTo>
                  <a:lnTo>
                    <a:pt x="38007" y="45052"/>
                  </a:lnTo>
                  <a:lnTo>
                    <a:pt x="34078" y="48848"/>
                  </a:lnTo>
                  <a:lnTo>
                    <a:pt x="30274" y="52771"/>
                  </a:lnTo>
                  <a:lnTo>
                    <a:pt x="26601" y="56815"/>
                  </a:lnTo>
                  <a:lnTo>
                    <a:pt x="23062" y="60978"/>
                  </a:lnTo>
                  <a:lnTo>
                    <a:pt x="19661" y="65253"/>
                  </a:lnTo>
                  <a:lnTo>
                    <a:pt x="16401" y="69638"/>
                  </a:lnTo>
                  <a:lnTo>
                    <a:pt x="13286" y="74127"/>
                  </a:lnTo>
                  <a:lnTo>
                    <a:pt x="10320" y="78715"/>
                  </a:lnTo>
                  <a:lnTo>
                    <a:pt x="7505" y="83398"/>
                  </a:lnTo>
                  <a:lnTo>
                    <a:pt x="4845" y="88170"/>
                  </a:lnTo>
                  <a:lnTo>
                    <a:pt x="2342" y="93027"/>
                  </a:lnTo>
                  <a:lnTo>
                    <a:pt x="0" y="97963"/>
                  </a:lnTo>
                  <a:lnTo>
                    <a:pt x="15217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480965" y="5318435"/>
              <a:ext cx="152170" cy="69204"/>
            </a:xfrm>
            <a:custGeom>
              <a:avLst/>
              <a:pathLst>
                <a:path w="152170" h="69204">
                  <a:moveTo>
                    <a:pt x="0" y="0"/>
                  </a:moveTo>
                  <a:lnTo>
                    <a:pt x="152170" y="692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480965" y="5318435"/>
              <a:ext cx="152170" cy="69204"/>
            </a:xfrm>
            <a:custGeom>
              <a:avLst/>
              <a:pathLst>
                <a:path w="152170" h="69204">
                  <a:moveTo>
                    <a:pt x="0" y="0"/>
                  </a:moveTo>
                  <a:lnTo>
                    <a:pt x="152170" y="692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480965" y="5318435"/>
              <a:ext cx="152170" cy="69204"/>
            </a:xfrm>
            <a:custGeom>
              <a:avLst/>
              <a:pathLst>
                <a:path w="152170" h="69204">
                  <a:moveTo>
                    <a:pt x="0" y="0"/>
                  </a:moveTo>
                  <a:lnTo>
                    <a:pt x="152170" y="692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480965" y="5318435"/>
              <a:ext cx="152170" cy="69204"/>
            </a:xfrm>
            <a:custGeom>
              <a:avLst/>
              <a:pathLst>
                <a:path w="152170" h="69204">
                  <a:moveTo>
                    <a:pt x="0" y="0"/>
                  </a:moveTo>
                  <a:lnTo>
                    <a:pt x="152170" y="692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465974" y="5318435"/>
              <a:ext cx="167161" cy="73601"/>
            </a:xfrm>
            <a:custGeom>
              <a:avLst/>
              <a:pathLst>
                <a:path w="167161" h="73601">
                  <a:moveTo>
                    <a:pt x="14991" y="0"/>
                  </a:moveTo>
                  <a:lnTo>
                    <a:pt x="12671" y="5345"/>
                  </a:lnTo>
                  <a:lnTo>
                    <a:pt x="10540" y="10767"/>
                  </a:lnTo>
                  <a:lnTo>
                    <a:pt x="8599" y="16261"/>
                  </a:lnTo>
                  <a:lnTo>
                    <a:pt x="6850" y="21819"/>
                  </a:lnTo>
                  <a:lnTo>
                    <a:pt x="5296" y="27434"/>
                  </a:lnTo>
                  <a:lnTo>
                    <a:pt x="3939" y="33100"/>
                  </a:lnTo>
                  <a:lnTo>
                    <a:pt x="2780" y="38811"/>
                  </a:lnTo>
                  <a:lnTo>
                    <a:pt x="1820" y="44558"/>
                  </a:lnTo>
                  <a:lnTo>
                    <a:pt x="1062" y="50335"/>
                  </a:lnTo>
                  <a:lnTo>
                    <a:pt x="505" y="56134"/>
                  </a:lnTo>
                  <a:lnTo>
                    <a:pt x="151" y="61950"/>
                  </a:lnTo>
                  <a:lnTo>
                    <a:pt x="0" y="67775"/>
                  </a:lnTo>
                  <a:lnTo>
                    <a:pt x="51" y="73601"/>
                  </a:lnTo>
                  <a:lnTo>
                    <a:pt x="167161" y="6920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466026" y="5220472"/>
              <a:ext cx="334264" cy="334330"/>
            </a:xfrm>
            <a:custGeom>
              <a:avLst/>
              <a:pathLst>
                <a:path w="334264" h="334330">
                  <a:moveTo>
                    <a:pt x="0" y="171564"/>
                  </a:moveTo>
                  <a:lnTo>
                    <a:pt x="222" y="176852"/>
                  </a:lnTo>
                  <a:lnTo>
                    <a:pt x="613" y="182131"/>
                  </a:lnTo>
                  <a:lnTo>
                    <a:pt x="1170" y="187394"/>
                  </a:lnTo>
                  <a:lnTo>
                    <a:pt x="1893" y="192637"/>
                  </a:lnTo>
                  <a:lnTo>
                    <a:pt x="2783" y="197855"/>
                  </a:lnTo>
                  <a:lnTo>
                    <a:pt x="3836" y="203042"/>
                  </a:lnTo>
                  <a:lnTo>
                    <a:pt x="5054" y="208192"/>
                  </a:lnTo>
                  <a:lnTo>
                    <a:pt x="6434" y="213302"/>
                  </a:lnTo>
                  <a:lnTo>
                    <a:pt x="7975" y="218365"/>
                  </a:lnTo>
                  <a:lnTo>
                    <a:pt x="9676" y="223378"/>
                  </a:lnTo>
                  <a:lnTo>
                    <a:pt x="11534" y="228333"/>
                  </a:lnTo>
                  <a:lnTo>
                    <a:pt x="13548" y="233228"/>
                  </a:lnTo>
                  <a:lnTo>
                    <a:pt x="15717" y="238056"/>
                  </a:lnTo>
                  <a:lnTo>
                    <a:pt x="18037" y="242813"/>
                  </a:lnTo>
                  <a:lnTo>
                    <a:pt x="20506" y="247495"/>
                  </a:lnTo>
                  <a:lnTo>
                    <a:pt x="23123" y="252095"/>
                  </a:lnTo>
                  <a:lnTo>
                    <a:pt x="25883" y="256611"/>
                  </a:lnTo>
                  <a:lnTo>
                    <a:pt x="28786" y="261037"/>
                  </a:lnTo>
                  <a:lnTo>
                    <a:pt x="31827" y="265369"/>
                  </a:lnTo>
                  <a:lnTo>
                    <a:pt x="35003" y="269602"/>
                  </a:lnTo>
                  <a:lnTo>
                    <a:pt x="38312" y="273733"/>
                  </a:lnTo>
                  <a:lnTo>
                    <a:pt x="41751" y="277757"/>
                  </a:lnTo>
                  <a:lnTo>
                    <a:pt x="45314" y="281670"/>
                  </a:lnTo>
                  <a:lnTo>
                    <a:pt x="49000" y="285469"/>
                  </a:lnTo>
                  <a:lnTo>
                    <a:pt x="52805" y="289148"/>
                  </a:lnTo>
                  <a:lnTo>
                    <a:pt x="56724" y="292706"/>
                  </a:lnTo>
                  <a:lnTo>
                    <a:pt x="60753" y="296137"/>
                  </a:lnTo>
                  <a:lnTo>
                    <a:pt x="64889" y="299440"/>
                  </a:lnTo>
                  <a:lnTo>
                    <a:pt x="69128" y="302609"/>
                  </a:lnTo>
                  <a:lnTo>
                    <a:pt x="73465" y="305643"/>
                  </a:lnTo>
                  <a:lnTo>
                    <a:pt x="77896" y="308538"/>
                  </a:lnTo>
                  <a:lnTo>
                    <a:pt x="82416" y="311292"/>
                  </a:lnTo>
                  <a:lnTo>
                    <a:pt x="87021" y="313901"/>
                  </a:lnTo>
                  <a:lnTo>
                    <a:pt x="91706" y="316363"/>
                  </a:lnTo>
                  <a:lnTo>
                    <a:pt x="96467" y="318675"/>
                  </a:lnTo>
                  <a:lnTo>
                    <a:pt x="101299" y="320835"/>
                  </a:lnTo>
                  <a:lnTo>
                    <a:pt x="106197" y="322842"/>
                  </a:lnTo>
                  <a:lnTo>
                    <a:pt x="111155" y="324692"/>
                  </a:lnTo>
                  <a:lnTo>
                    <a:pt x="116170" y="326384"/>
                  </a:lnTo>
                  <a:lnTo>
                    <a:pt x="121236" y="327917"/>
                  </a:lnTo>
                  <a:lnTo>
                    <a:pt x="126348" y="329289"/>
                  </a:lnTo>
                  <a:lnTo>
                    <a:pt x="131501" y="330498"/>
                  </a:lnTo>
                  <a:lnTo>
                    <a:pt x="136689" y="331543"/>
                  </a:lnTo>
                  <a:lnTo>
                    <a:pt x="141908" y="332424"/>
                  </a:lnTo>
                  <a:lnTo>
                    <a:pt x="147153" y="333139"/>
                  </a:lnTo>
                  <a:lnTo>
                    <a:pt x="152417" y="333687"/>
                  </a:lnTo>
                  <a:lnTo>
                    <a:pt x="157696" y="334069"/>
                  </a:lnTo>
                  <a:lnTo>
                    <a:pt x="162984" y="334283"/>
                  </a:lnTo>
                  <a:lnTo>
                    <a:pt x="168277" y="334330"/>
                  </a:lnTo>
                  <a:lnTo>
                    <a:pt x="173568" y="334210"/>
                  </a:lnTo>
                  <a:lnTo>
                    <a:pt x="178853" y="333921"/>
                  </a:lnTo>
                  <a:lnTo>
                    <a:pt x="184126" y="333466"/>
                  </a:lnTo>
                  <a:lnTo>
                    <a:pt x="189382" y="332844"/>
                  </a:lnTo>
                  <a:lnTo>
                    <a:pt x="194616" y="332056"/>
                  </a:lnTo>
                  <a:lnTo>
                    <a:pt x="199822" y="331102"/>
                  </a:lnTo>
                  <a:lnTo>
                    <a:pt x="204996" y="329985"/>
                  </a:lnTo>
                  <a:lnTo>
                    <a:pt x="210131" y="328704"/>
                  </a:lnTo>
                  <a:lnTo>
                    <a:pt x="215223" y="327261"/>
                  </a:lnTo>
                  <a:lnTo>
                    <a:pt x="220267" y="325657"/>
                  </a:lnTo>
                  <a:lnTo>
                    <a:pt x="225258" y="323895"/>
                  </a:lnTo>
                  <a:lnTo>
                    <a:pt x="230190" y="321976"/>
                  </a:lnTo>
                  <a:lnTo>
                    <a:pt x="235060" y="319901"/>
                  </a:lnTo>
                  <a:lnTo>
                    <a:pt x="239861" y="317673"/>
                  </a:lnTo>
                  <a:lnTo>
                    <a:pt x="244589" y="315295"/>
                  </a:lnTo>
                  <a:lnTo>
                    <a:pt x="249239" y="312768"/>
                  </a:lnTo>
                  <a:lnTo>
                    <a:pt x="253808" y="310095"/>
                  </a:lnTo>
                  <a:lnTo>
                    <a:pt x="258289" y="307278"/>
                  </a:lnTo>
                  <a:lnTo>
                    <a:pt x="262679" y="304322"/>
                  </a:lnTo>
                  <a:lnTo>
                    <a:pt x="266973" y="301227"/>
                  </a:lnTo>
                  <a:lnTo>
                    <a:pt x="271167" y="297999"/>
                  </a:lnTo>
                  <a:lnTo>
                    <a:pt x="275256" y="294639"/>
                  </a:lnTo>
                  <a:lnTo>
                    <a:pt x="279238" y="291151"/>
                  </a:lnTo>
                  <a:lnTo>
                    <a:pt x="283106" y="287540"/>
                  </a:lnTo>
                  <a:lnTo>
                    <a:pt x="286859" y="283807"/>
                  </a:lnTo>
                  <a:lnTo>
                    <a:pt x="290491" y="279958"/>
                  </a:lnTo>
                  <a:lnTo>
                    <a:pt x="294000" y="275995"/>
                  </a:lnTo>
                  <a:lnTo>
                    <a:pt x="297382" y="271924"/>
                  </a:lnTo>
                  <a:lnTo>
                    <a:pt x="300633" y="267747"/>
                  </a:lnTo>
                  <a:lnTo>
                    <a:pt x="303750" y="263469"/>
                  </a:lnTo>
                  <a:lnTo>
                    <a:pt x="306730" y="259096"/>
                  </a:lnTo>
                  <a:lnTo>
                    <a:pt x="309571" y="254629"/>
                  </a:lnTo>
                  <a:lnTo>
                    <a:pt x="312268" y="250076"/>
                  </a:lnTo>
                  <a:lnTo>
                    <a:pt x="314820" y="245439"/>
                  </a:lnTo>
                  <a:lnTo>
                    <a:pt x="317224" y="240723"/>
                  </a:lnTo>
                  <a:lnTo>
                    <a:pt x="319477" y="235934"/>
                  </a:lnTo>
                  <a:lnTo>
                    <a:pt x="321578" y="231076"/>
                  </a:lnTo>
                  <a:lnTo>
                    <a:pt x="323524" y="226154"/>
                  </a:lnTo>
                  <a:lnTo>
                    <a:pt x="325313" y="221173"/>
                  </a:lnTo>
                  <a:lnTo>
                    <a:pt x="326943" y="216137"/>
                  </a:lnTo>
                  <a:lnTo>
                    <a:pt x="328413" y="211053"/>
                  </a:lnTo>
                  <a:lnTo>
                    <a:pt x="329722" y="205924"/>
                  </a:lnTo>
                  <a:lnTo>
                    <a:pt x="330867" y="200757"/>
                  </a:lnTo>
                  <a:lnTo>
                    <a:pt x="331848" y="195556"/>
                  </a:lnTo>
                  <a:lnTo>
                    <a:pt x="332664" y="190327"/>
                  </a:lnTo>
                  <a:lnTo>
                    <a:pt x="333315" y="185074"/>
                  </a:lnTo>
                  <a:lnTo>
                    <a:pt x="333798" y="179803"/>
                  </a:lnTo>
                  <a:lnTo>
                    <a:pt x="334115" y="174520"/>
                  </a:lnTo>
                  <a:lnTo>
                    <a:pt x="334264" y="169230"/>
                  </a:lnTo>
                  <a:lnTo>
                    <a:pt x="334245" y="163937"/>
                  </a:lnTo>
                  <a:lnTo>
                    <a:pt x="334059" y="158647"/>
                  </a:lnTo>
                  <a:lnTo>
                    <a:pt x="333706" y="153366"/>
                  </a:lnTo>
                  <a:lnTo>
                    <a:pt x="333186" y="148099"/>
                  </a:lnTo>
                  <a:lnTo>
                    <a:pt x="332499" y="142851"/>
                  </a:lnTo>
                  <a:lnTo>
                    <a:pt x="331646" y="137628"/>
                  </a:lnTo>
                  <a:lnTo>
                    <a:pt x="330628" y="132434"/>
                  </a:lnTo>
                  <a:lnTo>
                    <a:pt x="329447" y="127274"/>
                  </a:lnTo>
                  <a:lnTo>
                    <a:pt x="328103" y="122155"/>
                  </a:lnTo>
                  <a:lnTo>
                    <a:pt x="326597" y="117081"/>
                  </a:lnTo>
                  <a:lnTo>
                    <a:pt x="324931" y="112057"/>
                  </a:lnTo>
                  <a:lnTo>
                    <a:pt x="323108" y="107089"/>
                  </a:lnTo>
                  <a:lnTo>
                    <a:pt x="321128" y="102180"/>
                  </a:lnTo>
                  <a:lnTo>
                    <a:pt x="318993" y="97337"/>
                  </a:lnTo>
                  <a:lnTo>
                    <a:pt x="316706" y="92564"/>
                  </a:lnTo>
                  <a:lnTo>
                    <a:pt x="314270" y="87865"/>
                  </a:lnTo>
                  <a:lnTo>
                    <a:pt x="311685" y="83246"/>
                  </a:lnTo>
                  <a:lnTo>
                    <a:pt x="308956" y="78712"/>
                  </a:lnTo>
                  <a:lnTo>
                    <a:pt x="306085" y="74265"/>
                  </a:lnTo>
                  <a:lnTo>
                    <a:pt x="303074" y="69912"/>
                  </a:lnTo>
                  <a:lnTo>
                    <a:pt x="299927" y="65657"/>
                  </a:lnTo>
                  <a:lnTo>
                    <a:pt x="296647" y="61503"/>
                  </a:lnTo>
                  <a:lnTo>
                    <a:pt x="293237" y="57455"/>
                  </a:lnTo>
                  <a:lnTo>
                    <a:pt x="289701" y="53517"/>
                  </a:lnTo>
                  <a:lnTo>
                    <a:pt x="286041" y="49693"/>
                  </a:lnTo>
                  <a:lnTo>
                    <a:pt x="282263" y="45987"/>
                  </a:lnTo>
                  <a:lnTo>
                    <a:pt x="278369" y="42402"/>
                  </a:lnTo>
                  <a:lnTo>
                    <a:pt x="274363" y="38943"/>
                  </a:lnTo>
                  <a:lnTo>
                    <a:pt x="270250" y="35611"/>
                  </a:lnTo>
                  <a:lnTo>
                    <a:pt x="266034" y="32412"/>
                  </a:lnTo>
                  <a:lnTo>
                    <a:pt x="261718" y="29348"/>
                  </a:lnTo>
                  <a:lnTo>
                    <a:pt x="257308" y="26422"/>
                  </a:lnTo>
                  <a:lnTo>
                    <a:pt x="252807" y="23637"/>
                  </a:lnTo>
                  <a:lnTo>
                    <a:pt x="248220" y="20996"/>
                  </a:lnTo>
                  <a:lnTo>
                    <a:pt x="243552" y="18502"/>
                  </a:lnTo>
                  <a:lnTo>
                    <a:pt x="238808" y="16156"/>
                  </a:lnTo>
                  <a:lnTo>
                    <a:pt x="233991" y="13962"/>
                  </a:lnTo>
                  <a:lnTo>
                    <a:pt x="229108" y="11922"/>
                  </a:lnTo>
                  <a:lnTo>
                    <a:pt x="224162" y="10037"/>
                  </a:lnTo>
                  <a:lnTo>
                    <a:pt x="219159" y="8309"/>
                  </a:lnTo>
                  <a:lnTo>
                    <a:pt x="214104" y="6741"/>
                  </a:lnTo>
                  <a:lnTo>
                    <a:pt x="209002" y="5334"/>
                  </a:lnTo>
                  <a:lnTo>
                    <a:pt x="203857" y="4089"/>
                  </a:lnTo>
                  <a:lnTo>
                    <a:pt x="198676" y="3007"/>
                  </a:lnTo>
                  <a:lnTo>
                    <a:pt x="193464" y="2090"/>
                  </a:lnTo>
                  <a:lnTo>
                    <a:pt x="188224" y="1338"/>
                  </a:lnTo>
                  <a:lnTo>
                    <a:pt x="182964" y="753"/>
                  </a:lnTo>
                  <a:lnTo>
                    <a:pt x="177688" y="335"/>
                  </a:lnTo>
                  <a:lnTo>
                    <a:pt x="172401" y="83"/>
                  </a:lnTo>
                  <a:lnTo>
                    <a:pt x="167109" y="0"/>
                  </a:lnTo>
                  <a:lnTo>
                    <a:pt x="16710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5963887" y="4961274"/>
              <a:ext cx="118952" cy="167167"/>
            </a:xfrm>
            <a:custGeom>
              <a:avLst/>
              <a:pathLst>
                <a:path w="118952" h="167167">
                  <a:moveTo>
                    <a:pt x="118952" y="0"/>
                  </a:moveTo>
                  <a:lnTo>
                    <a:pt x="113439" y="90"/>
                  </a:lnTo>
                  <a:lnTo>
                    <a:pt x="107931" y="363"/>
                  </a:lnTo>
                  <a:lnTo>
                    <a:pt x="102435" y="818"/>
                  </a:lnTo>
                  <a:lnTo>
                    <a:pt x="96957" y="1453"/>
                  </a:lnTo>
                  <a:lnTo>
                    <a:pt x="91504" y="2268"/>
                  </a:lnTo>
                  <a:lnTo>
                    <a:pt x="86080" y="3264"/>
                  </a:lnTo>
                  <a:lnTo>
                    <a:pt x="80691" y="4437"/>
                  </a:lnTo>
                  <a:lnTo>
                    <a:pt x="75345" y="5787"/>
                  </a:lnTo>
                  <a:lnTo>
                    <a:pt x="70046" y="7314"/>
                  </a:lnTo>
                  <a:lnTo>
                    <a:pt x="64800" y="9014"/>
                  </a:lnTo>
                  <a:lnTo>
                    <a:pt x="59613" y="10886"/>
                  </a:lnTo>
                  <a:lnTo>
                    <a:pt x="54491" y="12928"/>
                  </a:lnTo>
                  <a:lnTo>
                    <a:pt x="49438" y="15138"/>
                  </a:lnTo>
                  <a:lnTo>
                    <a:pt x="44462" y="17514"/>
                  </a:lnTo>
                  <a:lnTo>
                    <a:pt x="39566" y="20052"/>
                  </a:lnTo>
                  <a:lnTo>
                    <a:pt x="34757" y="22751"/>
                  </a:lnTo>
                  <a:lnTo>
                    <a:pt x="30039" y="25606"/>
                  </a:lnTo>
                  <a:lnTo>
                    <a:pt x="25419" y="28616"/>
                  </a:lnTo>
                  <a:lnTo>
                    <a:pt x="20900" y="31776"/>
                  </a:lnTo>
                  <a:lnTo>
                    <a:pt x="16487" y="35084"/>
                  </a:lnTo>
                  <a:lnTo>
                    <a:pt x="12187" y="38536"/>
                  </a:lnTo>
                  <a:lnTo>
                    <a:pt x="8002" y="42127"/>
                  </a:lnTo>
                  <a:lnTo>
                    <a:pt x="3938" y="45855"/>
                  </a:lnTo>
                  <a:lnTo>
                    <a:pt x="0" y="49714"/>
                  </a:lnTo>
                  <a:lnTo>
                    <a:pt x="118952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5963887" y="5010988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5963887" y="5010988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63887" y="5010988"/>
              <a:ext cx="118952" cy="117452"/>
            </a:xfrm>
            <a:custGeom>
              <a:avLst/>
              <a:pathLst>
                <a:path w="118952" h="117452">
                  <a:moveTo>
                    <a:pt x="0" y="0"/>
                  </a:moveTo>
                  <a:lnTo>
                    <a:pt x="118952" y="11745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43326" y="5010988"/>
              <a:ext cx="139513" cy="117452"/>
            </a:xfrm>
            <a:custGeom>
              <a:avLst/>
              <a:pathLst>
                <a:path w="139513" h="117452">
                  <a:moveTo>
                    <a:pt x="20560" y="0"/>
                  </a:moveTo>
                  <a:lnTo>
                    <a:pt x="16057" y="4742"/>
                  </a:lnTo>
                  <a:lnTo>
                    <a:pt x="11743" y="9657"/>
                  </a:lnTo>
                  <a:lnTo>
                    <a:pt x="7625" y="14737"/>
                  </a:lnTo>
                  <a:lnTo>
                    <a:pt x="3708" y="19974"/>
                  </a:lnTo>
                  <a:lnTo>
                    <a:pt x="0" y="25360"/>
                  </a:lnTo>
                  <a:lnTo>
                    <a:pt x="139513" y="11745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5915686" y="4961274"/>
              <a:ext cx="334303" cy="334334"/>
            </a:xfrm>
            <a:custGeom>
              <a:avLst/>
              <a:pathLst>
                <a:path w="334303" h="334334">
                  <a:moveTo>
                    <a:pt x="27640" y="75075"/>
                  </a:moveTo>
                  <a:lnTo>
                    <a:pt x="24790" y="79545"/>
                  </a:lnTo>
                  <a:lnTo>
                    <a:pt x="22084" y="84103"/>
                  </a:lnTo>
                  <a:lnTo>
                    <a:pt x="19523" y="88744"/>
                  </a:lnTo>
                  <a:lnTo>
                    <a:pt x="17111" y="93464"/>
                  </a:lnTo>
                  <a:lnTo>
                    <a:pt x="14849" y="98258"/>
                  </a:lnTo>
                  <a:lnTo>
                    <a:pt x="12741" y="103122"/>
                  </a:lnTo>
                  <a:lnTo>
                    <a:pt x="10788" y="108050"/>
                  </a:lnTo>
                  <a:lnTo>
                    <a:pt x="8992" y="113038"/>
                  </a:lnTo>
                  <a:lnTo>
                    <a:pt x="7356" y="118080"/>
                  </a:lnTo>
                  <a:lnTo>
                    <a:pt x="5880" y="123171"/>
                  </a:lnTo>
                  <a:lnTo>
                    <a:pt x="4566" y="128306"/>
                  </a:lnTo>
                  <a:lnTo>
                    <a:pt x="3415" y="133481"/>
                  </a:lnTo>
                  <a:lnTo>
                    <a:pt x="2430" y="138689"/>
                  </a:lnTo>
                  <a:lnTo>
                    <a:pt x="1610" y="143926"/>
                  </a:lnTo>
                  <a:lnTo>
                    <a:pt x="956" y="149187"/>
                  </a:lnTo>
                  <a:lnTo>
                    <a:pt x="469" y="154465"/>
                  </a:lnTo>
                  <a:lnTo>
                    <a:pt x="150" y="159757"/>
                  </a:lnTo>
                  <a:lnTo>
                    <a:pt x="0" y="165056"/>
                  </a:lnTo>
                  <a:lnTo>
                    <a:pt x="17" y="170356"/>
                  </a:lnTo>
                  <a:lnTo>
                    <a:pt x="202" y="175654"/>
                  </a:lnTo>
                  <a:lnTo>
                    <a:pt x="555" y="180943"/>
                  </a:lnTo>
                  <a:lnTo>
                    <a:pt x="1075" y="186219"/>
                  </a:lnTo>
                  <a:lnTo>
                    <a:pt x="1763" y="191475"/>
                  </a:lnTo>
                  <a:lnTo>
                    <a:pt x="2617" y="196706"/>
                  </a:lnTo>
                  <a:lnTo>
                    <a:pt x="3636" y="201908"/>
                  </a:lnTo>
                  <a:lnTo>
                    <a:pt x="4820" y="207075"/>
                  </a:lnTo>
                  <a:lnTo>
                    <a:pt x="6167" y="212202"/>
                  </a:lnTo>
                  <a:lnTo>
                    <a:pt x="7676" y="217284"/>
                  </a:lnTo>
                  <a:lnTo>
                    <a:pt x="9345" y="222315"/>
                  </a:lnTo>
                  <a:lnTo>
                    <a:pt x="11173" y="227291"/>
                  </a:lnTo>
                  <a:lnTo>
                    <a:pt x="13157" y="232206"/>
                  </a:lnTo>
                  <a:lnTo>
                    <a:pt x="15297" y="237056"/>
                  </a:lnTo>
                  <a:lnTo>
                    <a:pt x="17589" y="241836"/>
                  </a:lnTo>
                  <a:lnTo>
                    <a:pt x="20032" y="246541"/>
                  </a:lnTo>
                  <a:lnTo>
                    <a:pt x="22623" y="251165"/>
                  </a:lnTo>
                  <a:lnTo>
                    <a:pt x="25358" y="255706"/>
                  </a:lnTo>
                  <a:lnTo>
                    <a:pt x="28237" y="260157"/>
                  </a:lnTo>
                  <a:lnTo>
                    <a:pt x="31255" y="264515"/>
                  </a:lnTo>
                  <a:lnTo>
                    <a:pt x="34410" y="268775"/>
                  </a:lnTo>
                  <a:lnTo>
                    <a:pt x="37698" y="272932"/>
                  </a:lnTo>
                  <a:lnTo>
                    <a:pt x="41117" y="276984"/>
                  </a:lnTo>
                  <a:lnTo>
                    <a:pt x="44662" y="280925"/>
                  </a:lnTo>
                  <a:lnTo>
                    <a:pt x="48331" y="284751"/>
                  </a:lnTo>
                  <a:lnTo>
                    <a:pt x="52118" y="288459"/>
                  </a:lnTo>
                  <a:lnTo>
                    <a:pt x="56022" y="292046"/>
                  </a:lnTo>
                  <a:lnTo>
                    <a:pt x="60037" y="295507"/>
                  </a:lnTo>
                  <a:lnTo>
                    <a:pt x="64160" y="298838"/>
                  </a:lnTo>
                  <a:lnTo>
                    <a:pt x="68387" y="302038"/>
                  </a:lnTo>
                  <a:lnTo>
                    <a:pt x="72713" y="305101"/>
                  </a:lnTo>
                  <a:lnTo>
                    <a:pt x="77134" y="308026"/>
                  </a:lnTo>
                  <a:lnTo>
                    <a:pt x="81645" y="310810"/>
                  </a:lnTo>
                  <a:lnTo>
                    <a:pt x="86242" y="313449"/>
                  </a:lnTo>
                  <a:lnTo>
                    <a:pt x="90921" y="315940"/>
                  </a:lnTo>
                  <a:lnTo>
                    <a:pt x="95677" y="318283"/>
                  </a:lnTo>
                  <a:lnTo>
                    <a:pt x="100504" y="320473"/>
                  </a:lnTo>
                  <a:lnTo>
                    <a:pt x="105398" y="322509"/>
                  </a:lnTo>
                  <a:lnTo>
                    <a:pt x="110354" y="324389"/>
                  </a:lnTo>
                  <a:lnTo>
                    <a:pt x="115368" y="326111"/>
                  </a:lnTo>
                  <a:lnTo>
                    <a:pt x="120433" y="327673"/>
                  </a:lnTo>
                  <a:lnTo>
                    <a:pt x="125546" y="329074"/>
                  </a:lnTo>
                  <a:lnTo>
                    <a:pt x="130700" y="330311"/>
                  </a:lnTo>
                  <a:lnTo>
                    <a:pt x="135891" y="331385"/>
                  </a:lnTo>
                  <a:lnTo>
                    <a:pt x="141114" y="332294"/>
                  </a:lnTo>
                  <a:lnTo>
                    <a:pt x="146362" y="333036"/>
                  </a:lnTo>
                  <a:lnTo>
                    <a:pt x="151632" y="333612"/>
                  </a:lnTo>
                  <a:lnTo>
                    <a:pt x="156917" y="334021"/>
                  </a:lnTo>
                  <a:lnTo>
                    <a:pt x="162213" y="334261"/>
                  </a:lnTo>
                  <a:lnTo>
                    <a:pt x="167513" y="334334"/>
                  </a:lnTo>
                  <a:lnTo>
                    <a:pt x="172813" y="334239"/>
                  </a:lnTo>
                  <a:lnTo>
                    <a:pt x="178107" y="333975"/>
                  </a:lnTo>
                  <a:lnTo>
                    <a:pt x="183391" y="333544"/>
                  </a:lnTo>
                  <a:lnTo>
                    <a:pt x="188658" y="332945"/>
                  </a:lnTo>
                  <a:lnTo>
                    <a:pt x="193903" y="332180"/>
                  </a:lnTo>
                  <a:lnTo>
                    <a:pt x="199122" y="331249"/>
                  </a:lnTo>
                  <a:lnTo>
                    <a:pt x="204308" y="330153"/>
                  </a:lnTo>
                  <a:lnTo>
                    <a:pt x="209457" y="328893"/>
                  </a:lnTo>
                  <a:lnTo>
                    <a:pt x="214564" y="327471"/>
                  </a:lnTo>
                  <a:lnTo>
                    <a:pt x="219622" y="325887"/>
                  </a:lnTo>
                  <a:lnTo>
                    <a:pt x="224628" y="324143"/>
                  </a:lnTo>
                  <a:lnTo>
                    <a:pt x="229577" y="322242"/>
                  </a:lnTo>
                  <a:lnTo>
                    <a:pt x="234462" y="320185"/>
                  </a:lnTo>
                  <a:lnTo>
                    <a:pt x="239280" y="317974"/>
                  </a:lnTo>
                  <a:lnTo>
                    <a:pt x="244025" y="315611"/>
                  </a:lnTo>
                  <a:lnTo>
                    <a:pt x="248693" y="313099"/>
                  </a:lnTo>
                  <a:lnTo>
                    <a:pt x="253279" y="310441"/>
                  </a:lnTo>
                  <a:lnTo>
                    <a:pt x="257778" y="307638"/>
                  </a:lnTo>
                  <a:lnTo>
                    <a:pt x="262187" y="304694"/>
                  </a:lnTo>
                  <a:lnTo>
                    <a:pt x="266499" y="301612"/>
                  </a:lnTo>
                  <a:lnTo>
                    <a:pt x="270712" y="298394"/>
                  </a:lnTo>
                  <a:lnTo>
                    <a:pt x="274821" y="295045"/>
                  </a:lnTo>
                  <a:lnTo>
                    <a:pt x="278821" y="291567"/>
                  </a:lnTo>
                  <a:lnTo>
                    <a:pt x="282709" y="287964"/>
                  </a:lnTo>
                  <a:lnTo>
                    <a:pt x="286481" y="284239"/>
                  </a:lnTo>
                  <a:lnTo>
                    <a:pt x="290133" y="280397"/>
                  </a:lnTo>
                  <a:lnTo>
                    <a:pt x="293661" y="276441"/>
                  </a:lnTo>
                  <a:lnTo>
                    <a:pt x="297062" y="272375"/>
                  </a:lnTo>
                  <a:lnTo>
                    <a:pt x="300333" y="268203"/>
                  </a:lnTo>
                  <a:lnTo>
                    <a:pt x="303469" y="263929"/>
                  </a:lnTo>
                  <a:lnTo>
                    <a:pt x="306469" y="259559"/>
                  </a:lnTo>
                  <a:lnTo>
                    <a:pt x="309328" y="255095"/>
                  </a:lnTo>
                  <a:lnTo>
                    <a:pt x="312045" y="250543"/>
                  </a:lnTo>
                  <a:lnTo>
                    <a:pt x="314615" y="245907"/>
                  </a:lnTo>
                  <a:lnTo>
                    <a:pt x="317038" y="241192"/>
                  </a:lnTo>
                  <a:lnTo>
                    <a:pt x="319309" y="236403"/>
                  </a:lnTo>
                  <a:lnTo>
                    <a:pt x="321428" y="231544"/>
                  </a:lnTo>
                  <a:lnTo>
                    <a:pt x="323392" y="226620"/>
                  </a:lnTo>
                  <a:lnTo>
                    <a:pt x="325198" y="221636"/>
                  </a:lnTo>
                  <a:lnTo>
                    <a:pt x="326846" y="216598"/>
                  </a:lnTo>
                  <a:lnTo>
                    <a:pt x="328333" y="211510"/>
                  </a:lnTo>
                  <a:lnTo>
                    <a:pt x="329658" y="206377"/>
                  </a:lnTo>
                  <a:lnTo>
                    <a:pt x="330819" y="201205"/>
                  </a:lnTo>
                  <a:lnTo>
                    <a:pt x="331816" y="195999"/>
                  </a:lnTo>
                  <a:lnTo>
                    <a:pt x="332647" y="190763"/>
                  </a:lnTo>
                  <a:lnTo>
                    <a:pt x="333312" y="185504"/>
                  </a:lnTo>
                  <a:lnTo>
                    <a:pt x="333810" y="180227"/>
                  </a:lnTo>
                  <a:lnTo>
                    <a:pt x="334140" y="174936"/>
                  </a:lnTo>
                  <a:lnTo>
                    <a:pt x="334303" y="169638"/>
                  </a:lnTo>
                  <a:lnTo>
                    <a:pt x="334297" y="164337"/>
                  </a:lnTo>
                  <a:lnTo>
                    <a:pt x="334123" y="159039"/>
                  </a:lnTo>
                  <a:lnTo>
                    <a:pt x="333782" y="153749"/>
                  </a:lnTo>
                  <a:lnTo>
                    <a:pt x="333272" y="148472"/>
                  </a:lnTo>
                  <a:lnTo>
                    <a:pt x="332596" y="143215"/>
                  </a:lnTo>
                  <a:lnTo>
                    <a:pt x="331754" y="137981"/>
                  </a:lnTo>
                  <a:lnTo>
                    <a:pt x="330745" y="132777"/>
                  </a:lnTo>
                  <a:lnTo>
                    <a:pt x="329573" y="127608"/>
                  </a:lnTo>
                  <a:lnTo>
                    <a:pt x="328237" y="122478"/>
                  </a:lnTo>
                  <a:lnTo>
                    <a:pt x="326739" y="117393"/>
                  </a:lnTo>
                  <a:lnTo>
                    <a:pt x="325081" y="112358"/>
                  </a:lnTo>
                  <a:lnTo>
                    <a:pt x="323263" y="107378"/>
                  </a:lnTo>
                  <a:lnTo>
                    <a:pt x="321289" y="102459"/>
                  </a:lnTo>
                  <a:lnTo>
                    <a:pt x="319160" y="97604"/>
                  </a:lnTo>
                  <a:lnTo>
                    <a:pt x="316878" y="92820"/>
                  </a:lnTo>
                  <a:lnTo>
                    <a:pt x="314446" y="88110"/>
                  </a:lnTo>
                  <a:lnTo>
                    <a:pt x="311865" y="83479"/>
                  </a:lnTo>
                  <a:lnTo>
                    <a:pt x="309139" y="78933"/>
                  </a:lnTo>
                  <a:lnTo>
                    <a:pt x="306270" y="74476"/>
                  </a:lnTo>
                  <a:lnTo>
                    <a:pt x="303261" y="70112"/>
                  </a:lnTo>
                  <a:lnTo>
                    <a:pt x="300115" y="65845"/>
                  </a:lnTo>
                  <a:lnTo>
                    <a:pt x="296836" y="61680"/>
                  </a:lnTo>
                  <a:lnTo>
                    <a:pt x="293426" y="57621"/>
                  </a:lnTo>
                  <a:lnTo>
                    <a:pt x="289889" y="53673"/>
                  </a:lnTo>
                  <a:lnTo>
                    <a:pt x="286229" y="49839"/>
                  </a:lnTo>
                  <a:lnTo>
                    <a:pt x="282449" y="46122"/>
                  </a:lnTo>
                  <a:lnTo>
                    <a:pt x="278553" y="42527"/>
                  </a:lnTo>
                  <a:lnTo>
                    <a:pt x="274546" y="39058"/>
                  </a:lnTo>
                  <a:lnTo>
                    <a:pt x="270430" y="35717"/>
                  </a:lnTo>
                  <a:lnTo>
                    <a:pt x="266210" y="32509"/>
                  </a:lnTo>
                  <a:lnTo>
                    <a:pt x="261891" y="29436"/>
                  </a:lnTo>
                  <a:lnTo>
                    <a:pt x="257476" y="26501"/>
                  </a:lnTo>
                  <a:lnTo>
                    <a:pt x="252971" y="23708"/>
                  </a:lnTo>
                  <a:lnTo>
                    <a:pt x="248379" y="21060"/>
                  </a:lnTo>
                  <a:lnTo>
                    <a:pt x="243706" y="18558"/>
                  </a:lnTo>
                  <a:lnTo>
                    <a:pt x="238955" y="16205"/>
                  </a:lnTo>
                  <a:lnTo>
                    <a:pt x="234133" y="14005"/>
                  </a:lnTo>
                  <a:lnTo>
                    <a:pt x="229243" y="11958"/>
                  </a:lnTo>
                  <a:lnTo>
                    <a:pt x="224291" y="10067"/>
                  </a:lnTo>
                  <a:lnTo>
                    <a:pt x="219281" y="8335"/>
                  </a:lnTo>
                  <a:lnTo>
                    <a:pt x="214219" y="6762"/>
                  </a:lnTo>
                  <a:lnTo>
                    <a:pt x="209109" y="5350"/>
                  </a:lnTo>
                  <a:lnTo>
                    <a:pt x="203958" y="4101"/>
                  </a:lnTo>
                  <a:lnTo>
                    <a:pt x="198769" y="3016"/>
                  </a:lnTo>
                  <a:lnTo>
                    <a:pt x="193548" y="2096"/>
                  </a:lnTo>
                  <a:lnTo>
                    <a:pt x="188301" y="1343"/>
                  </a:lnTo>
                  <a:lnTo>
                    <a:pt x="183033" y="755"/>
                  </a:lnTo>
                  <a:lnTo>
                    <a:pt x="177749" y="336"/>
                  </a:lnTo>
                  <a:lnTo>
                    <a:pt x="172454" y="84"/>
                  </a:lnTo>
                  <a:lnTo>
                    <a:pt x="167154" y="0"/>
                  </a:lnTo>
                  <a:lnTo>
                    <a:pt x="16715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293388" y="4605529"/>
              <a:ext cx="325983" cy="334323"/>
            </a:xfrm>
            <a:custGeom>
              <a:avLst/>
              <a:pathLst>
                <a:path w="325983" h="334323">
                  <a:moveTo>
                    <a:pt x="167158" y="0"/>
                  </a:moveTo>
                  <a:lnTo>
                    <a:pt x="161835" y="84"/>
                  </a:lnTo>
                  <a:lnTo>
                    <a:pt x="156517" y="339"/>
                  </a:lnTo>
                  <a:lnTo>
                    <a:pt x="151210" y="762"/>
                  </a:lnTo>
                  <a:lnTo>
                    <a:pt x="145919" y="1354"/>
                  </a:lnTo>
                  <a:lnTo>
                    <a:pt x="140650" y="2115"/>
                  </a:lnTo>
                  <a:lnTo>
                    <a:pt x="135408" y="3042"/>
                  </a:lnTo>
                  <a:lnTo>
                    <a:pt x="130198" y="4137"/>
                  </a:lnTo>
                  <a:lnTo>
                    <a:pt x="125025" y="5396"/>
                  </a:lnTo>
                  <a:lnTo>
                    <a:pt x="119895" y="6820"/>
                  </a:lnTo>
                  <a:lnTo>
                    <a:pt x="114813" y="8406"/>
                  </a:lnTo>
                  <a:lnTo>
                    <a:pt x="109784" y="10154"/>
                  </a:lnTo>
                  <a:lnTo>
                    <a:pt x="104813" y="12060"/>
                  </a:lnTo>
                  <a:lnTo>
                    <a:pt x="99906" y="14124"/>
                  </a:lnTo>
                  <a:lnTo>
                    <a:pt x="95066" y="16343"/>
                  </a:lnTo>
                  <a:lnTo>
                    <a:pt x="90300" y="18716"/>
                  </a:lnTo>
                  <a:lnTo>
                    <a:pt x="85612" y="21238"/>
                  </a:lnTo>
                  <a:lnTo>
                    <a:pt x="81007" y="23909"/>
                  </a:lnTo>
                  <a:lnTo>
                    <a:pt x="76488" y="26725"/>
                  </a:lnTo>
                  <a:lnTo>
                    <a:pt x="72062" y="29683"/>
                  </a:lnTo>
                  <a:lnTo>
                    <a:pt x="67733" y="32781"/>
                  </a:lnTo>
                  <a:lnTo>
                    <a:pt x="63504" y="36016"/>
                  </a:lnTo>
                  <a:lnTo>
                    <a:pt x="59380" y="39383"/>
                  </a:lnTo>
                  <a:lnTo>
                    <a:pt x="55365" y="42880"/>
                  </a:lnTo>
                  <a:lnTo>
                    <a:pt x="51464" y="46503"/>
                  </a:lnTo>
                  <a:lnTo>
                    <a:pt x="47681" y="50248"/>
                  </a:lnTo>
                  <a:lnTo>
                    <a:pt x="44018" y="54112"/>
                  </a:lnTo>
                  <a:lnTo>
                    <a:pt x="40481" y="58090"/>
                  </a:lnTo>
                  <a:lnTo>
                    <a:pt x="37071" y="62179"/>
                  </a:lnTo>
                  <a:lnTo>
                    <a:pt x="33794" y="66375"/>
                  </a:lnTo>
                  <a:lnTo>
                    <a:pt x="30652" y="70673"/>
                  </a:lnTo>
                  <a:lnTo>
                    <a:pt x="27649" y="75069"/>
                  </a:lnTo>
                  <a:lnTo>
                    <a:pt x="24787" y="79558"/>
                  </a:lnTo>
                  <a:lnTo>
                    <a:pt x="22069" y="84136"/>
                  </a:lnTo>
                  <a:lnTo>
                    <a:pt x="19499" y="88798"/>
                  </a:lnTo>
                  <a:lnTo>
                    <a:pt x="17078" y="93540"/>
                  </a:lnTo>
                  <a:lnTo>
                    <a:pt x="14810" y="98356"/>
                  </a:lnTo>
                  <a:lnTo>
                    <a:pt x="12696" y="103242"/>
                  </a:lnTo>
                  <a:lnTo>
                    <a:pt x="10739" y="108193"/>
                  </a:lnTo>
                  <a:lnTo>
                    <a:pt x="8940" y="113204"/>
                  </a:lnTo>
                  <a:lnTo>
                    <a:pt x="7302" y="118270"/>
                  </a:lnTo>
                  <a:lnTo>
                    <a:pt x="5826" y="123385"/>
                  </a:lnTo>
                  <a:lnTo>
                    <a:pt x="4514" y="128545"/>
                  </a:lnTo>
                  <a:lnTo>
                    <a:pt x="3366" y="133743"/>
                  </a:lnTo>
                  <a:lnTo>
                    <a:pt x="2385" y="138976"/>
                  </a:lnTo>
                  <a:lnTo>
                    <a:pt x="1571" y="144237"/>
                  </a:lnTo>
                  <a:lnTo>
                    <a:pt x="925" y="149522"/>
                  </a:lnTo>
                  <a:lnTo>
                    <a:pt x="447" y="154824"/>
                  </a:lnTo>
                  <a:lnTo>
                    <a:pt x="139" y="160139"/>
                  </a:lnTo>
                  <a:lnTo>
                    <a:pt x="0" y="165461"/>
                  </a:lnTo>
                  <a:lnTo>
                    <a:pt x="30" y="170785"/>
                  </a:lnTo>
                  <a:lnTo>
                    <a:pt x="230" y="176105"/>
                  </a:lnTo>
                  <a:lnTo>
                    <a:pt x="599" y="181416"/>
                  </a:lnTo>
                  <a:lnTo>
                    <a:pt x="1137" y="186713"/>
                  </a:lnTo>
                  <a:lnTo>
                    <a:pt x="1844" y="191989"/>
                  </a:lnTo>
                  <a:lnTo>
                    <a:pt x="2718" y="197241"/>
                  </a:lnTo>
                  <a:lnTo>
                    <a:pt x="3759" y="202462"/>
                  </a:lnTo>
                  <a:lnTo>
                    <a:pt x="4966" y="207647"/>
                  </a:lnTo>
                  <a:lnTo>
                    <a:pt x="6337" y="212791"/>
                  </a:lnTo>
                  <a:lnTo>
                    <a:pt x="7872" y="217889"/>
                  </a:lnTo>
                  <a:lnTo>
                    <a:pt x="9568" y="222936"/>
                  </a:lnTo>
                  <a:lnTo>
                    <a:pt x="11423" y="227926"/>
                  </a:lnTo>
                  <a:lnTo>
                    <a:pt x="13437" y="232854"/>
                  </a:lnTo>
                  <a:lnTo>
                    <a:pt x="15607" y="237716"/>
                  </a:lnTo>
                  <a:lnTo>
                    <a:pt x="17930" y="242506"/>
                  </a:lnTo>
                  <a:lnTo>
                    <a:pt x="20405" y="247220"/>
                  </a:lnTo>
                  <a:lnTo>
                    <a:pt x="23029" y="251852"/>
                  </a:lnTo>
                  <a:lnTo>
                    <a:pt x="25798" y="256399"/>
                  </a:lnTo>
                  <a:lnTo>
                    <a:pt x="28711" y="260855"/>
                  </a:lnTo>
                  <a:lnTo>
                    <a:pt x="31765" y="265216"/>
                  </a:lnTo>
                  <a:lnTo>
                    <a:pt x="34956" y="269478"/>
                  </a:lnTo>
                  <a:lnTo>
                    <a:pt x="38281" y="273636"/>
                  </a:lnTo>
                  <a:lnTo>
                    <a:pt x="41737" y="277686"/>
                  </a:lnTo>
                  <a:lnTo>
                    <a:pt x="45319" y="281623"/>
                  </a:lnTo>
                  <a:lnTo>
                    <a:pt x="49026" y="285445"/>
                  </a:lnTo>
                  <a:lnTo>
                    <a:pt x="52852" y="289147"/>
                  </a:lnTo>
                  <a:lnTo>
                    <a:pt x="56794" y="292725"/>
                  </a:lnTo>
                  <a:lnTo>
                    <a:pt x="60849" y="296176"/>
                  </a:lnTo>
                  <a:lnTo>
                    <a:pt x="65011" y="299495"/>
                  </a:lnTo>
                  <a:lnTo>
                    <a:pt x="69276" y="302681"/>
                  </a:lnTo>
                  <a:lnTo>
                    <a:pt x="73641" y="305729"/>
                  </a:lnTo>
                  <a:lnTo>
                    <a:pt x="78101" y="308637"/>
                  </a:lnTo>
                  <a:lnTo>
                    <a:pt x="82651" y="311401"/>
                  </a:lnTo>
                  <a:lnTo>
                    <a:pt x="87287" y="314019"/>
                  </a:lnTo>
                  <a:lnTo>
                    <a:pt x="92003" y="316488"/>
                  </a:lnTo>
                  <a:lnTo>
                    <a:pt x="96796" y="318805"/>
                  </a:lnTo>
                  <a:lnTo>
                    <a:pt x="101661" y="320969"/>
                  </a:lnTo>
                  <a:lnTo>
                    <a:pt x="106592" y="322977"/>
                  </a:lnTo>
                  <a:lnTo>
                    <a:pt x="111584" y="324826"/>
                  </a:lnTo>
                  <a:lnTo>
                    <a:pt x="116632" y="326516"/>
                  </a:lnTo>
                  <a:lnTo>
                    <a:pt x="121732" y="328044"/>
                  </a:lnTo>
                  <a:lnTo>
                    <a:pt x="126878" y="329409"/>
                  </a:lnTo>
                  <a:lnTo>
                    <a:pt x="132065" y="330609"/>
                  </a:lnTo>
                  <a:lnTo>
                    <a:pt x="137287" y="331644"/>
                  </a:lnTo>
                  <a:lnTo>
                    <a:pt x="142540" y="332512"/>
                  </a:lnTo>
                  <a:lnTo>
                    <a:pt x="147817" y="333212"/>
                  </a:lnTo>
                  <a:lnTo>
                    <a:pt x="153115" y="333743"/>
                  </a:lnTo>
                  <a:lnTo>
                    <a:pt x="158426" y="334106"/>
                  </a:lnTo>
                  <a:lnTo>
                    <a:pt x="163747" y="334300"/>
                  </a:lnTo>
                  <a:lnTo>
                    <a:pt x="169070" y="334323"/>
                  </a:lnTo>
                  <a:lnTo>
                    <a:pt x="174392" y="334178"/>
                  </a:lnTo>
                  <a:lnTo>
                    <a:pt x="179707" y="333863"/>
                  </a:lnTo>
                  <a:lnTo>
                    <a:pt x="185009" y="333379"/>
                  </a:lnTo>
                  <a:lnTo>
                    <a:pt x="190292" y="332726"/>
                  </a:lnTo>
                  <a:lnTo>
                    <a:pt x="195552" y="331905"/>
                  </a:lnTo>
                  <a:lnTo>
                    <a:pt x="200784" y="330918"/>
                  </a:lnTo>
                  <a:lnTo>
                    <a:pt x="205981" y="329764"/>
                  </a:lnTo>
                  <a:lnTo>
                    <a:pt x="211139" y="328445"/>
                  </a:lnTo>
                  <a:lnTo>
                    <a:pt x="216253" y="326963"/>
                  </a:lnTo>
                  <a:lnTo>
                    <a:pt x="221316" y="325318"/>
                  </a:lnTo>
                  <a:lnTo>
                    <a:pt x="226325" y="323514"/>
                  </a:lnTo>
                  <a:lnTo>
                    <a:pt x="231273" y="321550"/>
                  </a:lnTo>
                  <a:lnTo>
                    <a:pt x="236157" y="319430"/>
                  </a:lnTo>
                  <a:lnTo>
                    <a:pt x="240970" y="317156"/>
                  </a:lnTo>
                  <a:lnTo>
                    <a:pt x="245709" y="314729"/>
                  </a:lnTo>
                  <a:lnTo>
                    <a:pt x="250368" y="312153"/>
                  </a:lnTo>
                  <a:lnTo>
                    <a:pt x="254943" y="309430"/>
                  </a:lnTo>
                  <a:lnTo>
                    <a:pt x="259429" y="306563"/>
                  </a:lnTo>
                  <a:lnTo>
                    <a:pt x="263821" y="303554"/>
                  </a:lnTo>
                  <a:lnTo>
                    <a:pt x="268115" y="300406"/>
                  </a:lnTo>
                  <a:lnTo>
                    <a:pt x="272306" y="297124"/>
                  </a:lnTo>
                  <a:lnTo>
                    <a:pt x="276391" y="293710"/>
                  </a:lnTo>
                  <a:lnTo>
                    <a:pt x="280365" y="290167"/>
                  </a:lnTo>
                  <a:lnTo>
                    <a:pt x="284225" y="286500"/>
                  </a:lnTo>
                  <a:lnTo>
                    <a:pt x="287965" y="282712"/>
                  </a:lnTo>
                  <a:lnTo>
                    <a:pt x="291583" y="278806"/>
                  </a:lnTo>
                  <a:lnTo>
                    <a:pt x="295075" y="274788"/>
                  </a:lnTo>
                  <a:lnTo>
                    <a:pt x="298437" y="270660"/>
                  </a:lnTo>
                  <a:lnTo>
                    <a:pt x="301666" y="266427"/>
                  </a:lnTo>
                  <a:lnTo>
                    <a:pt x="304759" y="262093"/>
                  </a:lnTo>
                  <a:lnTo>
                    <a:pt x="307712" y="257663"/>
                  </a:lnTo>
                  <a:lnTo>
                    <a:pt x="310522" y="253142"/>
                  </a:lnTo>
                  <a:lnTo>
                    <a:pt x="313187" y="248533"/>
                  </a:lnTo>
                  <a:lnTo>
                    <a:pt x="315704" y="243842"/>
                  </a:lnTo>
                  <a:lnTo>
                    <a:pt x="318071" y="239073"/>
                  </a:lnTo>
                  <a:lnTo>
                    <a:pt x="320284" y="234231"/>
                  </a:lnTo>
                  <a:lnTo>
                    <a:pt x="322342" y="229321"/>
                  </a:lnTo>
                  <a:lnTo>
                    <a:pt x="324242" y="224347"/>
                  </a:lnTo>
                  <a:lnTo>
                    <a:pt x="325983" y="219316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772696"/>
              <a:ext cx="158825" cy="52149"/>
            </a:xfrm>
            <a:custGeom>
              <a:avLst/>
              <a:pathLst>
                <a:path w="158825" h="52149">
                  <a:moveTo>
                    <a:pt x="158825" y="521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460546" y="4772696"/>
              <a:ext cx="158825" cy="52149"/>
            </a:xfrm>
            <a:custGeom>
              <a:avLst/>
              <a:pathLst>
                <a:path w="158825" h="52149">
                  <a:moveTo>
                    <a:pt x="158825" y="521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460546" y="4690130"/>
              <a:ext cx="167145" cy="134715"/>
            </a:xfrm>
            <a:custGeom>
              <a:avLst/>
              <a:pathLst>
                <a:path w="167145" h="134715">
                  <a:moveTo>
                    <a:pt x="158825" y="134715"/>
                  </a:moveTo>
                  <a:lnTo>
                    <a:pt x="160475" y="129390"/>
                  </a:lnTo>
                  <a:lnTo>
                    <a:pt x="161947" y="124012"/>
                  </a:lnTo>
                  <a:lnTo>
                    <a:pt x="163240" y="118588"/>
                  </a:lnTo>
                  <a:lnTo>
                    <a:pt x="164350" y="113125"/>
                  </a:lnTo>
                  <a:lnTo>
                    <a:pt x="165278" y="107627"/>
                  </a:lnTo>
                  <a:lnTo>
                    <a:pt x="166021" y="102102"/>
                  </a:lnTo>
                  <a:lnTo>
                    <a:pt x="166581" y="96554"/>
                  </a:lnTo>
                  <a:lnTo>
                    <a:pt x="166954" y="90992"/>
                  </a:lnTo>
                  <a:lnTo>
                    <a:pt x="167143" y="85419"/>
                  </a:lnTo>
                  <a:lnTo>
                    <a:pt x="167145" y="79844"/>
                  </a:lnTo>
                  <a:lnTo>
                    <a:pt x="166961" y="74272"/>
                  </a:lnTo>
                  <a:lnTo>
                    <a:pt x="166592" y="68709"/>
                  </a:lnTo>
                  <a:lnTo>
                    <a:pt x="166037" y="63161"/>
                  </a:lnTo>
                  <a:lnTo>
                    <a:pt x="165297" y="57635"/>
                  </a:lnTo>
                  <a:lnTo>
                    <a:pt x="164374" y="52136"/>
                  </a:lnTo>
                  <a:lnTo>
                    <a:pt x="163268" y="46672"/>
                  </a:lnTo>
                  <a:lnTo>
                    <a:pt x="161980" y="41247"/>
                  </a:lnTo>
                  <a:lnTo>
                    <a:pt x="160512" y="35869"/>
                  </a:lnTo>
                  <a:lnTo>
                    <a:pt x="158866" y="30542"/>
                  </a:lnTo>
                  <a:lnTo>
                    <a:pt x="157043" y="25273"/>
                  </a:lnTo>
                  <a:lnTo>
                    <a:pt x="155045" y="20068"/>
                  </a:lnTo>
                  <a:lnTo>
                    <a:pt x="152874" y="14932"/>
                  </a:lnTo>
                  <a:lnTo>
                    <a:pt x="150534" y="9872"/>
                  </a:lnTo>
                  <a:lnTo>
                    <a:pt x="148026" y="4893"/>
                  </a:lnTo>
                  <a:lnTo>
                    <a:pt x="145354" y="0"/>
                  </a:lnTo>
                  <a:lnTo>
                    <a:pt x="0" y="825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460546" y="4605529"/>
              <a:ext cx="145354" cy="167167"/>
            </a:xfrm>
            <a:custGeom>
              <a:avLst/>
              <a:pathLst>
                <a:path w="145354" h="167167">
                  <a:moveTo>
                    <a:pt x="145354" y="84601"/>
                  </a:moveTo>
                  <a:lnTo>
                    <a:pt x="142555" y="79858"/>
                  </a:lnTo>
                  <a:lnTo>
                    <a:pt x="139602" y="75210"/>
                  </a:lnTo>
                  <a:lnTo>
                    <a:pt x="136497" y="70662"/>
                  </a:lnTo>
                  <a:lnTo>
                    <a:pt x="133245" y="66218"/>
                  </a:lnTo>
                  <a:lnTo>
                    <a:pt x="129847" y="61884"/>
                  </a:lnTo>
                  <a:lnTo>
                    <a:pt x="126309" y="57664"/>
                  </a:lnTo>
                  <a:lnTo>
                    <a:pt x="122634" y="53563"/>
                  </a:lnTo>
                  <a:lnTo>
                    <a:pt x="118825" y="49585"/>
                  </a:lnTo>
                  <a:lnTo>
                    <a:pt x="114888" y="45735"/>
                  </a:lnTo>
                  <a:lnTo>
                    <a:pt x="110826" y="42017"/>
                  </a:lnTo>
                  <a:lnTo>
                    <a:pt x="106643" y="38434"/>
                  </a:lnTo>
                  <a:lnTo>
                    <a:pt x="102345" y="34992"/>
                  </a:lnTo>
                  <a:lnTo>
                    <a:pt x="97936" y="31692"/>
                  </a:lnTo>
                  <a:lnTo>
                    <a:pt x="93421" y="28540"/>
                  </a:lnTo>
                  <a:lnTo>
                    <a:pt x="88804" y="25538"/>
                  </a:lnTo>
                  <a:lnTo>
                    <a:pt x="84091" y="22690"/>
                  </a:lnTo>
                  <a:lnTo>
                    <a:pt x="79286" y="19998"/>
                  </a:lnTo>
                  <a:lnTo>
                    <a:pt x="74396" y="17467"/>
                  </a:lnTo>
                  <a:lnTo>
                    <a:pt x="69424" y="15097"/>
                  </a:lnTo>
                  <a:lnTo>
                    <a:pt x="64378" y="12893"/>
                  </a:lnTo>
                  <a:lnTo>
                    <a:pt x="59261" y="10856"/>
                  </a:lnTo>
                  <a:lnTo>
                    <a:pt x="54081" y="8989"/>
                  </a:lnTo>
                  <a:lnTo>
                    <a:pt x="48841" y="7294"/>
                  </a:lnTo>
                  <a:lnTo>
                    <a:pt x="43549" y="5772"/>
                  </a:lnTo>
                  <a:lnTo>
                    <a:pt x="38209" y="4425"/>
                  </a:lnTo>
                  <a:lnTo>
                    <a:pt x="32828" y="3255"/>
                  </a:lnTo>
                  <a:lnTo>
                    <a:pt x="27411" y="2262"/>
                  </a:lnTo>
                  <a:lnTo>
                    <a:pt x="21965" y="1449"/>
                  </a:lnTo>
                  <a:lnTo>
                    <a:pt x="16494" y="815"/>
                  </a:lnTo>
                  <a:lnTo>
                    <a:pt x="11006" y="362"/>
                  </a:lnTo>
                  <a:lnTo>
                    <a:pt x="5506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578732" y="4172415"/>
              <a:ext cx="167160" cy="285061"/>
            </a:xfrm>
            <a:custGeom>
              <a:avLst/>
              <a:pathLst>
                <a:path w="167160" h="285061">
                  <a:moveTo>
                    <a:pt x="167160" y="0"/>
                  </a:moveTo>
                  <a:lnTo>
                    <a:pt x="161772" y="86"/>
                  </a:lnTo>
                  <a:lnTo>
                    <a:pt x="156388" y="347"/>
                  </a:lnTo>
                  <a:lnTo>
                    <a:pt x="151017" y="781"/>
                  </a:lnTo>
                  <a:lnTo>
                    <a:pt x="145662" y="1388"/>
                  </a:lnTo>
                  <a:lnTo>
                    <a:pt x="140329" y="2167"/>
                  </a:lnTo>
                  <a:lnTo>
                    <a:pt x="135024" y="3117"/>
                  </a:lnTo>
                  <a:lnTo>
                    <a:pt x="129753" y="4239"/>
                  </a:lnTo>
                  <a:lnTo>
                    <a:pt x="124520" y="5529"/>
                  </a:lnTo>
                  <a:lnTo>
                    <a:pt x="119332" y="6988"/>
                  </a:lnTo>
                  <a:lnTo>
                    <a:pt x="114193" y="8613"/>
                  </a:lnTo>
                  <a:lnTo>
                    <a:pt x="109110" y="10402"/>
                  </a:lnTo>
                  <a:lnTo>
                    <a:pt x="104087" y="12355"/>
                  </a:lnTo>
                  <a:lnTo>
                    <a:pt x="99129" y="14469"/>
                  </a:lnTo>
                  <a:lnTo>
                    <a:pt x="94242" y="16741"/>
                  </a:lnTo>
                  <a:lnTo>
                    <a:pt x="89431" y="19170"/>
                  </a:lnTo>
                  <a:lnTo>
                    <a:pt x="84701" y="21752"/>
                  </a:lnTo>
                  <a:lnTo>
                    <a:pt x="80056" y="24486"/>
                  </a:lnTo>
                  <a:lnTo>
                    <a:pt x="75502" y="27368"/>
                  </a:lnTo>
                  <a:lnTo>
                    <a:pt x="71043" y="30395"/>
                  </a:lnTo>
                  <a:lnTo>
                    <a:pt x="66685" y="33565"/>
                  </a:lnTo>
                  <a:lnTo>
                    <a:pt x="62430" y="36873"/>
                  </a:lnTo>
                  <a:lnTo>
                    <a:pt x="58284" y="40317"/>
                  </a:lnTo>
                  <a:lnTo>
                    <a:pt x="54252" y="43892"/>
                  </a:lnTo>
                  <a:lnTo>
                    <a:pt x="50337" y="47596"/>
                  </a:lnTo>
                  <a:lnTo>
                    <a:pt x="46543" y="51424"/>
                  </a:lnTo>
                  <a:lnTo>
                    <a:pt x="42875" y="55372"/>
                  </a:lnTo>
                  <a:lnTo>
                    <a:pt x="39336" y="59436"/>
                  </a:lnTo>
                  <a:lnTo>
                    <a:pt x="35930" y="63613"/>
                  </a:lnTo>
                  <a:lnTo>
                    <a:pt x="32660" y="67897"/>
                  </a:lnTo>
                  <a:lnTo>
                    <a:pt x="29530" y="72284"/>
                  </a:lnTo>
                  <a:lnTo>
                    <a:pt x="26543" y="76770"/>
                  </a:lnTo>
                  <a:lnTo>
                    <a:pt x="23702" y="81350"/>
                  </a:lnTo>
                  <a:lnTo>
                    <a:pt x="21010" y="86019"/>
                  </a:lnTo>
                  <a:lnTo>
                    <a:pt x="18470" y="90772"/>
                  </a:lnTo>
                  <a:lnTo>
                    <a:pt x="16085" y="95605"/>
                  </a:lnTo>
                  <a:lnTo>
                    <a:pt x="13856" y="100512"/>
                  </a:lnTo>
                  <a:lnTo>
                    <a:pt x="11787" y="105488"/>
                  </a:lnTo>
                  <a:lnTo>
                    <a:pt x="9880" y="110529"/>
                  </a:lnTo>
                  <a:lnTo>
                    <a:pt x="8136" y="115628"/>
                  </a:lnTo>
                  <a:lnTo>
                    <a:pt x="6557" y="120781"/>
                  </a:lnTo>
                  <a:lnTo>
                    <a:pt x="5145" y="125982"/>
                  </a:lnTo>
                  <a:lnTo>
                    <a:pt x="3902" y="131226"/>
                  </a:lnTo>
                  <a:lnTo>
                    <a:pt x="2828" y="136507"/>
                  </a:lnTo>
                  <a:lnTo>
                    <a:pt x="1925" y="141821"/>
                  </a:lnTo>
                  <a:lnTo>
                    <a:pt x="1194" y="147160"/>
                  </a:lnTo>
                  <a:lnTo>
                    <a:pt x="636" y="152520"/>
                  </a:lnTo>
                  <a:lnTo>
                    <a:pt x="250" y="157896"/>
                  </a:lnTo>
                  <a:lnTo>
                    <a:pt x="38" y="163281"/>
                  </a:lnTo>
                  <a:lnTo>
                    <a:pt x="0" y="168670"/>
                  </a:lnTo>
                  <a:lnTo>
                    <a:pt x="135" y="174058"/>
                  </a:lnTo>
                  <a:lnTo>
                    <a:pt x="444" y="179438"/>
                  </a:lnTo>
                  <a:lnTo>
                    <a:pt x="926" y="184806"/>
                  </a:lnTo>
                  <a:lnTo>
                    <a:pt x="1581" y="190156"/>
                  </a:lnTo>
                  <a:lnTo>
                    <a:pt x="2408" y="195481"/>
                  </a:lnTo>
                  <a:lnTo>
                    <a:pt x="3406" y="200777"/>
                  </a:lnTo>
                  <a:lnTo>
                    <a:pt x="4575" y="206038"/>
                  </a:lnTo>
                  <a:lnTo>
                    <a:pt x="5912" y="211259"/>
                  </a:lnTo>
                  <a:lnTo>
                    <a:pt x="7418" y="216434"/>
                  </a:lnTo>
                  <a:lnTo>
                    <a:pt x="9089" y="221558"/>
                  </a:lnTo>
                  <a:lnTo>
                    <a:pt x="10924" y="226625"/>
                  </a:lnTo>
                  <a:lnTo>
                    <a:pt x="12922" y="231630"/>
                  </a:lnTo>
                  <a:lnTo>
                    <a:pt x="15080" y="236568"/>
                  </a:lnTo>
                  <a:lnTo>
                    <a:pt x="17396" y="241435"/>
                  </a:lnTo>
                  <a:lnTo>
                    <a:pt x="19868" y="246224"/>
                  </a:lnTo>
                  <a:lnTo>
                    <a:pt x="22493" y="250931"/>
                  </a:lnTo>
                  <a:lnTo>
                    <a:pt x="25268" y="255550"/>
                  </a:lnTo>
                  <a:lnTo>
                    <a:pt x="28191" y="260078"/>
                  </a:lnTo>
                  <a:lnTo>
                    <a:pt x="31258" y="264510"/>
                  </a:lnTo>
                  <a:lnTo>
                    <a:pt x="34467" y="268840"/>
                  </a:lnTo>
                  <a:lnTo>
                    <a:pt x="37813" y="273065"/>
                  </a:lnTo>
                  <a:lnTo>
                    <a:pt x="41294" y="277179"/>
                  </a:lnTo>
                  <a:lnTo>
                    <a:pt x="44906" y="281179"/>
                  </a:lnTo>
                  <a:lnTo>
                    <a:pt x="48644" y="285061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627377" y="4339583"/>
              <a:ext cx="118515" cy="117893"/>
            </a:xfrm>
            <a:custGeom>
              <a:avLst/>
              <a:pathLst>
                <a:path w="118515" h="117893">
                  <a:moveTo>
                    <a:pt x="0" y="117893"/>
                  </a:moveTo>
                  <a:lnTo>
                    <a:pt x="11851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627377" y="4339583"/>
              <a:ext cx="118515" cy="157982"/>
            </a:xfrm>
            <a:custGeom>
              <a:avLst/>
              <a:pathLst>
                <a:path w="118515" h="157982">
                  <a:moveTo>
                    <a:pt x="0" y="117893"/>
                  </a:moveTo>
                  <a:lnTo>
                    <a:pt x="4197" y="121968"/>
                  </a:lnTo>
                  <a:lnTo>
                    <a:pt x="8535" y="125894"/>
                  </a:lnTo>
                  <a:lnTo>
                    <a:pt x="13008" y="129665"/>
                  </a:lnTo>
                  <a:lnTo>
                    <a:pt x="17610" y="133278"/>
                  </a:lnTo>
                  <a:lnTo>
                    <a:pt x="22335" y="136727"/>
                  </a:lnTo>
                  <a:lnTo>
                    <a:pt x="27179" y="140009"/>
                  </a:lnTo>
                  <a:lnTo>
                    <a:pt x="32134" y="143119"/>
                  </a:lnTo>
                  <a:lnTo>
                    <a:pt x="37195" y="146054"/>
                  </a:lnTo>
                  <a:lnTo>
                    <a:pt x="42355" y="148810"/>
                  </a:lnTo>
                  <a:lnTo>
                    <a:pt x="47609" y="151384"/>
                  </a:lnTo>
                  <a:lnTo>
                    <a:pt x="52950" y="153772"/>
                  </a:lnTo>
                  <a:lnTo>
                    <a:pt x="58371" y="155973"/>
                  </a:lnTo>
                  <a:lnTo>
                    <a:pt x="63865" y="157982"/>
                  </a:lnTo>
                  <a:lnTo>
                    <a:pt x="11851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691242" y="4172415"/>
              <a:ext cx="221810" cy="334317"/>
            </a:xfrm>
            <a:custGeom>
              <a:avLst/>
              <a:pathLst>
                <a:path w="221810" h="334317">
                  <a:moveTo>
                    <a:pt x="0" y="325149"/>
                  </a:moveTo>
                  <a:lnTo>
                    <a:pt x="5062" y="326811"/>
                  </a:lnTo>
                  <a:lnTo>
                    <a:pt x="10176" y="328310"/>
                  </a:lnTo>
                  <a:lnTo>
                    <a:pt x="15334" y="329645"/>
                  </a:lnTo>
                  <a:lnTo>
                    <a:pt x="20533" y="330816"/>
                  </a:lnTo>
                  <a:lnTo>
                    <a:pt x="25766" y="331820"/>
                  </a:lnTo>
                  <a:lnTo>
                    <a:pt x="31028" y="332657"/>
                  </a:lnTo>
                  <a:lnTo>
                    <a:pt x="36315" y="333326"/>
                  </a:lnTo>
                  <a:lnTo>
                    <a:pt x="41620" y="333826"/>
                  </a:lnTo>
                  <a:lnTo>
                    <a:pt x="46938" y="334156"/>
                  </a:lnTo>
                  <a:lnTo>
                    <a:pt x="52265" y="334317"/>
                  </a:lnTo>
                  <a:lnTo>
                    <a:pt x="57593" y="334308"/>
                  </a:lnTo>
                  <a:lnTo>
                    <a:pt x="62919" y="334130"/>
                  </a:lnTo>
                  <a:lnTo>
                    <a:pt x="68236" y="333781"/>
                  </a:lnTo>
                  <a:lnTo>
                    <a:pt x="73540" y="333264"/>
                  </a:lnTo>
                  <a:lnTo>
                    <a:pt x="78824" y="332577"/>
                  </a:lnTo>
                  <a:lnTo>
                    <a:pt x="84083" y="331723"/>
                  </a:lnTo>
                  <a:lnTo>
                    <a:pt x="89313" y="330701"/>
                  </a:lnTo>
                  <a:lnTo>
                    <a:pt x="94508" y="329513"/>
                  </a:lnTo>
                  <a:lnTo>
                    <a:pt x="99662" y="328160"/>
                  </a:lnTo>
                  <a:lnTo>
                    <a:pt x="104770" y="326644"/>
                  </a:lnTo>
                  <a:lnTo>
                    <a:pt x="109828" y="324965"/>
                  </a:lnTo>
                  <a:lnTo>
                    <a:pt x="114829" y="323127"/>
                  </a:lnTo>
                  <a:lnTo>
                    <a:pt x="119769" y="321129"/>
                  </a:lnTo>
                  <a:lnTo>
                    <a:pt x="124643" y="318976"/>
                  </a:lnTo>
                  <a:lnTo>
                    <a:pt x="129446" y="316668"/>
                  </a:lnTo>
                  <a:lnTo>
                    <a:pt x="134173" y="314208"/>
                  </a:lnTo>
                  <a:lnTo>
                    <a:pt x="138819" y="311598"/>
                  </a:lnTo>
                  <a:lnTo>
                    <a:pt x="143379" y="308842"/>
                  </a:lnTo>
                  <a:lnTo>
                    <a:pt x="147850" y="305942"/>
                  </a:lnTo>
                  <a:lnTo>
                    <a:pt x="152225" y="302901"/>
                  </a:lnTo>
                  <a:lnTo>
                    <a:pt x="156502" y="299723"/>
                  </a:lnTo>
                  <a:lnTo>
                    <a:pt x="160675" y="296409"/>
                  </a:lnTo>
                  <a:lnTo>
                    <a:pt x="164740" y="292964"/>
                  </a:lnTo>
                  <a:lnTo>
                    <a:pt x="168694" y="289391"/>
                  </a:lnTo>
                  <a:lnTo>
                    <a:pt x="172531" y="285694"/>
                  </a:lnTo>
                  <a:lnTo>
                    <a:pt x="176249" y="281877"/>
                  </a:lnTo>
                  <a:lnTo>
                    <a:pt x="179844" y="277943"/>
                  </a:lnTo>
                  <a:lnTo>
                    <a:pt x="183311" y="273897"/>
                  </a:lnTo>
                  <a:lnTo>
                    <a:pt x="186647" y="269742"/>
                  </a:lnTo>
                  <a:lnTo>
                    <a:pt x="189849" y="265483"/>
                  </a:lnTo>
                  <a:lnTo>
                    <a:pt x="192914" y="261124"/>
                  </a:lnTo>
                  <a:lnTo>
                    <a:pt x="195838" y="256669"/>
                  </a:lnTo>
                  <a:lnTo>
                    <a:pt x="198619" y="252124"/>
                  </a:lnTo>
                  <a:lnTo>
                    <a:pt x="201254" y="247492"/>
                  </a:lnTo>
                  <a:lnTo>
                    <a:pt x="203739" y="242779"/>
                  </a:lnTo>
                  <a:lnTo>
                    <a:pt x="206074" y="237988"/>
                  </a:lnTo>
                  <a:lnTo>
                    <a:pt x="208254" y="233126"/>
                  </a:lnTo>
                  <a:lnTo>
                    <a:pt x="210278" y="228197"/>
                  </a:lnTo>
                  <a:lnTo>
                    <a:pt x="212144" y="223206"/>
                  </a:lnTo>
                  <a:lnTo>
                    <a:pt x="213850" y="218158"/>
                  </a:lnTo>
                  <a:lnTo>
                    <a:pt x="215395" y="213058"/>
                  </a:lnTo>
                  <a:lnTo>
                    <a:pt x="216775" y="207911"/>
                  </a:lnTo>
                  <a:lnTo>
                    <a:pt x="217992" y="202723"/>
                  </a:lnTo>
                  <a:lnTo>
                    <a:pt x="219042" y="197499"/>
                  </a:lnTo>
                  <a:lnTo>
                    <a:pt x="219925" y="192244"/>
                  </a:lnTo>
                  <a:lnTo>
                    <a:pt x="220641" y="186964"/>
                  </a:lnTo>
                  <a:lnTo>
                    <a:pt x="221187" y="181663"/>
                  </a:lnTo>
                  <a:lnTo>
                    <a:pt x="221565" y="176348"/>
                  </a:lnTo>
                  <a:lnTo>
                    <a:pt x="221772" y="171023"/>
                  </a:lnTo>
                  <a:lnTo>
                    <a:pt x="221810" y="165695"/>
                  </a:lnTo>
                  <a:lnTo>
                    <a:pt x="221679" y="160368"/>
                  </a:lnTo>
                  <a:lnTo>
                    <a:pt x="221377" y="155048"/>
                  </a:lnTo>
                  <a:lnTo>
                    <a:pt x="220906" y="149740"/>
                  </a:lnTo>
                  <a:lnTo>
                    <a:pt x="220266" y="144450"/>
                  </a:lnTo>
                  <a:lnTo>
                    <a:pt x="219458" y="139183"/>
                  </a:lnTo>
                  <a:lnTo>
                    <a:pt x="218482" y="133944"/>
                  </a:lnTo>
                  <a:lnTo>
                    <a:pt x="217340" y="128740"/>
                  </a:lnTo>
                  <a:lnTo>
                    <a:pt x="216033" y="123574"/>
                  </a:lnTo>
                  <a:lnTo>
                    <a:pt x="214561" y="118452"/>
                  </a:lnTo>
                  <a:lnTo>
                    <a:pt x="212928" y="113380"/>
                  </a:lnTo>
                  <a:lnTo>
                    <a:pt x="211133" y="108363"/>
                  </a:lnTo>
                  <a:lnTo>
                    <a:pt x="209179" y="103406"/>
                  </a:lnTo>
                  <a:lnTo>
                    <a:pt x="207068" y="98513"/>
                  </a:lnTo>
                  <a:lnTo>
                    <a:pt x="204803" y="93690"/>
                  </a:lnTo>
                  <a:lnTo>
                    <a:pt x="202385" y="88941"/>
                  </a:lnTo>
                  <a:lnTo>
                    <a:pt x="199817" y="84273"/>
                  </a:lnTo>
                  <a:lnTo>
                    <a:pt x="197101" y="79688"/>
                  </a:lnTo>
                  <a:lnTo>
                    <a:pt x="194240" y="75192"/>
                  </a:lnTo>
                  <a:lnTo>
                    <a:pt x="191238" y="70790"/>
                  </a:lnTo>
                  <a:lnTo>
                    <a:pt x="188097" y="66486"/>
                  </a:lnTo>
                  <a:lnTo>
                    <a:pt x="184820" y="62283"/>
                  </a:lnTo>
                  <a:lnTo>
                    <a:pt x="181411" y="58188"/>
                  </a:lnTo>
                  <a:lnTo>
                    <a:pt x="177873" y="54203"/>
                  </a:lnTo>
                  <a:lnTo>
                    <a:pt x="174210" y="50333"/>
                  </a:lnTo>
                  <a:lnTo>
                    <a:pt x="170426" y="46582"/>
                  </a:lnTo>
                  <a:lnTo>
                    <a:pt x="166524" y="42953"/>
                  </a:lnTo>
                  <a:lnTo>
                    <a:pt x="162508" y="39451"/>
                  </a:lnTo>
                  <a:lnTo>
                    <a:pt x="158383" y="36078"/>
                  </a:lnTo>
                  <a:lnTo>
                    <a:pt x="154152" y="32838"/>
                  </a:lnTo>
                  <a:lnTo>
                    <a:pt x="149820" y="29735"/>
                  </a:lnTo>
                  <a:lnTo>
                    <a:pt x="145391" y="26772"/>
                  </a:lnTo>
                  <a:lnTo>
                    <a:pt x="140871" y="23951"/>
                  </a:lnTo>
                  <a:lnTo>
                    <a:pt x="136262" y="21276"/>
                  </a:lnTo>
                  <a:lnTo>
                    <a:pt x="131571" y="18749"/>
                  </a:lnTo>
                  <a:lnTo>
                    <a:pt x="126802" y="16372"/>
                  </a:lnTo>
                  <a:lnTo>
                    <a:pt x="121959" y="14149"/>
                  </a:lnTo>
                  <a:lnTo>
                    <a:pt x="117048" y="12082"/>
                  </a:lnTo>
                  <a:lnTo>
                    <a:pt x="112073" y="10172"/>
                  </a:lnTo>
                  <a:lnTo>
                    <a:pt x="107040" y="8421"/>
                  </a:lnTo>
                  <a:lnTo>
                    <a:pt x="101954" y="6832"/>
                  </a:lnTo>
                  <a:lnTo>
                    <a:pt x="96820" y="5406"/>
                  </a:lnTo>
                  <a:lnTo>
                    <a:pt x="91643" y="4144"/>
                  </a:lnTo>
                  <a:lnTo>
                    <a:pt x="86428" y="3048"/>
                  </a:lnTo>
                  <a:lnTo>
                    <a:pt x="81181" y="2118"/>
                  </a:lnTo>
                  <a:lnTo>
                    <a:pt x="75907" y="1357"/>
                  </a:lnTo>
                  <a:lnTo>
                    <a:pt x="70612" y="763"/>
                  </a:lnTo>
                  <a:lnTo>
                    <a:pt x="65300" y="339"/>
                  </a:lnTo>
                  <a:lnTo>
                    <a:pt x="59977" y="84"/>
                  </a:lnTo>
                  <a:lnTo>
                    <a:pt x="54649" y="0"/>
                  </a:lnTo>
                  <a:lnTo>
                    <a:pt x="54649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756327" y="3685283"/>
              <a:ext cx="182770" cy="334334"/>
            </a:xfrm>
            <a:custGeom>
              <a:avLst/>
              <a:pathLst>
                <a:path w="182770" h="334334">
                  <a:moveTo>
                    <a:pt x="167167" y="0"/>
                  </a:moveTo>
                  <a:lnTo>
                    <a:pt x="161813" y="85"/>
                  </a:lnTo>
                  <a:lnTo>
                    <a:pt x="156465" y="342"/>
                  </a:lnTo>
                  <a:lnTo>
                    <a:pt x="151128" y="771"/>
                  </a:lnTo>
                  <a:lnTo>
                    <a:pt x="145808" y="1370"/>
                  </a:lnTo>
                  <a:lnTo>
                    <a:pt x="140509" y="2139"/>
                  </a:lnTo>
                  <a:lnTo>
                    <a:pt x="135238" y="3077"/>
                  </a:lnTo>
                  <a:lnTo>
                    <a:pt x="129999" y="4184"/>
                  </a:lnTo>
                  <a:lnTo>
                    <a:pt x="124799" y="5458"/>
                  </a:lnTo>
                  <a:lnTo>
                    <a:pt x="119642" y="6897"/>
                  </a:lnTo>
                  <a:lnTo>
                    <a:pt x="114533" y="8502"/>
                  </a:lnTo>
                  <a:lnTo>
                    <a:pt x="109479" y="10269"/>
                  </a:lnTo>
                  <a:lnTo>
                    <a:pt x="104484" y="12197"/>
                  </a:lnTo>
                  <a:lnTo>
                    <a:pt x="99553" y="14283"/>
                  </a:lnTo>
                  <a:lnTo>
                    <a:pt x="94692" y="16527"/>
                  </a:lnTo>
                  <a:lnTo>
                    <a:pt x="89905" y="18925"/>
                  </a:lnTo>
                  <a:lnTo>
                    <a:pt x="85197" y="21476"/>
                  </a:lnTo>
                  <a:lnTo>
                    <a:pt x="80573" y="24176"/>
                  </a:lnTo>
                  <a:lnTo>
                    <a:pt x="76038" y="27022"/>
                  </a:lnTo>
                  <a:lnTo>
                    <a:pt x="71597" y="30012"/>
                  </a:lnTo>
                  <a:lnTo>
                    <a:pt x="67254" y="33143"/>
                  </a:lnTo>
                  <a:lnTo>
                    <a:pt x="63013" y="36412"/>
                  </a:lnTo>
                  <a:lnTo>
                    <a:pt x="58879" y="39814"/>
                  </a:lnTo>
                  <a:lnTo>
                    <a:pt x="54856" y="43348"/>
                  </a:lnTo>
                  <a:lnTo>
                    <a:pt x="50948" y="47008"/>
                  </a:lnTo>
                  <a:lnTo>
                    <a:pt x="47160" y="50791"/>
                  </a:lnTo>
                  <a:lnTo>
                    <a:pt x="43494" y="54694"/>
                  </a:lnTo>
                  <a:lnTo>
                    <a:pt x="39956" y="58713"/>
                  </a:lnTo>
                  <a:lnTo>
                    <a:pt x="36548" y="62842"/>
                  </a:lnTo>
                  <a:lnTo>
                    <a:pt x="33274" y="67079"/>
                  </a:lnTo>
                  <a:lnTo>
                    <a:pt x="30137" y="71418"/>
                  </a:lnTo>
                  <a:lnTo>
                    <a:pt x="27141" y="75855"/>
                  </a:lnTo>
                  <a:lnTo>
                    <a:pt x="24289" y="80386"/>
                  </a:lnTo>
                  <a:lnTo>
                    <a:pt x="21583" y="85007"/>
                  </a:lnTo>
                  <a:lnTo>
                    <a:pt x="19027" y="89711"/>
                  </a:lnTo>
                  <a:lnTo>
                    <a:pt x="16622" y="94495"/>
                  </a:lnTo>
                  <a:lnTo>
                    <a:pt x="14372" y="99353"/>
                  </a:lnTo>
                  <a:lnTo>
                    <a:pt x="12279" y="104281"/>
                  </a:lnTo>
                  <a:lnTo>
                    <a:pt x="10344" y="109274"/>
                  </a:lnTo>
                  <a:lnTo>
                    <a:pt x="8571" y="114326"/>
                  </a:lnTo>
                  <a:lnTo>
                    <a:pt x="6960" y="119432"/>
                  </a:lnTo>
                  <a:lnTo>
                    <a:pt x="5513" y="124587"/>
                  </a:lnTo>
                  <a:lnTo>
                    <a:pt x="4232" y="129786"/>
                  </a:lnTo>
                  <a:lnTo>
                    <a:pt x="3119" y="135023"/>
                  </a:lnTo>
                  <a:lnTo>
                    <a:pt x="2174" y="140293"/>
                  </a:lnTo>
                  <a:lnTo>
                    <a:pt x="1398" y="145591"/>
                  </a:lnTo>
                  <a:lnTo>
                    <a:pt x="792" y="150911"/>
                  </a:lnTo>
                  <a:lnTo>
                    <a:pt x="356" y="156247"/>
                  </a:lnTo>
                  <a:lnTo>
                    <a:pt x="92" y="161595"/>
                  </a:lnTo>
                  <a:lnTo>
                    <a:pt x="0" y="166948"/>
                  </a:lnTo>
                  <a:lnTo>
                    <a:pt x="78" y="172302"/>
                  </a:lnTo>
                  <a:lnTo>
                    <a:pt x="328" y="177650"/>
                  </a:lnTo>
                  <a:lnTo>
                    <a:pt x="750" y="182988"/>
                  </a:lnTo>
                  <a:lnTo>
                    <a:pt x="1342" y="188309"/>
                  </a:lnTo>
                  <a:lnTo>
                    <a:pt x="2104" y="193609"/>
                  </a:lnTo>
                  <a:lnTo>
                    <a:pt x="3035" y="198881"/>
                  </a:lnTo>
                  <a:lnTo>
                    <a:pt x="4135" y="204121"/>
                  </a:lnTo>
                  <a:lnTo>
                    <a:pt x="5402" y="209324"/>
                  </a:lnTo>
                  <a:lnTo>
                    <a:pt x="6835" y="214482"/>
                  </a:lnTo>
                  <a:lnTo>
                    <a:pt x="8433" y="219593"/>
                  </a:lnTo>
                  <a:lnTo>
                    <a:pt x="10193" y="224649"/>
                  </a:lnTo>
                  <a:lnTo>
                    <a:pt x="12115" y="229647"/>
                  </a:lnTo>
                  <a:lnTo>
                    <a:pt x="14195" y="234580"/>
                  </a:lnTo>
                  <a:lnTo>
                    <a:pt x="16432" y="239445"/>
                  </a:lnTo>
                  <a:lnTo>
                    <a:pt x="18824" y="244235"/>
                  </a:lnTo>
                  <a:lnTo>
                    <a:pt x="21369" y="248946"/>
                  </a:lnTo>
                  <a:lnTo>
                    <a:pt x="24062" y="253573"/>
                  </a:lnTo>
                  <a:lnTo>
                    <a:pt x="26903" y="258112"/>
                  </a:lnTo>
                  <a:lnTo>
                    <a:pt x="29887" y="262557"/>
                  </a:lnTo>
                  <a:lnTo>
                    <a:pt x="33013" y="266905"/>
                  </a:lnTo>
                  <a:lnTo>
                    <a:pt x="36275" y="271150"/>
                  </a:lnTo>
                  <a:lnTo>
                    <a:pt x="39673" y="275288"/>
                  </a:lnTo>
                  <a:lnTo>
                    <a:pt x="43201" y="279316"/>
                  </a:lnTo>
                  <a:lnTo>
                    <a:pt x="46856" y="283228"/>
                  </a:lnTo>
                  <a:lnTo>
                    <a:pt x="50634" y="287022"/>
                  </a:lnTo>
                  <a:lnTo>
                    <a:pt x="54532" y="290692"/>
                  </a:lnTo>
                  <a:lnTo>
                    <a:pt x="58546" y="294236"/>
                  </a:lnTo>
                  <a:lnTo>
                    <a:pt x="62671" y="297649"/>
                  </a:lnTo>
                  <a:lnTo>
                    <a:pt x="66903" y="300929"/>
                  </a:lnTo>
                  <a:lnTo>
                    <a:pt x="71238" y="304071"/>
                  </a:lnTo>
                  <a:lnTo>
                    <a:pt x="75672" y="307073"/>
                  </a:lnTo>
                  <a:lnTo>
                    <a:pt x="80199" y="309931"/>
                  </a:lnTo>
                  <a:lnTo>
                    <a:pt x="84816" y="312643"/>
                  </a:lnTo>
                  <a:lnTo>
                    <a:pt x="89517" y="315206"/>
                  </a:lnTo>
                  <a:lnTo>
                    <a:pt x="94298" y="317617"/>
                  </a:lnTo>
                  <a:lnTo>
                    <a:pt x="99153" y="319873"/>
                  </a:lnTo>
                  <a:lnTo>
                    <a:pt x="104079" y="321973"/>
                  </a:lnTo>
                  <a:lnTo>
                    <a:pt x="109069" y="323914"/>
                  </a:lnTo>
                  <a:lnTo>
                    <a:pt x="114118" y="325694"/>
                  </a:lnTo>
                  <a:lnTo>
                    <a:pt x="119222" y="327311"/>
                  </a:lnTo>
                  <a:lnTo>
                    <a:pt x="124375" y="328765"/>
                  </a:lnTo>
                  <a:lnTo>
                    <a:pt x="129573" y="330052"/>
                  </a:lnTo>
                  <a:lnTo>
                    <a:pt x="134808" y="331173"/>
                  </a:lnTo>
                  <a:lnTo>
                    <a:pt x="140077" y="332125"/>
                  </a:lnTo>
                  <a:lnTo>
                    <a:pt x="145374" y="332908"/>
                  </a:lnTo>
                  <a:lnTo>
                    <a:pt x="150693" y="333521"/>
                  </a:lnTo>
                  <a:lnTo>
                    <a:pt x="156029" y="333963"/>
                  </a:lnTo>
                  <a:lnTo>
                    <a:pt x="161376" y="334234"/>
                  </a:lnTo>
                  <a:lnTo>
                    <a:pt x="166729" y="334334"/>
                  </a:lnTo>
                  <a:lnTo>
                    <a:pt x="172083" y="334262"/>
                  </a:lnTo>
                  <a:lnTo>
                    <a:pt x="177432" y="334019"/>
                  </a:lnTo>
                  <a:lnTo>
                    <a:pt x="182770" y="33360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308"/>
              <a:ext cx="167159" cy="333580"/>
            </a:xfrm>
            <a:custGeom>
              <a:avLst/>
              <a:pathLst>
                <a:path w="167159" h="333580">
                  <a:moveTo>
                    <a:pt x="15603" y="333580"/>
                  </a:moveTo>
                  <a:lnTo>
                    <a:pt x="20904" y="332997"/>
                  </a:lnTo>
                  <a:lnTo>
                    <a:pt x="26183" y="332246"/>
                  </a:lnTo>
                  <a:lnTo>
                    <a:pt x="31436" y="331327"/>
                  </a:lnTo>
                  <a:lnTo>
                    <a:pt x="36658" y="330240"/>
                  </a:lnTo>
                  <a:lnTo>
                    <a:pt x="41841" y="328988"/>
                  </a:lnTo>
                  <a:lnTo>
                    <a:pt x="46983" y="327571"/>
                  </a:lnTo>
                  <a:lnTo>
                    <a:pt x="52076" y="325991"/>
                  </a:lnTo>
                  <a:lnTo>
                    <a:pt x="57116" y="324249"/>
                  </a:lnTo>
                  <a:lnTo>
                    <a:pt x="62099" y="322347"/>
                  </a:lnTo>
                  <a:lnTo>
                    <a:pt x="67018" y="320287"/>
                  </a:lnTo>
                  <a:lnTo>
                    <a:pt x="71869" y="318072"/>
                  </a:lnTo>
                  <a:lnTo>
                    <a:pt x="76646" y="315702"/>
                  </a:lnTo>
                  <a:lnTo>
                    <a:pt x="81346" y="313182"/>
                  </a:lnTo>
                  <a:lnTo>
                    <a:pt x="85963" y="310513"/>
                  </a:lnTo>
                  <a:lnTo>
                    <a:pt x="90492" y="307698"/>
                  </a:lnTo>
                  <a:lnTo>
                    <a:pt x="94930" y="304740"/>
                  </a:lnTo>
                  <a:lnTo>
                    <a:pt x="99270" y="301642"/>
                  </a:lnTo>
                  <a:lnTo>
                    <a:pt x="103510" y="298407"/>
                  </a:lnTo>
                  <a:lnTo>
                    <a:pt x="107645" y="295038"/>
                  </a:lnTo>
                  <a:lnTo>
                    <a:pt x="111669" y="291540"/>
                  </a:lnTo>
                  <a:lnTo>
                    <a:pt x="115581" y="287914"/>
                  </a:lnTo>
                  <a:lnTo>
                    <a:pt x="119374" y="284166"/>
                  </a:lnTo>
                  <a:lnTo>
                    <a:pt x="123046" y="280299"/>
                  </a:lnTo>
                  <a:lnTo>
                    <a:pt x="126593" y="276316"/>
                  </a:lnTo>
                  <a:lnTo>
                    <a:pt x="130011" y="272223"/>
                  </a:lnTo>
                  <a:lnTo>
                    <a:pt x="133297" y="268022"/>
                  </a:lnTo>
                  <a:lnTo>
                    <a:pt x="136447" y="263719"/>
                  </a:lnTo>
                  <a:lnTo>
                    <a:pt x="139458" y="259317"/>
                  </a:lnTo>
                  <a:lnTo>
                    <a:pt x="142327" y="254822"/>
                  </a:lnTo>
                  <a:lnTo>
                    <a:pt x="145051" y="250238"/>
                  </a:lnTo>
                  <a:lnTo>
                    <a:pt x="147628" y="245569"/>
                  </a:lnTo>
                  <a:lnTo>
                    <a:pt x="150055" y="240820"/>
                  </a:lnTo>
                  <a:lnTo>
                    <a:pt x="152328" y="235996"/>
                  </a:lnTo>
                  <a:lnTo>
                    <a:pt x="154447" y="231102"/>
                  </a:lnTo>
                  <a:lnTo>
                    <a:pt x="156409" y="226143"/>
                  </a:lnTo>
                  <a:lnTo>
                    <a:pt x="158211" y="221124"/>
                  </a:lnTo>
                  <a:lnTo>
                    <a:pt x="159852" y="216050"/>
                  </a:lnTo>
                  <a:lnTo>
                    <a:pt x="161331" y="210926"/>
                  </a:lnTo>
                  <a:lnTo>
                    <a:pt x="162646" y="205757"/>
                  </a:lnTo>
                  <a:lnTo>
                    <a:pt x="163795" y="200550"/>
                  </a:lnTo>
                  <a:lnTo>
                    <a:pt x="164777" y="195308"/>
                  </a:lnTo>
                  <a:lnTo>
                    <a:pt x="165592" y="190038"/>
                  </a:lnTo>
                  <a:lnTo>
                    <a:pt x="166238" y="184744"/>
                  </a:lnTo>
                  <a:lnTo>
                    <a:pt x="166714" y="179433"/>
                  </a:lnTo>
                  <a:lnTo>
                    <a:pt x="167022" y="174109"/>
                  </a:lnTo>
                  <a:lnTo>
                    <a:pt x="167159" y="168777"/>
                  </a:lnTo>
                  <a:lnTo>
                    <a:pt x="167126" y="163445"/>
                  </a:lnTo>
                  <a:lnTo>
                    <a:pt x="166923" y="158115"/>
                  </a:lnTo>
                  <a:lnTo>
                    <a:pt x="166550" y="152796"/>
                  </a:lnTo>
                  <a:lnTo>
                    <a:pt x="166008" y="147490"/>
                  </a:lnTo>
                  <a:lnTo>
                    <a:pt x="165297" y="142205"/>
                  </a:lnTo>
                  <a:lnTo>
                    <a:pt x="164417" y="136945"/>
                  </a:lnTo>
                  <a:lnTo>
                    <a:pt x="163370" y="131716"/>
                  </a:lnTo>
                  <a:lnTo>
                    <a:pt x="162157" y="126523"/>
                  </a:lnTo>
                  <a:lnTo>
                    <a:pt x="160779" y="121371"/>
                  </a:lnTo>
                  <a:lnTo>
                    <a:pt x="159237" y="116266"/>
                  </a:lnTo>
                  <a:lnTo>
                    <a:pt x="157533" y="111213"/>
                  </a:lnTo>
                  <a:lnTo>
                    <a:pt x="155669" y="106216"/>
                  </a:lnTo>
                  <a:lnTo>
                    <a:pt x="153646" y="101282"/>
                  </a:lnTo>
                  <a:lnTo>
                    <a:pt x="151467" y="96414"/>
                  </a:lnTo>
                  <a:lnTo>
                    <a:pt x="149134" y="91619"/>
                  </a:lnTo>
                  <a:lnTo>
                    <a:pt x="146649" y="86900"/>
                  </a:lnTo>
                  <a:lnTo>
                    <a:pt x="144015" y="82263"/>
                  </a:lnTo>
                  <a:lnTo>
                    <a:pt x="141235" y="77713"/>
                  </a:lnTo>
                  <a:lnTo>
                    <a:pt x="138310" y="73253"/>
                  </a:lnTo>
                  <a:lnTo>
                    <a:pt x="135245" y="68889"/>
                  </a:lnTo>
                  <a:lnTo>
                    <a:pt x="132042" y="64625"/>
                  </a:lnTo>
                  <a:lnTo>
                    <a:pt x="128705" y="60465"/>
                  </a:lnTo>
                  <a:lnTo>
                    <a:pt x="125237" y="56414"/>
                  </a:lnTo>
                  <a:lnTo>
                    <a:pt x="121641" y="52476"/>
                  </a:lnTo>
                  <a:lnTo>
                    <a:pt x="117922" y="48654"/>
                  </a:lnTo>
                  <a:lnTo>
                    <a:pt x="114082" y="44953"/>
                  </a:lnTo>
                  <a:lnTo>
                    <a:pt x="110126" y="41376"/>
                  </a:lnTo>
                  <a:lnTo>
                    <a:pt x="106059" y="37927"/>
                  </a:lnTo>
                  <a:lnTo>
                    <a:pt x="101883" y="34610"/>
                  </a:lnTo>
                  <a:lnTo>
                    <a:pt x="97604" y="31428"/>
                  </a:lnTo>
                  <a:lnTo>
                    <a:pt x="93225" y="28383"/>
                  </a:lnTo>
                  <a:lnTo>
                    <a:pt x="88752" y="25480"/>
                  </a:lnTo>
                  <a:lnTo>
                    <a:pt x="84188" y="22721"/>
                  </a:lnTo>
                  <a:lnTo>
                    <a:pt x="79538" y="20109"/>
                  </a:lnTo>
                  <a:lnTo>
                    <a:pt x="74808" y="17647"/>
                  </a:lnTo>
                  <a:lnTo>
                    <a:pt x="70001" y="15337"/>
                  </a:lnTo>
                  <a:lnTo>
                    <a:pt x="65124" y="13181"/>
                  </a:lnTo>
                  <a:lnTo>
                    <a:pt x="60179" y="11182"/>
                  </a:lnTo>
                  <a:lnTo>
                    <a:pt x="55174" y="9342"/>
                  </a:lnTo>
                  <a:lnTo>
                    <a:pt x="50113" y="7663"/>
                  </a:lnTo>
                  <a:lnTo>
                    <a:pt x="45000" y="6145"/>
                  </a:lnTo>
                  <a:lnTo>
                    <a:pt x="39842" y="4792"/>
                  </a:lnTo>
                  <a:lnTo>
                    <a:pt x="34643" y="3604"/>
                  </a:lnTo>
                  <a:lnTo>
                    <a:pt x="29409" y="2582"/>
                  </a:lnTo>
                  <a:lnTo>
                    <a:pt x="24145" y="1727"/>
                  </a:lnTo>
                  <a:lnTo>
                    <a:pt x="18856" y="1041"/>
                  </a:lnTo>
                  <a:lnTo>
                    <a:pt x="13548" y="524"/>
                  </a:lnTo>
                  <a:lnTo>
                    <a:pt x="8227" y="177"/>
                  </a:lnTo>
                  <a:lnTo>
                    <a:pt x="2897" y="0"/>
                  </a:lnTo>
                  <a:lnTo>
                    <a:pt x="0" y="16714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6923495" y="3685283"/>
              <a:ext cx="2897" cy="167167"/>
            </a:xfrm>
            <a:custGeom>
              <a:avLst/>
              <a:pathLst>
                <a:path w="2897" h="167167">
                  <a:moveTo>
                    <a:pt x="2897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tx955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2025-06-26T12:02:00Z</dcterms:modified>
  <cp:category/>
</cp:coreProperties>
</file>