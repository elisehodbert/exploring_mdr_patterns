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2018_non_BLSE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04232" y="1400573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2303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845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209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087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1184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2904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730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943529" y="1530021"/>
              <a:ext cx="2915268" cy="723826"/>
            </a:xfrm>
            <a:custGeom>
              <a:avLst/>
              <a:pathLst>
                <a:path w="2915268" h="723826">
                  <a:moveTo>
                    <a:pt x="2915268" y="0"/>
                  </a:moveTo>
                  <a:lnTo>
                    <a:pt x="0" y="723826"/>
                  </a:lnTo>
                </a:path>
              </a:pathLst>
            </a:custGeom>
            <a:ln w="17455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12711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985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270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2705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282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300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528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2699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002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1673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524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2065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27643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1876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118035" y="1246560"/>
              <a:ext cx="1706484" cy="2490427"/>
            </a:xfrm>
            <a:custGeom>
              <a:avLst/>
              <a:pathLst>
                <a:path w="1706484" h="2490427">
                  <a:moveTo>
                    <a:pt x="0" y="0"/>
                  </a:moveTo>
                  <a:lnTo>
                    <a:pt x="1706484" y="2490427"/>
                  </a:lnTo>
                </a:path>
              </a:pathLst>
            </a:custGeom>
            <a:ln w="18058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3365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3256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477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355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463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3625970" y="1585171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2239" y="3170392"/>
              <a:ext cx="1539" cy="167167"/>
            </a:xfrm>
            <a:custGeom>
              <a:avLst/>
              <a:pathLst>
                <a:path w="1539" h="167167">
                  <a:moveTo>
                    <a:pt x="1539" y="0"/>
                  </a:moveTo>
                  <a:lnTo>
                    <a:pt x="0" y="7"/>
                  </a:lnTo>
                  <a:lnTo>
                    <a:pt x="153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2239" y="3170399"/>
              <a:ext cx="1539" cy="167160"/>
            </a:xfrm>
            <a:custGeom>
              <a:avLst/>
              <a:pathLst>
                <a:path w="1539" h="167160">
                  <a:moveTo>
                    <a:pt x="0" y="0"/>
                  </a:moveTo>
                  <a:lnTo>
                    <a:pt x="1539" y="16716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2239" y="3170399"/>
              <a:ext cx="1539" cy="167160"/>
            </a:xfrm>
            <a:custGeom>
              <a:avLst/>
              <a:pathLst>
                <a:path w="1539" h="167160">
                  <a:moveTo>
                    <a:pt x="0" y="0"/>
                  </a:moveTo>
                  <a:lnTo>
                    <a:pt x="1539" y="16716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2239" y="3170399"/>
              <a:ext cx="1539" cy="167160"/>
            </a:xfrm>
            <a:custGeom>
              <a:avLst/>
              <a:pathLst>
                <a:path w="1539" h="167160">
                  <a:moveTo>
                    <a:pt x="0" y="0"/>
                  </a:moveTo>
                  <a:lnTo>
                    <a:pt x="1539" y="16716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2239" y="3170399"/>
              <a:ext cx="1539" cy="167160"/>
            </a:xfrm>
            <a:custGeom>
              <a:avLst/>
              <a:pathLst>
                <a:path w="1539" h="167160">
                  <a:moveTo>
                    <a:pt x="0" y="0"/>
                  </a:moveTo>
                  <a:lnTo>
                    <a:pt x="1539" y="1671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2239" y="3170399"/>
              <a:ext cx="1539" cy="167160"/>
            </a:xfrm>
            <a:custGeom>
              <a:avLst/>
              <a:pathLst>
                <a:path w="1539" h="167160">
                  <a:moveTo>
                    <a:pt x="0" y="0"/>
                  </a:moveTo>
                  <a:lnTo>
                    <a:pt x="1539" y="1671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2239" y="3170399"/>
              <a:ext cx="1539" cy="167160"/>
            </a:xfrm>
            <a:custGeom>
              <a:avLst/>
              <a:pathLst>
                <a:path w="1539" h="167160">
                  <a:moveTo>
                    <a:pt x="0" y="0"/>
                  </a:moveTo>
                  <a:lnTo>
                    <a:pt x="1539" y="1671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2239" y="3170399"/>
              <a:ext cx="1539" cy="167160"/>
            </a:xfrm>
            <a:custGeom>
              <a:avLst/>
              <a:pathLst>
                <a:path w="1539" h="167160">
                  <a:moveTo>
                    <a:pt x="0" y="0"/>
                  </a:moveTo>
                  <a:lnTo>
                    <a:pt x="1539" y="1671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2239" y="3170399"/>
              <a:ext cx="1539" cy="167160"/>
            </a:xfrm>
            <a:custGeom>
              <a:avLst/>
              <a:pathLst>
                <a:path w="1539" h="167160">
                  <a:moveTo>
                    <a:pt x="0" y="0"/>
                  </a:moveTo>
                  <a:lnTo>
                    <a:pt x="1539" y="16716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2239" y="3170399"/>
              <a:ext cx="1539" cy="167160"/>
            </a:xfrm>
            <a:custGeom>
              <a:avLst/>
              <a:pathLst>
                <a:path w="1539" h="167160">
                  <a:moveTo>
                    <a:pt x="0" y="0"/>
                  </a:moveTo>
                  <a:lnTo>
                    <a:pt x="1539" y="16716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2239" y="3170399"/>
              <a:ext cx="1539" cy="167160"/>
            </a:xfrm>
            <a:custGeom>
              <a:avLst/>
              <a:pathLst>
                <a:path w="1539" h="167160">
                  <a:moveTo>
                    <a:pt x="0" y="0"/>
                  </a:moveTo>
                  <a:lnTo>
                    <a:pt x="1539" y="16716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2239" y="3170399"/>
              <a:ext cx="1539" cy="167160"/>
            </a:xfrm>
            <a:custGeom>
              <a:avLst/>
              <a:pathLst>
                <a:path w="1539" h="167160">
                  <a:moveTo>
                    <a:pt x="0" y="0"/>
                  </a:moveTo>
                  <a:lnTo>
                    <a:pt x="1539" y="16716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2239" y="3170399"/>
              <a:ext cx="1539" cy="167160"/>
            </a:xfrm>
            <a:custGeom>
              <a:avLst/>
              <a:pathLst>
                <a:path w="1539" h="167160">
                  <a:moveTo>
                    <a:pt x="0" y="0"/>
                  </a:moveTo>
                  <a:lnTo>
                    <a:pt x="1539" y="1671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2239" y="3170399"/>
              <a:ext cx="1539" cy="167160"/>
            </a:xfrm>
            <a:custGeom>
              <a:avLst/>
              <a:pathLst>
                <a:path w="1539" h="167160">
                  <a:moveTo>
                    <a:pt x="0" y="0"/>
                  </a:moveTo>
                  <a:lnTo>
                    <a:pt x="1539" y="1671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2239" y="3170399"/>
              <a:ext cx="1539" cy="167160"/>
            </a:xfrm>
            <a:custGeom>
              <a:avLst/>
              <a:pathLst>
                <a:path w="1539" h="167160">
                  <a:moveTo>
                    <a:pt x="0" y="0"/>
                  </a:moveTo>
                  <a:lnTo>
                    <a:pt x="1539" y="1671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2239" y="3170399"/>
              <a:ext cx="1539" cy="167160"/>
            </a:xfrm>
            <a:custGeom>
              <a:avLst/>
              <a:pathLst>
                <a:path w="1539" h="167160">
                  <a:moveTo>
                    <a:pt x="0" y="0"/>
                  </a:moveTo>
                  <a:lnTo>
                    <a:pt x="1539" y="1671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2239" y="3170399"/>
              <a:ext cx="1539" cy="167160"/>
            </a:xfrm>
            <a:custGeom>
              <a:avLst/>
              <a:pathLst>
                <a:path w="1539" h="167160">
                  <a:moveTo>
                    <a:pt x="0" y="0"/>
                  </a:moveTo>
                  <a:lnTo>
                    <a:pt x="1539" y="16716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2239" y="3170399"/>
              <a:ext cx="1539" cy="167160"/>
            </a:xfrm>
            <a:custGeom>
              <a:avLst/>
              <a:pathLst>
                <a:path w="1539" h="167160">
                  <a:moveTo>
                    <a:pt x="0" y="0"/>
                  </a:moveTo>
                  <a:lnTo>
                    <a:pt x="1539" y="1671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2239" y="3170399"/>
              <a:ext cx="1539" cy="167160"/>
            </a:xfrm>
            <a:custGeom>
              <a:avLst/>
              <a:pathLst>
                <a:path w="1539" h="167160">
                  <a:moveTo>
                    <a:pt x="0" y="0"/>
                  </a:moveTo>
                  <a:lnTo>
                    <a:pt x="1539" y="1671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2239" y="3170399"/>
              <a:ext cx="1539" cy="167160"/>
            </a:xfrm>
            <a:custGeom>
              <a:avLst/>
              <a:pathLst>
                <a:path w="1539" h="167160">
                  <a:moveTo>
                    <a:pt x="0" y="0"/>
                  </a:moveTo>
                  <a:lnTo>
                    <a:pt x="1539" y="16716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2239" y="3170399"/>
              <a:ext cx="1539" cy="167160"/>
            </a:xfrm>
            <a:custGeom>
              <a:avLst/>
              <a:pathLst>
                <a:path w="1539" h="167160">
                  <a:moveTo>
                    <a:pt x="0" y="0"/>
                  </a:moveTo>
                  <a:lnTo>
                    <a:pt x="1539" y="167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82239" y="3170399"/>
              <a:ext cx="1539" cy="167160"/>
            </a:xfrm>
            <a:custGeom>
              <a:avLst/>
              <a:pathLst>
                <a:path w="1539" h="167160">
                  <a:moveTo>
                    <a:pt x="0" y="0"/>
                  </a:moveTo>
                  <a:lnTo>
                    <a:pt x="1539" y="167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982239" y="3170399"/>
              <a:ext cx="1539" cy="167160"/>
            </a:xfrm>
            <a:custGeom>
              <a:avLst/>
              <a:pathLst>
                <a:path w="1539" h="167160">
                  <a:moveTo>
                    <a:pt x="0" y="0"/>
                  </a:moveTo>
                  <a:lnTo>
                    <a:pt x="1539" y="167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982239" y="3170399"/>
              <a:ext cx="1539" cy="167160"/>
            </a:xfrm>
            <a:custGeom>
              <a:avLst/>
              <a:pathLst>
                <a:path w="1539" h="167160">
                  <a:moveTo>
                    <a:pt x="0" y="0"/>
                  </a:moveTo>
                  <a:lnTo>
                    <a:pt x="1539" y="167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982239" y="3170399"/>
              <a:ext cx="1539" cy="167160"/>
            </a:xfrm>
            <a:custGeom>
              <a:avLst/>
              <a:pathLst>
                <a:path w="1539" h="167160">
                  <a:moveTo>
                    <a:pt x="0" y="0"/>
                  </a:moveTo>
                  <a:lnTo>
                    <a:pt x="1539" y="16716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982239" y="3170399"/>
              <a:ext cx="1539" cy="167160"/>
            </a:xfrm>
            <a:custGeom>
              <a:avLst/>
              <a:pathLst>
                <a:path w="1539" h="167160">
                  <a:moveTo>
                    <a:pt x="0" y="0"/>
                  </a:moveTo>
                  <a:lnTo>
                    <a:pt x="1539" y="16716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16620" y="3170399"/>
              <a:ext cx="334309" cy="334327"/>
            </a:xfrm>
            <a:custGeom>
              <a:avLst/>
              <a:pathLst>
                <a:path w="334309" h="334327">
                  <a:moveTo>
                    <a:pt x="165619" y="0"/>
                  </a:moveTo>
                  <a:lnTo>
                    <a:pt x="160328" y="132"/>
                  </a:lnTo>
                  <a:lnTo>
                    <a:pt x="155044" y="432"/>
                  </a:lnTo>
                  <a:lnTo>
                    <a:pt x="149772" y="899"/>
                  </a:lnTo>
                  <a:lnTo>
                    <a:pt x="144518" y="1533"/>
                  </a:lnTo>
                  <a:lnTo>
                    <a:pt x="139286" y="2332"/>
                  </a:lnTo>
                  <a:lnTo>
                    <a:pt x="134082" y="3297"/>
                  </a:lnTo>
                  <a:lnTo>
                    <a:pt x="128912" y="4426"/>
                  </a:lnTo>
                  <a:lnTo>
                    <a:pt x="123779" y="5719"/>
                  </a:lnTo>
                  <a:lnTo>
                    <a:pt x="118691" y="7173"/>
                  </a:lnTo>
                  <a:lnTo>
                    <a:pt x="113650" y="8787"/>
                  </a:lnTo>
                  <a:lnTo>
                    <a:pt x="108664" y="10561"/>
                  </a:lnTo>
                  <a:lnTo>
                    <a:pt x="103736" y="12491"/>
                  </a:lnTo>
                  <a:lnTo>
                    <a:pt x="98871" y="14576"/>
                  </a:lnTo>
                  <a:lnTo>
                    <a:pt x="94076" y="16814"/>
                  </a:lnTo>
                  <a:lnTo>
                    <a:pt x="89353" y="19203"/>
                  </a:lnTo>
                  <a:lnTo>
                    <a:pt x="84708" y="21740"/>
                  </a:lnTo>
                  <a:lnTo>
                    <a:pt x="80146" y="24423"/>
                  </a:lnTo>
                  <a:lnTo>
                    <a:pt x="75671" y="27249"/>
                  </a:lnTo>
                  <a:lnTo>
                    <a:pt x="71288" y="30215"/>
                  </a:lnTo>
                  <a:lnTo>
                    <a:pt x="67001" y="33319"/>
                  </a:lnTo>
                  <a:lnTo>
                    <a:pt x="62814" y="36556"/>
                  </a:lnTo>
                  <a:lnTo>
                    <a:pt x="58732" y="39925"/>
                  </a:lnTo>
                  <a:lnTo>
                    <a:pt x="54759" y="43421"/>
                  </a:lnTo>
                  <a:lnTo>
                    <a:pt x="50898" y="47041"/>
                  </a:lnTo>
                  <a:lnTo>
                    <a:pt x="47154" y="50781"/>
                  </a:lnTo>
                  <a:lnTo>
                    <a:pt x="43530" y="54638"/>
                  </a:lnTo>
                  <a:lnTo>
                    <a:pt x="40030" y="58608"/>
                  </a:lnTo>
                  <a:lnTo>
                    <a:pt x="36658" y="62687"/>
                  </a:lnTo>
                  <a:lnTo>
                    <a:pt x="33416" y="66871"/>
                  </a:lnTo>
                  <a:lnTo>
                    <a:pt x="30308" y="71155"/>
                  </a:lnTo>
                  <a:lnTo>
                    <a:pt x="27338" y="75535"/>
                  </a:lnTo>
                  <a:lnTo>
                    <a:pt x="24507" y="80007"/>
                  </a:lnTo>
                  <a:lnTo>
                    <a:pt x="21820" y="84566"/>
                  </a:lnTo>
                  <a:lnTo>
                    <a:pt x="19278" y="89208"/>
                  </a:lnTo>
                  <a:lnTo>
                    <a:pt x="16885" y="93929"/>
                  </a:lnTo>
                  <a:lnTo>
                    <a:pt x="14642" y="98722"/>
                  </a:lnTo>
                  <a:lnTo>
                    <a:pt x="12552" y="103585"/>
                  </a:lnTo>
                  <a:lnTo>
                    <a:pt x="10617" y="108511"/>
                  </a:lnTo>
                  <a:lnTo>
                    <a:pt x="8839" y="113496"/>
                  </a:lnTo>
                  <a:lnTo>
                    <a:pt x="7219" y="118534"/>
                  </a:lnTo>
                  <a:lnTo>
                    <a:pt x="5760" y="123621"/>
                  </a:lnTo>
                  <a:lnTo>
                    <a:pt x="4463" y="128752"/>
                  </a:lnTo>
                  <a:lnTo>
                    <a:pt x="3328" y="133922"/>
                  </a:lnTo>
                  <a:lnTo>
                    <a:pt x="2358" y="139125"/>
                  </a:lnTo>
                  <a:lnTo>
                    <a:pt x="1554" y="144356"/>
                  </a:lnTo>
                  <a:lnTo>
                    <a:pt x="915" y="149609"/>
                  </a:lnTo>
                  <a:lnTo>
                    <a:pt x="442" y="154881"/>
                  </a:lnTo>
                  <a:lnTo>
                    <a:pt x="137" y="160164"/>
                  </a:lnTo>
                  <a:lnTo>
                    <a:pt x="0" y="165455"/>
                  </a:lnTo>
                  <a:lnTo>
                    <a:pt x="29" y="170747"/>
                  </a:lnTo>
                  <a:lnTo>
                    <a:pt x="227" y="176036"/>
                  </a:lnTo>
                  <a:lnTo>
                    <a:pt x="591" y="181316"/>
                  </a:lnTo>
                  <a:lnTo>
                    <a:pt x="1123" y="186582"/>
                  </a:lnTo>
                  <a:lnTo>
                    <a:pt x="1821" y="191828"/>
                  </a:lnTo>
                  <a:lnTo>
                    <a:pt x="2685" y="197050"/>
                  </a:lnTo>
                  <a:lnTo>
                    <a:pt x="3713" y="202241"/>
                  </a:lnTo>
                  <a:lnTo>
                    <a:pt x="4906" y="207397"/>
                  </a:lnTo>
                  <a:lnTo>
                    <a:pt x="6261" y="212514"/>
                  </a:lnTo>
                  <a:lnTo>
                    <a:pt x="7777" y="217584"/>
                  </a:lnTo>
                  <a:lnTo>
                    <a:pt x="9453" y="222604"/>
                  </a:lnTo>
                  <a:lnTo>
                    <a:pt x="11287" y="227569"/>
                  </a:lnTo>
                  <a:lnTo>
                    <a:pt x="13278" y="232473"/>
                  </a:lnTo>
                  <a:lnTo>
                    <a:pt x="15422" y="237311"/>
                  </a:lnTo>
                  <a:lnTo>
                    <a:pt x="17719" y="242079"/>
                  </a:lnTo>
                  <a:lnTo>
                    <a:pt x="20166" y="246772"/>
                  </a:lnTo>
                  <a:lnTo>
                    <a:pt x="22760" y="251385"/>
                  </a:lnTo>
                  <a:lnTo>
                    <a:pt x="25498" y="255914"/>
                  </a:lnTo>
                  <a:lnTo>
                    <a:pt x="28379" y="260354"/>
                  </a:lnTo>
                  <a:lnTo>
                    <a:pt x="31398" y="264701"/>
                  </a:lnTo>
                  <a:lnTo>
                    <a:pt x="34554" y="268949"/>
                  </a:lnTo>
                  <a:lnTo>
                    <a:pt x="37843" y="273096"/>
                  </a:lnTo>
                  <a:lnTo>
                    <a:pt x="41261" y="277136"/>
                  </a:lnTo>
                  <a:lnTo>
                    <a:pt x="44806" y="281067"/>
                  </a:lnTo>
                  <a:lnTo>
                    <a:pt x="48473" y="284883"/>
                  </a:lnTo>
                  <a:lnTo>
                    <a:pt x="52259" y="288581"/>
                  </a:lnTo>
                  <a:lnTo>
                    <a:pt x="56160" y="292157"/>
                  </a:lnTo>
                  <a:lnTo>
                    <a:pt x="60173" y="295608"/>
                  </a:lnTo>
                  <a:lnTo>
                    <a:pt x="64292" y="298931"/>
                  </a:lnTo>
                  <a:lnTo>
                    <a:pt x="68515" y="302121"/>
                  </a:lnTo>
                  <a:lnTo>
                    <a:pt x="72837" y="305176"/>
                  </a:lnTo>
                  <a:lnTo>
                    <a:pt x="77253" y="308093"/>
                  </a:lnTo>
                  <a:lnTo>
                    <a:pt x="81759" y="310868"/>
                  </a:lnTo>
                  <a:lnTo>
                    <a:pt x="86351" y="313499"/>
                  </a:lnTo>
                  <a:lnTo>
                    <a:pt x="91024" y="315984"/>
                  </a:lnTo>
                  <a:lnTo>
                    <a:pt x="95774" y="318319"/>
                  </a:lnTo>
                  <a:lnTo>
                    <a:pt x="100595" y="320503"/>
                  </a:lnTo>
                  <a:lnTo>
                    <a:pt x="105482" y="322534"/>
                  </a:lnTo>
                  <a:lnTo>
                    <a:pt x="110431" y="324408"/>
                  </a:lnTo>
                  <a:lnTo>
                    <a:pt x="115438" y="326125"/>
                  </a:lnTo>
                  <a:lnTo>
                    <a:pt x="120496" y="327683"/>
                  </a:lnTo>
                  <a:lnTo>
                    <a:pt x="125601" y="329079"/>
                  </a:lnTo>
                  <a:lnTo>
                    <a:pt x="130747" y="330314"/>
                  </a:lnTo>
                  <a:lnTo>
                    <a:pt x="135930" y="331385"/>
                  </a:lnTo>
                  <a:lnTo>
                    <a:pt x="141144" y="332291"/>
                  </a:lnTo>
                  <a:lnTo>
                    <a:pt x="146385" y="333032"/>
                  </a:lnTo>
                  <a:lnTo>
                    <a:pt x="151646" y="333606"/>
                  </a:lnTo>
                  <a:lnTo>
                    <a:pt x="156923" y="334014"/>
                  </a:lnTo>
                  <a:lnTo>
                    <a:pt x="162210" y="334254"/>
                  </a:lnTo>
                  <a:lnTo>
                    <a:pt x="167502" y="334327"/>
                  </a:lnTo>
                  <a:lnTo>
                    <a:pt x="172793" y="334232"/>
                  </a:lnTo>
                  <a:lnTo>
                    <a:pt x="178079" y="333970"/>
                  </a:lnTo>
                  <a:lnTo>
                    <a:pt x="183354" y="333541"/>
                  </a:lnTo>
                  <a:lnTo>
                    <a:pt x="188613" y="332945"/>
                  </a:lnTo>
                  <a:lnTo>
                    <a:pt x="193850" y="332183"/>
                  </a:lnTo>
                  <a:lnTo>
                    <a:pt x="199061" y="331255"/>
                  </a:lnTo>
                  <a:lnTo>
                    <a:pt x="204239" y="330163"/>
                  </a:lnTo>
                  <a:lnTo>
                    <a:pt x="209381" y="328907"/>
                  </a:lnTo>
                  <a:lnTo>
                    <a:pt x="214480" y="327490"/>
                  </a:lnTo>
                  <a:lnTo>
                    <a:pt x="219532" y="325911"/>
                  </a:lnTo>
                  <a:lnTo>
                    <a:pt x="224531" y="324174"/>
                  </a:lnTo>
                  <a:lnTo>
                    <a:pt x="229472" y="322279"/>
                  </a:lnTo>
                  <a:lnTo>
                    <a:pt x="234351" y="320229"/>
                  </a:lnTo>
                  <a:lnTo>
                    <a:pt x="239163" y="318025"/>
                  </a:lnTo>
                  <a:lnTo>
                    <a:pt x="243903" y="315670"/>
                  </a:lnTo>
                  <a:lnTo>
                    <a:pt x="248566" y="313166"/>
                  </a:lnTo>
                  <a:lnTo>
                    <a:pt x="253147" y="310516"/>
                  </a:lnTo>
                  <a:lnTo>
                    <a:pt x="257642" y="307722"/>
                  </a:lnTo>
                  <a:lnTo>
                    <a:pt x="262046" y="304787"/>
                  </a:lnTo>
                  <a:lnTo>
                    <a:pt x="266355" y="301714"/>
                  </a:lnTo>
                  <a:lnTo>
                    <a:pt x="270565" y="298507"/>
                  </a:lnTo>
                  <a:lnTo>
                    <a:pt x="274671" y="295168"/>
                  </a:lnTo>
                  <a:lnTo>
                    <a:pt x="278669" y="291700"/>
                  </a:lnTo>
                  <a:lnTo>
                    <a:pt x="282556" y="288108"/>
                  </a:lnTo>
                  <a:lnTo>
                    <a:pt x="286327" y="284394"/>
                  </a:lnTo>
                  <a:lnTo>
                    <a:pt x="289978" y="280563"/>
                  </a:lnTo>
                  <a:lnTo>
                    <a:pt x="293506" y="276618"/>
                  </a:lnTo>
                  <a:lnTo>
                    <a:pt x="296908" y="272564"/>
                  </a:lnTo>
                  <a:lnTo>
                    <a:pt x="300180" y="268404"/>
                  </a:lnTo>
                  <a:lnTo>
                    <a:pt x="303318" y="264142"/>
                  </a:lnTo>
                  <a:lnTo>
                    <a:pt x="306320" y="259783"/>
                  </a:lnTo>
                  <a:lnTo>
                    <a:pt x="309182" y="255331"/>
                  </a:lnTo>
                  <a:lnTo>
                    <a:pt x="311902" y="250791"/>
                  </a:lnTo>
                  <a:lnTo>
                    <a:pt x="314477" y="246168"/>
                  </a:lnTo>
                  <a:lnTo>
                    <a:pt x="316904" y="241464"/>
                  </a:lnTo>
                  <a:lnTo>
                    <a:pt x="319181" y="236687"/>
                  </a:lnTo>
                  <a:lnTo>
                    <a:pt x="321306" y="231840"/>
                  </a:lnTo>
                  <a:lnTo>
                    <a:pt x="323276" y="226928"/>
                  </a:lnTo>
                  <a:lnTo>
                    <a:pt x="325090" y="221956"/>
                  </a:lnTo>
                  <a:lnTo>
                    <a:pt x="326745" y="216929"/>
                  </a:lnTo>
                  <a:lnTo>
                    <a:pt x="328241" y="211852"/>
                  </a:lnTo>
                  <a:lnTo>
                    <a:pt x="329575" y="206730"/>
                  </a:lnTo>
                  <a:lnTo>
                    <a:pt x="330746" y="201569"/>
                  </a:lnTo>
                  <a:lnTo>
                    <a:pt x="331753" y="196373"/>
                  </a:lnTo>
                  <a:lnTo>
                    <a:pt x="332596" y="191148"/>
                  </a:lnTo>
                  <a:lnTo>
                    <a:pt x="333272" y="185899"/>
                  </a:lnTo>
                  <a:lnTo>
                    <a:pt x="333782" y="180632"/>
                  </a:lnTo>
                  <a:lnTo>
                    <a:pt x="334125" y="175350"/>
                  </a:lnTo>
                  <a:lnTo>
                    <a:pt x="334301" y="170061"/>
                  </a:lnTo>
                  <a:lnTo>
                    <a:pt x="334309" y="164768"/>
                  </a:lnTo>
                  <a:lnTo>
                    <a:pt x="334149" y="159478"/>
                  </a:lnTo>
                  <a:lnTo>
                    <a:pt x="333822" y="154196"/>
                  </a:lnTo>
                  <a:lnTo>
                    <a:pt x="333328" y="148926"/>
                  </a:lnTo>
                  <a:lnTo>
                    <a:pt x="332668" y="143675"/>
                  </a:lnTo>
                  <a:lnTo>
                    <a:pt x="331841" y="138448"/>
                  </a:lnTo>
                  <a:lnTo>
                    <a:pt x="330850" y="133249"/>
                  </a:lnTo>
                  <a:lnTo>
                    <a:pt x="329695" y="128084"/>
                  </a:lnTo>
                  <a:lnTo>
                    <a:pt x="328376" y="122959"/>
                  </a:lnTo>
                  <a:lnTo>
                    <a:pt x="326896" y="117877"/>
                  </a:lnTo>
                  <a:lnTo>
                    <a:pt x="325256" y="112845"/>
                  </a:lnTo>
                  <a:lnTo>
                    <a:pt x="323457" y="107868"/>
                  </a:lnTo>
                  <a:lnTo>
                    <a:pt x="321502" y="102950"/>
                  </a:lnTo>
                  <a:lnTo>
                    <a:pt x="319392" y="98096"/>
                  </a:lnTo>
                  <a:lnTo>
                    <a:pt x="317130" y="93312"/>
                  </a:lnTo>
                  <a:lnTo>
                    <a:pt x="314717" y="88601"/>
                  </a:lnTo>
                  <a:lnTo>
                    <a:pt x="312156" y="83970"/>
                  </a:lnTo>
                  <a:lnTo>
                    <a:pt x="309450" y="79421"/>
                  </a:lnTo>
                  <a:lnTo>
                    <a:pt x="306601" y="74961"/>
                  </a:lnTo>
                  <a:lnTo>
                    <a:pt x="303613" y="70593"/>
                  </a:lnTo>
                  <a:lnTo>
                    <a:pt x="300487" y="66322"/>
                  </a:lnTo>
                  <a:lnTo>
                    <a:pt x="297228" y="62152"/>
                  </a:lnTo>
                  <a:lnTo>
                    <a:pt x="293839" y="58087"/>
                  </a:lnTo>
                  <a:lnTo>
                    <a:pt x="290323" y="54131"/>
                  </a:lnTo>
                  <a:lnTo>
                    <a:pt x="286683" y="50289"/>
                  </a:lnTo>
                  <a:lnTo>
                    <a:pt x="282924" y="46564"/>
                  </a:lnTo>
                  <a:lnTo>
                    <a:pt x="279048" y="42960"/>
                  </a:lnTo>
                  <a:lnTo>
                    <a:pt x="275060" y="39480"/>
                  </a:lnTo>
                  <a:lnTo>
                    <a:pt x="270964" y="36128"/>
                  </a:lnTo>
                  <a:lnTo>
                    <a:pt x="266765" y="32908"/>
                  </a:lnTo>
                  <a:lnTo>
                    <a:pt x="262465" y="29822"/>
                  </a:lnTo>
                  <a:lnTo>
                    <a:pt x="258070" y="26874"/>
                  </a:lnTo>
                  <a:lnTo>
                    <a:pt x="253583" y="24067"/>
                  </a:lnTo>
                  <a:lnTo>
                    <a:pt x="249010" y="21402"/>
                  </a:lnTo>
                  <a:lnTo>
                    <a:pt x="244355" y="18884"/>
                  </a:lnTo>
                  <a:lnTo>
                    <a:pt x="239623" y="16515"/>
                  </a:lnTo>
                  <a:lnTo>
                    <a:pt x="234817" y="14297"/>
                  </a:lnTo>
                  <a:lnTo>
                    <a:pt x="229945" y="12231"/>
                  </a:lnTo>
                  <a:lnTo>
                    <a:pt x="225009" y="10321"/>
                  </a:lnTo>
                  <a:lnTo>
                    <a:pt x="220015" y="8569"/>
                  </a:lnTo>
                  <a:lnTo>
                    <a:pt x="214968" y="6975"/>
                  </a:lnTo>
                  <a:lnTo>
                    <a:pt x="209873" y="5542"/>
                  </a:lnTo>
                  <a:lnTo>
                    <a:pt x="204736" y="4271"/>
                  </a:lnTo>
                  <a:lnTo>
                    <a:pt x="199561" y="3163"/>
                  </a:lnTo>
                  <a:lnTo>
                    <a:pt x="194353" y="2219"/>
                  </a:lnTo>
                  <a:lnTo>
                    <a:pt x="189118" y="1441"/>
                  </a:lnTo>
                  <a:lnTo>
                    <a:pt x="183861" y="829"/>
                  </a:lnTo>
                  <a:lnTo>
                    <a:pt x="167158" y="16716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983779" y="3170392"/>
              <a:ext cx="16702" cy="167167"/>
            </a:xfrm>
            <a:custGeom>
              <a:avLst/>
              <a:pathLst>
                <a:path w="16702" h="167167">
                  <a:moveTo>
                    <a:pt x="16702" y="836"/>
                  </a:moveTo>
                  <a:lnTo>
                    <a:pt x="8361" y="20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86024" y="2633064"/>
              <a:ext cx="32987" cy="167167"/>
            </a:xfrm>
            <a:custGeom>
              <a:avLst/>
              <a:pathLst>
                <a:path w="32987" h="167167">
                  <a:moveTo>
                    <a:pt x="32987" y="0"/>
                  </a:moveTo>
                  <a:lnTo>
                    <a:pt x="26347" y="131"/>
                  </a:lnTo>
                  <a:lnTo>
                    <a:pt x="19719" y="527"/>
                  </a:lnTo>
                  <a:lnTo>
                    <a:pt x="13111" y="1185"/>
                  </a:lnTo>
                  <a:lnTo>
                    <a:pt x="6534" y="2106"/>
                  </a:lnTo>
                  <a:lnTo>
                    <a:pt x="0" y="3286"/>
                  </a:lnTo>
                  <a:lnTo>
                    <a:pt x="3298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6024" y="2636351"/>
              <a:ext cx="32987" cy="163880"/>
            </a:xfrm>
            <a:custGeom>
              <a:avLst/>
              <a:pathLst>
                <a:path w="32987" h="163880">
                  <a:moveTo>
                    <a:pt x="0" y="0"/>
                  </a:moveTo>
                  <a:lnTo>
                    <a:pt x="32987" y="16388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6024" y="2636351"/>
              <a:ext cx="32987" cy="163880"/>
            </a:xfrm>
            <a:custGeom>
              <a:avLst/>
              <a:pathLst>
                <a:path w="32987" h="163880">
                  <a:moveTo>
                    <a:pt x="0" y="0"/>
                  </a:moveTo>
                  <a:lnTo>
                    <a:pt x="32987" y="16388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6024" y="2636351"/>
              <a:ext cx="32987" cy="163880"/>
            </a:xfrm>
            <a:custGeom>
              <a:avLst/>
              <a:pathLst>
                <a:path w="32987" h="163880">
                  <a:moveTo>
                    <a:pt x="0" y="0"/>
                  </a:moveTo>
                  <a:lnTo>
                    <a:pt x="32987" y="16388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6024" y="2636351"/>
              <a:ext cx="32987" cy="163880"/>
            </a:xfrm>
            <a:custGeom>
              <a:avLst/>
              <a:pathLst>
                <a:path w="32987" h="163880">
                  <a:moveTo>
                    <a:pt x="0" y="0"/>
                  </a:moveTo>
                  <a:lnTo>
                    <a:pt x="32987" y="16388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6024" y="2636351"/>
              <a:ext cx="32987" cy="163880"/>
            </a:xfrm>
            <a:custGeom>
              <a:avLst/>
              <a:pathLst>
                <a:path w="32987" h="163880">
                  <a:moveTo>
                    <a:pt x="0" y="0"/>
                  </a:moveTo>
                  <a:lnTo>
                    <a:pt x="32987" y="16388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6024" y="2636351"/>
              <a:ext cx="32987" cy="163880"/>
            </a:xfrm>
            <a:custGeom>
              <a:avLst/>
              <a:pathLst>
                <a:path w="32987" h="163880">
                  <a:moveTo>
                    <a:pt x="0" y="0"/>
                  </a:moveTo>
                  <a:lnTo>
                    <a:pt x="32987" y="16388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6024" y="2636351"/>
              <a:ext cx="32987" cy="163880"/>
            </a:xfrm>
            <a:custGeom>
              <a:avLst/>
              <a:pathLst>
                <a:path w="32987" h="163880">
                  <a:moveTo>
                    <a:pt x="0" y="0"/>
                  </a:moveTo>
                  <a:lnTo>
                    <a:pt x="32987" y="16388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6024" y="2636351"/>
              <a:ext cx="32987" cy="163880"/>
            </a:xfrm>
            <a:custGeom>
              <a:avLst/>
              <a:pathLst>
                <a:path w="32987" h="163880">
                  <a:moveTo>
                    <a:pt x="0" y="0"/>
                  </a:moveTo>
                  <a:lnTo>
                    <a:pt x="32987" y="16388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6024" y="2636351"/>
              <a:ext cx="32987" cy="163880"/>
            </a:xfrm>
            <a:custGeom>
              <a:avLst/>
              <a:pathLst>
                <a:path w="32987" h="163880">
                  <a:moveTo>
                    <a:pt x="0" y="0"/>
                  </a:moveTo>
                  <a:lnTo>
                    <a:pt x="32987" y="16388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6024" y="2636351"/>
              <a:ext cx="32987" cy="163880"/>
            </a:xfrm>
            <a:custGeom>
              <a:avLst/>
              <a:pathLst>
                <a:path w="32987" h="163880">
                  <a:moveTo>
                    <a:pt x="0" y="0"/>
                  </a:moveTo>
                  <a:lnTo>
                    <a:pt x="32987" y="16388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6024" y="2636351"/>
              <a:ext cx="32987" cy="163880"/>
            </a:xfrm>
            <a:custGeom>
              <a:avLst/>
              <a:pathLst>
                <a:path w="32987" h="163880">
                  <a:moveTo>
                    <a:pt x="0" y="0"/>
                  </a:moveTo>
                  <a:lnTo>
                    <a:pt x="32987" y="1638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6024" y="2636351"/>
              <a:ext cx="32987" cy="163880"/>
            </a:xfrm>
            <a:custGeom>
              <a:avLst/>
              <a:pathLst>
                <a:path w="32987" h="163880">
                  <a:moveTo>
                    <a:pt x="0" y="0"/>
                  </a:moveTo>
                  <a:lnTo>
                    <a:pt x="32987" y="1638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6024" y="2636351"/>
              <a:ext cx="32987" cy="163880"/>
            </a:xfrm>
            <a:custGeom>
              <a:avLst/>
              <a:pathLst>
                <a:path w="32987" h="163880">
                  <a:moveTo>
                    <a:pt x="0" y="0"/>
                  </a:moveTo>
                  <a:lnTo>
                    <a:pt x="32987" y="1638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6024" y="2636351"/>
              <a:ext cx="32987" cy="163880"/>
            </a:xfrm>
            <a:custGeom>
              <a:avLst/>
              <a:pathLst>
                <a:path w="32987" h="163880">
                  <a:moveTo>
                    <a:pt x="0" y="0"/>
                  </a:moveTo>
                  <a:lnTo>
                    <a:pt x="32987" y="1638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86024" y="2636351"/>
              <a:ext cx="32987" cy="163880"/>
            </a:xfrm>
            <a:custGeom>
              <a:avLst/>
              <a:pathLst>
                <a:path w="32987" h="163880">
                  <a:moveTo>
                    <a:pt x="0" y="0"/>
                  </a:moveTo>
                  <a:lnTo>
                    <a:pt x="32987" y="16388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86024" y="2636351"/>
              <a:ext cx="32987" cy="163880"/>
            </a:xfrm>
            <a:custGeom>
              <a:avLst/>
              <a:pathLst>
                <a:path w="32987" h="163880">
                  <a:moveTo>
                    <a:pt x="0" y="0"/>
                  </a:moveTo>
                  <a:lnTo>
                    <a:pt x="32987" y="16388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86024" y="2636351"/>
              <a:ext cx="32987" cy="163880"/>
            </a:xfrm>
            <a:custGeom>
              <a:avLst/>
              <a:pathLst>
                <a:path w="32987" h="163880">
                  <a:moveTo>
                    <a:pt x="0" y="0"/>
                  </a:moveTo>
                  <a:lnTo>
                    <a:pt x="32987" y="16388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86024" y="2636351"/>
              <a:ext cx="32987" cy="163880"/>
            </a:xfrm>
            <a:custGeom>
              <a:avLst/>
              <a:pathLst>
                <a:path w="32987" h="163880">
                  <a:moveTo>
                    <a:pt x="0" y="0"/>
                  </a:moveTo>
                  <a:lnTo>
                    <a:pt x="32987" y="16388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86024" y="2636351"/>
              <a:ext cx="32987" cy="163880"/>
            </a:xfrm>
            <a:custGeom>
              <a:avLst/>
              <a:pathLst>
                <a:path w="32987" h="163880">
                  <a:moveTo>
                    <a:pt x="0" y="0"/>
                  </a:moveTo>
                  <a:lnTo>
                    <a:pt x="32987" y="1638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86024" y="2636351"/>
              <a:ext cx="32987" cy="163880"/>
            </a:xfrm>
            <a:custGeom>
              <a:avLst/>
              <a:pathLst>
                <a:path w="32987" h="163880">
                  <a:moveTo>
                    <a:pt x="0" y="0"/>
                  </a:moveTo>
                  <a:lnTo>
                    <a:pt x="32987" y="1638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86024" y="2636351"/>
              <a:ext cx="32987" cy="163880"/>
            </a:xfrm>
            <a:custGeom>
              <a:avLst/>
              <a:pathLst>
                <a:path w="32987" h="163880">
                  <a:moveTo>
                    <a:pt x="0" y="0"/>
                  </a:moveTo>
                  <a:lnTo>
                    <a:pt x="32987" y="1638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886024" y="2636351"/>
              <a:ext cx="32987" cy="163880"/>
            </a:xfrm>
            <a:custGeom>
              <a:avLst/>
              <a:pathLst>
                <a:path w="32987" h="163880">
                  <a:moveTo>
                    <a:pt x="0" y="0"/>
                  </a:moveTo>
                  <a:lnTo>
                    <a:pt x="32987" y="1638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886024" y="2636351"/>
              <a:ext cx="32987" cy="163880"/>
            </a:xfrm>
            <a:custGeom>
              <a:avLst/>
              <a:pathLst>
                <a:path w="32987" h="163880">
                  <a:moveTo>
                    <a:pt x="0" y="0"/>
                  </a:moveTo>
                  <a:lnTo>
                    <a:pt x="32987" y="16388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886024" y="2636351"/>
              <a:ext cx="32987" cy="163880"/>
            </a:xfrm>
            <a:custGeom>
              <a:avLst/>
              <a:pathLst>
                <a:path w="32987" h="163880">
                  <a:moveTo>
                    <a:pt x="0" y="0"/>
                  </a:moveTo>
                  <a:lnTo>
                    <a:pt x="32987" y="16388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51848" y="2636351"/>
              <a:ext cx="334325" cy="331041"/>
            </a:xfrm>
            <a:custGeom>
              <a:avLst/>
              <a:pathLst>
                <a:path w="334325" h="331041">
                  <a:moveTo>
                    <a:pt x="134175" y="0"/>
                  </a:moveTo>
                  <a:lnTo>
                    <a:pt x="128992" y="1129"/>
                  </a:lnTo>
                  <a:lnTo>
                    <a:pt x="123847" y="2422"/>
                  </a:lnTo>
                  <a:lnTo>
                    <a:pt x="118746" y="3877"/>
                  </a:lnTo>
                  <a:lnTo>
                    <a:pt x="113693" y="5494"/>
                  </a:lnTo>
                  <a:lnTo>
                    <a:pt x="108694" y="7271"/>
                  </a:lnTo>
                  <a:lnTo>
                    <a:pt x="103755" y="9205"/>
                  </a:lnTo>
                  <a:lnTo>
                    <a:pt x="98879" y="11295"/>
                  </a:lnTo>
                  <a:lnTo>
                    <a:pt x="94072" y="13538"/>
                  </a:lnTo>
                  <a:lnTo>
                    <a:pt x="89338" y="15933"/>
                  </a:lnTo>
                  <a:lnTo>
                    <a:pt x="84683" y="18477"/>
                  </a:lnTo>
                  <a:lnTo>
                    <a:pt x="80111" y="21167"/>
                  </a:lnTo>
                  <a:lnTo>
                    <a:pt x="75626" y="24001"/>
                  </a:lnTo>
                  <a:lnTo>
                    <a:pt x="71234" y="26976"/>
                  </a:lnTo>
                  <a:lnTo>
                    <a:pt x="66938" y="30089"/>
                  </a:lnTo>
                  <a:lnTo>
                    <a:pt x="62743" y="33336"/>
                  </a:lnTo>
                  <a:lnTo>
                    <a:pt x="58654" y="36715"/>
                  </a:lnTo>
                  <a:lnTo>
                    <a:pt x="54674" y="40222"/>
                  </a:lnTo>
                  <a:lnTo>
                    <a:pt x="50807" y="43854"/>
                  </a:lnTo>
                  <a:lnTo>
                    <a:pt x="47057" y="47606"/>
                  </a:lnTo>
                  <a:lnTo>
                    <a:pt x="43428" y="51476"/>
                  </a:lnTo>
                  <a:lnTo>
                    <a:pt x="39923" y="55458"/>
                  </a:lnTo>
                  <a:lnTo>
                    <a:pt x="36547" y="59550"/>
                  </a:lnTo>
                  <a:lnTo>
                    <a:pt x="33303" y="63747"/>
                  </a:lnTo>
                  <a:lnTo>
                    <a:pt x="30193" y="68045"/>
                  </a:lnTo>
                  <a:lnTo>
                    <a:pt x="27221" y="72439"/>
                  </a:lnTo>
                  <a:lnTo>
                    <a:pt x="24390" y="76926"/>
                  </a:lnTo>
                  <a:lnTo>
                    <a:pt x="21703" y="81500"/>
                  </a:lnTo>
                  <a:lnTo>
                    <a:pt x="19162" y="86157"/>
                  </a:lnTo>
                  <a:lnTo>
                    <a:pt x="16770" y="90892"/>
                  </a:lnTo>
                  <a:lnTo>
                    <a:pt x="14530" y="95700"/>
                  </a:lnTo>
                  <a:lnTo>
                    <a:pt x="12444" y="100578"/>
                  </a:lnTo>
                  <a:lnTo>
                    <a:pt x="10513" y="105519"/>
                  </a:lnTo>
                  <a:lnTo>
                    <a:pt x="8740" y="110519"/>
                  </a:lnTo>
                  <a:lnTo>
                    <a:pt x="7127" y="115572"/>
                  </a:lnTo>
                  <a:lnTo>
                    <a:pt x="5675" y="120675"/>
                  </a:lnTo>
                  <a:lnTo>
                    <a:pt x="4385" y="125820"/>
                  </a:lnTo>
                  <a:lnTo>
                    <a:pt x="3259" y="131005"/>
                  </a:lnTo>
                  <a:lnTo>
                    <a:pt x="2299" y="136222"/>
                  </a:lnTo>
                  <a:lnTo>
                    <a:pt x="1504" y="141467"/>
                  </a:lnTo>
                  <a:lnTo>
                    <a:pt x="876" y="146735"/>
                  </a:lnTo>
                  <a:lnTo>
                    <a:pt x="416" y="152019"/>
                  </a:lnTo>
                  <a:lnTo>
                    <a:pt x="124" y="157316"/>
                  </a:lnTo>
                  <a:lnTo>
                    <a:pt x="0" y="162620"/>
                  </a:lnTo>
                  <a:lnTo>
                    <a:pt x="44" y="167924"/>
                  </a:lnTo>
                  <a:lnTo>
                    <a:pt x="256" y="173225"/>
                  </a:lnTo>
                  <a:lnTo>
                    <a:pt x="637" y="178516"/>
                  </a:lnTo>
                  <a:lnTo>
                    <a:pt x="1185" y="183793"/>
                  </a:lnTo>
                  <a:lnTo>
                    <a:pt x="1900" y="189049"/>
                  </a:lnTo>
                  <a:lnTo>
                    <a:pt x="2782" y="194280"/>
                  </a:lnTo>
                  <a:lnTo>
                    <a:pt x="3830" y="199481"/>
                  </a:lnTo>
                  <a:lnTo>
                    <a:pt x="5041" y="204646"/>
                  </a:lnTo>
                  <a:lnTo>
                    <a:pt x="6417" y="209769"/>
                  </a:lnTo>
                  <a:lnTo>
                    <a:pt x="7954" y="214846"/>
                  </a:lnTo>
                  <a:lnTo>
                    <a:pt x="9651" y="219873"/>
                  </a:lnTo>
                  <a:lnTo>
                    <a:pt x="11507" y="224842"/>
                  </a:lnTo>
                  <a:lnTo>
                    <a:pt x="13520" y="229750"/>
                  </a:lnTo>
                  <a:lnTo>
                    <a:pt x="15687" y="234592"/>
                  </a:lnTo>
                  <a:lnTo>
                    <a:pt x="18007" y="239363"/>
                  </a:lnTo>
                  <a:lnTo>
                    <a:pt x="20477" y="244058"/>
                  </a:lnTo>
                  <a:lnTo>
                    <a:pt x="23095" y="248672"/>
                  </a:lnTo>
                  <a:lnTo>
                    <a:pt x="25858" y="253200"/>
                  </a:lnTo>
                  <a:lnTo>
                    <a:pt x="28763" y="257639"/>
                  </a:lnTo>
                  <a:lnTo>
                    <a:pt x="31808" y="261983"/>
                  </a:lnTo>
                  <a:lnTo>
                    <a:pt x="34989" y="266229"/>
                  </a:lnTo>
                  <a:lnTo>
                    <a:pt x="38303" y="270371"/>
                  </a:lnTo>
                  <a:lnTo>
                    <a:pt x="41747" y="274406"/>
                  </a:lnTo>
                  <a:lnTo>
                    <a:pt x="45317" y="278330"/>
                  </a:lnTo>
                  <a:lnTo>
                    <a:pt x="49010" y="282138"/>
                  </a:lnTo>
                  <a:lnTo>
                    <a:pt x="52822" y="285828"/>
                  </a:lnTo>
                  <a:lnTo>
                    <a:pt x="56749" y="289394"/>
                  </a:lnTo>
                  <a:lnTo>
                    <a:pt x="60787" y="292835"/>
                  </a:lnTo>
                  <a:lnTo>
                    <a:pt x="64932" y="296145"/>
                  </a:lnTo>
                  <a:lnTo>
                    <a:pt x="69181" y="299322"/>
                  </a:lnTo>
                  <a:lnTo>
                    <a:pt x="73528" y="302363"/>
                  </a:lnTo>
                  <a:lnTo>
                    <a:pt x="77969" y="305264"/>
                  </a:lnTo>
                  <a:lnTo>
                    <a:pt x="82500" y="308023"/>
                  </a:lnTo>
                  <a:lnTo>
                    <a:pt x="87116" y="310637"/>
                  </a:lnTo>
                  <a:lnTo>
                    <a:pt x="91813" y="313103"/>
                  </a:lnTo>
                  <a:lnTo>
                    <a:pt x="96586" y="315419"/>
                  </a:lnTo>
                  <a:lnTo>
                    <a:pt x="101430" y="317582"/>
                  </a:lnTo>
                  <a:lnTo>
                    <a:pt x="106340" y="319590"/>
                  </a:lnTo>
                  <a:lnTo>
                    <a:pt x="111311" y="321441"/>
                  </a:lnTo>
                  <a:lnTo>
                    <a:pt x="116339" y="323134"/>
                  </a:lnTo>
                  <a:lnTo>
                    <a:pt x="121418" y="324667"/>
                  </a:lnTo>
                  <a:lnTo>
                    <a:pt x="126542" y="326037"/>
                  </a:lnTo>
                  <a:lnTo>
                    <a:pt x="131708" y="327244"/>
                  </a:lnTo>
                  <a:lnTo>
                    <a:pt x="136909" y="328287"/>
                  </a:lnTo>
                  <a:lnTo>
                    <a:pt x="142141" y="329164"/>
                  </a:lnTo>
                  <a:lnTo>
                    <a:pt x="147398" y="329875"/>
                  </a:lnTo>
                  <a:lnTo>
                    <a:pt x="152675" y="330419"/>
                  </a:lnTo>
                  <a:lnTo>
                    <a:pt x="157967" y="330794"/>
                  </a:lnTo>
                  <a:lnTo>
                    <a:pt x="163268" y="331002"/>
                  </a:lnTo>
                  <a:lnTo>
                    <a:pt x="168573" y="331041"/>
                  </a:lnTo>
                  <a:lnTo>
                    <a:pt x="173876" y="330913"/>
                  </a:lnTo>
                  <a:lnTo>
                    <a:pt x="179173" y="330615"/>
                  </a:lnTo>
                  <a:lnTo>
                    <a:pt x="184457" y="330150"/>
                  </a:lnTo>
                  <a:lnTo>
                    <a:pt x="189724" y="329518"/>
                  </a:lnTo>
                  <a:lnTo>
                    <a:pt x="194968" y="328719"/>
                  </a:lnTo>
                  <a:lnTo>
                    <a:pt x="200185" y="327753"/>
                  </a:lnTo>
                  <a:lnTo>
                    <a:pt x="205368" y="326623"/>
                  </a:lnTo>
                  <a:lnTo>
                    <a:pt x="210513" y="325329"/>
                  </a:lnTo>
                  <a:lnTo>
                    <a:pt x="215614" y="323872"/>
                  </a:lnTo>
                  <a:lnTo>
                    <a:pt x="220666" y="322254"/>
                  </a:lnTo>
                  <a:lnTo>
                    <a:pt x="225664" y="320477"/>
                  </a:lnTo>
                  <a:lnTo>
                    <a:pt x="230603" y="318541"/>
                  </a:lnTo>
                  <a:lnTo>
                    <a:pt x="235479" y="316451"/>
                  </a:lnTo>
                  <a:lnTo>
                    <a:pt x="240286" y="314206"/>
                  </a:lnTo>
                  <a:lnTo>
                    <a:pt x="245019" y="311810"/>
                  </a:lnTo>
                  <a:lnTo>
                    <a:pt x="249673" y="309265"/>
                  </a:lnTo>
                  <a:lnTo>
                    <a:pt x="254245" y="306574"/>
                  </a:lnTo>
                  <a:lnTo>
                    <a:pt x="258729" y="303739"/>
                  </a:lnTo>
                  <a:lnTo>
                    <a:pt x="263120" y="300763"/>
                  </a:lnTo>
                  <a:lnTo>
                    <a:pt x="267415" y="297649"/>
                  </a:lnTo>
                  <a:lnTo>
                    <a:pt x="271609" y="294401"/>
                  </a:lnTo>
                  <a:lnTo>
                    <a:pt x="275698" y="291021"/>
                  </a:lnTo>
                  <a:lnTo>
                    <a:pt x="279678" y="287513"/>
                  </a:lnTo>
                  <a:lnTo>
                    <a:pt x="283544" y="283881"/>
                  </a:lnTo>
                  <a:lnTo>
                    <a:pt x="287293" y="280128"/>
                  </a:lnTo>
                  <a:lnTo>
                    <a:pt x="290921" y="276257"/>
                  </a:lnTo>
                  <a:lnTo>
                    <a:pt x="294424" y="272274"/>
                  </a:lnTo>
                  <a:lnTo>
                    <a:pt x="297800" y="268181"/>
                  </a:lnTo>
                  <a:lnTo>
                    <a:pt x="301043" y="263984"/>
                  </a:lnTo>
                  <a:lnTo>
                    <a:pt x="304152" y="259685"/>
                  </a:lnTo>
                  <a:lnTo>
                    <a:pt x="307123" y="255290"/>
                  </a:lnTo>
                  <a:lnTo>
                    <a:pt x="309953" y="250803"/>
                  </a:lnTo>
                  <a:lnTo>
                    <a:pt x="312639" y="246229"/>
                  </a:lnTo>
                  <a:lnTo>
                    <a:pt x="315179" y="241571"/>
                  </a:lnTo>
                  <a:lnTo>
                    <a:pt x="317570" y="236835"/>
                  </a:lnTo>
                  <a:lnTo>
                    <a:pt x="319809" y="232026"/>
                  </a:lnTo>
                  <a:lnTo>
                    <a:pt x="321894" y="227148"/>
                  </a:lnTo>
                  <a:lnTo>
                    <a:pt x="323824" y="222207"/>
                  </a:lnTo>
                  <a:lnTo>
                    <a:pt x="325596" y="217207"/>
                  </a:lnTo>
                  <a:lnTo>
                    <a:pt x="327208" y="212153"/>
                  </a:lnTo>
                  <a:lnTo>
                    <a:pt x="328659" y="207050"/>
                  </a:lnTo>
                  <a:lnTo>
                    <a:pt x="329948" y="201904"/>
                  </a:lnTo>
                  <a:lnTo>
                    <a:pt x="331072" y="196720"/>
                  </a:lnTo>
                  <a:lnTo>
                    <a:pt x="332032" y="191502"/>
                  </a:lnTo>
                  <a:lnTo>
                    <a:pt x="332825" y="186257"/>
                  </a:lnTo>
                  <a:lnTo>
                    <a:pt x="333452" y="180989"/>
                  </a:lnTo>
                  <a:lnTo>
                    <a:pt x="333911" y="175704"/>
                  </a:lnTo>
                  <a:lnTo>
                    <a:pt x="334202" y="170407"/>
                  </a:lnTo>
                  <a:lnTo>
                    <a:pt x="334325" y="165104"/>
                  </a:lnTo>
                  <a:lnTo>
                    <a:pt x="334280" y="159799"/>
                  </a:lnTo>
                  <a:lnTo>
                    <a:pt x="334066" y="154499"/>
                  </a:lnTo>
                  <a:lnTo>
                    <a:pt x="333684" y="149207"/>
                  </a:lnTo>
                  <a:lnTo>
                    <a:pt x="333135" y="143931"/>
                  </a:lnTo>
                  <a:lnTo>
                    <a:pt x="332419" y="138675"/>
                  </a:lnTo>
                  <a:lnTo>
                    <a:pt x="331536" y="133444"/>
                  </a:lnTo>
                  <a:lnTo>
                    <a:pt x="330487" y="128244"/>
                  </a:lnTo>
                  <a:lnTo>
                    <a:pt x="329274" y="123079"/>
                  </a:lnTo>
                  <a:lnTo>
                    <a:pt x="327898" y="117956"/>
                  </a:lnTo>
                  <a:lnTo>
                    <a:pt x="326360" y="112879"/>
                  </a:lnTo>
                  <a:lnTo>
                    <a:pt x="324661" y="107853"/>
                  </a:lnTo>
                  <a:lnTo>
                    <a:pt x="322804" y="102884"/>
                  </a:lnTo>
                  <a:lnTo>
                    <a:pt x="320790" y="97976"/>
                  </a:lnTo>
                  <a:lnTo>
                    <a:pt x="318622" y="93135"/>
                  </a:lnTo>
                  <a:lnTo>
                    <a:pt x="316301" y="88364"/>
                  </a:lnTo>
                  <a:lnTo>
                    <a:pt x="313830" y="83670"/>
                  </a:lnTo>
                  <a:lnTo>
                    <a:pt x="311211" y="79057"/>
                  </a:lnTo>
                  <a:lnTo>
                    <a:pt x="308447" y="74529"/>
                  </a:lnTo>
                  <a:lnTo>
                    <a:pt x="305541" y="70091"/>
                  </a:lnTo>
                  <a:lnTo>
                    <a:pt x="302495" y="65747"/>
                  </a:lnTo>
                  <a:lnTo>
                    <a:pt x="299313" y="61503"/>
                  </a:lnTo>
                  <a:lnTo>
                    <a:pt x="295998" y="57361"/>
                  </a:lnTo>
                  <a:lnTo>
                    <a:pt x="292553" y="53327"/>
                  </a:lnTo>
                  <a:lnTo>
                    <a:pt x="288982" y="49404"/>
                  </a:lnTo>
                  <a:lnTo>
                    <a:pt x="285289" y="45596"/>
                  </a:lnTo>
                  <a:lnTo>
                    <a:pt x="281476" y="41907"/>
                  </a:lnTo>
                  <a:lnTo>
                    <a:pt x="277548" y="38342"/>
                  </a:lnTo>
                  <a:lnTo>
                    <a:pt x="273509" y="34902"/>
                  </a:lnTo>
                  <a:lnTo>
                    <a:pt x="269363" y="31593"/>
                  </a:lnTo>
                  <a:lnTo>
                    <a:pt x="265114" y="28417"/>
                  </a:lnTo>
                  <a:lnTo>
                    <a:pt x="260767" y="25377"/>
                  </a:lnTo>
                  <a:lnTo>
                    <a:pt x="256325" y="22476"/>
                  </a:lnTo>
                  <a:lnTo>
                    <a:pt x="251793" y="19718"/>
                  </a:lnTo>
                  <a:lnTo>
                    <a:pt x="247176" y="17106"/>
                  </a:lnTo>
                  <a:lnTo>
                    <a:pt x="242479" y="14641"/>
                  </a:lnTo>
                  <a:lnTo>
                    <a:pt x="237706" y="12326"/>
                  </a:lnTo>
                  <a:lnTo>
                    <a:pt x="167162" y="16388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19011" y="2633064"/>
              <a:ext cx="70543" cy="167167"/>
            </a:xfrm>
            <a:custGeom>
              <a:avLst/>
              <a:pathLst>
                <a:path w="70543" h="167167">
                  <a:moveTo>
                    <a:pt x="70543" y="15613"/>
                  </a:moveTo>
                  <a:lnTo>
                    <a:pt x="64996" y="13152"/>
                  </a:lnTo>
                  <a:lnTo>
                    <a:pt x="59363" y="10895"/>
                  </a:lnTo>
                  <a:lnTo>
                    <a:pt x="53652" y="8843"/>
                  </a:lnTo>
                  <a:lnTo>
                    <a:pt x="47870" y="7000"/>
                  </a:lnTo>
                  <a:lnTo>
                    <a:pt x="42025" y="5368"/>
                  </a:lnTo>
                  <a:lnTo>
                    <a:pt x="36125" y="3950"/>
                  </a:lnTo>
                  <a:lnTo>
                    <a:pt x="30177" y="2746"/>
                  </a:lnTo>
                  <a:lnTo>
                    <a:pt x="24189" y="1759"/>
                  </a:lnTo>
                  <a:lnTo>
                    <a:pt x="18170" y="990"/>
                  </a:lnTo>
                  <a:lnTo>
                    <a:pt x="12126" y="440"/>
                  </a:lnTo>
                  <a:lnTo>
                    <a:pt x="6067" y="11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1289" y="2126963"/>
              <a:ext cx="7182" cy="167167"/>
            </a:xfrm>
            <a:custGeom>
              <a:avLst/>
              <a:pathLst>
                <a:path w="7182" h="167167">
                  <a:moveTo>
                    <a:pt x="7182" y="0"/>
                  </a:moveTo>
                  <a:lnTo>
                    <a:pt x="0" y="154"/>
                  </a:lnTo>
                  <a:lnTo>
                    <a:pt x="7182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1289" y="2127118"/>
              <a:ext cx="7182" cy="167013"/>
            </a:xfrm>
            <a:custGeom>
              <a:avLst/>
              <a:pathLst>
                <a:path w="7182" h="167013">
                  <a:moveTo>
                    <a:pt x="0" y="0"/>
                  </a:moveTo>
                  <a:lnTo>
                    <a:pt x="7182" y="167013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1289" y="2127118"/>
              <a:ext cx="7182" cy="167013"/>
            </a:xfrm>
            <a:custGeom>
              <a:avLst/>
              <a:pathLst>
                <a:path w="7182" h="167013">
                  <a:moveTo>
                    <a:pt x="0" y="0"/>
                  </a:moveTo>
                  <a:lnTo>
                    <a:pt x="7182" y="16701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1289" y="2127118"/>
              <a:ext cx="7182" cy="167013"/>
            </a:xfrm>
            <a:custGeom>
              <a:avLst/>
              <a:pathLst>
                <a:path w="7182" h="167013">
                  <a:moveTo>
                    <a:pt x="0" y="0"/>
                  </a:moveTo>
                  <a:lnTo>
                    <a:pt x="7182" y="16701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1289" y="2127118"/>
              <a:ext cx="7182" cy="167013"/>
            </a:xfrm>
            <a:custGeom>
              <a:avLst/>
              <a:pathLst>
                <a:path w="7182" h="167013">
                  <a:moveTo>
                    <a:pt x="0" y="0"/>
                  </a:moveTo>
                  <a:lnTo>
                    <a:pt x="7182" y="16701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1289" y="2127118"/>
              <a:ext cx="7182" cy="167013"/>
            </a:xfrm>
            <a:custGeom>
              <a:avLst/>
              <a:pathLst>
                <a:path w="7182" h="167013">
                  <a:moveTo>
                    <a:pt x="0" y="0"/>
                  </a:moveTo>
                  <a:lnTo>
                    <a:pt x="7182" y="16701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1289" y="2127118"/>
              <a:ext cx="7182" cy="167013"/>
            </a:xfrm>
            <a:custGeom>
              <a:avLst/>
              <a:pathLst>
                <a:path w="7182" h="167013">
                  <a:moveTo>
                    <a:pt x="0" y="0"/>
                  </a:moveTo>
                  <a:lnTo>
                    <a:pt x="7182" y="16701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1289" y="2127118"/>
              <a:ext cx="7182" cy="167013"/>
            </a:xfrm>
            <a:custGeom>
              <a:avLst/>
              <a:pathLst>
                <a:path w="7182" h="167013">
                  <a:moveTo>
                    <a:pt x="0" y="0"/>
                  </a:moveTo>
                  <a:lnTo>
                    <a:pt x="7182" y="16701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1289" y="2127118"/>
              <a:ext cx="7182" cy="167013"/>
            </a:xfrm>
            <a:custGeom>
              <a:avLst/>
              <a:pathLst>
                <a:path w="7182" h="167013">
                  <a:moveTo>
                    <a:pt x="0" y="0"/>
                  </a:moveTo>
                  <a:lnTo>
                    <a:pt x="7182" y="16701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1289" y="2127118"/>
              <a:ext cx="7182" cy="167013"/>
            </a:xfrm>
            <a:custGeom>
              <a:avLst/>
              <a:pathLst>
                <a:path w="7182" h="167013">
                  <a:moveTo>
                    <a:pt x="0" y="0"/>
                  </a:moveTo>
                  <a:lnTo>
                    <a:pt x="7182" y="16701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1289" y="2127118"/>
              <a:ext cx="7182" cy="167013"/>
            </a:xfrm>
            <a:custGeom>
              <a:avLst/>
              <a:pathLst>
                <a:path w="7182" h="167013">
                  <a:moveTo>
                    <a:pt x="0" y="0"/>
                  </a:moveTo>
                  <a:lnTo>
                    <a:pt x="7182" y="1670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1289" y="2127118"/>
              <a:ext cx="7182" cy="167013"/>
            </a:xfrm>
            <a:custGeom>
              <a:avLst/>
              <a:pathLst>
                <a:path w="7182" h="167013">
                  <a:moveTo>
                    <a:pt x="0" y="0"/>
                  </a:moveTo>
                  <a:lnTo>
                    <a:pt x="7182" y="1670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1289" y="2127118"/>
              <a:ext cx="7182" cy="167013"/>
            </a:xfrm>
            <a:custGeom>
              <a:avLst/>
              <a:pathLst>
                <a:path w="7182" h="167013">
                  <a:moveTo>
                    <a:pt x="0" y="0"/>
                  </a:moveTo>
                  <a:lnTo>
                    <a:pt x="7182" y="1670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1289" y="2127118"/>
              <a:ext cx="7182" cy="167013"/>
            </a:xfrm>
            <a:custGeom>
              <a:avLst/>
              <a:pathLst>
                <a:path w="7182" h="167013">
                  <a:moveTo>
                    <a:pt x="0" y="0"/>
                  </a:moveTo>
                  <a:lnTo>
                    <a:pt x="7182" y="1670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1289" y="2127118"/>
              <a:ext cx="7182" cy="167013"/>
            </a:xfrm>
            <a:custGeom>
              <a:avLst/>
              <a:pathLst>
                <a:path w="7182" h="167013">
                  <a:moveTo>
                    <a:pt x="0" y="0"/>
                  </a:moveTo>
                  <a:lnTo>
                    <a:pt x="7182" y="16701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1289" y="2127118"/>
              <a:ext cx="7182" cy="167013"/>
            </a:xfrm>
            <a:custGeom>
              <a:avLst/>
              <a:pathLst>
                <a:path w="7182" h="167013">
                  <a:moveTo>
                    <a:pt x="0" y="0"/>
                  </a:moveTo>
                  <a:lnTo>
                    <a:pt x="7182" y="16701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21289" y="2127118"/>
              <a:ext cx="7182" cy="167013"/>
            </a:xfrm>
            <a:custGeom>
              <a:avLst/>
              <a:pathLst>
                <a:path w="7182" h="167013">
                  <a:moveTo>
                    <a:pt x="0" y="0"/>
                  </a:moveTo>
                  <a:lnTo>
                    <a:pt x="7182" y="16701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21289" y="2127118"/>
              <a:ext cx="7182" cy="167013"/>
            </a:xfrm>
            <a:custGeom>
              <a:avLst/>
              <a:pathLst>
                <a:path w="7182" h="167013">
                  <a:moveTo>
                    <a:pt x="0" y="0"/>
                  </a:moveTo>
                  <a:lnTo>
                    <a:pt x="7182" y="16701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21289" y="2127118"/>
              <a:ext cx="7182" cy="167013"/>
            </a:xfrm>
            <a:custGeom>
              <a:avLst/>
              <a:pathLst>
                <a:path w="7182" h="167013">
                  <a:moveTo>
                    <a:pt x="0" y="0"/>
                  </a:moveTo>
                  <a:lnTo>
                    <a:pt x="7182" y="1670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21289" y="2127118"/>
              <a:ext cx="7182" cy="167013"/>
            </a:xfrm>
            <a:custGeom>
              <a:avLst/>
              <a:pathLst>
                <a:path w="7182" h="167013">
                  <a:moveTo>
                    <a:pt x="0" y="0"/>
                  </a:moveTo>
                  <a:lnTo>
                    <a:pt x="7182" y="1670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21289" y="2127118"/>
              <a:ext cx="7182" cy="167013"/>
            </a:xfrm>
            <a:custGeom>
              <a:avLst/>
              <a:pathLst>
                <a:path w="7182" h="167013">
                  <a:moveTo>
                    <a:pt x="0" y="0"/>
                  </a:moveTo>
                  <a:lnTo>
                    <a:pt x="7182" y="1670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21289" y="2127118"/>
              <a:ext cx="7182" cy="167013"/>
            </a:xfrm>
            <a:custGeom>
              <a:avLst/>
              <a:pathLst>
                <a:path w="7182" h="167013">
                  <a:moveTo>
                    <a:pt x="0" y="0"/>
                  </a:moveTo>
                  <a:lnTo>
                    <a:pt x="7182" y="1670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21289" y="2127118"/>
              <a:ext cx="7182" cy="167013"/>
            </a:xfrm>
            <a:custGeom>
              <a:avLst/>
              <a:pathLst>
                <a:path w="7182" h="167013">
                  <a:moveTo>
                    <a:pt x="0" y="0"/>
                  </a:moveTo>
                  <a:lnTo>
                    <a:pt x="7182" y="16701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21289" y="2127118"/>
              <a:ext cx="7182" cy="167013"/>
            </a:xfrm>
            <a:custGeom>
              <a:avLst/>
              <a:pathLst>
                <a:path w="7182" h="167013">
                  <a:moveTo>
                    <a:pt x="0" y="0"/>
                  </a:moveTo>
                  <a:lnTo>
                    <a:pt x="7182" y="16701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561309" y="2127118"/>
              <a:ext cx="334316" cy="334177"/>
            </a:xfrm>
            <a:custGeom>
              <a:avLst/>
              <a:pathLst>
                <a:path w="334316" h="334177">
                  <a:moveTo>
                    <a:pt x="159980" y="0"/>
                  </a:moveTo>
                  <a:lnTo>
                    <a:pt x="154694" y="311"/>
                  </a:lnTo>
                  <a:lnTo>
                    <a:pt x="149420" y="789"/>
                  </a:lnTo>
                  <a:lnTo>
                    <a:pt x="144165" y="1435"/>
                  </a:lnTo>
                  <a:lnTo>
                    <a:pt x="138932" y="2246"/>
                  </a:lnTo>
                  <a:lnTo>
                    <a:pt x="133728" y="3223"/>
                  </a:lnTo>
                  <a:lnTo>
                    <a:pt x="128557" y="4364"/>
                  </a:lnTo>
                  <a:lnTo>
                    <a:pt x="123425" y="5668"/>
                  </a:lnTo>
                  <a:lnTo>
                    <a:pt x="118337" y="7134"/>
                  </a:lnTo>
                  <a:lnTo>
                    <a:pt x="113298" y="8761"/>
                  </a:lnTo>
                  <a:lnTo>
                    <a:pt x="108313" y="10546"/>
                  </a:lnTo>
                  <a:lnTo>
                    <a:pt x="103387" y="12489"/>
                  </a:lnTo>
                  <a:lnTo>
                    <a:pt x="98525" y="14586"/>
                  </a:lnTo>
                  <a:lnTo>
                    <a:pt x="93732" y="16836"/>
                  </a:lnTo>
                  <a:lnTo>
                    <a:pt x="89012" y="19237"/>
                  </a:lnTo>
                  <a:lnTo>
                    <a:pt x="84371" y="21787"/>
                  </a:lnTo>
                  <a:lnTo>
                    <a:pt x="79813" y="24482"/>
                  </a:lnTo>
                  <a:lnTo>
                    <a:pt x="75343" y="27320"/>
                  </a:lnTo>
                  <a:lnTo>
                    <a:pt x="70965" y="30298"/>
                  </a:lnTo>
                  <a:lnTo>
                    <a:pt x="66683" y="33413"/>
                  </a:lnTo>
                  <a:lnTo>
                    <a:pt x="62502" y="36663"/>
                  </a:lnTo>
                  <a:lnTo>
                    <a:pt x="58426" y="40043"/>
                  </a:lnTo>
                  <a:lnTo>
                    <a:pt x="54459" y="43550"/>
                  </a:lnTo>
                  <a:lnTo>
                    <a:pt x="50606" y="47182"/>
                  </a:lnTo>
                  <a:lnTo>
                    <a:pt x="46869" y="50933"/>
                  </a:lnTo>
                  <a:lnTo>
                    <a:pt x="43253" y="54801"/>
                  </a:lnTo>
                  <a:lnTo>
                    <a:pt x="39761" y="58782"/>
                  </a:lnTo>
                  <a:lnTo>
                    <a:pt x="36397" y="62871"/>
                  </a:lnTo>
                  <a:lnTo>
                    <a:pt x="33164" y="67065"/>
                  </a:lnTo>
                  <a:lnTo>
                    <a:pt x="30066" y="71359"/>
                  </a:lnTo>
                  <a:lnTo>
                    <a:pt x="27105" y="75749"/>
                  </a:lnTo>
                  <a:lnTo>
                    <a:pt x="24285" y="80231"/>
                  </a:lnTo>
                  <a:lnTo>
                    <a:pt x="21608" y="84800"/>
                  </a:lnTo>
                  <a:lnTo>
                    <a:pt x="19078" y="89451"/>
                  </a:lnTo>
                  <a:lnTo>
                    <a:pt x="16695" y="94180"/>
                  </a:lnTo>
                  <a:lnTo>
                    <a:pt x="14464" y="98982"/>
                  </a:lnTo>
                  <a:lnTo>
                    <a:pt x="12386" y="103852"/>
                  </a:lnTo>
                  <a:lnTo>
                    <a:pt x="10463" y="108786"/>
                  </a:lnTo>
                  <a:lnTo>
                    <a:pt x="8698" y="113778"/>
                  </a:lnTo>
                  <a:lnTo>
                    <a:pt x="7091" y="118824"/>
                  </a:lnTo>
                  <a:lnTo>
                    <a:pt x="5645" y="123917"/>
                  </a:lnTo>
                  <a:lnTo>
                    <a:pt x="4362" y="129055"/>
                  </a:lnTo>
                  <a:lnTo>
                    <a:pt x="3241" y="134230"/>
                  </a:lnTo>
                  <a:lnTo>
                    <a:pt x="2285" y="139438"/>
                  </a:lnTo>
                  <a:lnTo>
                    <a:pt x="1494" y="144674"/>
                  </a:lnTo>
                  <a:lnTo>
                    <a:pt x="870" y="149932"/>
                  </a:lnTo>
                  <a:lnTo>
                    <a:pt x="412" y="155207"/>
                  </a:lnTo>
                  <a:lnTo>
                    <a:pt x="122" y="160494"/>
                  </a:lnTo>
                  <a:lnTo>
                    <a:pt x="0" y="165788"/>
                  </a:lnTo>
                  <a:lnTo>
                    <a:pt x="45" y="171083"/>
                  </a:lnTo>
                  <a:lnTo>
                    <a:pt x="257" y="176374"/>
                  </a:lnTo>
                  <a:lnTo>
                    <a:pt x="638" y="181655"/>
                  </a:lnTo>
                  <a:lnTo>
                    <a:pt x="1185" y="186922"/>
                  </a:lnTo>
                  <a:lnTo>
                    <a:pt x="1899" y="192169"/>
                  </a:lnTo>
                  <a:lnTo>
                    <a:pt x="2778" y="197390"/>
                  </a:lnTo>
                  <a:lnTo>
                    <a:pt x="3823" y="202581"/>
                  </a:lnTo>
                  <a:lnTo>
                    <a:pt x="5031" y="207737"/>
                  </a:lnTo>
                  <a:lnTo>
                    <a:pt x="6403" y="212851"/>
                  </a:lnTo>
                  <a:lnTo>
                    <a:pt x="7935" y="217920"/>
                  </a:lnTo>
                  <a:lnTo>
                    <a:pt x="9627" y="222937"/>
                  </a:lnTo>
                  <a:lnTo>
                    <a:pt x="11477" y="227899"/>
                  </a:lnTo>
                  <a:lnTo>
                    <a:pt x="13484" y="232799"/>
                  </a:lnTo>
                  <a:lnTo>
                    <a:pt x="15645" y="237633"/>
                  </a:lnTo>
                  <a:lnTo>
                    <a:pt x="17957" y="242397"/>
                  </a:lnTo>
                  <a:lnTo>
                    <a:pt x="20420" y="247084"/>
                  </a:lnTo>
                  <a:lnTo>
                    <a:pt x="23029" y="251692"/>
                  </a:lnTo>
                  <a:lnTo>
                    <a:pt x="25783" y="256214"/>
                  </a:lnTo>
                  <a:lnTo>
                    <a:pt x="28679" y="260647"/>
                  </a:lnTo>
                  <a:lnTo>
                    <a:pt x="31715" y="264986"/>
                  </a:lnTo>
                  <a:lnTo>
                    <a:pt x="34885" y="269227"/>
                  </a:lnTo>
                  <a:lnTo>
                    <a:pt x="38189" y="273365"/>
                  </a:lnTo>
                  <a:lnTo>
                    <a:pt x="41622" y="277396"/>
                  </a:lnTo>
                  <a:lnTo>
                    <a:pt x="45181" y="281317"/>
                  </a:lnTo>
                  <a:lnTo>
                    <a:pt x="48863" y="285123"/>
                  </a:lnTo>
                  <a:lnTo>
                    <a:pt x="52663" y="288811"/>
                  </a:lnTo>
                  <a:lnTo>
                    <a:pt x="56578" y="292376"/>
                  </a:lnTo>
                  <a:lnTo>
                    <a:pt x="60604" y="295815"/>
                  </a:lnTo>
                  <a:lnTo>
                    <a:pt x="64736" y="299126"/>
                  </a:lnTo>
                  <a:lnTo>
                    <a:pt x="68972" y="302303"/>
                  </a:lnTo>
                  <a:lnTo>
                    <a:pt x="73306" y="305345"/>
                  </a:lnTo>
                  <a:lnTo>
                    <a:pt x="77734" y="308248"/>
                  </a:lnTo>
                  <a:lnTo>
                    <a:pt x="82252" y="311010"/>
                  </a:lnTo>
                  <a:lnTo>
                    <a:pt x="86856" y="313627"/>
                  </a:lnTo>
                  <a:lnTo>
                    <a:pt x="91539" y="316097"/>
                  </a:lnTo>
                  <a:lnTo>
                    <a:pt x="96299" y="318417"/>
                  </a:lnTo>
                  <a:lnTo>
                    <a:pt x="101130" y="320586"/>
                  </a:lnTo>
                  <a:lnTo>
                    <a:pt x="106027" y="322600"/>
                  </a:lnTo>
                  <a:lnTo>
                    <a:pt x="110985" y="324458"/>
                  </a:lnTo>
                  <a:lnTo>
                    <a:pt x="116000" y="326158"/>
                  </a:lnTo>
                  <a:lnTo>
                    <a:pt x="121066" y="327699"/>
                  </a:lnTo>
                  <a:lnTo>
                    <a:pt x="126178" y="329078"/>
                  </a:lnTo>
                  <a:lnTo>
                    <a:pt x="131332" y="330295"/>
                  </a:lnTo>
                  <a:lnTo>
                    <a:pt x="136521" y="331348"/>
                  </a:lnTo>
                  <a:lnTo>
                    <a:pt x="141741" y="332236"/>
                  </a:lnTo>
                  <a:lnTo>
                    <a:pt x="146987" y="332958"/>
                  </a:lnTo>
                  <a:lnTo>
                    <a:pt x="152253" y="333514"/>
                  </a:lnTo>
                  <a:lnTo>
                    <a:pt x="157534" y="333902"/>
                  </a:lnTo>
                  <a:lnTo>
                    <a:pt x="162824" y="334124"/>
                  </a:lnTo>
                  <a:lnTo>
                    <a:pt x="168119" y="334177"/>
                  </a:lnTo>
                  <a:lnTo>
                    <a:pt x="173413" y="334063"/>
                  </a:lnTo>
                  <a:lnTo>
                    <a:pt x="178701" y="333781"/>
                  </a:lnTo>
                  <a:lnTo>
                    <a:pt x="183977" y="333332"/>
                  </a:lnTo>
                  <a:lnTo>
                    <a:pt x="189236" y="332716"/>
                  </a:lnTo>
                  <a:lnTo>
                    <a:pt x="194473" y="331934"/>
                  </a:lnTo>
                  <a:lnTo>
                    <a:pt x="199682" y="330986"/>
                  </a:lnTo>
                  <a:lnTo>
                    <a:pt x="204859" y="329874"/>
                  </a:lnTo>
                  <a:lnTo>
                    <a:pt x="209999" y="328598"/>
                  </a:lnTo>
                  <a:lnTo>
                    <a:pt x="215095" y="327161"/>
                  </a:lnTo>
                  <a:lnTo>
                    <a:pt x="220143" y="325562"/>
                  </a:lnTo>
                  <a:lnTo>
                    <a:pt x="225138" y="323805"/>
                  </a:lnTo>
                  <a:lnTo>
                    <a:pt x="230075" y="321890"/>
                  </a:lnTo>
                  <a:lnTo>
                    <a:pt x="234948" y="319820"/>
                  </a:lnTo>
                  <a:lnTo>
                    <a:pt x="239754" y="317596"/>
                  </a:lnTo>
                  <a:lnTo>
                    <a:pt x="244487" y="315222"/>
                  </a:lnTo>
                  <a:lnTo>
                    <a:pt x="249142" y="312698"/>
                  </a:lnTo>
                  <a:lnTo>
                    <a:pt x="253715" y="310029"/>
                  </a:lnTo>
                  <a:lnTo>
                    <a:pt x="258201" y="307216"/>
                  </a:lnTo>
                  <a:lnTo>
                    <a:pt x="262596" y="304262"/>
                  </a:lnTo>
                  <a:lnTo>
                    <a:pt x="266895" y="301171"/>
                  </a:lnTo>
                  <a:lnTo>
                    <a:pt x="271094" y="297945"/>
                  </a:lnTo>
                  <a:lnTo>
                    <a:pt x="275189" y="294587"/>
                  </a:lnTo>
                  <a:lnTo>
                    <a:pt x="279175" y="291102"/>
                  </a:lnTo>
                  <a:lnTo>
                    <a:pt x="283049" y="287492"/>
                  </a:lnTo>
                  <a:lnTo>
                    <a:pt x="286806" y="283761"/>
                  </a:lnTo>
                  <a:lnTo>
                    <a:pt x="290444" y="279913"/>
                  </a:lnTo>
                  <a:lnTo>
                    <a:pt x="293958" y="275952"/>
                  </a:lnTo>
                  <a:lnTo>
                    <a:pt x="297345" y="271882"/>
                  </a:lnTo>
                  <a:lnTo>
                    <a:pt x="300601" y="267706"/>
                  </a:lnTo>
                  <a:lnTo>
                    <a:pt x="303723" y="263429"/>
                  </a:lnTo>
                  <a:lnTo>
                    <a:pt x="306708" y="259056"/>
                  </a:lnTo>
                  <a:lnTo>
                    <a:pt x="309553" y="254590"/>
                  </a:lnTo>
                  <a:lnTo>
                    <a:pt x="312255" y="250037"/>
                  </a:lnTo>
                  <a:lnTo>
                    <a:pt x="314812" y="245400"/>
                  </a:lnTo>
                  <a:lnTo>
                    <a:pt x="317221" y="240684"/>
                  </a:lnTo>
                  <a:lnTo>
                    <a:pt x="319479" y="235894"/>
                  </a:lnTo>
                  <a:lnTo>
                    <a:pt x="321584" y="231036"/>
                  </a:lnTo>
                  <a:lnTo>
                    <a:pt x="323534" y="226113"/>
                  </a:lnTo>
                  <a:lnTo>
                    <a:pt x="325328" y="221131"/>
                  </a:lnTo>
                  <a:lnTo>
                    <a:pt x="326962" y="216094"/>
                  </a:lnTo>
                  <a:lnTo>
                    <a:pt x="328436" y="211008"/>
                  </a:lnTo>
                  <a:lnTo>
                    <a:pt x="329749" y="205879"/>
                  </a:lnTo>
                  <a:lnTo>
                    <a:pt x="330898" y="200710"/>
                  </a:lnTo>
                  <a:lnTo>
                    <a:pt x="331883" y="195507"/>
                  </a:lnTo>
                  <a:lnTo>
                    <a:pt x="332703" y="190276"/>
                  </a:lnTo>
                  <a:lnTo>
                    <a:pt x="333357" y="185021"/>
                  </a:lnTo>
                  <a:lnTo>
                    <a:pt x="333844" y="179748"/>
                  </a:lnTo>
                  <a:lnTo>
                    <a:pt x="334164" y="174463"/>
                  </a:lnTo>
                  <a:lnTo>
                    <a:pt x="334316" y="169170"/>
                  </a:lnTo>
                  <a:lnTo>
                    <a:pt x="334300" y="163875"/>
                  </a:lnTo>
                  <a:lnTo>
                    <a:pt x="334117" y="158583"/>
                  </a:lnTo>
                  <a:lnTo>
                    <a:pt x="333766" y="153300"/>
                  </a:lnTo>
                  <a:lnTo>
                    <a:pt x="167162" y="16701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28472" y="2126963"/>
              <a:ext cx="166604" cy="167167"/>
            </a:xfrm>
            <a:custGeom>
              <a:avLst/>
              <a:pathLst>
                <a:path w="166604" h="167167">
                  <a:moveTo>
                    <a:pt x="166604" y="153454"/>
                  </a:moveTo>
                  <a:lnTo>
                    <a:pt x="166073" y="148070"/>
                  </a:lnTo>
                  <a:lnTo>
                    <a:pt x="165368" y="142707"/>
                  </a:lnTo>
                  <a:lnTo>
                    <a:pt x="164490" y="137369"/>
                  </a:lnTo>
                  <a:lnTo>
                    <a:pt x="163439" y="132062"/>
                  </a:lnTo>
                  <a:lnTo>
                    <a:pt x="162218" y="126792"/>
                  </a:lnTo>
                  <a:lnTo>
                    <a:pt x="160827" y="121564"/>
                  </a:lnTo>
                  <a:lnTo>
                    <a:pt x="159267" y="116384"/>
                  </a:lnTo>
                  <a:lnTo>
                    <a:pt x="157540" y="111257"/>
                  </a:lnTo>
                  <a:lnTo>
                    <a:pt x="155649" y="106189"/>
                  </a:lnTo>
                  <a:lnTo>
                    <a:pt x="153594" y="101185"/>
                  </a:lnTo>
                  <a:lnTo>
                    <a:pt x="151379" y="96250"/>
                  </a:lnTo>
                  <a:lnTo>
                    <a:pt x="149005" y="91389"/>
                  </a:lnTo>
                  <a:lnTo>
                    <a:pt x="146475" y="86607"/>
                  </a:lnTo>
                  <a:lnTo>
                    <a:pt x="143792" y="81910"/>
                  </a:lnTo>
                  <a:lnTo>
                    <a:pt x="140958" y="77302"/>
                  </a:lnTo>
                  <a:lnTo>
                    <a:pt x="137976" y="72788"/>
                  </a:lnTo>
                  <a:lnTo>
                    <a:pt x="134850" y="68373"/>
                  </a:lnTo>
                  <a:lnTo>
                    <a:pt x="131583" y="64061"/>
                  </a:lnTo>
                  <a:lnTo>
                    <a:pt x="128178" y="59857"/>
                  </a:lnTo>
                  <a:lnTo>
                    <a:pt x="124638" y="55766"/>
                  </a:lnTo>
                  <a:lnTo>
                    <a:pt x="120968" y="51792"/>
                  </a:lnTo>
                  <a:lnTo>
                    <a:pt x="117172" y="47938"/>
                  </a:lnTo>
                  <a:lnTo>
                    <a:pt x="113253" y="44209"/>
                  </a:lnTo>
                  <a:lnTo>
                    <a:pt x="109215" y="40609"/>
                  </a:lnTo>
                  <a:lnTo>
                    <a:pt x="105063" y="37141"/>
                  </a:lnTo>
                  <a:lnTo>
                    <a:pt x="100800" y="33810"/>
                  </a:lnTo>
                  <a:lnTo>
                    <a:pt x="96433" y="30618"/>
                  </a:lnTo>
                  <a:lnTo>
                    <a:pt x="91964" y="27569"/>
                  </a:lnTo>
                  <a:lnTo>
                    <a:pt x="87399" y="24667"/>
                  </a:lnTo>
                  <a:lnTo>
                    <a:pt x="82742" y="21913"/>
                  </a:lnTo>
                  <a:lnTo>
                    <a:pt x="77999" y="19312"/>
                  </a:lnTo>
                  <a:lnTo>
                    <a:pt x="73174" y="16866"/>
                  </a:lnTo>
                  <a:lnTo>
                    <a:pt x="68272" y="14577"/>
                  </a:lnTo>
                  <a:lnTo>
                    <a:pt x="63299" y="12448"/>
                  </a:lnTo>
                  <a:lnTo>
                    <a:pt x="58260" y="10480"/>
                  </a:lnTo>
                  <a:lnTo>
                    <a:pt x="53160" y="8677"/>
                  </a:lnTo>
                  <a:lnTo>
                    <a:pt x="48004" y="7040"/>
                  </a:lnTo>
                  <a:lnTo>
                    <a:pt x="42797" y="5571"/>
                  </a:lnTo>
                  <a:lnTo>
                    <a:pt x="37546" y="4271"/>
                  </a:lnTo>
                  <a:lnTo>
                    <a:pt x="32256" y="3141"/>
                  </a:lnTo>
                  <a:lnTo>
                    <a:pt x="26931" y="2183"/>
                  </a:lnTo>
                  <a:lnTo>
                    <a:pt x="21579" y="1398"/>
                  </a:lnTo>
                  <a:lnTo>
                    <a:pt x="16204" y="787"/>
                  </a:lnTo>
                  <a:lnTo>
                    <a:pt x="10812" y="350"/>
                  </a:lnTo>
                  <a:lnTo>
                    <a:pt x="5409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15334" y="1681503"/>
              <a:ext cx="7900" cy="167167"/>
            </a:xfrm>
            <a:custGeom>
              <a:avLst/>
              <a:pathLst>
                <a:path w="7900" h="167167">
                  <a:moveTo>
                    <a:pt x="7900" y="0"/>
                  </a:moveTo>
                  <a:lnTo>
                    <a:pt x="0" y="186"/>
                  </a:lnTo>
                  <a:lnTo>
                    <a:pt x="790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15334" y="1681690"/>
              <a:ext cx="7900" cy="166980"/>
            </a:xfrm>
            <a:custGeom>
              <a:avLst/>
              <a:pathLst>
                <a:path w="7900" h="166980">
                  <a:moveTo>
                    <a:pt x="0" y="0"/>
                  </a:moveTo>
                  <a:lnTo>
                    <a:pt x="7900" y="16698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15334" y="1681690"/>
              <a:ext cx="7900" cy="166980"/>
            </a:xfrm>
            <a:custGeom>
              <a:avLst/>
              <a:pathLst>
                <a:path w="7900" h="166980">
                  <a:moveTo>
                    <a:pt x="0" y="0"/>
                  </a:moveTo>
                  <a:lnTo>
                    <a:pt x="7900" y="16698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15334" y="1681690"/>
              <a:ext cx="7900" cy="166980"/>
            </a:xfrm>
            <a:custGeom>
              <a:avLst/>
              <a:pathLst>
                <a:path w="7900" h="166980">
                  <a:moveTo>
                    <a:pt x="0" y="0"/>
                  </a:moveTo>
                  <a:lnTo>
                    <a:pt x="7900" y="16698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15334" y="1681690"/>
              <a:ext cx="7900" cy="166980"/>
            </a:xfrm>
            <a:custGeom>
              <a:avLst/>
              <a:pathLst>
                <a:path w="7900" h="166980">
                  <a:moveTo>
                    <a:pt x="0" y="0"/>
                  </a:moveTo>
                  <a:lnTo>
                    <a:pt x="7900" y="16698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15334" y="1681690"/>
              <a:ext cx="7900" cy="166980"/>
            </a:xfrm>
            <a:custGeom>
              <a:avLst/>
              <a:pathLst>
                <a:path w="7900" h="166980">
                  <a:moveTo>
                    <a:pt x="0" y="0"/>
                  </a:moveTo>
                  <a:lnTo>
                    <a:pt x="7900" y="16698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15334" y="1681690"/>
              <a:ext cx="7900" cy="166980"/>
            </a:xfrm>
            <a:custGeom>
              <a:avLst/>
              <a:pathLst>
                <a:path w="7900" h="166980">
                  <a:moveTo>
                    <a:pt x="0" y="0"/>
                  </a:moveTo>
                  <a:lnTo>
                    <a:pt x="7900" y="16698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15334" y="1681690"/>
              <a:ext cx="7900" cy="166980"/>
            </a:xfrm>
            <a:custGeom>
              <a:avLst/>
              <a:pathLst>
                <a:path w="7900" h="166980">
                  <a:moveTo>
                    <a:pt x="0" y="0"/>
                  </a:moveTo>
                  <a:lnTo>
                    <a:pt x="7900" y="16698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15334" y="1681690"/>
              <a:ext cx="7900" cy="166980"/>
            </a:xfrm>
            <a:custGeom>
              <a:avLst/>
              <a:pathLst>
                <a:path w="7900" h="166980">
                  <a:moveTo>
                    <a:pt x="0" y="0"/>
                  </a:moveTo>
                  <a:lnTo>
                    <a:pt x="7900" y="16698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15334" y="1681690"/>
              <a:ext cx="7900" cy="166980"/>
            </a:xfrm>
            <a:custGeom>
              <a:avLst/>
              <a:pathLst>
                <a:path w="7900" h="166980">
                  <a:moveTo>
                    <a:pt x="0" y="0"/>
                  </a:moveTo>
                  <a:lnTo>
                    <a:pt x="7900" y="1669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15334" y="1681690"/>
              <a:ext cx="7900" cy="166980"/>
            </a:xfrm>
            <a:custGeom>
              <a:avLst/>
              <a:pathLst>
                <a:path w="7900" h="166980">
                  <a:moveTo>
                    <a:pt x="0" y="0"/>
                  </a:moveTo>
                  <a:lnTo>
                    <a:pt x="7900" y="1669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15334" y="1681690"/>
              <a:ext cx="7900" cy="166980"/>
            </a:xfrm>
            <a:custGeom>
              <a:avLst/>
              <a:pathLst>
                <a:path w="7900" h="166980">
                  <a:moveTo>
                    <a:pt x="0" y="0"/>
                  </a:moveTo>
                  <a:lnTo>
                    <a:pt x="7900" y="1669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15334" y="1681690"/>
              <a:ext cx="7900" cy="166980"/>
            </a:xfrm>
            <a:custGeom>
              <a:avLst/>
              <a:pathLst>
                <a:path w="7900" h="166980">
                  <a:moveTo>
                    <a:pt x="0" y="0"/>
                  </a:moveTo>
                  <a:lnTo>
                    <a:pt x="7900" y="1669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15334" y="1681690"/>
              <a:ext cx="7900" cy="166980"/>
            </a:xfrm>
            <a:custGeom>
              <a:avLst/>
              <a:pathLst>
                <a:path w="7900" h="166980">
                  <a:moveTo>
                    <a:pt x="0" y="0"/>
                  </a:moveTo>
                  <a:lnTo>
                    <a:pt x="7900" y="16698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15334" y="1681690"/>
              <a:ext cx="7900" cy="166980"/>
            </a:xfrm>
            <a:custGeom>
              <a:avLst/>
              <a:pathLst>
                <a:path w="7900" h="166980">
                  <a:moveTo>
                    <a:pt x="0" y="0"/>
                  </a:moveTo>
                  <a:lnTo>
                    <a:pt x="7900" y="16698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15334" y="1681690"/>
              <a:ext cx="7900" cy="166980"/>
            </a:xfrm>
            <a:custGeom>
              <a:avLst/>
              <a:pathLst>
                <a:path w="7900" h="166980">
                  <a:moveTo>
                    <a:pt x="0" y="0"/>
                  </a:moveTo>
                  <a:lnTo>
                    <a:pt x="7900" y="16698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15334" y="1681690"/>
              <a:ext cx="7900" cy="166980"/>
            </a:xfrm>
            <a:custGeom>
              <a:avLst/>
              <a:pathLst>
                <a:path w="7900" h="166980">
                  <a:moveTo>
                    <a:pt x="0" y="0"/>
                  </a:moveTo>
                  <a:lnTo>
                    <a:pt x="7900" y="16698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15334" y="1681690"/>
              <a:ext cx="7900" cy="166980"/>
            </a:xfrm>
            <a:custGeom>
              <a:avLst/>
              <a:pathLst>
                <a:path w="7900" h="166980">
                  <a:moveTo>
                    <a:pt x="0" y="0"/>
                  </a:moveTo>
                  <a:lnTo>
                    <a:pt x="7900" y="1669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15334" y="1681690"/>
              <a:ext cx="7900" cy="166980"/>
            </a:xfrm>
            <a:custGeom>
              <a:avLst/>
              <a:pathLst>
                <a:path w="7900" h="166980">
                  <a:moveTo>
                    <a:pt x="0" y="0"/>
                  </a:moveTo>
                  <a:lnTo>
                    <a:pt x="7900" y="1669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415334" y="1681690"/>
              <a:ext cx="7900" cy="166980"/>
            </a:xfrm>
            <a:custGeom>
              <a:avLst/>
              <a:pathLst>
                <a:path w="7900" h="166980">
                  <a:moveTo>
                    <a:pt x="0" y="0"/>
                  </a:moveTo>
                  <a:lnTo>
                    <a:pt x="7900" y="1669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415334" y="1681690"/>
              <a:ext cx="7900" cy="166980"/>
            </a:xfrm>
            <a:custGeom>
              <a:avLst/>
              <a:pathLst>
                <a:path w="7900" h="166980">
                  <a:moveTo>
                    <a:pt x="0" y="0"/>
                  </a:moveTo>
                  <a:lnTo>
                    <a:pt x="7900" y="1669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415334" y="1681690"/>
              <a:ext cx="7900" cy="166980"/>
            </a:xfrm>
            <a:custGeom>
              <a:avLst/>
              <a:pathLst>
                <a:path w="7900" h="166980">
                  <a:moveTo>
                    <a:pt x="0" y="0"/>
                  </a:moveTo>
                  <a:lnTo>
                    <a:pt x="7900" y="16698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415334" y="1681690"/>
              <a:ext cx="7900" cy="166980"/>
            </a:xfrm>
            <a:custGeom>
              <a:avLst/>
              <a:pathLst>
                <a:path w="7900" h="166980">
                  <a:moveTo>
                    <a:pt x="0" y="0"/>
                  </a:moveTo>
                  <a:lnTo>
                    <a:pt x="7900" y="16698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256069" y="1681690"/>
              <a:ext cx="334311" cy="334145"/>
            </a:xfrm>
            <a:custGeom>
              <a:avLst/>
              <a:pathLst>
                <a:path w="334311" h="334145">
                  <a:moveTo>
                    <a:pt x="159264" y="0"/>
                  </a:moveTo>
                  <a:lnTo>
                    <a:pt x="153988" y="333"/>
                  </a:lnTo>
                  <a:lnTo>
                    <a:pt x="148724" y="833"/>
                  </a:lnTo>
                  <a:lnTo>
                    <a:pt x="143479" y="1499"/>
                  </a:lnTo>
                  <a:lnTo>
                    <a:pt x="138258" y="2331"/>
                  </a:lnTo>
                  <a:lnTo>
                    <a:pt x="133066" y="3327"/>
                  </a:lnTo>
                  <a:lnTo>
                    <a:pt x="127908" y="4487"/>
                  </a:lnTo>
                  <a:lnTo>
                    <a:pt x="122789" y="5810"/>
                  </a:lnTo>
                  <a:lnTo>
                    <a:pt x="117714" y="7294"/>
                  </a:lnTo>
                  <a:lnTo>
                    <a:pt x="112689" y="8938"/>
                  </a:lnTo>
                  <a:lnTo>
                    <a:pt x="107719" y="10739"/>
                  </a:lnTo>
                  <a:lnTo>
                    <a:pt x="102808" y="12697"/>
                  </a:lnTo>
                  <a:lnTo>
                    <a:pt x="97961" y="14810"/>
                  </a:lnTo>
                  <a:lnTo>
                    <a:pt x="93184" y="17074"/>
                  </a:lnTo>
                  <a:lnTo>
                    <a:pt x="88480" y="19489"/>
                  </a:lnTo>
                  <a:lnTo>
                    <a:pt x="83855" y="22051"/>
                  </a:lnTo>
                  <a:lnTo>
                    <a:pt x="79314" y="24758"/>
                  </a:lnTo>
                  <a:lnTo>
                    <a:pt x="74860" y="27607"/>
                  </a:lnTo>
                  <a:lnTo>
                    <a:pt x="70499" y="30596"/>
                  </a:lnTo>
                  <a:lnTo>
                    <a:pt x="66235" y="33721"/>
                  </a:lnTo>
                  <a:lnTo>
                    <a:pt x="62071" y="36979"/>
                  </a:lnTo>
                  <a:lnTo>
                    <a:pt x="58013" y="40367"/>
                  </a:lnTo>
                  <a:lnTo>
                    <a:pt x="54063" y="43882"/>
                  </a:lnTo>
                  <a:lnTo>
                    <a:pt x="50227" y="47521"/>
                  </a:lnTo>
                  <a:lnTo>
                    <a:pt x="46508" y="51278"/>
                  </a:lnTo>
                  <a:lnTo>
                    <a:pt x="42909" y="55152"/>
                  </a:lnTo>
                  <a:lnTo>
                    <a:pt x="39435" y="59137"/>
                  </a:lnTo>
                  <a:lnTo>
                    <a:pt x="36089" y="63230"/>
                  </a:lnTo>
                  <a:lnTo>
                    <a:pt x="32873" y="67427"/>
                  </a:lnTo>
                  <a:lnTo>
                    <a:pt x="29792" y="71723"/>
                  </a:lnTo>
                  <a:lnTo>
                    <a:pt x="26849" y="76115"/>
                  </a:lnTo>
                  <a:lnTo>
                    <a:pt x="24046" y="80598"/>
                  </a:lnTo>
                  <a:lnTo>
                    <a:pt x="21385" y="85167"/>
                  </a:lnTo>
                  <a:lnTo>
                    <a:pt x="18871" y="89818"/>
                  </a:lnTo>
                  <a:lnTo>
                    <a:pt x="16505" y="94546"/>
                  </a:lnTo>
                  <a:lnTo>
                    <a:pt x="14290" y="99346"/>
                  </a:lnTo>
                  <a:lnTo>
                    <a:pt x="12228" y="104215"/>
                  </a:lnTo>
                  <a:lnTo>
                    <a:pt x="10320" y="109146"/>
                  </a:lnTo>
                  <a:lnTo>
                    <a:pt x="8570" y="114134"/>
                  </a:lnTo>
                  <a:lnTo>
                    <a:pt x="6978" y="119176"/>
                  </a:lnTo>
                  <a:lnTo>
                    <a:pt x="5546" y="124266"/>
                  </a:lnTo>
                  <a:lnTo>
                    <a:pt x="4276" y="129398"/>
                  </a:lnTo>
                  <a:lnTo>
                    <a:pt x="3169" y="134568"/>
                  </a:lnTo>
                  <a:lnTo>
                    <a:pt x="2227" y="139770"/>
                  </a:lnTo>
                  <a:lnTo>
                    <a:pt x="1449" y="144999"/>
                  </a:lnTo>
                  <a:lnTo>
                    <a:pt x="836" y="150251"/>
                  </a:lnTo>
                  <a:lnTo>
                    <a:pt x="390" y="155519"/>
                  </a:lnTo>
                  <a:lnTo>
                    <a:pt x="111" y="160798"/>
                  </a:lnTo>
                  <a:lnTo>
                    <a:pt x="0" y="166084"/>
                  </a:lnTo>
                  <a:lnTo>
                    <a:pt x="55" y="171371"/>
                  </a:lnTo>
                  <a:lnTo>
                    <a:pt x="277" y="176653"/>
                  </a:lnTo>
                  <a:lnTo>
                    <a:pt x="667" y="181926"/>
                  </a:lnTo>
                  <a:lnTo>
                    <a:pt x="1222" y="187184"/>
                  </a:lnTo>
                  <a:lnTo>
                    <a:pt x="1944" y="192421"/>
                  </a:lnTo>
                  <a:lnTo>
                    <a:pt x="2832" y="197633"/>
                  </a:lnTo>
                  <a:lnTo>
                    <a:pt x="3883" y="202815"/>
                  </a:lnTo>
                  <a:lnTo>
                    <a:pt x="5098" y="207960"/>
                  </a:lnTo>
                  <a:lnTo>
                    <a:pt x="6475" y="213065"/>
                  </a:lnTo>
                  <a:lnTo>
                    <a:pt x="8013" y="218123"/>
                  </a:lnTo>
                  <a:lnTo>
                    <a:pt x="9709" y="223130"/>
                  </a:lnTo>
                  <a:lnTo>
                    <a:pt x="11564" y="228081"/>
                  </a:lnTo>
                  <a:lnTo>
                    <a:pt x="13574" y="232971"/>
                  </a:lnTo>
                  <a:lnTo>
                    <a:pt x="15738" y="237795"/>
                  </a:lnTo>
                  <a:lnTo>
                    <a:pt x="18053" y="242549"/>
                  </a:lnTo>
                  <a:lnTo>
                    <a:pt x="20517" y="247226"/>
                  </a:lnTo>
                  <a:lnTo>
                    <a:pt x="23128" y="251824"/>
                  </a:lnTo>
                  <a:lnTo>
                    <a:pt x="25883" y="256336"/>
                  </a:lnTo>
                  <a:lnTo>
                    <a:pt x="28779" y="260759"/>
                  </a:lnTo>
                  <a:lnTo>
                    <a:pt x="31814" y="265088"/>
                  </a:lnTo>
                  <a:lnTo>
                    <a:pt x="34984" y="269319"/>
                  </a:lnTo>
                  <a:lnTo>
                    <a:pt x="38287" y="273448"/>
                  </a:lnTo>
                  <a:lnTo>
                    <a:pt x="41718" y="277470"/>
                  </a:lnTo>
                  <a:lnTo>
                    <a:pt x="45275" y="281382"/>
                  </a:lnTo>
                  <a:lnTo>
                    <a:pt x="48953" y="285179"/>
                  </a:lnTo>
                  <a:lnTo>
                    <a:pt x="52750" y="288859"/>
                  </a:lnTo>
                  <a:lnTo>
                    <a:pt x="56662" y="292416"/>
                  </a:lnTo>
                  <a:lnTo>
                    <a:pt x="60684" y="295847"/>
                  </a:lnTo>
                  <a:lnTo>
                    <a:pt x="64812" y="299150"/>
                  </a:lnTo>
                  <a:lnTo>
                    <a:pt x="69043" y="302321"/>
                  </a:lnTo>
                  <a:lnTo>
                    <a:pt x="73372" y="305356"/>
                  </a:lnTo>
                  <a:lnTo>
                    <a:pt x="77795" y="308253"/>
                  </a:lnTo>
                  <a:lnTo>
                    <a:pt x="82307" y="311008"/>
                  </a:lnTo>
                  <a:lnTo>
                    <a:pt x="86904" y="313620"/>
                  </a:lnTo>
                  <a:lnTo>
                    <a:pt x="91581" y="316084"/>
                  </a:lnTo>
                  <a:lnTo>
                    <a:pt x="96334" y="318400"/>
                  </a:lnTo>
                  <a:lnTo>
                    <a:pt x="101158" y="320564"/>
                  </a:lnTo>
                  <a:lnTo>
                    <a:pt x="106048" y="322575"/>
                  </a:lnTo>
                  <a:lnTo>
                    <a:pt x="110999" y="324430"/>
                  </a:lnTo>
                  <a:lnTo>
                    <a:pt x="116006" y="326127"/>
                  </a:lnTo>
                  <a:lnTo>
                    <a:pt x="121064" y="327665"/>
                  </a:lnTo>
                  <a:lnTo>
                    <a:pt x="126168" y="329043"/>
                  </a:lnTo>
                  <a:lnTo>
                    <a:pt x="131314" y="330258"/>
                  </a:lnTo>
                  <a:lnTo>
                    <a:pt x="136495" y="331310"/>
                  </a:lnTo>
                  <a:lnTo>
                    <a:pt x="141707" y="332198"/>
                  </a:lnTo>
                  <a:lnTo>
                    <a:pt x="146944" y="332920"/>
                  </a:lnTo>
                  <a:lnTo>
                    <a:pt x="152202" y="333477"/>
                  </a:lnTo>
                  <a:lnTo>
                    <a:pt x="157475" y="333867"/>
                  </a:lnTo>
                  <a:lnTo>
                    <a:pt x="162757" y="334089"/>
                  </a:lnTo>
                  <a:lnTo>
                    <a:pt x="168044" y="334145"/>
                  </a:lnTo>
                  <a:lnTo>
                    <a:pt x="173330" y="334034"/>
                  </a:lnTo>
                  <a:lnTo>
                    <a:pt x="178609" y="333755"/>
                  </a:lnTo>
                  <a:lnTo>
                    <a:pt x="183877" y="333310"/>
                  </a:lnTo>
                  <a:lnTo>
                    <a:pt x="189129" y="332698"/>
                  </a:lnTo>
                  <a:lnTo>
                    <a:pt x="194358" y="331921"/>
                  </a:lnTo>
                  <a:lnTo>
                    <a:pt x="199561" y="330978"/>
                  </a:lnTo>
                  <a:lnTo>
                    <a:pt x="204731" y="329872"/>
                  </a:lnTo>
                  <a:lnTo>
                    <a:pt x="209863" y="328603"/>
                  </a:lnTo>
                  <a:lnTo>
                    <a:pt x="214953" y="327171"/>
                  </a:lnTo>
                  <a:lnTo>
                    <a:pt x="219994" y="325580"/>
                  </a:lnTo>
                  <a:lnTo>
                    <a:pt x="224983" y="323830"/>
                  </a:lnTo>
                  <a:lnTo>
                    <a:pt x="229915" y="321923"/>
                  </a:lnTo>
                  <a:lnTo>
                    <a:pt x="234783" y="319861"/>
                  </a:lnTo>
                  <a:lnTo>
                    <a:pt x="239584" y="317647"/>
                  </a:lnTo>
                  <a:lnTo>
                    <a:pt x="244312" y="315281"/>
                  </a:lnTo>
                  <a:lnTo>
                    <a:pt x="248963" y="312767"/>
                  </a:lnTo>
                  <a:lnTo>
                    <a:pt x="253533" y="310108"/>
                  </a:lnTo>
                  <a:lnTo>
                    <a:pt x="258015" y="307305"/>
                  </a:lnTo>
                  <a:lnTo>
                    <a:pt x="262408" y="304362"/>
                  </a:lnTo>
                  <a:lnTo>
                    <a:pt x="266704" y="301281"/>
                  </a:lnTo>
                  <a:lnTo>
                    <a:pt x="270902" y="298066"/>
                  </a:lnTo>
                  <a:lnTo>
                    <a:pt x="274995" y="294720"/>
                  </a:lnTo>
                  <a:lnTo>
                    <a:pt x="278981" y="291246"/>
                  </a:lnTo>
                  <a:lnTo>
                    <a:pt x="282854" y="287648"/>
                  </a:lnTo>
                  <a:lnTo>
                    <a:pt x="286612" y="283930"/>
                  </a:lnTo>
                  <a:lnTo>
                    <a:pt x="290251" y="280094"/>
                  </a:lnTo>
                  <a:lnTo>
                    <a:pt x="293766" y="276145"/>
                  </a:lnTo>
                  <a:lnTo>
                    <a:pt x="297155" y="272087"/>
                  </a:lnTo>
                  <a:lnTo>
                    <a:pt x="300414" y="267923"/>
                  </a:lnTo>
                  <a:lnTo>
                    <a:pt x="303539" y="263659"/>
                  </a:lnTo>
                  <a:lnTo>
                    <a:pt x="306529" y="259298"/>
                  </a:lnTo>
                  <a:lnTo>
                    <a:pt x="309378" y="254845"/>
                  </a:lnTo>
                  <a:lnTo>
                    <a:pt x="312086" y="250304"/>
                  </a:lnTo>
                  <a:lnTo>
                    <a:pt x="314648" y="245679"/>
                  </a:lnTo>
                  <a:lnTo>
                    <a:pt x="317063" y="240976"/>
                  </a:lnTo>
                  <a:lnTo>
                    <a:pt x="319328" y="236199"/>
                  </a:lnTo>
                  <a:lnTo>
                    <a:pt x="321441" y="231352"/>
                  </a:lnTo>
                  <a:lnTo>
                    <a:pt x="323399" y="226441"/>
                  </a:lnTo>
                  <a:lnTo>
                    <a:pt x="325202" y="221471"/>
                  </a:lnTo>
                  <a:lnTo>
                    <a:pt x="326846" y="216446"/>
                  </a:lnTo>
                  <a:lnTo>
                    <a:pt x="328330" y="211372"/>
                  </a:lnTo>
                  <a:lnTo>
                    <a:pt x="329653" y="206253"/>
                  </a:lnTo>
                  <a:lnTo>
                    <a:pt x="330814" y="201095"/>
                  </a:lnTo>
                  <a:lnTo>
                    <a:pt x="331811" y="195903"/>
                  </a:lnTo>
                  <a:lnTo>
                    <a:pt x="332643" y="190682"/>
                  </a:lnTo>
                  <a:lnTo>
                    <a:pt x="333310" y="185437"/>
                  </a:lnTo>
                  <a:lnTo>
                    <a:pt x="333811" y="180174"/>
                  </a:lnTo>
                  <a:lnTo>
                    <a:pt x="334144" y="174897"/>
                  </a:lnTo>
                  <a:lnTo>
                    <a:pt x="334311" y="169613"/>
                  </a:lnTo>
                  <a:lnTo>
                    <a:pt x="334311" y="164326"/>
                  </a:lnTo>
                  <a:lnTo>
                    <a:pt x="334143" y="159042"/>
                  </a:lnTo>
                  <a:lnTo>
                    <a:pt x="333809" y="153765"/>
                  </a:lnTo>
                  <a:lnTo>
                    <a:pt x="333308" y="148502"/>
                  </a:lnTo>
                  <a:lnTo>
                    <a:pt x="332640" y="143257"/>
                  </a:lnTo>
                  <a:lnTo>
                    <a:pt x="331807" y="138036"/>
                  </a:lnTo>
                  <a:lnTo>
                    <a:pt x="330810" y="132844"/>
                  </a:lnTo>
                  <a:lnTo>
                    <a:pt x="329648" y="127687"/>
                  </a:lnTo>
                  <a:lnTo>
                    <a:pt x="328324" y="122568"/>
                  </a:lnTo>
                  <a:lnTo>
                    <a:pt x="326839" y="117494"/>
                  </a:lnTo>
                  <a:lnTo>
                    <a:pt x="325195" y="112469"/>
                  </a:lnTo>
                  <a:lnTo>
                    <a:pt x="323392" y="107499"/>
                  </a:lnTo>
                  <a:lnTo>
                    <a:pt x="321433" y="102588"/>
                  </a:lnTo>
                  <a:lnTo>
                    <a:pt x="319319" y="97742"/>
                  </a:lnTo>
                  <a:lnTo>
                    <a:pt x="317054" y="92965"/>
                  </a:lnTo>
                  <a:lnTo>
                    <a:pt x="314638" y="88262"/>
                  </a:lnTo>
                  <a:lnTo>
                    <a:pt x="312075" y="83638"/>
                  </a:lnTo>
                  <a:lnTo>
                    <a:pt x="309367" y="79097"/>
                  </a:lnTo>
                  <a:lnTo>
                    <a:pt x="306517" y="74644"/>
                  </a:lnTo>
                  <a:lnTo>
                    <a:pt x="303527" y="70284"/>
                  </a:lnTo>
                  <a:lnTo>
                    <a:pt x="300401" y="66020"/>
                  </a:lnTo>
                  <a:lnTo>
                    <a:pt x="297142" y="61857"/>
                  </a:lnTo>
                  <a:lnTo>
                    <a:pt x="293753" y="57799"/>
                  </a:lnTo>
                  <a:lnTo>
                    <a:pt x="290237" y="53851"/>
                  </a:lnTo>
                  <a:lnTo>
                    <a:pt x="286598" y="50016"/>
                  </a:lnTo>
                  <a:lnTo>
                    <a:pt x="282839" y="46297"/>
                  </a:lnTo>
                  <a:lnTo>
                    <a:pt x="278965" y="42700"/>
                  </a:lnTo>
                  <a:lnTo>
                    <a:pt x="274979" y="39226"/>
                  </a:lnTo>
                  <a:lnTo>
                    <a:pt x="270885" y="35881"/>
                  </a:lnTo>
                  <a:lnTo>
                    <a:pt x="266687" y="32666"/>
                  </a:lnTo>
                  <a:lnTo>
                    <a:pt x="262390" y="29586"/>
                  </a:lnTo>
                  <a:lnTo>
                    <a:pt x="257998" y="26644"/>
                  </a:lnTo>
                  <a:lnTo>
                    <a:pt x="253514" y="23842"/>
                  </a:lnTo>
                  <a:lnTo>
                    <a:pt x="248945" y="21182"/>
                  </a:lnTo>
                  <a:lnTo>
                    <a:pt x="244293" y="18669"/>
                  </a:lnTo>
                  <a:lnTo>
                    <a:pt x="239565" y="16304"/>
                  </a:lnTo>
                  <a:lnTo>
                    <a:pt x="234764" y="14090"/>
                  </a:lnTo>
                  <a:lnTo>
                    <a:pt x="167165" y="16698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423235" y="1681503"/>
              <a:ext cx="67599" cy="167167"/>
            </a:xfrm>
            <a:custGeom>
              <a:avLst/>
              <a:pathLst>
                <a:path w="67599" h="167167">
                  <a:moveTo>
                    <a:pt x="67599" y="14277"/>
                  </a:moveTo>
                  <a:lnTo>
                    <a:pt x="62255" y="12024"/>
                  </a:lnTo>
                  <a:lnTo>
                    <a:pt x="56836" y="9958"/>
                  </a:lnTo>
                  <a:lnTo>
                    <a:pt x="51349" y="8082"/>
                  </a:lnTo>
                  <a:lnTo>
                    <a:pt x="45801" y="6396"/>
                  </a:lnTo>
                  <a:lnTo>
                    <a:pt x="40197" y="4904"/>
                  </a:lnTo>
                  <a:lnTo>
                    <a:pt x="34545" y="3608"/>
                  </a:lnTo>
                  <a:lnTo>
                    <a:pt x="28851" y="2508"/>
                  </a:lnTo>
                  <a:lnTo>
                    <a:pt x="23122" y="1606"/>
                  </a:lnTo>
                  <a:lnTo>
                    <a:pt x="17366" y="904"/>
                  </a:lnTo>
                  <a:lnTo>
                    <a:pt x="11589" y="402"/>
                  </a:lnTo>
                  <a:lnTo>
                    <a:pt x="5798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853882" y="1322571"/>
              <a:ext cx="167156" cy="329318"/>
            </a:xfrm>
            <a:custGeom>
              <a:avLst/>
              <a:pathLst>
                <a:path w="167156" h="329318">
                  <a:moveTo>
                    <a:pt x="167156" y="0"/>
                  </a:moveTo>
                  <a:lnTo>
                    <a:pt x="161837" y="84"/>
                  </a:lnTo>
                  <a:lnTo>
                    <a:pt x="156523" y="338"/>
                  </a:lnTo>
                  <a:lnTo>
                    <a:pt x="151220" y="761"/>
                  </a:lnTo>
                  <a:lnTo>
                    <a:pt x="145934" y="1352"/>
                  </a:lnTo>
                  <a:lnTo>
                    <a:pt x="140668" y="2111"/>
                  </a:lnTo>
                  <a:lnTo>
                    <a:pt x="135430" y="3038"/>
                  </a:lnTo>
                  <a:lnTo>
                    <a:pt x="130224" y="4130"/>
                  </a:lnTo>
                  <a:lnTo>
                    <a:pt x="125055" y="5388"/>
                  </a:lnTo>
                  <a:lnTo>
                    <a:pt x="119928" y="6809"/>
                  </a:lnTo>
                  <a:lnTo>
                    <a:pt x="114850" y="8393"/>
                  </a:lnTo>
                  <a:lnTo>
                    <a:pt x="109825" y="10138"/>
                  </a:lnTo>
                  <a:lnTo>
                    <a:pt x="104857" y="12042"/>
                  </a:lnTo>
                  <a:lnTo>
                    <a:pt x="99953" y="14103"/>
                  </a:lnTo>
                  <a:lnTo>
                    <a:pt x="95117" y="16318"/>
                  </a:lnTo>
                  <a:lnTo>
                    <a:pt x="90353" y="18687"/>
                  </a:lnTo>
                  <a:lnTo>
                    <a:pt x="85668" y="21206"/>
                  </a:lnTo>
                  <a:lnTo>
                    <a:pt x="81065" y="23873"/>
                  </a:lnTo>
                  <a:lnTo>
                    <a:pt x="76549" y="26685"/>
                  </a:lnTo>
                  <a:lnTo>
                    <a:pt x="72125" y="29639"/>
                  </a:lnTo>
                  <a:lnTo>
                    <a:pt x="67797" y="32732"/>
                  </a:lnTo>
                  <a:lnTo>
                    <a:pt x="63570" y="35962"/>
                  </a:lnTo>
                  <a:lnTo>
                    <a:pt x="59447" y="39324"/>
                  </a:lnTo>
                  <a:lnTo>
                    <a:pt x="55434" y="42816"/>
                  </a:lnTo>
                  <a:lnTo>
                    <a:pt x="51534" y="46434"/>
                  </a:lnTo>
                  <a:lnTo>
                    <a:pt x="47751" y="50174"/>
                  </a:lnTo>
                  <a:lnTo>
                    <a:pt x="44089" y="54032"/>
                  </a:lnTo>
                  <a:lnTo>
                    <a:pt x="40551" y="58006"/>
                  </a:lnTo>
                  <a:lnTo>
                    <a:pt x="37142" y="62089"/>
                  </a:lnTo>
                  <a:lnTo>
                    <a:pt x="33865" y="66279"/>
                  </a:lnTo>
                  <a:lnTo>
                    <a:pt x="30722" y="70572"/>
                  </a:lnTo>
                  <a:lnTo>
                    <a:pt x="27717" y="74962"/>
                  </a:lnTo>
                  <a:lnTo>
                    <a:pt x="24854" y="79445"/>
                  </a:lnTo>
                  <a:lnTo>
                    <a:pt x="22135" y="84017"/>
                  </a:lnTo>
                  <a:lnTo>
                    <a:pt x="19563" y="88674"/>
                  </a:lnTo>
                  <a:lnTo>
                    <a:pt x="17140" y="93410"/>
                  </a:lnTo>
                  <a:lnTo>
                    <a:pt x="14869" y="98220"/>
                  </a:lnTo>
                  <a:lnTo>
                    <a:pt x="12752" y="103101"/>
                  </a:lnTo>
                  <a:lnTo>
                    <a:pt x="10792" y="108046"/>
                  </a:lnTo>
                  <a:lnTo>
                    <a:pt x="8990" y="113051"/>
                  </a:lnTo>
                  <a:lnTo>
                    <a:pt x="7348" y="118112"/>
                  </a:lnTo>
                  <a:lnTo>
                    <a:pt x="5868" y="123221"/>
                  </a:lnTo>
                  <a:lnTo>
                    <a:pt x="4552" y="128375"/>
                  </a:lnTo>
                  <a:lnTo>
                    <a:pt x="3400" y="133569"/>
                  </a:lnTo>
                  <a:lnTo>
                    <a:pt x="2414" y="138796"/>
                  </a:lnTo>
                  <a:lnTo>
                    <a:pt x="1594" y="144053"/>
                  </a:lnTo>
                  <a:lnTo>
                    <a:pt x="943" y="149332"/>
                  </a:lnTo>
                  <a:lnTo>
                    <a:pt x="459" y="154630"/>
                  </a:lnTo>
                  <a:lnTo>
                    <a:pt x="145" y="159940"/>
                  </a:lnTo>
                  <a:lnTo>
                    <a:pt x="0" y="165258"/>
                  </a:lnTo>
                  <a:lnTo>
                    <a:pt x="23" y="170578"/>
                  </a:lnTo>
                  <a:lnTo>
                    <a:pt x="217" y="175894"/>
                  </a:lnTo>
                  <a:lnTo>
                    <a:pt x="579" y="181201"/>
                  </a:lnTo>
                  <a:lnTo>
                    <a:pt x="1110" y="186495"/>
                  </a:lnTo>
                  <a:lnTo>
                    <a:pt x="1809" y="191768"/>
                  </a:lnTo>
                  <a:lnTo>
                    <a:pt x="2675" y="197017"/>
                  </a:lnTo>
                  <a:lnTo>
                    <a:pt x="3708" y="202235"/>
                  </a:lnTo>
                  <a:lnTo>
                    <a:pt x="4907" y="207418"/>
                  </a:lnTo>
                  <a:lnTo>
                    <a:pt x="6270" y="212560"/>
                  </a:lnTo>
                  <a:lnTo>
                    <a:pt x="7796" y="217657"/>
                  </a:lnTo>
                  <a:lnTo>
                    <a:pt x="9483" y="222702"/>
                  </a:lnTo>
                  <a:lnTo>
                    <a:pt x="11330" y="227691"/>
                  </a:lnTo>
                  <a:lnTo>
                    <a:pt x="13334" y="232618"/>
                  </a:lnTo>
                  <a:lnTo>
                    <a:pt x="15495" y="237479"/>
                  </a:lnTo>
                  <a:lnTo>
                    <a:pt x="17809" y="242269"/>
                  </a:lnTo>
                  <a:lnTo>
                    <a:pt x="20274" y="246983"/>
                  </a:lnTo>
                  <a:lnTo>
                    <a:pt x="22888" y="251617"/>
                  </a:lnTo>
                  <a:lnTo>
                    <a:pt x="25648" y="256164"/>
                  </a:lnTo>
                  <a:lnTo>
                    <a:pt x="28552" y="260622"/>
                  </a:lnTo>
                  <a:lnTo>
                    <a:pt x="31596" y="264985"/>
                  </a:lnTo>
                  <a:lnTo>
                    <a:pt x="34777" y="269248"/>
                  </a:lnTo>
                  <a:lnTo>
                    <a:pt x="38092" y="273409"/>
                  </a:lnTo>
                  <a:lnTo>
                    <a:pt x="41538" y="277462"/>
                  </a:lnTo>
                  <a:lnTo>
                    <a:pt x="45111" y="281403"/>
                  </a:lnTo>
                  <a:lnTo>
                    <a:pt x="48807" y="285228"/>
                  </a:lnTo>
                  <a:lnTo>
                    <a:pt x="52624" y="288934"/>
                  </a:lnTo>
                  <a:lnTo>
                    <a:pt x="56556" y="292517"/>
                  </a:lnTo>
                  <a:lnTo>
                    <a:pt x="60601" y="295973"/>
                  </a:lnTo>
                  <a:lnTo>
                    <a:pt x="64753" y="299298"/>
                  </a:lnTo>
                  <a:lnTo>
                    <a:pt x="69009" y="302489"/>
                  </a:lnTo>
                  <a:lnTo>
                    <a:pt x="73365" y="305544"/>
                  </a:lnTo>
                  <a:lnTo>
                    <a:pt x="77815" y="308458"/>
                  </a:lnTo>
                  <a:lnTo>
                    <a:pt x="82356" y="311229"/>
                  </a:lnTo>
                  <a:lnTo>
                    <a:pt x="86983" y="313854"/>
                  </a:lnTo>
                  <a:lnTo>
                    <a:pt x="91691" y="316331"/>
                  </a:lnTo>
                  <a:lnTo>
                    <a:pt x="96475" y="318657"/>
                  </a:lnTo>
                  <a:lnTo>
                    <a:pt x="101331" y="320829"/>
                  </a:lnTo>
                  <a:lnTo>
                    <a:pt x="106254" y="322846"/>
                  </a:lnTo>
                  <a:lnTo>
                    <a:pt x="111238" y="324705"/>
                  </a:lnTo>
                  <a:lnTo>
                    <a:pt x="116279" y="326404"/>
                  </a:lnTo>
                  <a:lnTo>
                    <a:pt x="121372" y="327942"/>
                  </a:lnTo>
                  <a:lnTo>
                    <a:pt x="126510" y="329318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80393" y="1489739"/>
              <a:ext cx="40645" cy="162150"/>
            </a:xfrm>
            <a:custGeom>
              <a:avLst/>
              <a:pathLst>
                <a:path w="40645" h="162150">
                  <a:moveTo>
                    <a:pt x="0" y="162150"/>
                  </a:moveTo>
                  <a:lnTo>
                    <a:pt x="4064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80393" y="1489739"/>
              <a:ext cx="40645" cy="162150"/>
            </a:xfrm>
            <a:custGeom>
              <a:avLst/>
              <a:pathLst>
                <a:path w="40645" h="162150">
                  <a:moveTo>
                    <a:pt x="0" y="162150"/>
                  </a:moveTo>
                  <a:lnTo>
                    <a:pt x="4064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80393" y="1489739"/>
              <a:ext cx="40645" cy="162150"/>
            </a:xfrm>
            <a:custGeom>
              <a:avLst/>
              <a:pathLst>
                <a:path w="40645" h="162150">
                  <a:moveTo>
                    <a:pt x="0" y="162150"/>
                  </a:moveTo>
                  <a:lnTo>
                    <a:pt x="4064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80393" y="1489739"/>
              <a:ext cx="40645" cy="162150"/>
            </a:xfrm>
            <a:custGeom>
              <a:avLst/>
              <a:pathLst>
                <a:path w="40645" h="162150">
                  <a:moveTo>
                    <a:pt x="0" y="162150"/>
                  </a:moveTo>
                  <a:lnTo>
                    <a:pt x="4064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80393" y="1489739"/>
              <a:ext cx="40645" cy="162150"/>
            </a:xfrm>
            <a:custGeom>
              <a:avLst/>
              <a:pathLst>
                <a:path w="40645" h="162150">
                  <a:moveTo>
                    <a:pt x="0" y="162150"/>
                  </a:moveTo>
                  <a:lnTo>
                    <a:pt x="4064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80393" y="1489739"/>
              <a:ext cx="40645" cy="162150"/>
            </a:xfrm>
            <a:custGeom>
              <a:avLst/>
              <a:pathLst>
                <a:path w="40645" h="162150">
                  <a:moveTo>
                    <a:pt x="0" y="162150"/>
                  </a:moveTo>
                  <a:lnTo>
                    <a:pt x="4064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80393" y="1489739"/>
              <a:ext cx="40645" cy="162150"/>
            </a:xfrm>
            <a:custGeom>
              <a:avLst/>
              <a:pathLst>
                <a:path w="40645" h="162150">
                  <a:moveTo>
                    <a:pt x="0" y="162150"/>
                  </a:moveTo>
                  <a:lnTo>
                    <a:pt x="4064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80393" y="1489739"/>
              <a:ext cx="40645" cy="162150"/>
            </a:xfrm>
            <a:custGeom>
              <a:avLst/>
              <a:pathLst>
                <a:path w="40645" h="162150">
                  <a:moveTo>
                    <a:pt x="0" y="162150"/>
                  </a:moveTo>
                  <a:lnTo>
                    <a:pt x="4064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80393" y="1489739"/>
              <a:ext cx="40645" cy="162150"/>
            </a:xfrm>
            <a:custGeom>
              <a:avLst/>
              <a:pathLst>
                <a:path w="40645" h="162150">
                  <a:moveTo>
                    <a:pt x="0" y="162150"/>
                  </a:moveTo>
                  <a:lnTo>
                    <a:pt x="4064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80393" y="1489739"/>
              <a:ext cx="40645" cy="162150"/>
            </a:xfrm>
            <a:custGeom>
              <a:avLst/>
              <a:pathLst>
                <a:path w="40645" h="162150">
                  <a:moveTo>
                    <a:pt x="0" y="162150"/>
                  </a:moveTo>
                  <a:lnTo>
                    <a:pt x="4064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80393" y="1489739"/>
              <a:ext cx="40645" cy="162150"/>
            </a:xfrm>
            <a:custGeom>
              <a:avLst/>
              <a:pathLst>
                <a:path w="40645" h="162150">
                  <a:moveTo>
                    <a:pt x="0" y="162150"/>
                  </a:moveTo>
                  <a:lnTo>
                    <a:pt x="4064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80393" y="1489739"/>
              <a:ext cx="40645" cy="162150"/>
            </a:xfrm>
            <a:custGeom>
              <a:avLst/>
              <a:pathLst>
                <a:path w="40645" h="162150">
                  <a:moveTo>
                    <a:pt x="0" y="162150"/>
                  </a:moveTo>
                  <a:lnTo>
                    <a:pt x="40645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80393" y="1489739"/>
              <a:ext cx="40645" cy="162150"/>
            </a:xfrm>
            <a:custGeom>
              <a:avLst/>
              <a:pathLst>
                <a:path w="40645" h="162150">
                  <a:moveTo>
                    <a:pt x="0" y="162150"/>
                  </a:moveTo>
                  <a:lnTo>
                    <a:pt x="4064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80393" y="1489739"/>
              <a:ext cx="40645" cy="162150"/>
            </a:xfrm>
            <a:custGeom>
              <a:avLst/>
              <a:pathLst>
                <a:path w="40645" h="162150">
                  <a:moveTo>
                    <a:pt x="0" y="162150"/>
                  </a:moveTo>
                  <a:lnTo>
                    <a:pt x="4064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80393" y="1489739"/>
              <a:ext cx="40645" cy="162150"/>
            </a:xfrm>
            <a:custGeom>
              <a:avLst/>
              <a:pathLst>
                <a:path w="40645" h="162150">
                  <a:moveTo>
                    <a:pt x="0" y="162150"/>
                  </a:moveTo>
                  <a:lnTo>
                    <a:pt x="40645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980393" y="1489739"/>
              <a:ext cx="40645" cy="162150"/>
            </a:xfrm>
            <a:custGeom>
              <a:avLst/>
              <a:pathLst>
                <a:path w="40645" h="162150">
                  <a:moveTo>
                    <a:pt x="0" y="162150"/>
                  </a:moveTo>
                  <a:lnTo>
                    <a:pt x="4064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980393" y="1489739"/>
              <a:ext cx="40645" cy="162150"/>
            </a:xfrm>
            <a:custGeom>
              <a:avLst/>
              <a:pathLst>
                <a:path w="40645" h="162150">
                  <a:moveTo>
                    <a:pt x="0" y="162150"/>
                  </a:moveTo>
                  <a:lnTo>
                    <a:pt x="4064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80393" y="1489739"/>
              <a:ext cx="40645" cy="162150"/>
            </a:xfrm>
            <a:custGeom>
              <a:avLst/>
              <a:pathLst>
                <a:path w="40645" h="162150">
                  <a:moveTo>
                    <a:pt x="0" y="162150"/>
                  </a:moveTo>
                  <a:lnTo>
                    <a:pt x="4064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980393" y="1489739"/>
              <a:ext cx="40645" cy="162150"/>
            </a:xfrm>
            <a:custGeom>
              <a:avLst/>
              <a:pathLst>
                <a:path w="40645" h="162150">
                  <a:moveTo>
                    <a:pt x="0" y="162150"/>
                  </a:moveTo>
                  <a:lnTo>
                    <a:pt x="4064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980393" y="1489739"/>
              <a:ext cx="40645" cy="162150"/>
            </a:xfrm>
            <a:custGeom>
              <a:avLst/>
              <a:pathLst>
                <a:path w="40645" h="162150">
                  <a:moveTo>
                    <a:pt x="0" y="162150"/>
                  </a:moveTo>
                  <a:lnTo>
                    <a:pt x="4064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980393" y="1489739"/>
              <a:ext cx="40645" cy="162150"/>
            </a:xfrm>
            <a:custGeom>
              <a:avLst/>
              <a:pathLst>
                <a:path w="40645" h="162150">
                  <a:moveTo>
                    <a:pt x="0" y="162150"/>
                  </a:moveTo>
                  <a:lnTo>
                    <a:pt x="4064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980393" y="1322642"/>
              <a:ext cx="207809" cy="334255"/>
            </a:xfrm>
            <a:custGeom>
              <a:avLst/>
              <a:pathLst>
                <a:path w="207809" h="334255">
                  <a:moveTo>
                    <a:pt x="0" y="329247"/>
                  </a:moveTo>
                  <a:lnTo>
                    <a:pt x="5205" y="330463"/>
                  </a:lnTo>
                  <a:lnTo>
                    <a:pt x="10447" y="331513"/>
                  </a:lnTo>
                  <a:lnTo>
                    <a:pt x="15720" y="332395"/>
                  </a:lnTo>
                  <a:lnTo>
                    <a:pt x="21018" y="333107"/>
                  </a:lnTo>
                  <a:lnTo>
                    <a:pt x="26337" y="333650"/>
                  </a:lnTo>
                  <a:lnTo>
                    <a:pt x="31670" y="334022"/>
                  </a:lnTo>
                  <a:lnTo>
                    <a:pt x="37012" y="334224"/>
                  </a:lnTo>
                  <a:lnTo>
                    <a:pt x="42358" y="334255"/>
                  </a:lnTo>
                  <a:lnTo>
                    <a:pt x="47702" y="334114"/>
                  </a:lnTo>
                  <a:lnTo>
                    <a:pt x="53039" y="333803"/>
                  </a:lnTo>
                  <a:lnTo>
                    <a:pt x="58363" y="333322"/>
                  </a:lnTo>
                  <a:lnTo>
                    <a:pt x="63669" y="332670"/>
                  </a:lnTo>
                  <a:lnTo>
                    <a:pt x="68952" y="331849"/>
                  </a:lnTo>
                  <a:lnTo>
                    <a:pt x="74205" y="330860"/>
                  </a:lnTo>
                  <a:lnTo>
                    <a:pt x="79425" y="329703"/>
                  </a:lnTo>
                  <a:lnTo>
                    <a:pt x="84604" y="328380"/>
                  </a:lnTo>
                  <a:lnTo>
                    <a:pt x="89739" y="326892"/>
                  </a:lnTo>
                  <a:lnTo>
                    <a:pt x="94824" y="325240"/>
                  </a:lnTo>
                  <a:lnTo>
                    <a:pt x="99853" y="323427"/>
                  </a:lnTo>
                  <a:lnTo>
                    <a:pt x="104821" y="321454"/>
                  </a:lnTo>
                  <a:lnTo>
                    <a:pt x="109724" y="319323"/>
                  </a:lnTo>
                  <a:lnTo>
                    <a:pt x="114556" y="317036"/>
                  </a:lnTo>
                  <a:lnTo>
                    <a:pt x="119313" y="314596"/>
                  </a:lnTo>
                  <a:lnTo>
                    <a:pt x="123989" y="312005"/>
                  </a:lnTo>
                  <a:lnTo>
                    <a:pt x="128580" y="309266"/>
                  </a:lnTo>
                  <a:lnTo>
                    <a:pt x="133081" y="306382"/>
                  </a:lnTo>
                  <a:lnTo>
                    <a:pt x="137488" y="303355"/>
                  </a:lnTo>
                  <a:lnTo>
                    <a:pt x="141795" y="300188"/>
                  </a:lnTo>
                  <a:lnTo>
                    <a:pt x="145999" y="296886"/>
                  </a:lnTo>
                  <a:lnTo>
                    <a:pt x="150096" y="293451"/>
                  </a:lnTo>
                  <a:lnTo>
                    <a:pt x="154080" y="289886"/>
                  </a:lnTo>
                  <a:lnTo>
                    <a:pt x="157948" y="286196"/>
                  </a:lnTo>
                  <a:lnTo>
                    <a:pt x="161697" y="282385"/>
                  </a:lnTo>
                  <a:lnTo>
                    <a:pt x="165321" y="278455"/>
                  </a:lnTo>
                  <a:lnTo>
                    <a:pt x="168818" y="274411"/>
                  </a:lnTo>
                  <a:lnTo>
                    <a:pt x="172184" y="270258"/>
                  </a:lnTo>
                  <a:lnTo>
                    <a:pt x="175416" y="265999"/>
                  </a:lnTo>
                  <a:lnTo>
                    <a:pt x="178509" y="261639"/>
                  </a:lnTo>
                  <a:lnTo>
                    <a:pt x="181462" y="257183"/>
                  </a:lnTo>
                  <a:lnTo>
                    <a:pt x="184270" y="252634"/>
                  </a:lnTo>
                  <a:lnTo>
                    <a:pt x="186932" y="247998"/>
                  </a:lnTo>
                  <a:lnTo>
                    <a:pt x="189444" y="243279"/>
                  </a:lnTo>
                  <a:lnTo>
                    <a:pt x="191804" y="238482"/>
                  </a:lnTo>
                  <a:lnTo>
                    <a:pt x="194009" y="233612"/>
                  </a:lnTo>
                  <a:lnTo>
                    <a:pt x="196058" y="228674"/>
                  </a:lnTo>
                  <a:lnTo>
                    <a:pt x="197947" y="223673"/>
                  </a:lnTo>
                  <a:lnTo>
                    <a:pt x="199676" y="218614"/>
                  </a:lnTo>
                  <a:lnTo>
                    <a:pt x="201242" y="213502"/>
                  </a:lnTo>
                  <a:lnTo>
                    <a:pt x="202644" y="208344"/>
                  </a:lnTo>
                  <a:lnTo>
                    <a:pt x="203880" y="203142"/>
                  </a:lnTo>
                  <a:lnTo>
                    <a:pt x="204949" y="197904"/>
                  </a:lnTo>
                  <a:lnTo>
                    <a:pt x="205850" y="192635"/>
                  </a:lnTo>
                  <a:lnTo>
                    <a:pt x="206582" y="187339"/>
                  </a:lnTo>
                  <a:lnTo>
                    <a:pt x="207145" y="182023"/>
                  </a:lnTo>
                  <a:lnTo>
                    <a:pt x="207537" y="176691"/>
                  </a:lnTo>
                  <a:lnTo>
                    <a:pt x="207758" y="171350"/>
                  </a:lnTo>
                  <a:lnTo>
                    <a:pt x="207809" y="166004"/>
                  </a:lnTo>
                  <a:lnTo>
                    <a:pt x="207689" y="160660"/>
                  </a:lnTo>
                  <a:lnTo>
                    <a:pt x="207397" y="155321"/>
                  </a:lnTo>
                  <a:lnTo>
                    <a:pt x="206936" y="149995"/>
                  </a:lnTo>
                  <a:lnTo>
                    <a:pt x="206304" y="144687"/>
                  </a:lnTo>
                  <a:lnTo>
                    <a:pt x="205503" y="139401"/>
                  </a:lnTo>
                  <a:lnTo>
                    <a:pt x="204533" y="134144"/>
                  </a:lnTo>
                  <a:lnTo>
                    <a:pt x="203395" y="128920"/>
                  </a:lnTo>
                  <a:lnTo>
                    <a:pt x="202091" y="123736"/>
                  </a:lnTo>
                  <a:lnTo>
                    <a:pt x="200622" y="118596"/>
                  </a:lnTo>
                  <a:lnTo>
                    <a:pt x="198990" y="113505"/>
                  </a:lnTo>
                  <a:lnTo>
                    <a:pt x="197195" y="108469"/>
                  </a:lnTo>
                  <a:lnTo>
                    <a:pt x="195240" y="103493"/>
                  </a:lnTo>
                  <a:lnTo>
                    <a:pt x="193128" y="98583"/>
                  </a:lnTo>
                  <a:lnTo>
                    <a:pt x="190859" y="93742"/>
                  </a:lnTo>
                  <a:lnTo>
                    <a:pt x="188436" y="88976"/>
                  </a:lnTo>
                  <a:lnTo>
                    <a:pt x="185863" y="84290"/>
                  </a:lnTo>
                  <a:lnTo>
                    <a:pt x="183141" y="79689"/>
                  </a:lnTo>
                  <a:lnTo>
                    <a:pt x="180273" y="75178"/>
                  </a:lnTo>
                  <a:lnTo>
                    <a:pt x="177263" y="70760"/>
                  </a:lnTo>
                  <a:lnTo>
                    <a:pt x="174112" y="66441"/>
                  </a:lnTo>
                  <a:lnTo>
                    <a:pt x="170826" y="62224"/>
                  </a:lnTo>
                  <a:lnTo>
                    <a:pt x="167406" y="58115"/>
                  </a:lnTo>
                  <a:lnTo>
                    <a:pt x="163856" y="54118"/>
                  </a:lnTo>
                  <a:lnTo>
                    <a:pt x="160181" y="50236"/>
                  </a:lnTo>
                  <a:lnTo>
                    <a:pt x="156383" y="46473"/>
                  </a:lnTo>
                  <a:lnTo>
                    <a:pt x="152467" y="42834"/>
                  </a:lnTo>
                  <a:lnTo>
                    <a:pt x="148436" y="39322"/>
                  </a:lnTo>
                  <a:lnTo>
                    <a:pt x="144295" y="35941"/>
                  </a:lnTo>
                  <a:lnTo>
                    <a:pt x="140048" y="32694"/>
                  </a:lnTo>
                  <a:lnTo>
                    <a:pt x="135700" y="29584"/>
                  </a:lnTo>
                  <a:lnTo>
                    <a:pt x="131254" y="26615"/>
                  </a:lnTo>
                  <a:lnTo>
                    <a:pt x="126716" y="23789"/>
                  </a:lnTo>
                  <a:lnTo>
                    <a:pt x="122090" y="21110"/>
                  </a:lnTo>
                  <a:lnTo>
                    <a:pt x="117380" y="18581"/>
                  </a:lnTo>
                  <a:lnTo>
                    <a:pt x="112592" y="16203"/>
                  </a:lnTo>
                  <a:lnTo>
                    <a:pt x="107730" y="13980"/>
                  </a:lnTo>
                  <a:lnTo>
                    <a:pt x="102800" y="11913"/>
                  </a:lnTo>
                  <a:lnTo>
                    <a:pt x="97806" y="10005"/>
                  </a:lnTo>
                  <a:lnTo>
                    <a:pt x="92754" y="8257"/>
                  </a:lnTo>
                  <a:lnTo>
                    <a:pt x="87648" y="6672"/>
                  </a:lnTo>
                  <a:lnTo>
                    <a:pt x="82494" y="5251"/>
                  </a:lnTo>
                  <a:lnTo>
                    <a:pt x="77298" y="3996"/>
                  </a:lnTo>
                  <a:lnTo>
                    <a:pt x="72064" y="2907"/>
                  </a:lnTo>
                  <a:lnTo>
                    <a:pt x="66798" y="1987"/>
                  </a:lnTo>
                  <a:lnTo>
                    <a:pt x="61505" y="1235"/>
                  </a:lnTo>
                  <a:lnTo>
                    <a:pt x="56191" y="653"/>
                  </a:lnTo>
                  <a:lnTo>
                    <a:pt x="50860" y="241"/>
                  </a:lnTo>
                  <a:lnTo>
                    <a:pt x="45520" y="0"/>
                  </a:lnTo>
                  <a:lnTo>
                    <a:pt x="40645" y="16709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021039" y="1322571"/>
              <a:ext cx="4874" cy="167167"/>
            </a:xfrm>
            <a:custGeom>
              <a:avLst/>
              <a:pathLst>
                <a:path w="4874" h="167167">
                  <a:moveTo>
                    <a:pt x="4874" y="7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378098" y="1071028"/>
              <a:ext cx="167160" cy="289340"/>
            </a:xfrm>
            <a:custGeom>
              <a:avLst/>
              <a:pathLst>
                <a:path w="167160" h="289340">
                  <a:moveTo>
                    <a:pt x="167160" y="0"/>
                  </a:moveTo>
                  <a:lnTo>
                    <a:pt x="161833" y="84"/>
                  </a:lnTo>
                  <a:lnTo>
                    <a:pt x="156512" y="339"/>
                  </a:lnTo>
                  <a:lnTo>
                    <a:pt x="151201" y="763"/>
                  </a:lnTo>
                  <a:lnTo>
                    <a:pt x="145906" y="1356"/>
                  </a:lnTo>
                  <a:lnTo>
                    <a:pt x="140633" y="2118"/>
                  </a:lnTo>
                  <a:lnTo>
                    <a:pt x="135387" y="3047"/>
                  </a:lnTo>
                  <a:lnTo>
                    <a:pt x="130174" y="4143"/>
                  </a:lnTo>
                  <a:lnTo>
                    <a:pt x="124998" y="5404"/>
                  </a:lnTo>
                  <a:lnTo>
                    <a:pt x="119864" y="6830"/>
                  </a:lnTo>
                  <a:lnTo>
                    <a:pt x="114779" y="8418"/>
                  </a:lnTo>
                  <a:lnTo>
                    <a:pt x="109747" y="10168"/>
                  </a:lnTo>
                  <a:lnTo>
                    <a:pt x="104773" y="12077"/>
                  </a:lnTo>
                  <a:lnTo>
                    <a:pt x="99863" y="14144"/>
                  </a:lnTo>
                  <a:lnTo>
                    <a:pt x="95021" y="16366"/>
                  </a:lnTo>
                  <a:lnTo>
                    <a:pt x="90252" y="18742"/>
                  </a:lnTo>
                  <a:lnTo>
                    <a:pt x="85561" y="21268"/>
                  </a:lnTo>
                  <a:lnTo>
                    <a:pt x="80953" y="23942"/>
                  </a:lnTo>
                  <a:lnTo>
                    <a:pt x="76433" y="26762"/>
                  </a:lnTo>
                  <a:lnTo>
                    <a:pt x="72005" y="29724"/>
                  </a:lnTo>
                  <a:lnTo>
                    <a:pt x="67674" y="32826"/>
                  </a:lnTo>
                  <a:lnTo>
                    <a:pt x="63443" y="36065"/>
                  </a:lnTo>
                  <a:lnTo>
                    <a:pt x="59318" y="39436"/>
                  </a:lnTo>
                  <a:lnTo>
                    <a:pt x="55303" y="42938"/>
                  </a:lnTo>
                  <a:lnTo>
                    <a:pt x="51401" y="46565"/>
                  </a:lnTo>
                  <a:lnTo>
                    <a:pt x="47617" y="50315"/>
                  </a:lnTo>
                  <a:lnTo>
                    <a:pt x="43954" y="54184"/>
                  </a:lnTo>
                  <a:lnTo>
                    <a:pt x="40416" y="58167"/>
                  </a:lnTo>
                  <a:lnTo>
                    <a:pt x="37007" y="62261"/>
                  </a:lnTo>
                  <a:lnTo>
                    <a:pt x="33730" y="66462"/>
                  </a:lnTo>
                  <a:lnTo>
                    <a:pt x="30589" y="70765"/>
                  </a:lnTo>
                  <a:lnTo>
                    <a:pt x="27586" y="75166"/>
                  </a:lnTo>
                  <a:lnTo>
                    <a:pt x="24726" y="79660"/>
                  </a:lnTo>
                  <a:lnTo>
                    <a:pt x="22009" y="84244"/>
                  </a:lnTo>
                  <a:lnTo>
                    <a:pt x="19441" y="88911"/>
                  </a:lnTo>
                  <a:lnTo>
                    <a:pt x="17022" y="93658"/>
                  </a:lnTo>
                  <a:lnTo>
                    <a:pt x="14756" y="98480"/>
                  </a:lnTo>
                  <a:lnTo>
                    <a:pt x="12645" y="103371"/>
                  </a:lnTo>
                  <a:lnTo>
                    <a:pt x="10690" y="108327"/>
                  </a:lnTo>
                  <a:lnTo>
                    <a:pt x="8895" y="113343"/>
                  </a:lnTo>
                  <a:lnTo>
                    <a:pt x="7260" y="118414"/>
                  </a:lnTo>
                  <a:lnTo>
                    <a:pt x="5787" y="123534"/>
                  </a:lnTo>
                  <a:lnTo>
                    <a:pt x="4479" y="128698"/>
                  </a:lnTo>
                  <a:lnTo>
                    <a:pt x="3336" y="133902"/>
                  </a:lnTo>
                  <a:lnTo>
                    <a:pt x="2359" y="139139"/>
                  </a:lnTo>
                  <a:lnTo>
                    <a:pt x="1549" y="144405"/>
                  </a:lnTo>
                  <a:lnTo>
                    <a:pt x="908" y="149694"/>
                  </a:lnTo>
                  <a:lnTo>
                    <a:pt x="436" y="155001"/>
                  </a:lnTo>
                  <a:lnTo>
                    <a:pt x="133" y="160320"/>
                  </a:lnTo>
                  <a:lnTo>
                    <a:pt x="0" y="165645"/>
                  </a:lnTo>
                  <a:lnTo>
                    <a:pt x="36" y="170973"/>
                  </a:lnTo>
                  <a:lnTo>
                    <a:pt x="242" y="176297"/>
                  </a:lnTo>
                  <a:lnTo>
                    <a:pt x="618" y="181611"/>
                  </a:lnTo>
                  <a:lnTo>
                    <a:pt x="1163" y="186911"/>
                  </a:lnTo>
                  <a:lnTo>
                    <a:pt x="1876" y="192190"/>
                  </a:lnTo>
                  <a:lnTo>
                    <a:pt x="2757" y="197444"/>
                  </a:lnTo>
                  <a:lnTo>
                    <a:pt x="3806" y="202668"/>
                  </a:lnTo>
                  <a:lnTo>
                    <a:pt x="5020" y="207855"/>
                  </a:lnTo>
                  <a:lnTo>
                    <a:pt x="6399" y="213001"/>
                  </a:lnTo>
                  <a:lnTo>
                    <a:pt x="7941" y="218101"/>
                  </a:lnTo>
                  <a:lnTo>
                    <a:pt x="9645" y="223149"/>
                  </a:lnTo>
                  <a:lnTo>
                    <a:pt x="11509" y="228140"/>
                  </a:lnTo>
                  <a:lnTo>
                    <a:pt x="13531" y="233069"/>
                  </a:lnTo>
                  <a:lnTo>
                    <a:pt x="15709" y="237931"/>
                  </a:lnTo>
                  <a:lnTo>
                    <a:pt x="18041" y="242721"/>
                  </a:lnTo>
                  <a:lnTo>
                    <a:pt x="20524" y="247434"/>
                  </a:lnTo>
                  <a:lnTo>
                    <a:pt x="23156" y="252066"/>
                  </a:lnTo>
                  <a:lnTo>
                    <a:pt x="25935" y="256612"/>
                  </a:lnTo>
                  <a:lnTo>
                    <a:pt x="28857" y="261067"/>
                  </a:lnTo>
                  <a:lnTo>
                    <a:pt x="31919" y="265426"/>
                  </a:lnTo>
                  <a:lnTo>
                    <a:pt x="35119" y="269686"/>
                  </a:lnTo>
                  <a:lnTo>
                    <a:pt x="38453" y="273842"/>
                  </a:lnTo>
                  <a:lnTo>
                    <a:pt x="41918" y="277889"/>
                  </a:lnTo>
                  <a:lnTo>
                    <a:pt x="45510" y="281823"/>
                  </a:lnTo>
                  <a:lnTo>
                    <a:pt x="49225" y="285642"/>
                  </a:lnTo>
                  <a:lnTo>
                    <a:pt x="53060" y="289340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31158" y="1238196"/>
              <a:ext cx="114099" cy="122172"/>
            </a:xfrm>
            <a:custGeom>
              <a:avLst/>
              <a:pathLst>
                <a:path w="114099" h="122172">
                  <a:moveTo>
                    <a:pt x="0" y="122172"/>
                  </a:moveTo>
                  <a:lnTo>
                    <a:pt x="11409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31158" y="1238196"/>
              <a:ext cx="114099" cy="122172"/>
            </a:xfrm>
            <a:custGeom>
              <a:avLst/>
              <a:pathLst>
                <a:path w="114099" h="122172">
                  <a:moveTo>
                    <a:pt x="0" y="122172"/>
                  </a:moveTo>
                  <a:lnTo>
                    <a:pt x="11409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31158" y="1238196"/>
              <a:ext cx="114099" cy="122172"/>
            </a:xfrm>
            <a:custGeom>
              <a:avLst/>
              <a:pathLst>
                <a:path w="114099" h="122172">
                  <a:moveTo>
                    <a:pt x="0" y="122172"/>
                  </a:moveTo>
                  <a:lnTo>
                    <a:pt x="11409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31158" y="1238196"/>
              <a:ext cx="114099" cy="122172"/>
            </a:xfrm>
            <a:custGeom>
              <a:avLst/>
              <a:pathLst>
                <a:path w="114099" h="122172">
                  <a:moveTo>
                    <a:pt x="0" y="122172"/>
                  </a:moveTo>
                  <a:lnTo>
                    <a:pt x="11409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31158" y="1238196"/>
              <a:ext cx="114099" cy="122172"/>
            </a:xfrm>
            <a:custGeom>
              <a:avLst/>
              <a:pathLst>
                <a:path w="114099" h="122172">
                  <a:moveTo>
                    <a:pt x="0" y="122172"/>
                  </a:moveTo>
                  <a:lnTo>
                    <a:pt x="11409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31158" y="1238196"/>
              <a:ext cx="114099" cy="122172"/>
            </a:xfrm>
            <a:custGeom>
              <a:avLst/>
              <a:pathLst>
                <a:path w="114099" h="122172">
                  <a:moveTo>
                    <a:pt x="0" y="122172"/>
                  </a:moveTo>
                  <a:lnTo>
                    <a:pt x="11409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31158" y="1238196"/>
              <a:ext cx="114099" cy="122172"/>
            </a:xfrm>
            <a:custGeom>
              <a:avLst/>
              <a:pathLst>
                <a:path w="114099" h="122172">
                  <a:moveTo>
                    <a:pt x="0" y="122172"/>
                  </a:moveTo>
                  <a:lnTo>
                    <a:pt x="11409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31158" y="1238196"/>
              <a:ext cx="114099" cy="122172"/>
            </a:xfrm>
            <a:custGeom>
              <a:avLst/>
              <a:pathLst>
                <a:path w="114099" h="122172">
                  <a:moveTo>
                    <a:pt x="0" y="122172"/>
                  </a:moveTo>
                  <a:lnTo>
                    <a:pt x="11409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31158" y="1238196"/>
              <a:ext cx="114099" cy="122172"/>
            </a:xfrm>
            <a:custGeom>
              <a:avLst/>
              <a:pathLst>
                <a:path w="114099" h="122172">
                  <a:moveTo>
                    <a:pt x="0" y="122172"/>
                  </a:moveTo>
                  <a:lnTo>
                    <a:pt x="11409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31158" y="1238196"/>
              <a:ext cx="114099" cy="122172"/>
            </a:xfrm>
            <a:custGeom>
              <a:avLst/>
              <a:pathLst>
                <a:path w="114099" h="122172">
                  <a:moveTo>
                    <a:pt x="0" y="122172"/>
                  </a:moveTo>
                  <a:lnTo>
                    <a:pt x="11409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31158" y="1238196"/>
              <a:ext cx="114099" cy="122172"/>
            </a:xfrm>
            <a:custGeom>
              <a:avLst/>
              <a:pathLst>
                <a:path w="114099" h="122172">
                  <a:moveTo>
                    <a:pt x="0" y="122172"/>
                  </a:moveTo>
                  <a:lnTo>
                    <a:pt x="114099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31158" y="1238196"/>
              <a:ext cx="114099" cy="122172"/>
            </a:xfrm>
            <a:custGeom>
              <a:avLst/>
              <a:pathLst>
                <a:path w="114099" h="122172">
                  <a:moveTo>
                    <a:pt x="0" y="122172"/>
                  </a:moveTo>
                  <a:lnTo>
                    <a:pt x="11409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431158" y="1238196"/>
              <a:ext cx="114099" cy="122172"/>
            </a:xfrm>
            <a:custGeom>
              <a:avLst/>
              <a:pathLst>
                <a:path w="114099" h="122172">
                  <a:moveTo>
                    <a:pt x="0" y="122172"/>
                  </a:moveTo>
                  <a:lnTo>
                    <a:pt x="11409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431158" y="1238196"/>
              <a:ext cx="114099" cy="122172"/>
            </a:xfrm>
            <a:custGeom>
              <a:avLst/>
              <a:pathLst>
                <a:path w="114099" h="122172">
                  <a:moveTo>
                    <a:pt x="0" y="122172"/>
                  </a:moveTo>
                  <a:lnTo>
                    <a:pt x="11409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431158" y="1238196"/>
              <a:ext cx="114099" cy="122172"/>
            </a:xfrm>
            <a:custGeom>
              <a:avLst/>
              <a:pathLst>
                <a:path w="114099" h="122172">
                  <a:moveTo>
                    <a:pt x="0" y="122172"/>
                  </a:moveTo>
                  <a:lnTo>
                    <a:pt x="1140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431158" y="1238196"/>
              <a:ext cx="114099" cy="122172"/>
            </a:xfrm>
            <a:custGeom>
              <a:avLst/>
              <a:pathLst>
                <a:path w="114099" h="122172">
                  <a:moveTo>
                    <a:pt x="0" y="122172"/>
                  </a:moveTo>
                  <a:lnTo>
                    <a:pt x="1140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431158" y="1238196"/>
              <a:ext cx="114099" cy="122172"/>
            </a:xfrm>
            <a:custGeom>
              <a:avLst/>
              <a:pathLst>
                <a:path w="114099" h="122172">
                  <a:moveTo>
                    <a:pt x="0" y="122172"/>
                  </a:moveTo>
                  <a:lnTo>
                    <a:pt x="1140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431158" y="1238196"/>
              <a:ext cx="114099" cy="122172"/>
            </a:xfrm>
            <a:custGeom>
              <a:avLst/>
              <a:pathLst>
                <a:path w="114099" h="122172">
                  <a:moveTo>
                    <a:pt x="0" y="122172"/>
                  </a:moveTo>
                  <a:lnTo>
                    <a:pt x="1140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431158" y="1238196"/>
              <a:ext cx="114099" cy="122172"/>
            </a:xfrm>
            <a:custGeom>
              <a:avLst/>
              <a:pathLst>
                <a:path w="114099" h="122172">
                  <a:moveTo>
                    <a:pt x="0" y="122172"/>
                  </a:moveTo>
                  <a:lnTo>
                    <a:pt x="11409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431158" y="1238196"/>
              <a:ext cx="114099" cy="122172"/>
            </a:xfrm>
            <a:custGeom>
              <a:avLst/>
              <a:pathLst>
                <a:path w="114099" h="122172">
                  <a:moveTo>
                    <a:pt x="0" y="122172"/>
                  </a:moveTo>
                  <a:lnTo>
                    <a:pt x="11409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431158" y="1135634"/>
              <a:ext cx="281253" cy="269714"/>
            </a:xfrm>
            <a:custGeom>
              <a:avLst/>
              <a:pathLst>
                <a:path w="281253" h="269714">
                  <a:moveTo>
                    <a:pt x="0" y="224735"/>
                  </a:moveTo>
                  <a:lnTo>
                    <a:pt x="3976" y="228330"/>
                  </a:lnTo>
                  <a:lnTo>
                    <a:pt x="8065" y="231797"/>
                  </a:lnTo>
                  <a:lnTo>
                    <a:pt x="12264" y="235130"/>
                  </a:lnTo>
                  <a:lnTo>
                    <a:pt x="16567" y="238328"/>
                  </a:lnTo>
                  <a:lnTo>
                    <a:pt x="20970" y="241385"/>
                  </a:lnTo>
                  <a:lnTo>
                    <a:pt x="25469" y="244300"/>
                  </a:lnTo>
                  <a:lnTo>
                    <a:pt x="30060" y="247069"/>
                  </a:lnTo>
                  <a:lnTo>
                    <a:pt x="34737" y="249689"/>
                  </a:lnTo>
                  <a:lnTo>
                    <a:pt x="39495" y="252158"/>
                  </a:lnTo>
                  <a:lnTo>
                    <a:pt x="44330" y="254474"/>
                  </a:lnTo>
                  <a:lnTo>
                    <a:pt x="49237" y="256633"/>
                  </a:lnTo>
                  <a:lnTo>
                    <a:pt x="54211" y="258633"/>
                  </a:lnTo>
                  <a:lnTo>
                    <a:pt x="59246" y="260473"/>
                  </a:lnTo>
                  <a:lnTo>
                    <a:pt x="64338" y="262151"/>
                  </a:lnTo>
                  <a:lnTo>
                    <a:pt x="69481" y="263665"/>
                  </a:lnTo>
                  <a:lnTo>
                    <a:pt x="74669" y="265013"/>
                  </a:lnTo>
                  <a:lnTo>
                    <a:pt x="79899" y="266193"/>
                  </a:lnTo>
                  <a:lnTo>
                    <a:pt x="85163" y="267206"/>
                  </a:lnTo>
                  <a:lnTo>
                    <a:pt x="90457" y="268049"/>
                  </a:lnTo>
                  <a:lnTo>
                    <a:pt x="95776" y="268722"/>
                  </a:lnTo>
                  <a:lnTo>
                    <a:pt x="101113" y="269224"/>
                  </a:lnTo>
                  <a:lnTo>
                    <a:pt x="106464" y="269555"/>
                  </a:lnTo>
                  <a:lnTo>
                    <a:pt x="111823" y="269714"/>
                  </a:lnTo>
                  <a:lnTo>
                    <a:pt x="117183" y="269701"/>
                  </a:lnTo>
                  <a:lnTo>
                    <a:pt x="122541" y="269516"/>
                  </a:lnTo>
                  <a:lnTo>
                    <a:pt x="127890" y="269159"/>
                  </a:lnTo>
                  <a:lnTo>
                    <a:pt x="133225" y="268632"/>
                  </a:lnTo>
                  <a:lnTo>
                    <a:pt x="138540" y="267933"/>
                  </a:lnTo>
                  <a:lnTo>
                    <a:pt x="143830" y="267064"/>
                  </a:lnTo>
                  <a:lnTo>
                    <a:pt x="149090" y="266026"/>
                  </a:lnTo>
                  <a:lnTo>
                    <a:pt x="154313" y="264820"/>
                  </a:lnTo>
                  <a:lnTo>
                    <a:pt x="159496" y="263447"/>
                  </a:lnTo>
                  <a:lnTo>
                    <a:pt x="164631" y="261909"/>
                  </a:lnTo>
                  <a:lnTo>
                    <a:pt x="169714" y="260207"/>
                  </a:lnTo>
                  <a:lnTo>
                    <a:pt x="174741" y="258342"/>
                  </a:lnTo>
                  <a:lnTo>
                    <a:pt x="179705" y="256318"/>
                  </a:lnTo>
                  <a:lnTo>
                    <a:pt x="184601" y="254135"/>
                  </a:lnTo>
                  <a:lnTo>
                    <a:pt x="189425" y="251796"/>
                  </a:lnTo>
                  <a:lnTo>
                    <a:pt x="194172" y="249304"/>
                  </a:lnTo>
                  <a:lnTo>
                    <a:pt x="198836" y="246661"/>
                  </a:lnTo>
                  <a:lnTo>
                    <a:pt x="203413" y="243870"/>
                  </a:lnTo>
                  <a:lnTo>
                    <a:pt x="207898" y="240934"/>
                  </a:lnTo>
                  <a:lnTo>
                    <a:pt x="212287" y="237855"/>
                  </a:lnTo>
                  <a:lnTo>
                    <a:pt x="216574" y="234637"/>
                  </a:lnTo>
                  <a:lnTo>
                    <a:pt x="220757" y="231283"/>
                  </a:lnTo>
                  <a:lnTo>
                    <a:pt x="224829" y="227797"/>
                  </a:lnTo>
                  <a:lnTo>
                    <a:pt x="228788" y="224182"/>
                  </a:lnTo>
                  <a:lnTo>
                    <a:pt x="232629" y="220442"/>
                  </a:lnTo>
                  <a:lnTo>
                    <a:pt x="236348" y="216581"/>
                  </a:lnTo>
                  <a:lnTo>
                    <a:pt x="239941" y="212602"/>
                  </a:lnTo>
                  <a:lnTo>
                    <a:pt x="243404" y="208511"/>
                  </a:lnTo>
                  <a:lnTo>
                    <a:pt x="246735" y="204310"/>
                  </a:lnTo>
                  <a:lnTo>
                    <a:pt x="249930" y="200005"/>
                  </a:lnTo>
                  <a:lnTo>
                    <a:pt x="252984" y="195599"/>
                  </a:lnTo>
                  <a:lnTo>
                    <a:pt x="255896" y="191098"/>
                  </a:lnTo>
                  <a:lnTo>
                    <a:pt x="258662" y="186506"/>
                  </a:lnTo>
                  <a:lnTo>
                    <a:pt x="261279" y="181827"/>
                  </a:lnTo>
                  <a:lnTo>
                    <a:pt x="263745" y="177067"/>
                  </a:lnTo>
                  <a:lnTo>
                    <a:pt x="266057" y="172230"/>
                  </a:lnTo>
                  <a:lnTo>
                    <a:pt x="268213" y="167322"/>
                  </a:lnTo>
                  <a:lnTo>
                    <a:pt x="270211" y="162347"/>
                  </a:lnTo>
                  <a:lnTo>
                    <a:pt x="272047" y="157310"/>
                  </a:lnTo>
                  <a:lnTo>
                    <a:pt x="273722" y="152218"/>
                  </a:lnTo>
                  <a:lnTo>
                    <a:pt x="275232" y="147074"/>
                  </a:lnTo>
                  <a:lnTo>
                    <a:pt x="276576" y="141884"/>
                  </a:lnTo>
                  <a:lnTo>
                    <a:pt x="277753" y="136654"/>
                  </a:lnTo>
                  <a:lnTo>
                    <a:pt x="278762" y="131389"/>
                  </a:lnTo>
                  <a:lnTo>
                    <a:pt x="279602" y="126094"/>
                  </a:lnTo>
                  <a:lnTo>
                    <a:pt x="280272" y="120775"/>
                  </a:lnTo>
                  <a:lnTo>
                    <a:pt x="280770" y="115438"/>
                  </a:lnTo>
                  <a:lnTo>
                    <a:pt x="281097" y="110087"/>
                  </a:lnTo>
                  <a:lnTo>
                    <a:pt x="281253" y="104728"/>
                  </a:lnTo>
                  <a:lnTo>
                    <a:pt x="281236" y="99367"/>
                  </a:lnTo>
                  <a:lnTo>
                    <a:pt x="281048" y="94009"/>
                  </a:lnTo>
                  <a:lnTo>
                    <a:pt x="280688" y="88661"/>
                  </a:lnTo>
                  <a:lnTo>
                    <a:pt x="280156" y="83326"/>
                  </a:lnTo>
                  <a:lnTo>
                    <a:pt x="279454" y="78011"/>
                  </a:lnTo>
                  <a:lnTo>
                    <a:pt x="278582" y="72722"/>
                  </a:lnTo>
                  <a:lnTo>
                    <a:pt x="277541" y="67463"/>
                  </a:lnTo>
                  <a:lnTo>
                    <a:pt x="276331" y="62240"/>
                  </a:lnTo>
                  <a:lnTo>
                    <a:pt x="274955" y="57059"/>
                  </a:lnTo>
                  <a:lnTo>
                    <a:pt x="273413" y="51925"/>
                  </a:lnTo>
                  <a:lnTo>
                    <a:pt x="271707" y="46842"/>
                  </a:lnTo>
                  <a:lnTo>
                    <a:pt x="269840" y="41817"/>
                  </a:lnTo>
                  <a:lnTo>
                    <a:pt x="267812" y="36855"/>
                  </a:lnTo>
                  <a:lnTo>
                    <a:pt x="265626" y="31960"/>
                  </a:lnTo>
                  <a:lnTo>
                    <a:pt x="263284" y="27137"/>
                  </a:lnTo>
                  <a:lnTo>
                    <a:pt x="260789" y="22392"/>
                  </a:lnTo>
                  <a:lnTo>
                    <a:pt x="258143" y="17730"/>
                  </a:lnTo>
                  <a:lnTo>
                    <a:pt x="255349" y="13155"/>
                  </a:lnTo>
                  <a:lnTo>
                    <a:pt x="252409" y="8672"/>
                  </a:lnTo>
                  <a:lnTo>
                    <a:pt x="249327" y="4285"/>
                  </a:lnTo>
                  <a:lnTo>
                    <a:pt x="246107" y="0"/>
                  </a:lnTo>
                  <a:lnTo>
                    <a:pt x="114099" y="10256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545258" y="1071028"/>
              <a:ext cx="132007" cy="167167"/>
            </a:xfrm>
            <a:custGeom>
              <a:avLst/>
              <a:pathLst>
                <a:path w="132007" h="167167">
                  <a:moveTo>
                    <a:pt x="132007" y="64605"/>
                  </a:moveTo>
                  <a:lnTo>
                    <a:pt x="128475" y="60213"/>
                  </a:lnTo>
                  <a:lnTo>
                    <a:pt x="124797" y="55944"/>
                  </a:lnTo>
                  <a:lnTo>
                    <a:pt x="120977" y="51800"/>
                  </a:lnTo>
                  <a:lnTo>
                    <a:pt x="117019" y="47788"/>
                  </a:lnTo>
                  <a:lnTo>
                    <a:pt x="112929" y="43911"/>
                  </a:lnTo>
                  <a:lnTo>
                    <a:pt x="108710" y="40175"/>
                  </a:lnTo>
                  <a:lnTo>
                    <a:pt x="104367" y="36583"/>
                  </a:lnTo>
                  <a:lnTo>
                    <a:pt x="99907" y="33139"/>
                  </a:lnTo>
                  <a:lnTo>
                    <a:pt x="95332" y="29847"/>
                  </a:lnTo>
                  <a:lnTo>
                    <a:pt x="90649" y="26712"/>
                  </a:lnTo>
                  <a:lnTo>
                    <a:pt x="85863" y="23736"/>
                  </a:lnTo>
                  <a:lnTo>
                    <a:pt x="80980" y="20923"/>
                  </a:lnTo>
                  <a:lnTo>
                    <a:pt x="76004" y="18277"/>
                  </a:lnTo>
                  <a:lnTo>
                    <a:pt x="70942" y="15800"/>
                  </a:lnTo>
                  <a:lnTo>
                    <a:pt x="65800" y="13494"/>
                  </a:lnTo>
                  <a:lnTo>
                    <a:pt x="60583" y="11364"/>
                  </a:lnTo>
                  <a:lnTo>
                    <a:pt x="55296" y="9410"/>
                  </a:lnTo>
                  <a:lnTo>
                    <a:pt x="49947" y="7636"/>
                  </a:lnTo>
                  <a:lnTo>
                    <a:pt x="44542" y="6043"/>
                  </a:lnTo>
                  <a:lnTo>
                    <a:pt x="39085" y="4633"/>
                  </a:lnTo>
                  <a:lnTo>
                    <a:pt x="33584" y="3408"/>
                  </a:lnTo>
                  <a:lnTo>
                    <a:pt x="28045" y="2369"/>
                  </a:lnTo>
                  <a:lnTo>
                    <a:pt x="22475" y="1517"/>
                  </a:lnTo>
                  <a:lnTo>
                    <a:pt x="16878" y="854"/>
                  </a:lnTo>
                  <a:lnTo>
                    <a:pt x="11263" y="379"/>
                  </a:lnTo>
                  <a:lnTo>
                    <a:pt x="5634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36452" y="941493"/>
              <a:ext cx="87091" cy="167167"/>
            </a:xfrm>
            <a:custGeom>
              <a:avLst/>
              <a:pathLst>
                <a:path w="87091" h="167167">
                  <a:moveTo>
                    <a:pt x="87091" y="0"/>
                  </a:moveTo>
                  <a:lnTo>
                    <a:pt x="81367" y="98"/>
                  </a:lnTo>
                  <a:lnTo>
                    <a:pt x="75649" y="392"/>
                  </a:lnTo>
                  <a:lnTo>
                    <a:pt x="69945" y="881"/>
                  </a:lnTo>
                  <a:lnTo>
                    <a:pt x="64261" y="1566"/>
                  </a:lnTo>
                  <a:lnTo>
                    <a:pt x="58603" y="2445"/>
                  </a:lnTo>
                  <a:lnTo>
                    <a:pt x="52979" y="3517"/>
                  </a:lnTo>
                  <a:lnTo>
                    <a:pt x="47395" y="4781"/>
                  </a:lnTo>
                  <a:lnTo>
                    <a:pt x="41858" y="6236"/>
                  </a:lnTo>
                  <a:lnTo>
                    <a:pt x="36374" y="7879"/>
                  </a:lnTo>
                  <a:lnTo>
                    <a:pt x="30949" y="9709"/>
                  </a:lnTo>
                  <a:lnTo>
                    <a:pt x="25590" y="11724"/>
                  </a:lnTo>
                  <a:lnTo>
                    <a:pt x="20303" y="13921"/>
                  </a:lnTo>
                  <a:lnTo>
                    <a:pt x="15094" y="16298"/>
                  </a:lnTo>
                  <a:lnTo>
                    <a:pt x="9970" y="18852"/>
                  </a:lnTo>
                  <a:lnTo>
                    <a:pt x="4937" y="21580"/>
                  </a:lnTo>
                  <a:lnTo>
                    <a:pt x="0" y="24479"/>
                  </a:lnTo>
                  <a:lnTo>
                    <a:pt x="8709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36452" y="965972"/>
              <a:ext cx="87091" cy="142688"/>
            </a:xfrm>
            <a:custGeom>
              <a:avLst/>
              <a:pathLst>
                <a:path w="87091" h="142688">
                  <a:moveTo>
                    <a:pt x="0" y="0"/>
                  </a:moveTo>
                  <a:lnTo>
                    <a:pt x="87091" y="14268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36452" y="965972"/>
              <a:ext cx="87091" cy="142688"/>
            </a:xfrm>
            <a:custGeom>
              <a:avLst/>
              <a:pathLst>
                <a:path w="87091" h="142688">
                  <a:moveTo>
                    <a:pt x="0" y="0"/>
                  </a:moveTo>
                  <a:lnTo>
                    <a:pt x="87091" y="14268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36452" y="965972"/>
              <a:ext cx="87091" cy="142688"/>
            </a:xfrm>
            <a:custGeom>
              <a:avLst/>
              <a:pathLst>
                <a:path w="87091" h="142688">
                  <a:moveTo>
                    <a:pt x="0" y="0"/>
                  </a:moveTo>
                  <a:lnTo>
                    <a:pt x="87091" y="14268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36452" y="965972"/>
              <a:ext cx="87091" cy="142688"/>
            </a:xfrm>
            <a:custGeom>
              <a:avLst/>
              <a:pathLst>
                <a:path w="87091" h="142688">
                  <a:moveTo>
                    <a:pt x="0" y="0"/>
                  </a:moveTo>
                  <a:lnTo>
                    <a:pt x="87091" y="14268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36452" y="965972"/>
              <a:ext cx="87091" cy="142688"/>
            </a:xfrm>
            <a:custGeom>
              <a:avLst/>
              <a:pathLst>
                <a:path w="87091" h="142688">
                  <a:moveTo>
                    <a:pt x="0" y="0"/>
                  </a:moveTo>
                  <a:lnTo>
                    <a:pt x="87091" y="14268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36452" y="965972"/>
              <a:ext cx="87091" cy="142688"/>
            </a:xfrm>
            <a:custGeom>
              <a:avLst/>
              <a:pathLst>
                <a:path w="87091" h="142688">
                  <a:moveTo>
                    <a:pt x="0" y="0"/>
                  </a:moveTo>
                  <a:lnTo>
                    <a:pt x="87091" y="1426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36452" y="965972"/>
              <a:ext cx="87091" cy="142688"/>
            </a:xfrm>
            <a:custGeom>
              <a:avLst/>
              <a:pathLst>
                <a:path w="87091" h="142688">
                  <a:moveTo>
                    <a:pt x="0" y="0"/>
                  </a:moveTo>
                  <a:lnTo>
                    <a:pt x="87091" y="1426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36452" y="965972"/>
              <a:ext cx="87091" cy="142688"/>
            </a:xfrm>
            <a:custGeom>
              <a:avLst/>
              <a:pathLst>
                <a:path w="87091" h="142688">
                  <a:moveTo>
                    <a:pt x="0" y="0"/>
                  </a:moveTo>
                  <a:lnTo>
                    <a:pt x="87091" y="1426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36452" y="965972"/>
              <a:ext cx="87091" cy="142688"/>
            </a:xfrm>
            <a:custGeom>
              <a:avLst/>
              <a:pathLst>
                <a:path w="87091" h="142688">
                  <a:moveTo>
                    <a:pt x="0" y="0"/>
                  </a:moveTo>
                  <a:lnTo>
                    <a:pt x="87091" y="1426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36452" y="965972"/>
              <a:ext cx="87091" cy="142688"/>
            </a:xfrm>
            <a:custGeom>
              <a:avLst/>
              <a:pathLst>
                <a:path w="87091" h="142688">
                  <a:moveTo>
                    <a:pt x="0" y="0"/>
                  </a:moveTo>
                  <a:lnTo>
                    <a:pt x="87091" y="14268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36452" y="965972"/>
              <a:ext cx="87091" cy="142688"/>
            </a:xfrm>
            <a:custGeom>
              <a:avLst/>
              <a:pathLst>
                <a:path w="87091" h="142688">
                  <a:moveTo>
                    <a:pt x="0" y="0"/>
                  </a:moveTo>
                  <a:lnTo>
                    <a:pt x="87091" y="14268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36452" y="965972"/>
              <a:ext cx="87091" cy="142688"/>
            </a:xfrm>
            <a:custGeom>
              <a:avLst/>
              <a:pathLst>
                <a:path w="87091" h="142688">
                  <a:moveTo>
                    <a:pt x="0" y="0"/>
                  </a:moveTo>
                  <a:lnTo>
                    <a:pt x="87091" y="14268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936452" y="965972"/>
              <a:ext cx="87091" cy="142688"/>
            </a:xfrm>
            <a:custGeom>
              <a:avLst/>
              <a:pathLst>
                <a:path w="87091" h="142688">
                  <a:moveTo>
                    <a:pt x="0" y="0"/>
                  </a:moveTo>
                  <a:lnTo>
                    <a:pt x="87091" y="14268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936452" y="965972"/>
              <a:ext cx="87091" cy="142688"/>
            </a:xfrm>
            <a:custGeom>
              <a:avLst/>
              <a:pathLst>
                <a:path w="87091" h="142688">
                  <a:moveTo>
                    <a:pt x="0" y="0"/>
                  </a:moveTo>
                  <a:lnTo>
                    <a:pt x="87091" y="1426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936452" y="965972"/>
              <a:ext cx="87091" cy="142688"/>
            </a:xfrm>
            <a:custGeom>
              <a:avLst/>
              <a:pathLst>
                <a:path w="87091" h="142688">
                  <a:moveTo>
                    <a:pt x="0" y="0"/>
                  </a:moveTo>
                  <a:lnTo>
                    <a:pt x="87091" y="1426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936452" y="965972"/>
              <a:ext cx="87091" cy="142688"/>
            </a:xfrm>
            <a:custGeom>
              <a:avLst/>
              <a:pathLst>
                <a:path w="87091" h="142688">
                  <a:moveTo>
                    <a:pt x="0" y="0"/>
                  </a:moveTo>
                  <a:lnTo>
                    <a:pt x="87091" y="1426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936452" y="965972"/>
              <a:ext cx="87091" cy="142688"/>
            </a:xfrm>
            <a:custGeom>
              <a:avLst/>
              <a:pathLst>
                <a:path w="87091" h="142688">
                  <a:moveTo>
                    <a:pt x="0" y="0"/>
                  </a:moveTo>
                  <a:lnTo>
                    <a:pt x="87091" y="1426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936452" y="965972"/>
              <a:ext cx="87091" cy="142688"/>
            </a:xfrm>
            <a:custGeom>
              <a:avLst/>
              <a:pathLst>
                <a:path w="87091" h="142688">
                  <a:moveTo>
                    <a:pt x="0" y="0"/>
                  </a:moveTo>
                  <a:lnTo>
                    <a:pt x="87091" y="14268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936452" y="965972"/>
              <a:ext cx="87091" cy="142688"/>
            </a:xfrm>
            <a:custGeom>
              <a:avLst/>
              <a:pathLst>
                <a:path w="87091" h="142688">
                  <a:moveTo>
                    <a:pt x="0" y="0"/>
                  </a:moveTo>
                  <a:lnTo>
                    <a:pt x="87091" y="14268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856379" y="948972"/>
              <a:ext cx="334332" cy="326842"/>
            </a:xfrm>
            <a:custGeom>
              <a:avLst/>
              <a:pathLst>
                <a:path w="334332" h="326842">
                  <a:moveTo>
                    <a:pt x="80072" y="17000"/>
                  </a:moveTo>
                  <a:lnTo>
                    <a:pt x="75582" y="19840"/>
                  </a:lnTo>
                  <a:lnTo>
                    <a:pt x="71184" y="22820"/>
                  </a:lnTo>
                  <a:lnTo>
                    <a:pt x="66883" y="25940"/>
                  </a:lnTo>
                  <a:lnTo>
                    <a:pt x="62684" y="29194"/>
                  </a:lnTo>
                  <a:lnTo>
                    <a:pt x="58590" y="32580"/>
                  </a:lnTo>
                  <a:lnTo>
                    <a:pt x="54605" y="36094"/>
                  </a:lnTo>
                  <a:lnTo>
                    <a:pt x="50734" y="39734"/>
                  </a:lnTo>
                  <a:lnTo>
                    <a:pt x="46981" y="43494"/>
                  </a:lnTo>
                  <a:lnTo>
                    <a:pt x="43350" y="47372"/>
                  </a:lnTo>
                  <a:lnTo>
                    <a:pt x="39843" y="51363"/>
                  </a:lnTo>
                  <a:lnTo>
                    <a:pt x="36465" y="55464"/>
                  </a:lnTo>
                  <a:lnTo>
                    <a:pt x="33219" y="59670"/>
                  </a:lnTo>
                  <a:lnTo>
                    <a:pt x="30108" y="63977"/>
                  </a:lnTo>
                  <a:lnTo>
                    <a:pt x="27136" y="68381"/>
                  </a:lnTo>
                  <a:lnTo>
                    <a:pt x="24305" y="72877"/>
                  </a:lnTo>
                  <a:lnTo>
                    <a:pt x="21619" y="77460"/>
                  </a:lnTo>
                  <a:lnTo>
                    <a:pt x="19079" y="82127"/>
                  </a:lnTo>
                  <a:lnTo>
                    <a:pt x="16689" y="86872"/>
                  </a:lnTo>
                  <a:lnTo>
                    <a:pt x="14451" y="91690"/>
                  </a:lnTo>
                  <a:lnTo>
                    <a:pt x="12368" y="96578"/>
                  </a:lnTo>
                  <a:lnTo>
                    <a:pt x="10440" y="101529"/>
                  </a:lnTo>
                  <a:lnTo>
                    <a:pt x="8671" y="106538"/>
                  </a:lnTo>
                  <a:lnTo>
                    <a:pt x="7062" y="111602"/>
                  </a:lnTo>
                  <a:lnTo>
                    <a:pt x="5615" y="116714"/>
                  </a:lnTo>
                  <a:lnTo>
                    <a:pt x="4331" y="121869"/>
                  </a:lnTo>
                  <a:lnTo>
                    <a:pt x="3211" y="127063"/>
                  </a:lnTo>
                  <a:lnTo>
                    <a:pt x="2257" y="132289"/>
                  </a:lnTo>
                  <a:lnTo>
                    <a:pt x="1470" y="137543"/>
                  </a:lnTo>
                  <a:lnTo>
                    <a:pt x="850" y="142820"/>
                  </a:lnTo>
                  <a:lnTo>
                    <a:pt x="398" y="148114"/>
                  </a:lnTo>
                  <a:lnTo>
                    <a:pt x="114" y="153419"/>
                  </a:lnTo>
                  <a:lnTo>
                    <a:pt x="0" y="158731"/>
                  </a:lnTo>
                  <a:lnTo>
                    <a:pt x="53" y="164043"/>
                  </a:lnTo>
                  <a:lnTo>
                    <a:pt x="276" y="169352"/>
                  </a:lnTo>
                  <a:lnTo>
                    <a:pt x="668" y="174650"/>
                  </a:lnTo>
                  <a:lnTo>
                    <a:pt x="1227" y="179933"/>
                  </a:lnTo>
                  <a:lnTo>
                    <a:pt x="1954" y="185196"/>
                  </a:lnTo>
                  <a:lnTo>
                    <a:pt x="2848" y="190433"/>
                  </a:lnTo>
                  <a:lnTo>
                    <a:pt x="3908" y="195639"/>
                  </a:lnTo>
                  <a:lnTo>
                    <a:pt x="5133" y="200809"/>
                  </a:lnTo>
                  <a:lnTo>
                    <a:pt x="6522" y="205937"/>
                  </a:lnTo>
                  <a:lnTo>
                    <a:pt x="8073" y="211019"/>
                  </a:lnTo>
                  <a:lnTo>
                    <a:pt x="9784" y="216049"/>
                  </a:lnTo>
                  <a:lnTo>
                    <a:pt x="11655" y="221021"/>
                  </a:lnTo>
                  <a:lnTo>
                    <a:pt x="13682" y="225932"/>
                  </a:lnTo>
                  <a:lnTo>
                    <a:pt x="15865" y="230776"/>
                  </a:lnTo>
                  <a:lnTo>
                    <a:pt x="18200" y="235548"/>
                  </a:lnTo>
                  <a:lnTo>
                    <a:pt x="20686" y="240243"/>
                  </a:lnTo>
                  <a:lnTo>
                    <a:pt x="23320" y="244858"/>
                  </a:lnTo>
                  <a:lnTo>
                    <a:pt x="26099" y="249386"/>
                  </a:lnTo>
                  <a:lnTo>
                    <a:pt x="29021" y="253823"/>
                  </a:lnTo>
                  <a:lnTo>
                    <a:pt x="32082" y="258165"/>
                  </a:lnTo>
                  <a:lnTo>
                    <a:pt x="35280" y="262408"/>
                  </a:lnTo>
                  <a:lnTo>
                    <a:pt x="38610" y="266547"/>
                  </a:lnTo>
                  <a:lnTo>
                    <a:pt x="42071" y="270579"/>
                  </a:lnTo>
                  <a:lnTo>
                    <a:pt x="45658" y="274498"/>
                  </a:lnTo>
                  <a:lnTo>
                    <a:pt x="49368" y="278301"/>
                  </a:lnTo>
                  <a:lnTo>
                    <a:pt x="53197" y="281984"/>
                  </a:lnTo>
                  <a:lnTo>
                    <a:pt x="57141" y="285544"/>
                  </a:lnTo>
                  <a:lnTo>
                    <a:pt x="61196" y="288977"/>
                  </a:lnTo>
                  <a:lnTo>
                    <a:pt x="65358" y="292279"/>
                  </a:lnTo>
                  <a:lnTo>
                    <a:pt x="69622" y="295447"/>
                  </a:lnTo>
                  <a:lnTo>
                    <a:pt x="73986" y="298479"/>
                  </a:lnTo>
                  <a:lnTo>
                    <a:pt x="78443" y="301369"/>
                  </a:lnTo>
                  <a:lnTo>
                    <a:pt x="82991" y="304117"/>
                  </a:lnTo>
                  <a:lnTo>
                    <a:pt x="87623" y="306719"/>
                  </a:lnTo>
                  <a:lnTo>
                    <a:pt x="92335" y="309173"/>
                  </a:lnTo>
                  <a:lnTo>
                    <a:pt x="97123" y="311475"/>
                  </a:lnTo>
                  <a:lnTo>
                    <a:pt x="101982" y="313624"/>
                  </a:lnTo>
                  <a:lnTo>
                    <a:pt x="106907" y="315618"/>
                  </a:lnTo>
                  <a:lnTo>
                    <a:pt x="111892" y="317454"/>
                  </a:lnTo>
                  <a:lnTo>
                    <a:pt x="116934" y="319131"/>
                  </a:lnTo>
                  <a:lnTo>
                    <a:pt x="122026" y="320646"/>
                  </a:lnTo>
                  <a:lnTo>
                    <a:pt x="127163" y="321999"/>
                  </a:lnTo>
                  <a:lnTo>
                    <a:pt x="132342" y="323188"/>
                  </a:lnTo>
                  <a:lnTo>
                    <a:pt x="137555" y="324212"/>
                  </a:lnTo>
                  <a:lnTo>
                    <a:pt x="142798" y="325070"/>
                  </a:lnTo>
                  <a:lnTo>
                    <a:pt x="148066" y="325761"/>
                  </a:lnTo>
                  <a:lnTo>
                    <a:pt x="153353" y="326284"/>
                  </a:lnTo>
                  <a:lnTo>
                    <a:pt x="158654" y="326639"/>
                  </a:lnTo>
                  <a:lnTo>
                    <a:pt x="163964" y="326825"/>
                  </a:lnTo>
                  <a:lnTo>
                    <a:pt x="169276" y="326842"/>
                  </a:lnTo>
                  <a:lnTo>
                    <a:pt x="174587" y="326691"/>
                  </a:lnTo>
                  <a:lnTo>
                    <a:pt x="179890" y="326371"/>
                  </a:lnTo>
                  <a:lnTo>
                    <a:pt x="185181" y="325882"/>
                  </a:lnTo>
                  <a:lnTo>
                    <a:pt x="190453" y="325225"/>
                  </a:lnTo>
                  <a:lnTo>
                    <a:pt x="195702" y="324402"/>
                  </a:lnTo>
                  <a:lnTo>
                    <a:pt x="200921" y="323412"/>
                  </a:lnTo>
                  <a:lnTo>
                    <a:pt x="206107" y="322256"/>
                  </a:lnTo>
                  <a:lnTo>
                    <a:pt x="211254" y="320937"/>
                  </a:lnTo>
                  <a:lnTo>
                    <a:pt x="216355" y="319454"/>
                  </a:lnTo>
                  <a:lnTo>
                    <a:pt x="221408" y="317810"/>
                  </a:lnTo>
                  <a:lnTo>
                    <a:pt x="226405" y="316007"/>
                  </a:lnTo>
                  <a:lnTo>
                    <a:pt x="231343" y="314045"/>
                  </a:lnTo>
                  <a:lnTo>
                    <a:pt x="236215" y="311928"/>
                  </a:lnTo>
                  <a:lnTo>
                    <a:pt x="241018" y="309657"/>
                  </a:lnTo>
                  <a:lnTo>
                    <a:pt x="245747" y="307234"/>
                  </a:lnTo>
                  <a:lnTo>
                    <a:pt x="250396" y="304662"/>
                  </a:lnTo>
                  <a:lnTo>
                    <a:pt x="254961" y="301944"/>
                  </a:lnTo>
                  <a:lnTo>
                    <a:pt x="259437" y="299082"/>
                  </a:lnTo>
                  <a:lnTo>
                    <a:pt x="263820" y="296080"/>
                  </a:lnTo>
                  <a:lnTo>
                    <a:pt x="268105" y="292939"/>
                  </a:lnTo>
                  <a:lnTo>
                    <a:pt x="272289" y="289664"/>
                  </a:lnTo>
                  <a:lnTo>
                    <a:pt x="276366" y="286258"/>
                  </a:lnTo>
                  <a:lnTo>
                    <a:pt x="280333" y="282724"/>
                  </a:lnTo>
                  <a:lnTo>
                    <a:pt x="284186" y="279066"/>
                  </a:lnTo>
                  <a:lnTo>
                    <a:pt x="287920" y="275287"/>
                  </a:lnTo>
                  <a:lnTo>
                    <a:pt x="291533" y="271391"/>
                  </a:lnTo>
                  <a:lnTo>
                    <a:pt x="295019" y="267382"/>
                  </a:lnTo>
                  <a:lnTo>
                    <a:pt x="298377" y="263265"/>
                  </a:lnTo>
                  <a:lnTo>
                    <a:pt x="301602" y="259043"/>
                  </a:lnTo>
                  <a:lnTo>
                    <a:pt x="304692" y="254721"/>
                  </a:lnTo>
                  <a:lnTo>
                    <a:pt x="307642" y="250302"/>
                  </a:lnTo>
                  <a:lnTo>
                    <a:pt x="310451" y="245792"/>
                  </a:lnTo>
                  <a:lnTo>
                    <a:pt x="313115" y="241196"/>
                  </a:lnTo>
                  <a:lnTo>
                    <a:pt x="315631" y="236516"/>
                  </a:lnTo>
                  <a:lnTo>
                    <a:pt x="317997" y="231760"/>
                  </a:lnTo>
                  <a:lnTo>
                    <a:pt x="320212" y="226930"/>
                  </a:lnTo>
                  <a:lnTo>
                    <a:pt x="322271" y="222033"/>
                  </a:lnTo>
                  <a:lnTo>
                    <a:pt x="324174" y="217072"/>
                  </a:lnTo>
                  <a:lnTo>
                    <a:pt x="325918" y="212054"/>
                  </a:lnTo>
                  <a:lnTo>
                    <a:pt x="327502" y="206982"/>
                  </a:lnTo>
                  <a:lnTo>
                    <a:pt x="328924" y="201863"/>
                  </a:lnTo>
                  <a:lnTo>
                    <a:pt x="330182" y="196702"/>
                  </a:lnTo>
                  <a:lnTo>
                    <a:pt x="331276" y="191503"/>
                  </a:lnTo>
                  <a:lnTo>
                    <a:pt x="332204" y="186271"/>
                  </a:lnTo>
                  <a:lnTo>
                    <a:pt x="332966" y="181013"/>
                  </a:lnTo>
                  <a:lnTo>
                    <a:pt x="333560" y="175734"/>
                  </a:lnTo>
                  <a:lnTo>
                    <a:pt x="333986" y="170438"/>
                  </a:lnTo>
                  <a:lnTo>
                    <a:pt x="334243" y="165131"/>
                  </a:lnTo>
                  <a:lnTo>
                    <a:pt x="334332" y="159819"/>
                  </a:lnTo>
                  <a:lnTo>
                    <a:pt x="334251" y="154507"/>
                  </a:lnTo>
                  <a:lnTo>
                    <a:pt x="334002" y="149200"/>
                  </a:lnTo>
                  <a:lnTo>
                    <a:pt x="333585" y="143903"/>
                  </a:lnTo>
                  <a:lnTo>
                    <a:pt x="332999" y="138623"/>
                  </a:lnTo>
                  <a:lnTo>
                    <a:pt x="332246" y="133364"/>
                  </a:lnTo>
                  <a:lnTo>
                    <a:pt x="331326" y="128131"/>
                  </a:lnTo>
                  <a:lnTo>
                    <a:pt x="330240" y="122930"/>
                  </a:lnTo>
                  <a:lnTo>
                    <a:pt x="328990" y="117767"/>
                  </a:lnTo>
                  <a:lnTo>
                    <a:pt x="327576" y="112645"/>
                  </a:lnTo>
                  <a:lnTo>
                    <a:pt x="326000" y="107572"/>
                  </a:lnTo>
                  <a:lnTo>
                    <a:pt x="324264" y="102550"/>
                  </a:lnTo>
                  <a:lnTo>
                    <a:pt x="322369" y="97587"/>
                  </a:lnTo>
                  <a:lnTo>
                    <a:pt x="320317" y="92686"/>
                  </a:lnTo>
                  <a:lnTo>
                    <a:pt x="318110" y="87853"/>
                  </a:lnTo>
                  <a:lnTo>
                    <a:pt x="315751" y="83093"/>
                  </a:lnTo>
                  <a:lnTo>
                    <a:pt x="313242" y="78410"/>
                  </a:lnTo>
                  <a:lnTo>
                    <a:pt x="310585" y="73809"/>
                  </a:lnTo>
                  <a:lnTo>
                    <a:pt x="307784" y="69294"/>
                  </a:lnTo>
                  <a:lnTo>
                    <a:pt x="304840" y="64872"/>
                  </a:lnTo>
                  <a:lnTo>
                    <a:pt x="301758" y="60544"/>
                  </a:lnTo>
                  <a:lnTo>
                    <a:pt x="298539" y="56317"/>
                  </a:lnTo>
                  <a:lnTo>
                    <a:pt x="295188" y="52195"/>
                  </a:lnTo>
                  <a:lnTo>
                    <a:pt x="291707" y="48181"/>
                  </a:lnTo>
                  <a:lnTo>
                    <a:pt x="288101" y="44279"/>
                  </a:lnTo>
                  <a:lnTo>
                    <a:pt x="284373" y="40494"/>
                  </a:lnTo>
                  <a:lnTo>
                    <a:pt x="280526" y="36830"/>
                  </a:lnTo>
                  <a:lnTo>
                    <a:pt x="276564" y="33290"/>
                  </a:lnTo>
                  <a:lnTo>
                    <a:pt x="272492" y="29877"/>
                  </a:lnTo>
                  <a:lnTo>
                    <a:pt x="268314" y="26595"/>
                  </a:lnTo>
                  <a:lnTo>
                    <a:pt x="264033" y="23448"/>
                  </a:lnTo>
                  <a:lnTo>
                    <a:pt x="259655" y="20439"/>
                  </a:lnTo>
                  <a:lnTo>
                    <a:pt x="255183" y="17570"/>
                  </a:lnTo>
                  <a:lnTo>
                    <a:pt x="250623" y="14845"/>
                  </a:lnTo>
                  <a:lnTo>
                    <a:pt x="245978" y="12266"/>
                  </a:lnTo>
                  <a:lnTo>
                    <a:pt x="241253" y="9836"/>
                  </a:lnTo>
                  <a:lnTo>
                    <a:pt x="236454" y="7557"/>
                  </a:lnTo>
                  <a:lnTo>
                    <a:pt x="231584" y="5432"/>
                  </a:lnTo>
                  <a:lnTo>
                    <a:pt x="226650" y="3463"/>
                  </a:lnTo>
                  <a:lnTo>
                    <a:pt x="221655" y="1651"/>
                  </a:lnTo>
                  <a:lnTo>
                    <a:pt x="216606" y="0"/>
                  </a:lnTo>
                  <a:lnTo>
                    <a:pt x="167164" y="15968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023544" y="941493"/>
              <a:ext cx="49441" cy="167167"/>
            </a:xfrm>
            <a:custGeom>
              <a:avLst/>
              <a:pathLst>
                <a:path w="49441" h="167167">
                  <a:moveTo>
                    <a:pt x="49441" y="7478"/>
                  </a:moveTo>
                  <a:lnTo>
                    <a:pt x="43414" y="5736"/>
                  </a:lnTo>
                  <a:lnTo>
                    <a:pt x="37326" y="4220"/>
                  </a:lnTo>
                  <a:lnTo>
                    <a:pt x="31186" y="2934"/>
                  </a:lnTo>
                  <a:lnTo>
                    <a:pt x="25002" y="1880"/>
                  </a:lnTo>
                  <a:lnTo>
                    <a:pt x="18782" y="1058"/>
                  </a:lnTo>
                  <a:lnTo>
                    <a:pt x="12536" y="470"/>
                  </a:lnTo>
                  <a:lnTo>
                    <a:pt x="6272" y="11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33062" y="941493"/>
              <a:ext cx="53153" cy="167167"/>
            </a:xfrm>
            <a:custGeom>
              <a:avLst/>
              <a:pathLst>
                <a:path w="53153" h="167167">
                  <a:moveTo>
                    <a:pt x="53153" y="0"/>
                  </a:moveTo>
                  <a:lnTo>
                    <a:pt x="47144" y="108"/>
                  </a:lnTo>
                  <a:lnTo>
                    <a:pt x="41143" y="432"/>
                  </a:lnTo>
                  <a:lnTo>
                    <a:pt x="35157" y="971"/>
                  </a:lnTo>
                  <a:lnTo>
                    <a:pt x="29195" y="1725"/>
                  </a:lnTo>
                  <a:lnTo>
                    <a:pt x="23263" y="2693"/>
                  </a:lnTo>
                  <a:lnTo>
                    <a:pt x="17370" y="3874"/>
                  </a:lnTo>
                  <a:lnTo>
                    <a:pt x="11524" y="5266"/>
                  </a:lnTo>
                  <a:lnTo>
                    <a:pt x="5731" y="6867"/>
                  </a:lnTo>
                  <a:lnTo>
                    <a:pt x="0" y="8675"/>
                  </a:lnTo>
                  <a:lnTo>
                    <a:pt x="5315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33062" y="950169"/>
              <a:ext cx="53153" cy="158491"/>
            </a:xfrm>
            <a:custGeom>
              <a:avLst/>
              <a:pathLst>
                <a:path w="53153" h="158491">
                  <a:moveTo>
                    <a:pt x="0" y="0"/>
                  </a:moveTo>
                  <a:lnTo>
                    <a:pt x="53153" y="15849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33062" y="950169"/>
              <a:ext cx="53153" cy="158491"/>
            </a:xfrm>
            <a:custGeom>
              <a:avLst/>
              <a:pathLst>
                <a:path w="53153" h="158491">
                  <a:moveTo>
                    <a:pt x="0" y="0"/>
                  </a:moveTo>
                  <a:lnTo>
                    <a:pt x="53153" y="15849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33062" y="950169"/>
              <a:ext cx="53153" cy="158491"/>
            </a:xfrm>
            <a:custGeom>
              <a:avLst/>
              <a:pathLst>
                <a:path w="53153" h="158491">
                  <a:moveTo>
                    <a:pt x="0" y="0"/>
                  </a:moveTo>
                  <a:lnTo>
                    <a:pt x="53153" y="15849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33062" y="950169"/>
              <a:ext cx="53153" cy="158491"/>
            </a:xfrm>
            <a:custGeom>
              <a:avLst/>
              <a:pathLst>
                <a:path w="53153" h="158491">
                  <a:moveTo>
                    <a:pt x="0" y="0"/>
                  </a:moveTo>
                  <a:lnTo>
                    <a:pt x="53153" y="15849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33062" y="950169"/>
              <a:ext cx="53153" cy="158491"/>
            </a:xfrm>
            <a:custGeom>
              <a:avLst/>
              <a:pathLst>
                <a:path w="53153" h="158491">
                  <a:moveTo>
                    <a:pt x="0" y="0"/>
                  </a:moveTo>
                  <a:lnTo>
                    <a:pt x="53153" y="1584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33062" y="950169"/>
              <a:ext cx="53153" cy="158491"/>
            </a:xfrm>
            <a:custGeom>
              <a:avLst/>
              <a:pathLst>
                <a:path w="53153" h="158491">
                  <a:moveTo>
                    <a:pt x="0" y="0"/>
                  </a:moveTo>
                  <a:lnTo>
                    <a:pt x="53153" y="1584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33062" y="950169"/>
              <a:ext cx="53153" cy="158491"/>
            </a:xfrm>
            <a:custGeom>
              <a:avLst/>
              <a:pathLst>
                <a:path w="53153" h="158491">
                  <a:moveTo>
                    <a:pt x="0" y="0"/>
                  </a:moveTo>
                  <a:lnTo>
                    <a:pt x="53153" y="1584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33062" y="950169"/>
              <a:ext cx="53153" cy="158491"/>
            </a:xfrm>
            <a:custGeom>
              <a:avLst/>
              <a:pathLst>
                <a:path w="53153" h="158491">
                  <a:moveTo>
                    <a:pt x="0" y="0"/>
                  </a:moveTo>
                  <a:lnTo>
                    <a:pt x="53153" y="1584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33062" y="950169"/>
              <a:ext cx="53153" cy="158491"/>
            </a:xfrm>
            <a:custGeom>
              <a:avLst/>
              <a:pathLst>
                <a:path w="53153" h="158491">
                  <a:moveTo>
                    <a:pt x="0" y="0"/>
                  </a:moveTo>
                  <a:lnTo>
                    <a:pt x="53153" y="15849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433062" y="950169"/>
              <a:ext cx="53153" cy="158491"/>
            </a:xfrm>
            <a:custGeom>
              <a:avLst/>
              <a:pathLst>
                <a:path w="53153" h="158491">
                  <a:moveTo>
                    <a:pt x="0" y="0"/>
                  </a:moveTo>
                  <a:lnTo>
                    <a:pt x="53153" y="15849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433062" y="950169"/>
              <a:ext cx="53153" cy="158491"/>
            </a:xfrm>
            <a:custGeom>
              <a:avLst/>
              <a:pathLst>
                <a:path w="53153" h="158491">
                  <a:moveTo>
                    <a:pt x="0" y="0"/>
                  </a:moveTo>
                  <a:lnTo>
                    <a:pt x="53153" y="15849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433062" y="950169"/>
              <a:ext cx="53153" cy="158491"/>
            </a:xfrm>
            <a:custGeom>
              <a:avLst/>
              <a:pathLst>
                <a:path w="53153" h="158491">
                  <a:moveTo>
                    <a:pt x="0" y="0"/>
                  </a:moveTo>
                  <a:lnTo>
                    <a:pt x="53153" y="15849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433062" y="950169"/>
              <a:ext cx="53153" cy="158491"/>
            </a:xfrm>
            <a:custGeom>
              <a:avLst/>
              <a:pathLst>
                <a:path w="53153" h="158491">
                  <a:moveTo>
                    <a:pt x="0" y="0"/>
                  </a:moveTo>
                  <a:lnTo>
                    <a:pt x="53153" y="1584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433062" y="950169"/>
              <a:ext cx="53153" cy="158491"/>
            </a:xfrm>
            <a:custGeom>
              <a:avLst/>
              <a:pathLst>
                <a:path w="53153" h="158491">
                  <a:moveTo>
                    <a:pt x="0" y="0"/>
                  </a:moveTo>
                  <a:lnTo>
                    <a:pt x="53153" y="1584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433062" y="950169"/>
              <a:ext cx="53153" cy="158491"/>
            </a:xfrm>
            <a:custGeom>
              <a:avLst/>
              <a:pathLst>
                <a:path w="53153" h="158491">
                  <a:moveTo>
                    <a:pt x="0" y="0"/>
                  </a:moveTo>
                  <a:lnTo>
                    <a:pt x="53153" y="1584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433062" y="950169"/>
              <a:ext cx="53153" cy="158491"/>
            </a:xfrm>
            <a:custGeom>
              <a:avLst/>
              <a:pathLst>
                <a:path w="53153" h="158491">
                  <a:moveTo>
                    <a:pt x="0" y="0"/>
                  </a:moveTo>
                  <a:lnTo>
                    <a:pt x="53153" y="1584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433062" y="950169"/>
              <a:ext cx="53153" cy="158491"/>
            </a:xfrm>
            <a:custGeom>
              <a:avLst/>
              <a:pathLst>
                <a:path w="53153" h="158491">
                  <a:moveTo>
                    <a:pt x="0" y="0"/>
                  </a:moveTo>
                  <a:lnTo>
                    <a:pt x="53153" y="15849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433062" y="950169"/>
              <a:ext cx="53153" cy="158491"/>
            </a:xfrm>
            <a:custGeom>
              <a:avLst/>
              <a:pathLst>
                <a:path w="53153" h="158491">
                  <a:moveTo>
                    <a:pt x="0" y="0"/>
                  </a:moveTo>
                  <a:lnTo>
                    <a:pt x="53153" y="15849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319057" y="950169"/>
              <a:ext cx="167158" cy="312481"/>
            </a:xfrm>
            <a:custGeom>
              <a:avLst/>
              <a:pathLst>
                <a:path w="167158" h="312481">
                  <a:moveTo>
                    <a:pt x="114004" y="0"/>
                  </a:moveTo>
                  <a:lnTo>
                    <a:pt x="108922" y="1795"/>
                  </a:lnTo>
                  <a:lnTo>
                    <a:pt x="103901" y="3754"/>
                  </a:lnTo>
                  <a:lnTo>
                    <a:pt x="98946" y="5874"/>
                  </a:lnTo>
                  <a:lnTo>
                    <a:pt x="94061" y="8152"/>
                  </a:lnTo>
                  <a:lnTo>
                    <a:pt x="89252" y="10587"/>
                  </a:lnTo>
                  <a:lnTo>
                    <a:pt x="84525" y="13176"/>
                  </a:lnTo>
                  <a:lnTo>
                    <a:pt x="79883" y="15915"/>
                  </a:lnTo>
                  <a:lnTo>
                    <a:pt x="75332" y="18803"/>
                  </a:lnTo>
                  <a:lnTo>
                    <a:pt x="70876" y="21836"/>
                  </a:lnTo>
                  <a:lnTo>
                    <a:pt x="66521" y="25011"/>
                  </a:lnTo>
                  <a:lnTo>
                    <a:pt x="62270" y="28324"/>
                  </a:lnTo>
                  <a:lnTo>
                    <a:pt x="58128" y="31773"/>
                  </a:lnTo>
                  <a:lnTo>
                    <a:pt x="54100" y="35354"/>
                  </a:lnTo>
                  <a:lnTo>
                    <a:pt x="50189" y="39063"/>
                  </a:lnTo>
                  <a:lnTo>
                    <a:pt x="46399" y="42896"/>
                  </a:lnTo>
                  <a:lnTo>
                    <a:pt x="42735" y="46849"/>
                  </a:lnTo>
                  <a:lnTo>
                    <a:pt x="39201" y="50918"/>
                  </a:lnTo>
                  <a:lnTo>
                    <a:pt x="35800" y="55099"/>
                  </a:lnTo>
                  <a:lnTo>
                    <a:pt x="32535" y="59388"/>
                  </a:lnTo>
                  <a:lnTo>
                    <a:pt x="29410" y="63779"/>
                  </a:lnTo>
                  <a:lnTo>
                    <a:pt x="26428" y="68269"/>
                  </a:lnTo>
                  <a:lnTo>
                    <a:pt x="23592" y="72853"/>
                  </a:lnTo>
                  <a:lnTo>
                    <a:pt x="20906" y="77526"/>
                  </a:lnTo>
                  <a:lnTo>
                    <a:pt x="18372" y="82283"/>
                  </a:lnTo>
                  <a:lnTo>
                    <a:pt x="15993" y="87119"/>
                  </a:lnTo>
                  <a:lnTo>
                    <a:pt x="13770" y="92030"/>
                  </a:lnTo>
                  <a:lnTo>
                    <a:pt x="11707" y="97009"/>
                  </a:lnTo>
                  <a:lnTo>
                    <a:pt x="9806" y="102053"/>
                  </a:lnTo>
                  <a:lnTo>
                    <a:pt x="8068" y="107155"/>
                  </a:lnTo>
                  <a:lnTo>
                    <a:pt x="6496" y="112310"/>
                  </a:lnTo>
                  <a:lnTo>
                    <a:pt x="5091" y="117514"/>
                  </a:lnTo>
                  <a:lnTo>
                    <a:pt x="3854" y="122760"/>
                  </a:lnTo>
                  <a:lnTo>
                    <a:pt x="2787" y="128043"/>
                  </a:lnTo>
                  <a:lnTo>
                    <a:pt x="1891" y="133358"/>
                  </a:lnTo>
                  <a:lnTo>
                    <a:pt x="1166" y="138699"/>
                  </a:lnTo>
                  <a:lnTo>
                    <a:pt x="615" y="144060"/>
                  </a:lnTo>
                  <a:lnTo>
                    <a:pt x="236" y="149437"/>
                  </a:lnTo>
                  <a:lnTo>
                    <a:pt x="31" y="154823"/>
                  </a:lnTo>
                  <a:lnTo>
                    <a:pt x="0" y="160213"/>
                  </a:lnTo>
                  <a:lnTo>
                    <a:pt x="142" y="165601"/>
                  </a:lnTo>
                  <a:lnTo>
                    <a:pt x="458" y="170981"/>
                  </a:lnTo>
                  <a:lnTo>
                    <a:pt x="947" y="176349"/>
                  </a:lnTo>
                  <a:lnTo>
                    <a:pt x="1609" y="181698"/>
                  </a:lnTo>
                  <a:lnTo>
                    <a:pt x="2443" y="187023"/>
                  </a:lnTo>
                  <a:lnTo>
                    <a:pt x="3449" y="192318"/>
                  </a:lnTo>
                  <a:lnTo>
                    <a:pt x="4624" y="197578"/>
                  </a:lnTo>
                  <a:lnTo>
                    <a:pt x="5969" y="202798"/>
                  </a:lnTo>
                  <a:lnTo>
                    <a:pt x="7481" y="207971"/>
                  </a:lnTo>
                  <a:lnTo>
                    <a:pt x="9159" y="213093"/>
                  </a:lnTo>
                  <a:lnTo>
                    <a:pt x="11002" y="218158"/>
                  </a:lnTo>
                  <a:lnTo>
                    <a:pt x="13006" y="223161"/>
                  </a:lnTo>
                  <a:lnTo>
                    <a:pt x="15171" y="228097"/>
                  </a:lnTo>
                  <a:lnTo>
                    <a:pt x="17494" y="232961"/>
                  </a:lnTo>
                  <a:lnTo>
                    <a:pt x="19973" y="237747"/>
                  </a:lnTo>
                  <a:lnTo>
                    <a:pt x="22605" y="242451"/>
                  </a:lnTo>
                  <a:lnTo>
                    <a:pt x="25386" y="247068"/>
                  </a:lnTo>
                  <a:lnTo>
                    <a:pt x="28316" y="251592"/>
                  </a:lnTo>
                  <a:lnTo>
                    <a:pt x="31389" y="256020"/>
                  </a:lnTo>
                  <a:lnTo>
                    <a:pt x="34604" y="260346"/>
                  </a:lnTo>
                  <a:lnTo>
                    <a:pt x="37956" y="264566"/>
                  </a:lnTo>
                  <a:lnTo>
                    <a:pt x="41443" y="268676"/>
                  </a:lnTo>
                  <a:lnTo>
                    <a:pt x="45061" y="272672"/>
                  </a:lnTo>
                  <a:lnTo>
                    <a:pt x="48805" y="276549"/>
                  </a:lnTo>
                  <a:lnTo>
                    <a:pt x="52673" y="280303"/>
                  </a:lnTo>
                  <a:lnTo>
                    <a:pt x="56659" y="283930"/>
                  </a:lnTo>
                  <a:lnTo>
                    <a:pt x="60761" y="287427"/>
                  </a:lnTo>
                  <a:lnTo>
                    <a:pt x="64973" y="290790"/>
                  </a:lnTo>
                  <a:lnTo>
                    <a:pt x="69291" y="294016"/>
                  </a:lnTo>
                  <a:lnTo>
                    <a:pt x="73711" y="297101"/>
                  </a:lnTo>
                  <a:lnTo>
                    <a:pt x="78228" y="300041"/>
                  </a:lnTo>
                  <a:lnTo>
                    <a:pt x="82837" y="302834"/>
                  </a:lnTo>
                  <a:lnTo>
                    <a:pt x="87535" y="305478"/>
                  </a:lnTo>
                  <a:lnTo>
                    <a:pt x="92315" y="307968"/>
                  </a:lnTo>
                  <a:lnTo>
                    <a:pt x="97172" y="310303"/>
                  </a:lnTo>
                  <a:lnTo>
                    <a:pt x="102103" y="312481"/>
                  </a:lnTo>
                  <a:lnTo>
                    <a:pt x="167158" y="15849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421160" y="941493"/>
              <a:ext cx="232217" cy="334316"/>
            </a:xfrm>
            <a:custGeom>
              <a:avLst/>
              <a:pathLst>
                <a:path w="232217" h="334316">
                  <a:moveTo>
                    <a:pt x="0" y="321156"/>
                  </a:moveTo>
                  <a:lnTo>
                    <a:pt x="4945" y="323153"/>
                  </a:lnTo>
                  <a:lnTo>
                    <a:pt x="9951" y="324991"/>
                  </a:lnTo>
                  <a:lnTo>
                    <a:pt x="15013" y="326669"/>
                  </a:lnTo>
                  <a:lnTo>
                    <a:pt x="20127" y="328184"/>
                  </a:lnTo>
                  <a:lnTo>
                    <a:pt x="25286" y="329535"/>
                  </a:lnTo>
                  <a:lnTo>
                    <a:pt x="30485" y="330721"/>
                  </a:lnTo>
                  <a:lnTo>
                    <a:pt x="35720" y="331740"/>
                  </a:lnTo>
                  <a:lnTo>
                    <a:pt x="40984" y="332592"/>
                  </a:lnTo>
                  <a:lnTo>
                    <a:pt x="46273" y="333276"/>
                  </a:lnTo>
                  <a:lnTo>
                    <a:pt x="51582" y="333791"/>
                  </a:lnTo>
                  <a:lnTo>
                    <a:pt x="56903" y="334136"/>
                  </a:lnTo>
                  <a:lnTo>
                    <a:pt x="62234" y="334311"/>
                  </a:lnTo>
                  <a:lnTo>
                    <a:pt x="67567" y="334316"/>
                  </a:lnTo>
                  <a:lnTo>
                    <a:pt x="72897" y="334150"/>
                  </a:lnTo>
                  <a:lnTo>
                    <a:pt x="78220" y="333815"/>
                  </a:lnTo>
                  <a:lnTo>
                    <a:pt x="83529" y="333310"/>
                  </a:lnTo>
                  <a:lnTo>
                    <a:pt x="88819" y="332637"/>
                  </a:lnTo>
                  <a:lnTo>
                    <a:pt x="94085" y="331794"/>
                  </a:lnTo>
                  <a:lnTo>
                    <a:pt x="99322" y="330785"/>
                  </a:lnTo>
                  <a:lnTo>
                    <a:pt x="104523" y="329608"/>
                  </a:lnTo>
                  <a:lnTo>
                    <a:pt x="109685" y="328267"/>
                  </a:lnTo>
                  <a:lnTo>
                    <a:pt x="114801" y="326761"/>
                  </a:lnTo>
                  <a:lnTo>
                    <a:pt x="119866" y="325093"/>
                  </a:lnTo>
                  <a:lnTo>
                    <a:pt x="124876" y="323264"/>
                  </a:lnTo>
                  <a:lnTo>
                    <a:pt x="129825" y="321277"/>
                  </a:lnTo>
                  <a:lnTo>
                    <a:pt x="134708" y="319132"/>
                  </a:lnTo>
                  <a:lnTo>
                    <a:pt x="139520" y="316833"/>
                  </a:lnTo>
                  <a:lnTo>
                    <a:pt x="144256" y="314381"/>
                  </a:lnTo>
                  <a:lnTo>
                    <a:pt x="148912" y="311780"/>
                  </a:lnTo>
                  <a:lnTo>
                    <a:pt x="153482" y="309032"/>
                  </a:lnTo>
                  <a:lnTo>
                    <a:pt x="157962" y="306139"/>
                  </a:lnTo>
                  <a:lnTo>
                    <a:pt x="162348" y="303104"/>
                  </a:lnTo>
                  <a:lnTo>
                    <a:pt x="166634" y="299932"/>
                  </a:lnTo>
                  <a:lnTo>
                    <a:pt x="170818" y="296624"/>
                  </a:lnTo>
                  <a:lnTo>
                    <a:pt x="174893" y="293185"/>
                  </a:lnTo>
                  <a:lnTo>
                    <a:pt x="178857" y="289617"/>
                  </a:lnTo>
                  <a:lnTo>
                    <a:pt x="182705" y="285924"/>
                  </a:lnTo>
                  <a:lnTo>
                    <a:pt x="186434" y="282111"/>
                  </a:lnTo>
                  <a:lnTo>
                    <a:pt x="190038" y="278181"/>
                  </a:lnTo>
                  <a:lnTo>
                    <a:pt x="193516" y="274137"/>
                  </a:lnTo>
                  <a:lnTo>
                    <a:pt x="196863" y="269985"/>
                  </a:lnTo>
                  <a:lnTo>
                    <a:pt x="200075" y="265729"/>
                  </a:lnTo>
                  <a:lnTo>
                    <a:pt x="203151" y="261371"/>
                  </a:lnTo>
                  <a:lnTo>
                    <a:pt x="206085" y="256919"/>
                  </a:lnTo>
                  <a:lnTo>
                    <a:pt x="208876" y="252374"/>
                  </a:lnTo>
                  <a:lnTo>
                    <a:pt x="211521" y="247743"/>
                  </a:lnTo>
                  <a:lnTo>
                    <a:pt x="214017" y="243030"/>
                  </a:lnTo>
                  <a:lnTo>
                    <a:pt x="216361" y="238240"/>
                  </a:lnTo>
                  <a:lnTo>
                    <a:pt x="218551" y="233377"/>
                  </a:lnTo>
                  <a:lnTo>
                    <a:pt x="220585" y="228447"/>
                  </a:lnTo>
                  <a:lnTo>
                    <a:pt x="222461" y="223455"/>
                  </a:lnTo>
                  <a:lnTo>
                    <a:pt x="224176" y="218405"/>
                  </a:lnTo>
                  <a:lnTo>
                    <a:pt x="225729" y="213304"/>
                  </a:lnTo>
                  <a:lnTo>
                    <a:pt x="227119" y="208155"/>
                  </a:lnTo>
                  <a:lnTo>
                    <a:pt x="228344" y="202964"/>
                  </a:lnTo>
                  <a:lnTo>
                    <a:pt x="229403" y="197738"/>
                  </a:lnTo>
                  <a:lnTo>
                    <a:pt x="230295" y="192480"/>
                  </a:lnTo>
                  <a:lnTo>
                    <a:pt x="231018" y="187196"/>
                  </a:lnTo>
                  <a:lnTo>
                    <a:pt x="231572" y="181892"/>
                  </a:lnTo>
                  <a:lnTo>
                    <a:pt x="231957" y="176573"/>
                  </a:lnTo>
                  <a:lnTo>
                    <a:pt x="232172" y="171244"/>
                  </a:lnTo>
                  <a:lnTo>
                    <a:pt x="232217" y="165911"/>
                  </a:lnTo>
                  <a:lnTo>
                    <a:pt x="232092" y="160579"/>
                  </a:lnTo>
                  <a:lnTo>
                    <a:pt x="231797" y="155255"/>
                  </a:lnTo>
                  <a:lnTo>
                    <a:pt x="231332" y="149942"/>
                  </a:lnTo>
                  <a:lnTo>
                    <a:pt x="230698" y="144647"/>
                  </a:lnTo>
                  <a:lnTo>
                    <a:pt x="229896" y="139374"/>
                  </a:lnTo>
                  <a:lnTo>
                    <a:pt x="228925" y="134130"/>
                  </a:lnTo>
                  <a:lnTo>
                    <a:pt x="227788" y="128920"/>
                  </a:lnTo>
                  <a:lnTo>
                    <a:pt x="226485" y="123748"/>
                  </a:lnTo>
                  <a:lnTo>
                    <a:pt x="225018" y="118621"/>
                  </a:lnTo>
                  <a:lnTo>
                    <a:pt x="223388" y="113543"/>
                  </a:lnTo>
                  <a:lnTo>
                    <a:pt x="221597" y="108520"/>
                  </a:lnTo>
                  <a:lnTo>
                    <a:pt x="219647" y="103556"/>
                  </a:lnTo>
                  <a:lnTo>
                    <a:pt x="217539" y="98658"/>
                  </a:lnTo>
                  <a:lnTo>
                    <a:pt x="215276" y="93828"/>
                  </a:lnTo>
                  <a:lnTo>
                    <a:pt x="212860" y="89074"/>
                  </a:lnTo>
                  <a:lnTo>
                    <a:pt x="210294" y="84399"/>
                  </a:lnTo>
                  <a:lnTo>
                    <a:pt x="207580" y="79808"/>
                  </a:lnTo>
                  <a:lnTo>
                    <a:pt x="204721" y="75306"/>
                  </a:lnTo>
                  <a:lnTo>
                    <a:pt x="201719" y="70898"/>
                  </a:lnTo>
                  <a:lnTo>
                    <a:pt x="198579" y="66588"/>
                  </a:lnTo>
                  <a:lnTo>
                    <a:pt x="195303" y="62380"/>
                  </a:lnTo>
                  <a:lnTo>
                    <a:pt x="191894" y="58278"/>
                  </a:lnTo>
                  <a:lnTo>
                    <a:pt x="188356" y="54288"/>
                  </a:lnTo>
                  <a:lnTo>
                    <a:pt x="184693" y="50412"/>
                  </a:lnTo>
                  <a:lnTo>
                    <a:pt x="180908" y="46655"/>
                  </a:lnTo>
                  <a:lnTo>
                    <a:pt x="177004" y="43021"/>
                  </a:lnTo>
                  <a:lnTo>
                    <a:pt x="172987" y="39513"/>
                  </a:lnTo>
                  <a:lnTo>
                    <a:pt x="168861" y="36135"/>
                  </a:lnTo>
                  <a:lnTo>
                    <a:pt x="164628" y="32891"/>
                  </a:lnTo>
                  <a:lnTo>
                    <a:pt x="160294" y="29783"/>
                  </a:lnTo>
                  <a:lnTo>
                    <a:pt x="155863" y="26815"/>
                  </a:lnTo>
                  <a:lnTo>
                    <a:pt x="151340" y="23990"/>
                  </a:lnTo>
                  <a:lnTo>
                    <a:pt x="146729" y="21310"/>
                  </a:lnTo>
                  <a:lnTo>
                    <a:pt x="142035" y="18779"/>
                  </a:lnTo>
                  <a:lnTo>
                    <a:pt x="137262" y="16399"/>
                  </a:lnTo>
                  <a:lnTo>
                    <a:pt x="132416" y="14172"/>
                  </a:lnTo>
                  <a:lnTo>
                    <a:pt x="127502" y="12101"/>
                  </a:lnTo>
                  <a:lnTo>
                    <a:pt x="122524" y="10188"/>
                  </a:lnTo>
                  <a:lnTo>
                    <a:pt x="117487" y="8435"/>
                  </a:lnTo>
                  <a:lnTo>
                    <a:pt x="112397" y="6843"/>
                  </a:lnTo>
                  <a:lnTo>
                    <a:pt x="107259" y="5415"/>
                  </a:lnTo>
                  <a:lnTo>
                    <a:pt x="102078" y="4151"/>
                  </a:lnTo>
                  <a:lnTo>
                    <a:pt x="96859" y="3053"/>
                  </a:lnTo>
                  <a:lnTo>
                    <a:pt x="91608" y="2122"/>
                  </a:lnTo>
                  <a:lnTo>
                    <a:pt x="86330" y="1359"/>
                  </a:lnTo>
                  <a:lnTo>
                    <a:pt x="81030" y="765"/>
                  </a:lnTo>
                  <a:lnTo>
                    <a:pt x="75714" y="340"/>
                  </a:lnTo>
                  <a:lnTo>
                    <a:pt x="70387" y="85"/>
                  </a:lnTo>
                  <a:lnTo>
                    <a:pt x="65055" y="0"/>
                  </a:lnTo>
                  <a:lnTo>
                    <a:pt x="6505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7340" y="1071028"/>
              <a:ext cx="167160" cy="184814"/>
            </a:xfrm>
            <a:custGeom>
              <a:avLst/>
              <a:pathLst>
                <a:path w="167160" h="184814">
                  <a:moveTo>
                    <a:pt x="167160" y="0"/>
                  </a:moveTo>
                  <a:lnTo>
                    <a:pt x="161771" y="86"/>
                  </a:lnTo>
                  <a:lnTo>
                    <a:pt x="156388" y="347"/>
                  </a:lnTo>
                  <a:lnTo>
                    <a:pt x="151016" y="781"/>
                  </a:lnTo>
                  <a:lnTo>
                    <a:pt x="145661" y="1388"/>
                  </a:lnTo>
                  <a:lnTo>
                    <a:pt x="140328" y="2167"/>
                  </a:lnTo>
                  <a:lnTo>
                    <a:pt x="135023" y="3118"/>
                  </a:lnTo>
                  <a:lnTo>
                    <a:pt x="129751" y="4239"/>
                  </a:lnTo>
                  <a:lnTo>
                    <a:pt x="124519" y="5529"/>
                  </a:lnTo>
                  <a:lnTo>
                    <a:pt x="119330" y="6988"/>
                  </a:lnTo>
                  <a:lnTo>
                    <a:pt x="114192" y="8613"/>
                  </a:lnTo>
                  <a:lnTo>
                    <a:pt x="109108" y="10403"/>
                  </a:lnTo>
                  <a:lnTo>
                    <a:pt x="104085" y="12356"/>
                  </a:lnTo>
                  <a:lnTo>
                    <a:pt x="99127" y="14470"/>
                  </a:lnTo>
                  <a:lnTo>
                    <a:pt x="94240" y="16742"/>
                  </a:lnTo>
                  <a:lnTo>
                    <a:pt x="89429" y="19171"/>
                  </a:lnTo>
                  <a:lnTo>
                    <a:pt x="84699" y="21754"/>
                  </a:lnTo>
                  <a:lnTo>
                    <a:pt x="80054" y="24487"/>
                  </a:lnTo>
                  <a:lnTo>
                    <a:pt x="75500" y="27369"/>
                  </a:lnTo>
                  <a:lnTo>
                    <a:pt x="71041" y="30397"/>
                  </a:lnTo>
                  <a:lnTo>
                    <a:pt x="66682" y="33566"/>
                  </a:lnTo>
                  <a:lnTo>
                    <a:pt x="62427" y="36875"/>
                  </a:lnTo>
                  <a:lnTo>
                    <a:pt x="58282" y="40319"/>
                  </a:lnTo>
                  <a:lnTo>
                    <a:pt x="54249" y="43895"/>
                  </a:lnTo>
                  <a:lnTo>
                    <a:pt x="50334" y="47598"/>
                  </a:lnTo>
                  <a:lnTo>
                    <a:pt x="46540" y="51427"/>
                  </a:lnTo>
                  <a:lnTo>
                    <a:pt x="42872" y="55375"/>
                  </a:lnTo>
                  <a:lnTo>
                    <a:pt x="39333" y="59440"/>
                  </a:lnTo>
                  <a:lnTo>
                    <a:pt x="35927" y="63616"/>
                  </a:lnTo>
                  <a:lnTo>
                    <a:pt x="32657" y="67900"/>
                  </a:lnTo>
                  <a:lnTo>
                    <a:pt x="29527" y="72288"/>
                  </a:lnTo>
                  <a:lnTo>
                    <a:pt x="26540" y="76774"/>
                  </a:lnTo>
                  <a:lnTo>
                    <a:pt x="23699" y="81354"/>
                  </a:lnTo>
                  <a:lnTo>
                    <a:pt x="21007" y="86023"/>
                  </a:lnTo>
                  <a:lnTo>
                    <a:pt x="18468" y="90777"/>
                  </a:lnTo>
                  <a:lnTo>
                    <a:pt x="16082" y="95610"/>
                  </a:lnTo>
                  <a:lnTo>
                    <a:pt x="13854" y="100517"/>
                  </a:lnTo>
                  <a:lnTo>
                    <a:pt x="11785" y="105494"/>
                  </a:lnTo>
                  <a:lnTo>
                    <a:pt x="9878" y="110534"/>
                  </a:lnTo>
                  <a:lnTo>
                    <a:pt x="8134" y="115634"/>
                  </a:lnTo>
                  <a:lnTo>
                    <a:pt x="6555" y="120787"/>
                  </a:lnTo>
                  <a:lnTo>
                    <a:pt x="5144" y="125988"/>
                  </a:lnTo>
                  <a:lnTo>
                    <a:pt x="3901" y="131232"/>
                  </a:lnTo>
                  <a:lnTo>
                    <a:pt x="2827" y="136514"/>
                  </a:lnTo>
                  <a:lnTo>
                    <a:pt x="1924" y="141827"/>
                  </a:lnTo>
                  <a:lnTo>
                    <a:pt x="1193" y="147167"/>
                  </a:lnTo>
                  <a:lnTo>
                    <a:pt x="635" y="152528"/>
                  </a:lnTo>
                  <a:lnTo>
                    <a:pt x="250" y="157903"/>
                  </a:lnTo>
                  <a:lnTo>
                    <a:pt x="38" y="163289"/>
                  </a:lnTo>
                  <a:lnTo>
                    <a:pt x="0" y="168678"/>
                  </a:lnTo>
                  <a:lnTo>
                    <a:pt x="135" y="174066"/>
                  </a:lnTo>
                  <a:lnTo>
                    <a:pt x="444" y="179446"/>
                  </a:lnTo>
                  <a:lnTo>
                    <a:pt x="927" y="184814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8268" y="1238196"/>
              <a:ext cx="166233" cy="17647"/>
            </a:xfrm>
            <a:custGeom>
              <a:avLst/>
              <a:pathLst>
                <a:path w="166233" h="17647">
                  <a:moveTo>
                    <a:pt x="0" y="17647"/>
                  </a:moveTo>
                  <a:lnTo>
                    <a:pt x="16623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8268" y="1238196"/>
              <a:ext cx="166233" cy="17647"/>
            </a:xfrm>
            <a:custGeom>
              <a:avLst/>
              <a:pathLst>
                <a:path w="166233" h="17647">
                  <a:moveTo>
                    <a:pt x="0" y="17647"/>
                  </a:moveTo>
                  <a:lnTo>
                    <a:pt x="16623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8268" y="1238196"/>
              <a:ext cx="166233" cy="17647"/>
            </a:xfrm>
            <a:custGeom>
              <a:avLst/>
              <a:pathLst>
                <a:path w="166233" h="17647">
                  <a:moveTo>
                    <a:pt x="0" y="17647"/>
                  </a:moveTo>
                  <a:lnTo>
                    <a:pt x="16623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8268" y="1238196"/>
              <a:ext cx="166233" cy="17647"/>
            </a:xfrm>
            <a:custGeom>
              <a:avLst/>
              <a:pathLst>
                <a:path w="166233" h="17647">
                  <a:moveTo>
                    <a:pt x="0" y="17647"/>
                  </a:moveTo>
                  <a:lnTo>
                    <a:pt x="16623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8268" y="1238196"/>
              <a:ext cx="166233" cy="17647"/>
            </a:xfrm>
            <a:custGeom>
              <a:avLst/>
              <a:pathLst>
                <a:path w="166233" h="17647">
                  <a:moveTo>
                    <a:pt x="0" y="17647"/>
                  </a:moveTo>
                  <a:lnTo>
                    <a:pt x="16623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8268" y="1238196"/>
              <a:ext cx="166233" cy="17647"/>
            </a:xfrm>
            <a:custGeom>
              <a:avLst/>
              <a:pathLst>
                <a:path w="166233" h="17647">
                  <a:moveTo>
                    <a:pt x="0" y="17647"/>
                  </a:moveTo>
                  <a:lnTo>
                    <a:pt x="16623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8268" y="1238196"/>
              <a:ext cx="166233" cy="17647"/>
            </a:xfrm>
            <a:custGeom>
              <a:avLst/>
              <a:pathLst>
                <a:path w="166233" h="17647">
                  <a:moveTo>
                    <a:pt x="0" y="17647"/>
                  </a:moveTo>
                  <a:lnTo>
                    <a:pt x="16623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8268" y="1238196"/>
              <a:ext cx="166233" cy="17647"/>
            </a:xfrm>
            <a:custGeom>
              <a:avLst/>
              <a:pathLst>
                <a:path w="166233" h="17647">
                  <a:moveTo>
                    <a:pt x="0" y="17647"/>
                  </a:moveTo>
                  <a:lnTo>
                    <a:pt x="166233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8268" y="1238196"/>
              <a:ext cx="166233" cy="17647"/>
            </a:xfrm>
            <a:custGeom>
              <a:avLst/>
              <a:pathLst>
                <a:path w="166233" h="17647">
                  <a:moveTo>
                    <a:pt x="0" y="17647"/>
                  </a:moveTo>
                  <a:lnTo>
                    <a:pt x="16623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798268" y="1238196"/>
              <a:ext cx="166233" cy="17647"/>
            </a:xfrm>
            <a:custGeom>
              <a:avLst/>
              <a:pathLst>
                <a:path w="166233" h="17647">
                  <a:moveTo>
                    <a:pt x="0" y="17647"/>
                  </a:moveTo>
                  <a:lnTo>
                    <a:pt x="16623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798268" y="1238196"/>
              <a:ext cx="166233" cy="17647"/>
            </a:xfrm>
            <a:custGeom>
              <a:avLst/>
              <a:pathLst>
                <a:path w="166233" h="17647">
                  <a:moveTo>
                    <a:pt x="0" y="17647"/>
                  </a:moveTo>
                  <a:lnTo>
                    <a:pt x="166233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798268" y="1238196"/>
              <a:ext cx="166233" cy="17647"/>
            </a:xfrm>
            <a:custGeom>
              <a:avLst/>
              <a:pathLst>
                <a:path w="166233" h="17647">
                  <a:moveTo>
                    <a:pt x="0" y="17647"/>
                  </a:moveTo>
                  <a:lnTo>
                    <a:pt x="16623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798268" y="1238196"/>
              <a:ext cx="166233" cy="17647"/>
            </a:xfrm>
            <a:custGeom>
              <a:avLst/>
              <a:pathLst>
                <a:path w="166233" h="17647">
                  <a:moveTo>
                    <a:pt x="0" y="17647"/>
                  </a:moveTo>
                  <a:lnTo>
                    <a:pt x="16623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798268" y="1238196"/>
              <a:ext cx="166233" cy="17647"/>
            </a:xfrm>
            <a:custGeom>
              <a:avLst/>
              <a:pathLst>
                <a:path w="166233" h="17647">
                  <a:moveTo>
                    <a:pt x="0" y="17647"/>
                  </a:moveTo>
                  <a:lnTo>
                    <a:pt x="16623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798268" y="1238196"/>
              <a:ext cx="166233" cy="17647"/>
            </a:xfrm>
            <a:custGeom>
              <a:avLst/>
              <a:pathLst>
                <a:path w="166233" h="17647">
                  <a:moveTo>
                    <a:pt x="0" y="17647"/>
                  </a:moveTo>
                  <a:lnTo>
                    <a:pt x="16623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798268" y="1238196"/>
              <a:ext cx="166233" cy="17647"/>
            </a:xfrm>
            <a:custGeom>
              <a:avLst/>
              <a:pathLst>
                <a:path w="166233" h="17647">
                  <a:moveTo>
                    <a:pt x="0" y="17647"/>
                  </a:moveTo>
                  <a:lnTo>
                    <a:pt x="16623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798268" y="1238196"/>
              <a:ext cx="166233" cy="17647"/>
            </a:xfrm>
            <a:custGeom>
              <a:avLst/>
              <a:pathLst>
                <a:path w="166233" h="17647">
                  <a:moveTo>
                    <a:pt x="0" y="17647"/>
                  </a:moveTo>
                  <a:lnTo>
                    <a:pt x="16623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798268" y="1074346"/>
              <a:ext cx="333395" cy="331013"/>
            </a:xfrm>
            <a:custGeom>
              <a:avLst/>
              <a:pathLst>
                <a:path w="333395" h="331013">
                  <a:moveTo>
                    <a:pt x="0" y="181497"/>
                  </a:moveTo>
                  <a:lnTo>
                    <a:pt x="642" y="186758"/>
                  </a:lnTo>
                  <a:lnTo>
                    <a:pt x="1452" y="191995"/>
                  </a:lnTo>
                  <a:lnTo>
                    <a:pt x="2427" y="197205"/>
                  </a:lnTo>
                  <a:lnTo>
                    <a:pt x="3567" y="202381"/>
                  </a:lnTo>
                  <a:lnTo>
                    <a:pt x="4870" y="207518"/>
                  </a:lnTo>
                  <a:lnTo>
                    <a:pt x="6335" y="212611"/>
                  </a:lnTo>
                  <a:lnTo>
                    <a:pt x="7961" y="217655"/>
                  </a:lnTo>
                  <a:lnTo>
                    <a:pt x="9747" y="222646"/>
                  </a:lnTo>
                  <a:lnTo>
                    <a:pt x="11689" y="227577"/>
                  </a:lnTo>
                  <a:lnTo>
                    <a:pt x="13787" y="232444"/>
                  </a:lnTo>
                  <a:lnTo>
                    <a:pt x="16038" y="237242"/>
                  </a:lnTo>
                  <a:lnTo>
                    <a:pt x="18440" y="241966"/>
                  </a:lnTo>
                  <a:lnTo>
                    <a:pt x="20991" y="246612"/>
                  </a:lnTo>
                  <a:lnTo>
                    <a:pt x="23687" y="251175"/>
                  </a:lnTo>
                  <a:lnTo>
                    <a:pt x="26527" y="255650"/>
                  </a:lnTo>
                  <a:lnTo>
                    <a:pt x="29507" y="260032"/>
                  </a:lnTo>
                  <a:lnTo>
                    <a:pt x="32625" y="264318"/>
                  </a:lnTo>
                  <a:lnTo>
                    <a:pt x="35877" y="268503"/>
                  </a:lnTo>
                  <a:lnTo>
                    <a:pt x="39260" y="272583"/>
                  </a:lnTo>
                  <a:lnTo>
                    <a:pt x="42771" y="276553"/>
                  </a:lnTo>
                  <a:lnTo>
                    <a:pt x="46406" y="280410"/>
                  </a:lnTo>
                  <a:lnTo>
                    <a:pt x="50161" y="284150"/>
                  </a:lnTo>
                  <a:lnTo>
                    <a:pt x="54033" y="287769"/>
                  </a:lnTo>
                  <a:lnTo>
                    <a:pt x="58017" y="291264"/>
                  </a:lnTo>
                  <a:lnTo>
                    <a:pt x="62111" y="294630"/>
                  </a:lnTo>
                  <a:lnTo>
                    <a:pt x="66309" y="297865"/>
                  </a:lnTo>
                  <a:lnTo>
                    <a:pt x="70607" y="300965"/>
                  </a:lnTo>
                  <a:lnTo>
                    <a:pt x="75002" y="303928"/>
                  </a:lnTo>
                  <a:lnTo>
                    <a:pt x="79489" y="306749"/>
                  </a:lnTo>
                  <a:lnTo>
                    <a:pt x="84062" y="309427"/>
                  </a:lnTo>
                  <a:lnTo>
                    <a:pt x="88718" y="311959"/>
                  </a:lnTo>
                  <a:lnTo>
                    <a:pt x="93452" y="314342"/>
                  </a:lnTo>
                  <a:lnTo>
                    <a:pt x="98259" y="316573"/>
                  </a:lnTo>
                  <a:lnTo>
                    <a:pt x="103135" y="318651"/>
                  </a:lnTo>
                  <a:lnTo>
                    <a:pt x="108074" y="320574"/>
                  </a:lnTo>
                  <a:lnTo>
                    <a:pt x="113071" y="322339"/>
                  </a:lnTo>
                  <a:lnTo>
                    <a:pt x="118122" y="323944"/>
                  </a:lnTo>
                  <a:lnTo>
                    <a:pt x="123222" y="325389"/>
                  </a:lnTo>
                  <a:lnTo>
                    <a:pt x="128364" y="326671"/>
                  </a:lnTo>
                  <a:lnTo>
                    <a:pt x="133544" y="327790"/>
                  </a:lnTo>
                  <a:lnTo>
                    <a:pt x="138758" y="328744"/>
                  </a:lnTo>
                  <a:lnTo>
                    <a:pt x="143999" y="329532"/>
                  </a:lnTo>
                  <a:lnTo>
                    <a:pt x="149262" y="330153"/>
                  </a:lnTo>
                  <a:lnTo>
                    <a:pt x="154543" y="330608"/>
                  </a:lnTo>
                  <a:lnTo>
                    <a:pt x="159835" y="330894"/>
                  </a:lnTo>
                  <a:lnTo>
                    <a:pt x="165133" y="331013"/>
                  </a:lnTo>
                  <a:lnTo>
                    <a:pt x="170433" y="330964"/>
                  </a:lnTo>
                  <a:lnTo>
                    <a:pt x="175728" y="330747"/>
                  </a:lnTo>
                  <a:lnTo>
                    <a:pt x="181014" y="330362"/>
                  </a:lnTo>
                  <a:lnTo>
                    <a:pt x="186285" y="329810"/>
                  </a:lnTo>
                  <a:lnTo>
                    <a:pt x="191536" y="329091"/>
                  </a:lnTo>
                  <a:lnTo>
                    <a:pt x="196762" y="328206"/>
                  </a:lnTo>
                  <a:lnTo>
                    <a:pt x="201957" y="327155"/>
                  </a:lnTo>
                  <a:lnTo>
                    <a:pt x="207115" y="325941"/>
                  </a:lnTo>
                  <a:lnTo>
                    <a:pt x="212233" y="324563"/>
                  </a:lnTo>
                  <a:lnTo>
                    <a:pt x="217305" y="323024"/>
                  </a:lnTo>
                  <a:lnTo>
                    <a:pt x="222325" y="321325"/>
                  </a:lnTo>
                  <a:lnTo>
                    <a:pt x="227289" y="319468"/>
                  </a:lnTo>
                  <a:lnTo>
                    <a:pt x="232191" y="317454"/>
                  </a:lnTo>
                  <a:lnTo>
                    <a:pt x="237027" y="315286"/>
                  </a:lnTo>
                  <a:lnTo>
                    <a:pt x="241792" y="312966"/>
                  </a:lnTo>
                  <a:lnTo>
                    <a:pt x="246482" y="310496"/>
                  </a:lnTo>
                  <a:lnTo>
                    <a:pt x="251090" y="307878"/>
                  </a:lnTo>
                  <a:lnTo>
                    <a:pt x="255613" y="305116"/>
                  </a:lnTo>
                  <a:lnTo>
                    <a:pt x="260046" y="302211"/>
                  </a:lnTo>
                  <a:lnTo>
                    <a:pt x="264385" y="299168"/>
                  </a:lnTo>
                  <a:lnTo>
                    <a:pt x="268626" y="295988"/>
                  </a:lnTo>
                  <a:lnTo>
                    <a:pt x="272763" y="292676"/>
                  </a:lnTo>
                  <a:lnTo>
                    <a:pt x="276793" y="289234"/>
                  </a:lnTo>
                  <a:lnTo>
                    <a:pt x="280712" y="285667"/>
                  </a:lnTo>
                  <a:lnTo>
                    <a:pt x="284516" y="281976"/>
                  </a:lnTo>
                  <a:lnTo>
                    <a:pt x="288202" y="278167"/>
                  </a:lnTo>
                  <a:lnTo>
                    <a:pt x="291764" y="274243"/>
                  </a:lnTo>
                  <a:lnTo>
                    <a:pt x="295201" y="270209"/>
                  </a:lnTo>
                  <a:lnTo>
                    <a:pt x="298507" y="266067"/>
                  </a:lnTo>
                  <a:lnTo>
                    <a:pt x="301681" y="261822"/>
                  </a:lnTo>
                  <a:lnTo>
                    <a:pt x="304719" y="257479"/>
                  </a:lnTo>
                  <a:lnTo>
                    <a:pt x="307617" y="253042"/>
                  </a:lnTo>
                  <a:lnTo>
                    <a:pt x="310374" y="248515"/>
                  </a:lnTo>
                  <a:lnTo>
                    <a:pt x="312985" y="243904"/>
                  </a:lnTo>
                  <a:lnTo>
                    <a:pt x="315449" y="239211"/>
                  </a:lnTo>
                  <a:lnTo>
                    <a:pt x="317763" y="234443"/>
                  </a:lnTo>
                  <a:lnTo>
                    <a:pt x="319925" y="229604"/>
                  </a:lnTo>
                  <a:lnTo>
                    <a:pt x="321932" y="224699"/>
                  </a:lnTo>
                  <a:lnTo>
                    <a:pt x="323783" y="219733"/>
                  </a:lnTo>
                  <a:lnTo>
                    <a:pt x="325475" y="214710"/>
                  </a:lnTo>
                  <a:lnTo>
                    <a:pt x="327007" y="209637"/>
                  </a:lnTo>
                  <a:lnTo>
                    <a:pt x="328378" y="204517"/>
                  </a:lnTo>
                  <a:lnTo>
                    <a:pt x="329586" y="199357"/>
                  </a:lnTo>
                  <a:lnTo>
                    <a:pt x="330629" y="194160"/>
                  </a:lnTo>
                  <a:lnTo>
                    <a:pt x="331508" y="188934"/>
                  </a:lnTo>
                  <a:lnTo>
                    <a:pt x="332220" y="183682"/>
                  </a:lnTo>
                  <a:lnTo>
                    <a:pt x="332765" y="178410"/>
                  </a:lnTo>
                  <a:lnTo>
                    <a:pt x="333143" y="173124"/>
                  </a:lnTo>
                  <a:lnTo>
                    <a:pt x="333353" y="167828"/>
                  </a:lnTo>
                  <a:lnTo>
                    <a:pt x="333395" y="162528"/>
                  </a:lnTo>
                  <a:lnTo>
                    <a:pt x="333269" y="157230"/>
                  </a:lnTo>
                  <a:lnTo>
                    <a:pt x="332975" y="151938"/>
                  </a:lnTo>
                  <a:lnTo>
                    <a:pt x="332514" y="146658"/>
                  </a:lnTo>
                  <a:lnTo>
                    <a:pt x="331885" y="141396"/>
                  </a:lnTo>
                  <a:lnTo>
                    <a:pt x="331090" y="136156"/>
                  </a:lnTo>
                  <a:lnTo>
                    <a:pt x="330130" y="130944"/>
                  </a:lnTo>
                  <a:lnTo>
                    <a:pt x="329004" y="125765"/>
                  </a:lnTo>
                  <a:lnTo>
                    <a:pt x="327715" y="120624"/>
                  </a:lnTo>
                  <a:lnTo>
                    <a:pt x="326264" y="115527"/>
                  </a:lnTo>
                  <a:lnTo>
                    <a:pt x="324651" y="110478"/>
                  </a:lnTo>
                  <a:lnTo>
                    <a:pt x="322880" y="105483"/>
                  </a:lnTo>
                  <a:lnTo>
                    <a:pt x="320951" y="100546"/>
                  </a:lnTo>
                  <a:lnTo>
                    <a:pt x="318866" y="95674"/>
                  </a:lnTo>
                  <a:lnTo>
                    <a:pt x="316629" y="90869"/>
                  </a:lnTo>
                  <a:lnTo>
                    <a:pt x="314239" y="86139"/>
                  </a:lnTo>
                  <a:lnTo>
                    <a:pt x="311702" y="81486"/>
                  </a:lnTo>
                  <a:lnTo>
                    <a:pt x="309018" y="76916"/>
                  </a:lnTo>
                  <a:lnTo>
                    <a:pt x="306190" y="72433"/>
                  </a:lnTo>
                  <a:lnTo>
                    <a:pt x="303222" y="68042"/>
                  </a:lnTo>
                  <a:lnTo>
                    <a:pt x="300116" y="63748"/>
                  </a:lnTo>
                  <a:lnTo>
                    <a:pt x="296875" y="59554"/>
                  </a:lnTo>
                  <a:lnTo>
                    <a:pt x="293503" y="55465"/>
                  </a:lnTo>
                  <a:lnTo>
                    <a:pt x="290004" y="51485"/>
                  </a:lnTo>
                  <a:lnTo>
                    <a:pt x="286379" y="47618"/>
                  </a:lnTo>
                  <a:lnTo>
                    <a:pt x="282634" y="43868"/>
                  </a:lnTo>
                  <a:lnTo>
                    <a:pt x="278773" y="40238"/>
                  </a:lnTo>
                  <a:lnTo>
                    <a:pt x="274797" y="36733"/>
                  </a:lnTo>
                  <a:lnTo>
                    <a:pt x="270713" y="33355"/>
                  </a:lnTo>
                  <a:lnTo>
                    <a:pt x="266524" y="30109"/>
                  </a:lnTo>
                  <a:lnTo>
                    <a:pt x="262234" y="26997"/>
                  </a:lnTo>
                  <a:lnTo>
                    <a:pt x="257847" y="24022"/>
                  </a:lnTo>
                  <a:lnTo>
                    <a:pt x="253369" y="21188"/>
                  </a:lnTo>
                  <a:lnTo>
                    <a:pt x="248803" y="18498"/>
                  </a:lnTo>
                  <a:lnTo>
                    <a:pt x="244153" y="15953"/>
                  </a:lnTo>
                  <a:lnTo>
                    <a:pt x="239426" y="13557"/>
                  </a:lnTo>
                  <a:lnTo>
                    <a:pt x="234625" y="11313"/>
                  </a:lnTo>
                  <a:lnTo>
                    <a:pt x="229755" y="9221"/>
                  </a:lnTo>
                  <a:lnTo>
                    <a:pt x="224821" y="7285"/>
                  </a:lnTo>
                  <a:lnTo>
                    <a:pt x="219829" y="5507"/>
                  </a:lnTo>
                  <a:lnTo>
                    <a:pt x="214782" y="3887"/>
                  </a:lnTo>
                  <a:lnTo>
                    <a:pt x="209687" y="2429"/>
                  </a:lnTo>
                  <a:lnTo>
                    <a:pt x="204548" y="1132"/>
                  </a:lnTo>
                  <a:lnTo>
                    <a:pt x="199371" y="0"/>
                  </a:lnTo>
                  <a:lnTo>
                    <a:pt x="166233" y="1638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964501" y="1071028"/>
              <a:ext cx="33137" cy="167167"/>
            </a:xfrm>
            <a:custGeom>
              <a:avLst/>
              <a:pathLst>
                <a:path w="33137" h="167167">
                  <a:moveTo>
                    <a:pt x="33137" y="3317"/>
                  </a:moveTo>
                  <a:lnTo>
                    <a:pt x="26573" y="2125"/>
                  </a:lnTo>
                  <a:lnTo>
                    <a:pt x="19967" y="1196"/>
                  </a:lnTo>
                  <a:lnTo>
                    <a:pt x="13329" y="532"/>
                  </a:lnTo>
                  <a:lnTo>
                    <a:pt x="6670" y="13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12597" y="1322571"/>
              <a:ext cx="76123" cy="167167"/>
            </a:xfrm>
            <a:custGeom>
              <a:avLst/>
              <a:pathLst>
                <a:path w="76123" h="167167">
                  <a:moveTo>
                    <a:pt x="76123" y="0"/>
                  </a:moveTo>
                  <a:lnTo>
                    <a:pt x="70478" y="95"/>
                  </a:lnTo>
                  <a:lnTo>
                    <a:pt x="64841" y="381"/>
                  </a:lnTo>
                  <a:lnTo>
                    <a:pt x="59216" y="857"/>
                  </a:lnTo>
                  <a:lnTo>
                    <a:pt x="53610" y="1522"/>
                  </a:lnTo>
                  <a:lnTo>
                    <a:pt x="48030" y="2377"/>
                  </a:lnTo>
                  <a:lnTo>
                    <a:pt x="42482" y="3419"/>
                  </a:lnTo>
                  <a:lnTo>
                    <a:pt x="36972" y="4649"/>
                  </a:lnTo>
                  <a:lnTo>
                    <a:pt x="31507" y="6063"/>
                  </a:lnTo>
                  <a:lnTo>
                    <a:pt x="26093" y="7661"/>
                  </a:lnTo>
                  <a:lnTo>
                    <a:pt x="20736" y="9442"/>
                  </a:lnTo>
                  <a:lnTo>
                    <a:pt x="15442" y="11402"/>
                  </a:lnTo>
                  <a:lnTo>
                    <a:pt x="10218" y="13539"/>
                  </a:lnTo>
                  <a:lnTo>
                    <a:pt x="5068" y="15852"/>
                  </a:lnTo>
                  <a:lnTo>
                    <a:pt x="0" y="18338"/>
                  </a:lnTo>
                  <a:lnTo>
                    <a:pt x="76123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12597" y="1340909"/>
              <a:ext cx="76123" cy="148829"/>
            </a:xfrm>
            <a:custGeom>
              <a:avLst/>
              <a:pathLst>
                <a:path w="76123" h="148829">
                  <a:moveTo>
                    <a:pt x="0" y="0"/>
                  </a:moveTo>
                  <a:lnTo>
                    <a:pt x="76123" y="14882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12597" y="1340909"/>
              <a:ext cx="76123" cy="148829"/>
            </a:xfrm>
            <a:custGeom>
              <a:avLst/>
              <a:pathLst>
                <a:path w="76123" h="148829">
                  <a:moveTo>
                    <a:pt x="0" y="0"/>
                  </a:moveTo>
                  <a:lnTo>
                    <a:pt x="76123" y="14882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12597" y="1340909"/>
              <a:ext cx="76123" cy="148829"/>
            </a:xfrm>
            <a:custGeom>
              <a:avLst/>
              <a:pathLst>
                <a:path w="76123" h="148829">
                  <a:moveTo>
                    <a:pt x="0" y="0"/>
                  </a:moveTo>
                  <a:lnTo>
                    <a:pt x="76123" y="1488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12597" y="1340909"/>
              <a:ext cx="76123" cy="148829"/>
            </a:xfrm>
            <a:custGeom>
              <a:avLst/>
              <a:pathLst>
                <a:path w="76123" h="148829">
                  <a:moveTo>
                    <a:pt x="0" y="0"/>
                  </a:moveTo>
                  <a:lnTo>
                    <a:pt x="76123" y="1488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12597" y="1340909"/>
              <a:ext cx="76123" cy="148829"/>
            </a:xfrm>
            <a:custGeom>
              <a:avLst/>
              <a:pathLst>
                <a:path w="76123" h="148829">
                  <a:moveTo>
                    <a:pt x="0" y="0"/>
                  </a:moveTo>
                  <a:lnTo>
                    <a:pt x="76123" y="1488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12597" y="1340909"/>
              <a:ext cx="76123" cy="148829"/>
            </a:xfrm>
            <a:custGeom>
              <a:avLst/>
              <a:pathLst>
                <a:path w="76123" h="148829">
                  <a:moveTo>
                    <a:pt x="0" y="0"/>
                  </a:moveTo>
                  <a:lnTo>
                    <a:pt x="76123" y="14882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12597" y="1340909"/>
              <a:ext cx="76123" cy="148829"/>
            </a:xfrm>
            <a:custGeom>
              <a:avLst/>
              <a:pathLst>
                <a:path w="76123" h="148829">
                  <a:moveTo>
                    <a:pt x="0" y="0"/>
                  </a:moveTo>
                  <a:lnTo>
                    <a:pt x="76123" y="14882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12597" y="1340909"/>
              <a:ext cx="76123" cy="148829"/>
            </a:xfrm>
            <a:custGeom>
              <a:avLst/>
              <a:pathLst>
                <a:path w="76123" h="148829">
                  <a:moveTo>
                    <a:pt x="0" y="0"/>
                  </a:moveTo>
                  <a:lnTo>
                    <a:pt x="76123" y="1488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12597" y="1340909"/>
              <a:ext cx="76123" cy="148829"/>
            </a:xfrm>
            <a:custGeom>
              <a:avLst/>
              <a:pathLst>
                <a:path w="76123" h="148829">
                  <a:moveTo>
                    <a:pt x="0" y="0"/>
                  </a:moveTo>
                  <a:lnTo>
                    <a:pt x="76123" y="14882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12597" y="1340909"/>
              <a:ext cx="76123" cy="148829"/>
            </a:xfrm>
            <a:custGeom>
              <a:avLst/>
              <a:pathLst>
                <a:path w="76123" h="148829">
                  <a:moveTo>
                    <a:pt x="0" y="0"/>
                  </a:moveTo>
                  <a:lnTo>
                    <a:pt x="76123" y="14882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12597" y="1340909"/>
              <a:ext cx="76123" cy="148829"/>
            </a:xfrm>
            <a:custGeom>
              <a:avLst/>
              <a:pathLst>
                <a:path w="76123" h="148829">
                  <a:moveTo>
                    <a:pt x="0" y="0"/>
                  </a:moveTo>
                  <a:lnTo>
                    <a:pt x="76123" y="1488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12597" y="1340909"/>
              <a:ext cx="76123" cy="148829"/>
            </a:xfrm>
            <a:custGeom>
              <a:avLst/>
              <a:pathLst>
                <a:path w="76123" h="148829">
                  <a:moveTo>
                    <a:pt x="0" y="0"/>
                  </a:moveTo>
                  <a:lnTo>
                    <a:pt x="76123" y="1488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12597" y="1340909"/>
              <a:ext cx="76123" cy="148829"/>
            </a:xfrm>
            <a:custGeom>
              <a:avLst/>
              <a:pathLst>
                <a:path w="76123" h="148829">
                  <a:moveTo>
                    <a:pt x="0" y="0"/>
                  </a:moveTo>
                  <a:lnTo>
                    <a:pt x="76123" y="1488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12597" y="1340909"/>
              <a:ext cx="76123" cy="148829"/>
            </a:xfrm>
            <a:custGeom>
              <a:avLst/>
              <a:pathLst>
                <a:path w="76123" h="148829">
                  <a:moveTo>
                    <a:pt x="0" y="0"/>
                  </a:moveTo>
                  <a:lnTo>
                    <a:pt x="76123" y="1488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412597" y="1340909"/>
              <a:ext cx="76123" cy="148829"/>
            </a:xfrm>
            <a:custGeom>
              <a:avLst/>
              <a:pathLst>
                <a:path w="76123" h="148829">
                  <a:moveTo>
                    <a:pt x="0" y="0"/>
                  </a:moveTo>
                  <a:lnTo>
                    <a:pt x="76123" y="14882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412597" y="1340909"/>
              <a:ext cx="76123" cy="148829"/>
            </a:xfrm>
            <a:custGeom>
              <a:avLst/>
              <a:pathLst>
                <a:path w="76123" h="148829">
                  <a:moveTo>
                    <a:pt x="0" y="0"/>
                  </a:moveTo>
                  <a:lnTo>
                    <a:pt x="76123" y="14882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321571" y="1340909"/>
              <a:ext cx="334306" cy="315996"/>
            </a:xfrm>
            <a:custGeom>
              <a:avLst/>
              <a:pathLst>
                <a:path w="334306" h="315996">
                  <a:moveTo>
                    <a:pt x="91025" y="0"/>
                  </a:moveTo>
                  <a:lnTo>
                    <a:pt x="86332" y="2495"/>
                  </a:lnTo>
                  <a:lnTo>
                    <a:pt x="81721" y="5138"/>
                  </a:lnTo>
                  <a:lnTo>
                    <a:pt x="77196" y="7927"/>
                  </a:lnTo>
                  <a:lnTo>
                    <a:pt x="72762" y="10857"/>
                  </a:lnTo>
                  <a:lnTo>
                    <a:pt x="68423" y="13928"/>
                  </a:lnTo>
                  <a:lnTo>
                    <a:pt x="64184" y="17135"/>
                  </a:lnTo>
                  <a:lnTo>
                    <a:pt x="60050" y="20475"/>
                  </a:lnTo>
                  <a:lnTo>
                    <a:pt x="56023" y="23944"/>
                  </a:lnTo>
                  <a:lnTo>
                    <a:pt x="52109" y="27540"/>
                  </a:lnTo>
                  <a:lnTo>
                    <a:pt x="48311" y="31259"/>
                  </a:lnTo>
                  <a:lnTo>
                    <a:pt x="44634" y="35096"/>
                  </a:lnTo>
                  <a:lnTo>
                    <a:pt x="41080" y="39049"/>
                  </a:lnTo>
                  <a:lnTo>
                    <a:pt x="37654" y="43112"/>
                  </a:lnTo>
                  <a:lnTo>
                    <a:pt x="34358" y="47282"/>
                  </a:lnTo>
                  <a:lnTo>
                    <a:pt x="31197" y="51555"/>
                  </a:lnTo>
                  <a:lnTo>
                    <a:pt x="28173" y="55926"/>
                  </a:lnTo>
                  <a:lnTo>
                    <a:pt x="25290" y="60392"/>
                  </a:lnTo>
                  <a:lnTo>
                    <a:pt x="22550" y="64946"/>
                  </a:lnTo>
                  <a:lnTo>
                    <a:pt x="19957" y="69586"/>
                  </a:lnTo>
                  <a:lnTo>
                    <a:pt x="17512" y="74305"/>
                  </a:lnTo>
                  <a:lnTo>
                    <a:pt x="15218" y="79100"/>
                  </a:lnTo>
                  <a:lnTo>
                    <a:pt x="13078" y="83965"/>
                  </a:lnTo>
                  <a:lnTo>
                    <a:pt x="11094" y="88896"/>
                  </a:lnTo>
                  <a:lnTo>
                    <a:pt x="9267" y="93888"/>
                  </a:lnTo>
                  <a:lnTo>
                    <a:pt x="7601" y="98935"/>
                  </a:lnTo>
                  <a:lnTo>
                    <a:pt x="6095" y="104032"/>
                  </a:lnTo>
                  <a:lnTo>
                    <a:pt x="4752" y="109175"/>
                  </a:lnTo>
                  <a:lnTo>
                    <a:pt x="3574" y="114358"/>
                  </a:lnTo>
                  <a:lnTo>
                    <a:pt x="2561" y="119575"/>
                  </a:lnTo>
                  <a:lnTo>
                    <a:pt x="1714" y="124823"/>
                  </a:lnTo>
                  <a:lnTo>
                    <a:pt x="1034" y="130094"/>
                  </a:lnTo>
                  <a:lnTo>
                    <a:pt x="522" y="135385"/>
                  </a:lnTo>
                  <a:lnTo>
                    <a:pt x="179" y="140689"/>
                  </a:lnTo>
                  <a:lnTo>
                    <a:pt x="5" y="146001"/>
                  </a:lnTo>
                  <a:lnTo>
                    <a:pt x="0" y="151316"/>
                  </a:lnTo>
                  <a:lnTo>
                    <a:pt x="163" y="156629"/>
                  </a:lnTo>
                  <a:lnTo>
                    <a:pt x="495" y="161934"/>
                  </a:lnTo>
                  <a:lnTo>
                    <a:pt x="996" y="167225"/>
                  </a:lnTo>
                  <a:lnTo>
                    <a:pt x="1665" y="172498"/>
                  </a:lnTo>
                  <a:lnTo>
                    <a:pt x="2501" y="177747"/>
                  </a:lnTo>
                  <a:lnTo>
                    <a:pt x="3504" y="182967"/>
                  </a:lnTo>
                  <a:lnTo>
                    <a:pt x="4672" y="188152"/>
                  </a:lnTo>
                  <a:lnTo>
                    <a:pt x="6004" y="193298"/>
                  </a:lnTo>
                  <a:lnTo>
                    <a:pt x="7499" y="198398"/>
                  </a:lnTo>
                  <a:lnTo>
                    <a:pt x="9156" y="203449"/>
                  </a:lnTo>
                  <a:lnTo>
                    <a:pt x="10972" y="208444"/>
                  </a:lnTo>
                  <a:lnTo>
                    <a:pt x="12946" y="213379"/>
                  </a:lnTo>
                  <a:lnTo>
                    <a:pt x="15076" y="218248"/>
                  </a:lnTo>
                  <a:lnTo>
                    <a:pt x="17360" y="223048"/>
                  </a:lnTo>
                  <a:lnTo>
                    <a:pt x="19795" y="227772"/>
                  </a:lnTo>
                  <a:lnTo>
                    <a:pt x="22380" y="232417"/>
                  </a:lnTo>
                  <a:lnTo>
                    <a:pt x="25110" y="236977"/>
                  </a:lnTo>
                  <a:lnTo>
                    <a:pt x="27984" y="241448"/>
                  </a:lnTo>
                  <a:lnTo>
                    <a:pt x="30999" y="245826"/>
                  </a:lnTo>
                  <a:lnTo>
                    <a:pt x="34152" y="250105"/>
                  </a:lnTo>
                  <a:lnTo>
                    <a:pt x="37439" y="254282"/>
                  </a:lnTo>
                  <a:lnTo>
                    <a:pt x="40857" y="258352"/>
                  </a:lnTo>
                  <a:lnTo>
                    <a:pt x="44402" y="262312"/>
                  </a:lnTo>
                  <a:lnTo>
                    <a:pt x="48072" y="266157"/>
                  </a:lnTo>
                  <a:lnTo>
                    <a:pt x="51862" y="269883"/>
                  </a:lnTo>
                  <a:lnTo>
                    <a:pt x="55769" y="273487"/>
                  </a:lnTo>
                  <a:lnTo>
                    <a:pt x="59789" y="276965"/>
                  </a:lnTo>
                  <a:lnTo>
                    <a:pt x="63916" y="280313"/>
                  </a:lnTo>
                  <a:lnTo>
                    <a:pt x="68149" y="283529"/>
                  </a:lnTo>
                  <a:lnTo>
                    <a:pt x="72481" y="286608"/>
                  </a:lnTo>
                  <a:lnTo>
                    <a:pt x="76909" y="289548"/>
                  </a:lnTo>
                  <a:lnTo>
                    <a:pt x="81428" y="292346"/>
                  </a:lnTo>
                  <a:lnTo>
                    <a:pt x="86034" y="294998"/>
                  </a:lnTo>
                  <a:lnTo>
                    <a:pt x="90722" y="297503"/>
                  </a:lnTo>
                  <a:lnTo>
                    <a:pt x="95487" y="299858"/>
                  </a:lnTo>
                  <a:lnTo>
                    <a:pt x="100325" y="302059"/>
                  </a:lnTo>
                  <a:lnTo>
                    <a:pt x="105230" y="304106"/>
                  </a:lnTo>
                  <a:lnTo>
                    <a:pt x="110198" y="305996"/>
                  </a:lnTo>
                  <a:lnTo>
                    <a:pt x="115223" y="307727"/>
                  </a:lnTo>
                  <a:lnTo>
                    <a:pt x="120301" y="309298"/>
                  </a:lnTo>
                  <a:lnTo>
                    <a:pt x="125426" y="310706"/>
                  </a:lnTo>
                  <a:lnTo>
                    <a:pt x="130594" y="311951"/>
                  </a:lnTo>
                  <a:lnTo>
                    <a:pt x="135798" y="313030"/>
                  </a:lnTo>
                  <a:lnTo>
                    <a:pt x="141034" y="313944"/>
                  </a:lnTo>
                  <a:lnTo>
                    <a:pt x="146297" y="314691"/>
                  </a:lnTo>
                  <a:lnTo>
                    <a:pt x="151580" y="315270"/>
                  </a:lnTo>
                  <a:lnTo>
                    <a:pt x="156879" y="315681"/>
                  </a:lnTo>
                  <a:lnTo>
                    <a:pt x="162189" y="315923"/>
                  </a:lnTo>
                  <a:lnTo>
                    <a:pt x="167504" y="315996"/>
                  </a:lnTo>
                  <a:lnTo>
                    <a:pt x="172818" y="315900"/>
                  </a:lnTo>
                  <a:lnTo>
                    <a:pt x="178127" y="315636"/>
                  </a:lnTo>
                  <a:lnTo>
                    <a:pt x="183424" y="315202"/>
                  </a:lnTo>
                  <a:lnTo>
                    <a:pt x="188705" y="314601"/>
                  </a:lnTo>
                  <a:lnTo>
                    <a:pt x="193964" y="313832"/>
                  </a:lnTo>
                  <a:lnTo>
                    <a:pt x="199196" y="312896"/>
                  </a:lnTo>
                  <a:lnTo>
                    <a:pt x="204396" y="311794"/>
                  </a:lnTo>
                  <a:lnTo>
                    <a:pt x="209558" y="310527"/>
                  </a:lnTo>
                  <a:lnTo>
                    <a:pt x="214677" y="309097"/>
                  </a:lnTo>
                  <a:lnTo>
                    <a:pt x="219749" y="307505"/>
                  </a:lnTo>
                  <a:lnTo>
                    <a:pt x="224766" y="305753"/>
                  </a:lnTo>
                  <a:lnTo>
                    <a:pt x="229726" y="303842"/>
                  </a:lnTo>
                  <a:lnTo>
                    <a:pt x="234623" y="301774"/>
                  </a:lnTo>
                  <a:lnTo>
                    <a:pt x="239451" y="299552"/>
                  </a:lnTo>
                  <a:lnTo>
                    <a:pt x="244206" y="297177"/>
                  </a:lnTo>
                  <a:lnTo>
                    <a:pt x="248883" y="294652"/>
                  </a:lnTo>
                  <a:lnTo>
                    <a:pt x="253478" y="291980"/>
                  </a:lnTo>
                  <a:lnTo>
                    <a:pt x="257985" y="289163"/>
                  </a:lnTo>
                  <a:lnTo>
                    <a:pt x="262401" y="286204"/>
                  </a:lnTo>
                  <a:lnTo>
                    <a:pt x="266720" y="283107"/>
                  </a:lnTo>
                  <a:lnTo>
                    <a:pt x="270938" y="279873"/>
                  </a:lnTo>
                  <a:lnTo>
                    <a:pt x="275052" y="276507"/>
                  </a:lnTo>
                  <a:lnTo>
                    <a:pt x="279057" y="273012"/>
                  </a:lnTo>
                  <a:lnTo>
                    <a:pt x="282948" y="269392"/>
                  </a:lnTo>
                  <a:lnTo>
                    <a:pt x="286722" y="265650"/>
                  </a:lnTo>
                  <a:lnTo>
                    <a:pt x="290376" y="261789"/>
                  </a:lnTo>
                  <a:lnTo>
                    <a:pt x="293905" y="257814"/>
                  </a:lnTo>
                  <a:lnTo>
                    <a:pt x="297305" y="253730"/>
                  </a:lnTo>
                  <a:lnTo>
                    <a:pt x="300574" y="249539"/>
                  </a:lnTo>
                  <a:lnTo>
                    <a:pt x="303709" y="245246"/>
                  </a:lnTo>
                  <a:lnTo>
                    <a:pt x="306705" y="240856"/>
                  </a:lnTo>
                  <a:lnTo>
                    <a:pt x="309560" y="236373"/>
                  </a:lnTo>
                  <a:lnTo>
                    <a:pt x="312271" y="231801"/>
                  </a:lnTo>
                  <a:lnTo>
                    <a:pt x="314836" y="227145"/>
                  </a:lnTo>
                  <a:lnTo>
                    <a:pt x="317251" y="222410"/>
                  </a:lnTo>
                  <a:lnTo>
                    <a:pt x="319514" y="217601"/>
                  </a:lnTo>
                  <a:lnTo>
                    <a:pt x="321624" y="212723"/>
                  </a:lnTo>
                  <a:lnTo>
                    <a:pt x="323577" y="207779"/>
                  </a:lnTo>
                  <a:lnTo>
                    <a:pt x="325372" y="202776"/>
                  </a:lnTo>
                  <a:lnTo>
                    <a:pt x="327007" y="197719"/>
                  </a:lnTo>
                  <a:lnTo>
                    <a:pt x="328480" y="192612"/>
                  </a:lnTo>
                  <a:lnTo>
                    <a:pt x="329791" y="187461"/>
                  </a:lnTo>
                  <a:lnTo>
                    <a:pt x="330937" y="182271"/>
                  </a:lnTo>
                  <a:lnTo>
                    <a:pt x="331917" y="177047"/>
                  </a:lnTo>
                  <a:lnTo>
                    <a:pt x="332731" y="171794"/>
                  </a:lnTo>
                  <a:lnTo>
                    <a:pt x="333377" y="166519"/>
                  </a:lnTo>
                  <a:lnTo>
                    <a:pt x="333856" y="161225"/>
                  </a:lnTo>
                  <a:lnTo>
                    <a:pt x="334165" y="155919"/>
                  </a:lnTo>
                  <a:lnTo>
                    <a:pt x="334306" y="150606"/>
                  </a:lnTo>
                  <a:lnTo>
                    <a:pt x="334278" y="145291"/>
                  </a:lnTo>
                  <a:lnTo>
                    <a:pt x="334081" y="139979"/>
                  </a:lnTo>
                  <a:lnTo>
                    <a:pt x="333716" y="134677"/>
                  </a:lnTo>
                  <a:lnTo>
                    <a:pt x="333182" y="129388"/>
                  </a:lnTo>
                  <a:lnTo>
                    <a:pt x="332480" y="124120"/>
                  </a:lnTo>
                  <a:lnTo>
                    <a:pt x="331611" y="118876"/>
                  </a:lnTo>
                  <a:lnTo>
                    <a:pt x="330575" y="113663"/>
                  </a:lnTo>
                  <a:lnTo>
                    <a:pt x="329375" y="108485"/>
                  </a:lnTo>
                  <a:lnTo>
                    <a:pt x="328010" y="103348"/>
                  </a:lnTo>
                  <a:lnTo>
                    <a:pt x="326483" y="98257"/>
                  </a:lnTo>
                  <a:lnTo>
                    <a:pt x="324794" y="93217"/>
                  </a:lnTo>
                  <a:lnTo>
                    <a:pt x="322947" y="88233"/>
                  </a:lnTo>
                  <a:lnTo>
                    <a:pt x="320942" y="83311"/>
                  </a:lnTo>
                  <a:lnTo>
                    <a:pt x="318781" y="78455"/>
                  </a:lnTo>
                  <a:lnTo>
                    <a:pt x="316467" y="73670"/>
                  </a:lnTo>
                  <a:lnTo>
                    <a:pt x="314002" y="68961"/>
                  </a:lnTo>
                  <a:lnTo>
                    <a:pt x="311389" y="64332"/>
                  </a:lnTo>
                  <a:lnTo>
                    <a:pt x="308630" y="59789"/>
                  </a:lnTo>
                  <a:lnTo>
                    <a:pt x="305727" y="55337"/>
                  </a:lnTo>
                  <a:lnTo>
                    <a:pt x="302685" y="50978"/>
                  </a:lnTo>
                  <a:lnTo>
                    <a:pt x="299506" y="46719"/>
                  </a:lnTo>
                  <a:lnTo>
                    <a:pt x="296193" y="42563"/>
                  </a:lnTo>
                  <a:lnTo>
                    <a:pt x="292749" y="38514"/>
                  </a:lnTo>
                  <a:lnTo>
                    <a:pt x="167148" y="14882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488720" y="1322571"/>
              <a:ext cx="125600" cy="167167"/>
            </a:xfrm>
            <a:custGeom>
              <a:avLst/>
              <a:pathLst>
                <a:path w="125600" h="167167">
                  <a:moveTo>
                    <a:pt x="125600" y="56852"/>
                  </a:moveTo>
                  <a:lnTo>
                    <a:pt x="121927" y="52805"/>
                  </a:lnTo>
                  <a:lnTo>
                    <a:pt x="118123" y="48880"/>
                  </a:lnTo>
                  <a:lnTo>
                    <a:pt x="114193" y="45082"/>
                  </a:lnTo>
                  <a:lnTo>
                    <a:pt x="110141" y="41414"/>
                  </a:lnTo>
                  <a:lnTo>
                    <a:pt x="105971" y="37881"/>
                  </a:lnTo>
                  <a:lnTo>
                    <a:pt x="101688" y="34486"/>
                  </a:lnTo>
                  <a:lnTo>
                    <a:pt x="97296" y="31232"/>
                  </a:lnTo>
                  <a:lnTo>
                    <a:pt x="92801" y="28124"/>
                  </a:lnTo>
                  <a:lnTo>
                    <a:pt x="88206" y="25165"/>
                  </a:lnTo>
                  <a:lnTo>
                    <a:pt x="83517" y="22357"/>
                  </a:lnTo>
                  <a:lnTo>
                    <a:pt x="78738" y="19704"/>
                  </a:lnTo>
                  <a:lnTo>
                    <a:pt x="73875" y="17209"/>
                  </a:lnTo>
                  <a:lnTo>
                    <a:pt x="68934" y="14874"/>
                  </a:lnTo>
                  <a:lnTo>
                    <a:pt x="63918" y="12702"/>
                  </a:lnTo>
                  <a:lnTo>
                    <a:pt x="58835" y="10695"/>
                  </a:lnTo>
                  <a:lnTo>
                    <a:pt x="53688" y="8856"/>
                  </a:lnTo>
                  <a:lnTo>
                    <a:pt x="48484" y="7185"/>
                  </a:lnTo>
                  <a:lnTo>
                    <a:pt x="43228" y="5686"/>
                  </a:lnTo>
                  <a:lnTo>
                    <a:pt x="37926" y="4359"/>
                  </a:lnTo>
                  <a:lnTo>
                    <a:pt x="32584" y="3206"/>
                  </a:lnTo>
                  <a:lnTo>
                    <a:pt x="27207" y="2228"/>
                  </a:lnTo>
                  <a:lnTo>
                    <a:pt x="21800" y="1427"/>
                  </a:lnTo>
                  <a:lnTo>
                    <a:pt x="16370" y="803"/>
                  </a:lnTo>
                  <a:lnTo>
                    <a:pt x="10923" y="357"/>
                  </a:lnTo>
                  <a:lnTo>
                    <a:pt x="5464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81496" y="1681503"/>
              <a:ext cx="5028" cy="167167"/>
            </a:xfrm>
            <a:custGeom>
              <a:avLst/>
              <a:pathLst>
                <a:path w="5028" h="167167">
                  <a:moveTo>
                    <a:pt x="5028" y="0"/>
                  </a:moveTo>
                  <a:lnTo>
                    <a:pt x="0" y="75"/>
                  </a:lnTo>
                  <a:lnTo>
                    <a:pt x="502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81496" y="1681578"/>
              <a:ext cx="5028" cy="167091"/>
            </a:xfrm>
            <a:custGeom>
              <a:avLst/>
              <a:pathLst>
                <a:path w="5028" h="167091">
                  <a:moveTo>
                    <a:pt x="0" y="0"/>
                  </a:moveTo>
                  <a:lnTo>
                    <a:pt x="5028" y="16709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81496" y="1681578"/>
              <a:ext cx="5028" cy="167091"/>
            </a:xfrm>
            <a:custGeom>
              <a:avLst/>
              <a:pathLst>
                <a:path w="5028" h="167091">
                  <a:moveTo>
                    <a:pt x="0" y="0"/>
                  </a:moveTo>
                  <a:lnTo>
                    <a:pt x="5028" y="1670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81496" y="1681578"/>
              <a:ext cx="5028" cy="167091"/>
            </a:xfrm>
            <a:custGeom>
              <a:avLst/>
              <a:pathLst>
                <a:path w="5028" h="167091">
                  <a:moveTo>
                    <a:pt x="0" y="0"/>
                  </a:moveTo>
                  <a:lnTo>
                    <a:pt x="5028" y="1670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81496" y="1681578"/>
              <a:ext cx="5028" cy="167091"/>
            </a:xfrm>
            <a:custGeom>
              <a:avLst/>
              <a:pathLst>
                <a:path w="5028" h="167091">
                  <a:moveTo>
                    <a:pt x="0" y="0"/>
                  </a:moveTo>
                  <a:lnTo>
                    <a:pt x="5028" y="1670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81496" y="1681578"/>
              <a:ext cx="5028" cy="167091"/>
            </a:xfrm>
            <a:custGeom>
              <a:avLst/>
              <a:pathLst>
                <a:path w="5028" h="167091">
                  <a:moveTo>
                    <a:pt x="0" y="0"/>
                  </a:moveTo>
                  <a:lnTo>
                    <a:pt x="5028" y="1670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81496" y="1681578"/>
              <a:ext cx="5028" cy="167091"/>
            </a:xfrm>
            <a:custGeom>
              <a:avLst/>
              <a:pathLst>
                <a:path w="5028" h="167091">
                  <a:moveTo>
                    <a:pt x="0" y="0"/>
                  </a:moveTo>
                  <a:lnTo>
                    <a:pt x="5028" y="16709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81496" y="1681578"/>
              <a:ext cx="5028" cy="167091"/>
            </a:xfrm>
            <a:custGeom>
              <a:avLst/>
              <a:pathLst>
                <a:path w="5028" h="167091">
                  <a:moveTo>
                    <a:pt x="0" y="0"/>
                  </a:moveTo>
                  <a:lnTo>
                    <a:pt x="5028" y="16709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081496" y="1681578"/>
              <a:ext cx="5028" cy="167091"/>
            </a:xfrm>
            <a:custGeom>
              <a:avLst/>
              <a:pathLst>
                <a:path w="5028" h="167091">
                  <a:moveTo>
                    <a:pt x="0" y="0"/>
                  </a:moveTo>
                  <a:lnTo>
                    <a:pt x="5028" y="16709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081496" y="1681578"/>
              <a:ext cx="5028" cy="167091"/>
            </a:xfrm>
            <a:custGeom>
              <a:avLst/>
              <a:pathLst>
                <a:path w="5028" h="167091">
                  <a:moveTo>
                    <a:pt x="0" y="0"/>
                  </a:moveTo>
                  <a:lnTo>
                    <a:pt x="5028" y="16709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081496" y="1681578"/>
              <a:ext cx="5028" cy="167091"/>
            </a:xfrm>
            <a:custGeom>
              <a:avLst/>
              <a:pathLst>
                <a:path w="5028" h="167091">
                  <a:moveTo>
                    <a:pt x="0" y="0"/>
                  </a:moveTo>
                  <a:lnTo>
                    <a:pt x="5028" y="1670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081496" y="1681578"/>
              <a:ext cx="5028" cy="167091"/>
            </a:xfrm>
            <a:custGeom>
              <a:avLst/>
              <a:pathLst>
                <a:path w="5028" h="167091">
                  <a:moveTo>
                    <a:pt x="0" y="0"/>
                  </a:moveTo>
                  <a:lnTo>
                    <a:pt x="5028" y="1670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081496" y="1681578"/>
              <a:ext cx="5028" cy="167091"/>
            </a:xfrm>
            <a:custGeom>
              <a:avLst/>
              <a:pathLst>
                <a:path w="5028" h="167091">
                  <a:moveTo>
                    <a:pt x="0" y="0"/>
                  </a:moveTo>
                  <a:lnTo>
                    <a:pt x="5028" y="1670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081496" y="1681578"/>
              <a:ext cx="5028" cy="167091"/>
            </a:xfrm>
            <a:custGeom>
              <a:avLst/>
              <a:pathLst>
                <a:path w="5028" h="167091">
                  <a:moveTo>
                    <a:pt x="0" y="0"/>
                  </a:moveTo>
                  <a:lnTo>
                    <a:pt x="5028" y="1670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081496" y="1681578"/>
              <a:ext cx="5028" cy="167091"/>
            </a:xfrm>
            <a:custGeom>
              <a:avLst/>
              <a:pathLst>
                <a:path w="5028" h="167091">
                  <a:moveTo>
                    <a:pt x="0" y="0"/>
                  </a:moveTo>
                  <a:lnTo>
                    <a:pt x="5028" y="16709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081496" y="1681578"/>
              <a:ext cx="5028" cy="167091"/>
            </a:xfrm>
            <a:custGeom>
              <a:avLst/>
              <a:pathLst>
                <a:path w="5028" h="167091">
                  <a:moveTo>
                    <a:pt x="0" y="0"/>
                  </a:moveTo>
                  <a:lnTo>
                    <a:pt x="5028" y="16709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951704" y="1681578"/>
              <a:ext cx="134820" cy="167091"/>
            </a:xfrm>
            <a:custGeom>
              <a:avLst/>
              <a:pathLst>
                <a:path w="134820" h="167091">
                  <a:moveTo>
                    <a:pt x="129792" y="0"/>
                  </a:moveTo>
                  <a:lnTo>
                    <a:pt x="124175" y="263"/>
                  </a:lnTo>
                  <a:lnTo>
                    <a:pt x="118571" y="715"/>
                  </a:lnTo>
                  <a:lnTo>
                    <a:pt x="112986" y="1356"/>
                  </a:lnTo>
                  <a:lnTo>
                    <a:pt x="107425" y="2184"/>
                  </a:lnTo>
                  <a:lnTo>
                    <a:pt x="101895" y="3198"/>
                  </a:lnTo>
                  <a:lnTo>
                    <a:pt x="96402" y="4398"/>
                  </a:lnTo>
                  <a:lnTo>
                    <a:pt x="90953" y="5782"/>
                  </a:lnTo>
                  <a:lnTo>
                    <a:pt x="85553" y="7349"/>
                  </a:lnTo>
                  <a:lnTo>
                    <a:pt x="80209" y="9096"/>
                  </a:lnTo>
                  <a:lnTo>
                    <a:pt x="74927" y="11022"/>
                  </a:lnTo>
                  <a:lnTo>
                    <a:pt x="69713" y="13124"/>
                  </a:lnTo>
                  <a:lnTo>
                    <a:pt x="64572" y="15400"/>
                  </a:lnTo>
                  <a:lnTo>
                    <a:pt x="59510" y="17849"/>
                  </a:lnTo>
                  <a:lnTo>
                    <a:pt x="54534" y="20466"/>
                  </a:lnTo>
                  <a:lnTo>
                    <a:pt x="49649" y="23248"/>
                  </a:lnTo>
                  <a:lnTo>
                    <a:pt x="44860" y="26194"/>
                  </a:lnTo>
                  <a:lnTo>
                    <a:pt x="40173" y="29299"/>
                  </a:lnTo>
                  <a:lnTo>
                    <a:pt x="35593" y="32559"/>
                  </a:lnTo>
                  <a:lnTo>
                    <a:pt x="31125" y="35972"/>
                  </a:lnTo>
                  <a:lnTo>
                    <a:pt x="26774" y="39533"/>
                  </a:lnTo>
                  <a:lnTo>
                    <a:pt x="22546" y="43239"/>
                  </a:lnTo>
                  <a:lnTo>
                    <a:pt x="18444" y="47085"/>
                  </a:lnTo>
                  <a:lnTo>
                    <a:pt x="14475" y="51066"/>
                  </a:lnTo>
                  <a:lnTo>
                    <a:pt x="10641" y="55179"/>
                  </a:lnTo>
                  <a:lnTo>
                    <a:pt x="6948" y="59418"/>
                  </a:lnTo>
                  <a:lnTo>
                    <a:pt x="3399" y="63779"/>
                  </a:lnTo>
                  <a:lnTo>
                    <a:pt x="0" y="68257"/>
                  </a:lnTo>
                  <a:lnTo>
                    <a:pt x="134820" y="16709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919357" y="1681503"/>
              <a:ext cx="334325" cy="334325"/>
            </a:xfrm>
            <a:custGeom>
              <a:avLst/>
              <a:pathLst>
                <a:path w="334325" h="334325">
                  <a:moveTo>
                    <a:pt x="32346" y="68332"/>
                  </a:moveTo>
                  <a:lnTo>
                    <a:pt x="29288" y="72645"/>
                  </a:lnTo>
                  <a:lnTo>
                    <a:pt x="26368" y="77052"/>
                  </a:lnTo>
                  <a:lnTo>
                    <a:pt x="23589" y="81549"/>
                  </a:lnTo>
                  <a:lnTo>
                    <a:pt x="20954" y="86132"/>
                  </a:lnTo>
                  <a:lnTo>
                    <a:pt x="18464" y="90797"/>
                  </a:lnTo>
                  <a:lnTo>
                    <a:pt x="16124" y="95537"/>
                  </a:lnTo>
                  <a:lnTo>
                    <a:pt x="13934" y="100349"/>
                  </a:lnTo>
                  <a:lnTo>
                    <a:pt x="11898" y="105228"/>
                  </a:lnTo>
                  <a:lnTo>
                    <a:pt x="10017" y="110169"/>
                  </a:lnTo>
                  <a:lnTo>
                    <a:pt x="8293" y="115167"/>
                  </a:lnTo>
                  <a:lnTo>
                    <a:pt x="6728" y="120217"/>
                  </a:lnTo>
                  <a:lnTo>
                    <a:pt x="5324" y="125313"/>
                  </a:lnTo>
                  <a:lnTo>
                    <a:pt x="4081" y="130452"/>
                  </a:lnTo>
                  <a:lnTo>
                    <a:pt x="3002" y="135628"/>
                  </a:lnTo>
                  <a:lnTo>
                    <a:pt x="2086" y="140835"/>
                  </a:lnTo>
                  <a:lnTo>
                    <a:pt x="1336" y="146068"/>
                  </a:lnTo>
                  <a:lnTo>
                    <a:pt x="752" y="151322"/>
                  </a:lnTo>
                  <a:lnTo>
                    <a:pt x="334" y="156593"/>
                  </a:lnTo>
                  <a:lnTo>
                    <a:pt x="83" y="161873"/>
                  </a:lnTo>
                  <a:lnTo>
                    <a:pt x="0" y="167160"/>
                  </a:lnTo>
                  <a:lnTo>
                    <a:pt x="83" y="172446"/>
                  </a:lnTo>
                  <a:lnTo>
                    <a:pt x="333" y="177726"/>
                  </a:lnTo>
                  <a:lnTo>
                    <a:pt x="751" y="182997"/>
                  </a:lnTo>
                  <a:lnTo>
                    <a:pt x="1334" y="188251"/>
                  </a:lnTo>
                  <a:lnTo>
                    <a:pt x="2084" y="193485"/>
                  </a:lnTo>
                  <a:lnTo>
                    <a:pt x="2999" y="198692"/>
                  </a:lnTo>
                  <a:lnTo>
                    <a:pt x="4078" y="203867"/>
                  </a:lnTo>
                  <a:lnTo>
                    <a:pt x="5320" y="209006"/>
                  </a:lnTo>
                  <a:lnTo>
                    <a:pt x="6724" y="214103"/>
                  </a:lnTo>
                  <a:lnTo>
                    <a:pt x="8288" y="219153"/>
                  </a:lnTo>
                  <a:lnTo>
                    <a:pt x="10012" y="224151"/>
                  </a:lnTo>
                  <a:lnTo>
                    <a:pt x="11892" y="229092"/>
                  </a:lnTo>
                  <a:lnTo>
                    <a:pt x="13928" y="233971"/>
                  </a:lnTo>
                  <a:lnTo>
                    <a:pt x="16117" y="238783"/>
                  </a:lnTo>
                  <a:lnTo>
                    <a:pt x="18457" y="243524"/>
                  </a:lnTo>
                  <a:lnTo>
                    <a:pt x="20946" y="248188"/>
                  </a:lnTo>
                  <a:lnTo>
                    <a:pt x="23581" y="252772"/>
                  </a:lnTo>
                  <a:lnTo>
                    <a:pt x="26360" y="257269"/>
                  </a:lnTo>
                  <a:lnTo>
                    <a:pt x="29280" y="261677"/>
                  </a:lnTo>
                  <a:lnTo>
                    <a:pt x="32337" y="265990"/>
                  </a:lnTo>
                  <a:lnTo>
                    <a:pt x="35530" y="270204"/>
                  </a:lnTo>
                  <a:lnTo>
                    <a:pt x="38854" y="274315"/>
                  </a:lnTo>
                  <a:lnTo>
                    <a:pt x="42306" y="278319"/>
                  </a:lnTo>
                  <a:lnTo>
                    <a:pt x="45883" y="282212"/>
                  </a:lnTo>
                  <a:lnTo>
                    <a:pt x="49582" y="285989"/>
                  </a:lnTo>
                  <a:lnTo>
                    <a:pt x="53398" y="289648"/>
                  </a:lnTo>
                  <a:lnTo>
                    <a:pt x="57328" y="293184"/>
                  </a:lnTo>
                  <a:lnTo>
                    <a:pt x="61368" y="296595"/>
                  </a:lnTo>
                  <a:lnTo>
                    <a:pt x="65514" y="299875"/>
                  </a:lnTo>
                  <a:lnTo>
                    <a:pt x="69761" y="303024"/>
                  </a:lnTo>
                  <a:lnTo>
                    <a:pt x="74106" y="306036"/>
                  </a:lnTo>
                  <a:lnTo>
                    <a:pt x="78544" y="308909"/>
                  </a:lnTo>
                  <a:lnTo>
                    <a:pt x="83070" y="311641"/>
                  </a:lnTo>
                  <a:lnTo>
                    <a:pt x="87681" y="314228"/>
                  </a:lnTo>
                  <a:lnTo>
                    <a:pt x="92371" y="316668"/>
                  </a:lnTo>
                  <a:lnTo>
                    <a:pt x="97136" y="318958"/>
                  </a:lnTo>
                  <a:lnTo>
                    <a:pt x="101970" y="321097"/>
                  </a:lnTo>
                  <a:lnTo>
                    <a:pt x="106871" y="323081"/>
                  </a:lnTo>
                  <a:lnTo>
                    <a:pt x="111831" y="324910"/>
                  </a:lnTo>
                  <a:lnTo>
                    <a:pt x="116847" y="326581"/>
                  </a:lnTo>
                  <a:lnTo>
                    <a:pt x="121913" y="328092"/>
                  </a:lnTo>
                  <a:lnTo>
                    <a:pt x="127024" y="329443"/>
                  </a:lnTo>
                  <a:lnTo>
                    <a:pt x="132176" y="330631"/>
                  </a:lnTo>
                  <a:lnTo>
                    <a:pt x="137362" y="331656"/>
                  </a:lnTo>
                  <a:lnTo>
                    <a:pt x="142579" y="332516"/>
                  </a:lnTo>
                  <a:lnTo>
                    <a:pt x="147820" y="333211"/>
                  </a:lnTo>
                  <a:lnTo>
                    <a:pt x="153080" y="333740"/>
                  </a:lnTo>
                  <a:lnTo>
                    <a:pt x="158354" y="334102"/>
                  </a:lnTo>
                  <a:lnTo>
                    <a:pt x="163638" y="334297"/>
                  </a:lnTo>
                  <a:lnTo>
                    <a:pt x="168924" y="334325"/>
                  </a:lnTo>
                  <a:lnTo>
                    <a:pt x="174209" y="334186"/>
                  </a:lnTo>
                  <a:lnTo>
                    <a:pt x="179487" y="333880"/>
                  </a:lnTo>
                  <a:lnTo>
                    <a:pt x="184753" y="333407"/>
                  </a:lnTo>
                  <a:lnTo>
                    <a:pt x="190001" y="332768"/>
                  </a:lnTo>
                  <a:lnTo>
                    <a:pt x="195226" y="331963"/>
                  </a:lnTo>
                  <a:lnTo>
                    <a:pt x="200423" y="330993"/>
                  </a:lnTo>
                  <a:lnTo>
                    <a:pt x="205587" y="329859"/>
                  </a:lnTo>
                  <a:lnTo>
                    <a:pt x="210712" y="328563"/>
                  </a:lnTo>
                  <a:lnTo>
                    <a:pt x="215794" y="327106"/>
                  </a:lnTo>
                  <a:lnTo>
                    <a:pt x="220827" y="325488"/>
                  </a:lnTo>
                  <a:lnTo>
                    <a:pt x="225807" y="323712"/>
                  </a:lnTo>
                  <a:lnTo>
                    <a:pt x="230728" y="321779"/>
                  </a:lnTo>
                  <a:lnTo>
                    <a:pt x="235585" y="319692"/>
                  </a:lnTo>
                  <a:lnTo>
                    <a:pt x="240374" y="317452"/>
                  </a:lnTo>
                  <a:lnTo>
                    <a:pt x="245090" y="315062"/>
                  </a:lnTo>
                  <a:lnTo>
                    <a:pt x="249728" y="312524"/>
                  </a:lnTo>
                  <a:lnTo>
                    <a:pt x="254283" y="309841"/>
                  </a:lnTo>
                  <a:lnTo>
                    <a:pt x="258751" y="307015"/>
                  </a:lnTo>
                  <a:lnTo>
                    <a:pt x="263127" y="304049"/>
                  </a:lnTo>
                  <a:lnTo>
                    <a:pt x="267408" y="300946"/>
                  </a:lnTo>
                  <a:lnTo>
                    <a:pt x="271588" y="297709"/>
                  </a:lnTo>
                  <a:lnTo>
                    <a:pt x="275664" y="294342"/>
                  </a:lnTo>
                  <a:lnTo>
                    <a:pt x="279631" y="290847"/>
                  </a:lnTo>
                  <a:lnTo>
                    <a:pt x="283486" y="287229"/>
                  </a:lnTo>
                  <a:lnTo>
                    <a:pt x="287224" y="283491"/>
                  </a:lnTo>
                  <a:lnTo>
                    <a:pt x="290842" y="279636"/>
                  </a:lnTo>
                  <a:lnTo>
                    <a:pt x="294337" y="275669"/>
                  </a:lnTo>
                  <a:lnTo>
                    <a:pt x="297704" y="271594"/>
                  </a:lnTo>
                  <a:lnTo>
                    <a:pt x="300941" y="267414"/>
                  </a:lnTo>
                  <a:lnTo>
                    <a:pt x="304044" y="263133"/>
                  </a:lnTo>
                  <a:lnTo>
                    <a:pt x="307011" y="258757"/>
                  </a:lnTo>
                  <a:lnTo>
                    <a:pt x="309837" y="254289"/>
                  </a:lnTo>
                  <a:lnTo>
                    <a:pt x="312520" y="249734"/>
                  </a:lnTo>
                  <a:lnTo>
                    <a:pt x="315059" y="245096"/>
                  </a:lnTo>
                  <a:lnTo>
                    <a:pt x="317449" y="240381"/>
                  </a:lnTo>
                  <a:lnTo>
                    <a:pt x="319689" y="235592"/>
                  </a:lnTo>
                  <a:lnTo>
                    <a:pt x="321776" y="230735"/>
                  </a:lnTo>
                  <a:lnTo>
                    <a:pt x="323709" y="225814"/>
                  </a:lnTo>
                  <a:lnTo>
                    <a:pt x="325485" y="220834"/>
                  </a:lnTo>
                  <a:lnTo>
                    <a:pt x="327103" y="215801"/>
                  </a:lnTo>
                  <a:lnTo>
                    <a:pt x="328561" y="210720"/>
                  </a:lnTo>
                  <a:lnTo>
                    <a:pt x="329858" y="205594"/>
                  </a:lnTo>
                  <a:lnTo>
                    <a:pt x="330992" y="200430"/>
                  </a:lnTo>
                  <a:lnTo>
                    <a:pt x="331961" y="195233"/>
                  </a:lnTo>
                  <a:lnTo>
                    <a:pt x="332767" y="190008"/>
                  </a:lnTo>
                  <a:lnTo>
                    <a:pt x="333406" y="184760"/>
                  </a:lnTo>
                  <a:lnTo>
                    <a:pt x="333879" y="179495"/>
                  </a:lnTo>
                  <a:lnTo>
                    <a:pt x="334186" y="174217"/>
                  </a:lnTo>
                  <a:lnTo>
                    <a:pt x="334325" y="168932"/>
                  </a:lnTo>
                  <a:lnTo>
                    <a:pt x="334297" y="163645"/>
                  </a:lnTo>
                  <a:lnTo>
                    <a:pt x="334102" y="158362"/>
                  </a:lnTo>
                  <a:lnTo>
                    <a:pt x="333740" y="153087"/>
                  </a:lnTo>
                  <a:lnTo>
                    <a:pt x="333212" y="147827"/>
                  </a:lnTo>
                  <a:lnTo>
                    <a:pt x="332517" y="142586"/>
                  </a:lnTo>
                  <a:lnTo>
                    <a:pt x="331657" y="137370"/>
                  </a:lnTo>
                  <a:lnTo>
                    <a:pt x="330633" y="132183"/>
                  </a:lnTo>
                  <a:lnTo>
                    <a:pt x="329445" y="127032"/>
                  </a:lnTo>
                  <a:lnTo>
                    <a:pt x="328095" y="121920"/>
                  </a:lnTo>
                  <a:lnTo>
                    <a:pt x="326583" y="116854"/>
                  </a:lnTo>
                  <a:lnTo>
                    <a:pt x="324913" y="111838"/>
                  </a:lnTo>
                  <a:lnTo>
                    <a:pt x="323084" y="106878"/>
                  </a:lnTo>
                  <a:lnTo>
                    <a:pt x="321100" y="101977"/>
                  </a:lnTo>
                  <a:lnTo>
                    <a:pt x="318961" y="97142"/>
                  </a:lnTo>
                  <a:lnTo>
                    <a:pt x="316671" y="92377"/>
                  </a:lnTo>
                  <a:lnTo>
                    <a:pt x="314231" y="87687"/>
                  </a:lnTo>
                  <a:lnTo>
                    <a:pt x="311644" y="83076"/>
                  </a:lnTo>
                  <a:lnTo>
                    <a:pt x="308913" y="78550"/>
                  </a:lnTo>
                  <a:lnTo>
                    <a:pt x="306040" y="74112"/>
                  </a:lnTo>
                  <a:lnTo>
                    <a:pt x="303028" y="69767"/>
                  </a:lnTo>
                  <a:lnTo>
                    <a:pt x="299880" y="65520"/>
                  </a:lnTo>
                  <a:lnTo>
                    <a:pt x="296599" y="61374"/>
                  </a:lnTo>
                  <a:lnTo>
                    <a:pt x="293189" y="57334"/>
                  </a:lnTo>
                  <a:lnTo>
                    <a:pt x="289653" y="53404"/>
                  </a:lnTo>
                  <a:lnTo>
                    <a:pt x="285994" y="49587"/>
                  </a:lnTo>
                  <a:lnTo>
                    <a:pt x="282217" y="45889"/>
                  </a:lnTo>
                  <a:lnTo>
                    <a:pt x="278324" y="42311"/>
                  </a:lnTo>
                  <a:lnTo>
                    <a:pt x="274321" y="38859"/>
                  </a:lnTo>
                  <a:lnTo>
                    <a:pt x="270210" y="35534"/>
                  </a:lnTo>
                  <a:lnTo>
                    <a:pt x="265996" y="32342"/>
                  </a:lnTo>
                  <a:lnTo>
                    <a:pt x="261683" y="29284"/>
                  </a:lnTo>
                  <a:lnTo>
                    <a:pt x="257276" y="26364"/>
                  </a:lnTo>
                  <a:lnTo>
                    <a:pt x="252778" y="23585"/>
                  </a:lnTo>
                  <a:lnTo>
                    <a:pt x="248195" y="20950"/>
                  </a:lnTo>
                  <a:lnTo>
                    <a:pt x="243531" y="18461"/>
                  </a:lnTo>
                  <a:lnTo>
                    <a:pt x="238790" y="16120"/>
                  </a:lnTo>
                  <a:lnTo>
                    <a:pt x="233978" y="13931"/>
                  </a:lnTo>
                  <a:lnTo>
                    <a:pt x="229099" y="11895"/>
                  </a:lnTo>
                  <a:lnTo>
                    <a:pt x="224158" y="10014"/>
                  </a:lnTo>
                  <a:lnTo>
                    <a:pt x="219160" y="8291"/>
                  </a:lnTo>
                  <a:lnTo>
                    <a:pt x="214110" y="6726"/>
                  </a:lnTo>
                  <a:lnTo>
                    <a:pt x="209013" y="5322"/>
                  </a:lnTo>
                  <a:lnTo>
                    <a:pt x="203874" y="4080"/>
                  </a:lnTo>
                  <a:lnTo>
                    <a:pt x="198699" y="3000"/>
                  </a:lnTo>
                  <a:lnTo>
                    <a:pt x="193492" y="2085"/>
                  </a:lnTo>
                  <a:lnTo>
                    <a:pt x="188259" y="1335"/>
                  </a:lnTo>
                  <a:lnTo>
                    <a:pt x="183004" y="751"/>
                  </a:lnTo>
                  <a:lnTo>
                    <a:pt x="177734" y="334"/>
                  </a:lnTo>
                  <a:lnTo>
                    <a:pt x="172453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43585" y="2126963"/>
              <a:ext cx="37701" cy="167167"/>
            </a:xfrm>
            <a:custGeom>
              <a:avLst/>
              <a:pathLst>
                <a:path w="37701" h="167167">
                  <a:moveTo>
                    <a:pt x="37701" y="0"/>
                  </a:moveTo>
                  <a:lnTo>
                    <a:pt x="31365" y="120"/>
                  </a:lnTo>
                  <a:lnTo>
                    <a:pt x="25037" y="480"/>
                  </a:lnTo>
                  <a:lnTo>
                    <a:pt x="18728" y="1080"/>
                  </a:lnTo>
                  <a:lnTo>
                    <a:pt x="12446" y="1918"/>
                  </a:lnTo>
                  <a:lnTo>
                    <a:pt x="6200" y="2994"/>
                  </a:lnTo>
                  <a:lnTo>
                    <a:pt x="0" y="4307"/>
                  </a:lnTo>
                  <a:lnTo>
                    <a:pt x="37701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43585" y="2131270"/>
              <a:ext cx="37701" cy="162860"/>
            </a:xfrm>
            <a:custGeom>
              <a:avLst/>
              <a:pathLst>
                <a:path w="37701" h="162860">
                  <a:moveTo>
                    <a:pt x="0" y="0"/>
                  </a:moveTo>
                  <a:lnTo>
                    <a:pt x="37701" y="1628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43585" y="2131270"/>
              <a:ext cx="37701" cy="162860"/>
            </a:xfrm>
            <a:custGeom>
              <a:avLst/>
              <a:pathLst>
                <a:path w="37701" h="162860">
                  <a:moveTo>
                    <a:pt x="0" y="0"/>
                  </a:moveTo>
                  <a:lnTo>
                    <a:pt x="37701" y="1628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43585" y="2131270"/>
              <a:ext cx="37701" cy="162860"/>
            </a:xfrm>
            <a:custGeom>
              <a:avLst/>
              <a:pathLst>
                <a:path w="37701" h="162860">
                  <a:moveTo>
                    <a:pt x="0" y="0"/>
                  </a:moveTo>
                  <a:lnTo>
                    <a:pt x="37701" y="1628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43585" y="2131270"/>
              <a:ext cx="37701" cy="162860"/>
            </a:xfrm>
            <a:custGeom>
              <a:avLst/>
              <a:pathLst>
                <a:path w="37701" h="162860">
                  <a:moveTo>
                    <a:pt x="0" y="0"/>
                  </a:moveTo>
                  <a:lnTo>
                    <a:pt x="37701" y="1628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43585" y="2131270"/>
              <a:ext cx="37701" cy="162860"/>
            </a:xfrm>
            <a:custGeom>
              <a:avLst/>
              <a:pathLst>
                <a:path w="37701" h="162860">
                  <a:moveTo>
                    <a:pt x="0" y="0"/>
                  </a:moveTo>
                  <a:lnTo>
                    <a:pt x="37701" y="16286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43585" y="2131270"/>
              <a:ext cx="37701" cy="162860"/>
            </a:xfrm>
            <a:custGeom>
              <a:avLst/>
              <a:pathLst>
                <a:path w="37701" h="162860">
                  <a:moveTo>
                    <a:pt x="0" y="0"/>
                  </a:moveTo>
                  <a:lnTo>
                    <a:pt x="37701" y="1628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743585" y="2131270"/>
              <a:ext cx="37701" cy="162860"/>
            </a:xfrm>
            <a:custGeom>
              <a:avLst/>
              <a:pathLst>
                <a:path w="37701" h="162860">
                  <a:moveTo>
                    <a:pt x="0" y="0"/>
                  </a:moveTo>
                  <a:lnTo>
                    <a:pt x="37701" y="1628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743585" y="2131270"/>
              <a:ext cx="37701" cy="162860"/>
            </a:xfrm>
            <a:custGeom>
              <a:avLst/>
              <a:pathLst>
                <a:path w="37701" h="162860">
                  <a:moveTo>
                    <a:pt x="0" y="0"/>
                  </a:moveTo>
                  <a:lnTo>
                    <a:pt x="37701" y="16286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743585" y="2131270"/>
              <a:ext cx="37701" cy="162860"/>
            </a:xfrm>
            <a:custGeom>
              <a:avLst/>
              <a:pathLst>
                <a:path w="37701" h="162860">
                  <a:moveTo>
                    <a:pt x="0" y="0"/>
                  </a:moveTo>
                  <a:lnTo>
                    <a:pt x="37701" y="1628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743585" y="2131270"/>
              <a:ext cx="37701" cy="162860"/>
            </a:xfrm>
            <a:custGeom>
              <a:avLst/>
              <a:pathLst>
                <a:path w="37701" h="162860">
                  <a:moveTo>
                    <a:pt x="0" y="0"/>
                  </a:moveTo>
                  <a:lnTo>
                    <a:pt x="37701" y="1628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743585" y="2131270"/>
              <a:ext cx="37701" cy="162860"/>
            </a:xfrm>
            <a:custGeom>
              <a:avLst/>
              <a:pathLst>
                <a:path w="37701" h="162860">
                  <a:moveTo>
                    <a:pt x="0" y="0"/>
                  </a:moveTo>
                  <a:lnTo>
                    <a:pt x="37701" y="1628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743585" y="2131270"/>
              <a:ext cx="37701" cy="162860"/>
            </a:xfrm>
            <a:custGeom>
              <a:avLst/>
              <a:pathLst>
                <a:path w="37701" h="162860">
                  <a:moveTo>
                    <a:pt x="0" y="0"/>
                  </a:moveTo>
                  <a:lnTo>
                    <a:pt x="37701" y="1628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743585" y="2131270"/>
              <a:ext cx="37701" cy="162860"/>
            </a:xfrm>
            <a:custGeom>
              <a:avLst/>
              <a:pathLst>
                <a:path w="37701" h="162860">
                  <a:moveTo>
                    <a:pt x="0" y="0"/>
                  </a:moveTo>
                  <a:lnTo>
                    <a:pt x="37701" y="16286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743585" y="2131270"/>
              <a:ext cx="37701" cy="162860"/>
            </a:xfrm>
            <a:custGeom>
              <a:avLst/>
              <a:pathLst>
                <a:path w="37701" h="162860">
                  <a:moveTo>
                    <a:pt x="0" y="0"/>
                  </a:moveTo>
                  <a:lnTo>
                    <a:pt x="37701" y="16286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614130" y="2128241"/>
              <a:ext cx="334312" cy="333055"/>
            </a:xfrm>
            <a:custGeom>
              <a:avLst/>
              <a:pathLst>
                <a:path w="334312" h="333055">
                  <a:moveTo>
                    <a:pt x="129455" y="3029"/>
                  </a:moveTo>
                  <a:lnTo>
                    <a:pt x="124308" y="4306"/>
                  </a:lnTo>
                  <a:lnTo>
                    <a:pt x="119205" y="5747"/>
                  </a:lnTo>
                  <a:lnTo>
                    <a:pt x="114150" y="7348"/>
                  </a:lnTo>
                  <a:lnTo>
                    <a:pt x="109148" y="9109"/>
                  </a:lnTo>
                  <a:lnTo>
                    <a:pt x="104205" y="11028"/>
                  </a:lnTo>
                  <a:lnTo>
                    <a:pt x="99325" y="13102"/>
                  </a:lnTo>
                  <a:lnTo>
                    <a:pt x="94513" y="15331"/>
                  </a:lnTo>
                  <a:lnTo>
                    <a:pt x="89775" y="17710"/>
                  </a:lnTo>
                  <a:lnTo>
                    <a:pt x="85114" y="20239"/>
                  </a:lnTo>
                  <a:lnTo>
                    <a:pt x="80536" y="22914"/>
                  </a:lnTo>
                  <a:lnTo>
                    <a:pt x="76045" y="25734"/>
                  </a:lnTo>
                  <a:lnTo>
                    <a:pt x="71645" y="28694"/>
                  </a:lnTo>
                  <a:lnTo>
                    <a:pt x="67342" y="31792"/>
                  </a:lnTo>
                  <a:lnTo>
                    <a:pt x="63139" y="35026"/>
                  </a:lnTo>
                  <a:lnTo>
                    <a:pt x="59041" y="38390"/>
                  </a:lnTo>
                  <a:lnTo>
                    <a:pt x="55052" y="41884"/>
                  </a:lnTo>
                  <a:lnTo>
                    <a:pt x="51175" y="45502"/>
                  </a:lnTo>
                  <a:lnTo>
                    <a:pt x="47415" y="49241"/>
                  </a:lnTo>
                  <a:lnTo>
                    <a:pt x="43776" y="53097"/>
                  </a:lnTo>
                  <a:lnTo>
                    <a:pt x="40260" y="57067"/>
                  </a:lnTo>
                  <a:lnTo>
                    <a:pt x="36873" y="61147"/>
                  </a:lnTo>
                  <a:lnTo>
                    <a:pt x="33616" y="65331"/>
                  </a:lnTo>
                  <a:lnTo>
                    <a:pt x="30494" y="69617"/>
                  </a:lnTo>
                  <a:lnTo>
                    <a:pt x="27509" y="74000"/>
                  </a:lnTo>
                  <a:lnTo>
                    <a:pt x="24665" y="78476"/>
                  </a:lnTo>
                  <a:lnTo>
                    <a:pt x="21965" y="83039"/>
                  </a:lnTo>
                  <a:lnTo>
                    <a:pt x="19410" y="87686"/>
                  </a:lnTo>
                  <a:lnTo>
                    <a:pt x="17004" y="92411"/>
                  </a:lnTo>
                  <a:lnTo>
                    <a:pt x="14749" y="97210"/>
                  </a:lnTo>
                  <a:lnTo>
                    <a:pt x="12647" y="102079"/>
                  </a:lnTo>
                  <a:lnTo>
                    <a:pt x="10701" y="107011"/>
                  </a:lnTo>
                  <a:lnTo>
                    <a:pt x="8913" y="112003"/>
                  </a:lnTo>
                  <a:lnTo>
                    <a:pt x="7283" y="117049"/>
                  </a:lnTo>
                  <a:lnTo>
                    <a:pt x="5815" y="122144"/>
                  </a:lnTo>
                  <a:lnTo>
                    <a:pt x="4508" y="127284"/>
                  </a:lnTo>
                  <a:lnTo>
                    <a:pt x="3366" y="132462"/>
                  </a:lnTo>
                  <a:lnTo>
                    <a:pt x="2388" y="137673"/>
                  </a:lnTo>
                  <a:lnTo>
                    <a:pt x="1576" y="142913"/>
                  </a:lnTo>
                  <a:lnTo>
                    <a:pt x="930" y="148177"/>
                  </a:lnTo>
                  <a:lnTo>
                    <a:pt x="452" y="153458"/>
                  </a:lnTo>
                  <a:lnTo>
                    <a:pt x="142" y="158751"/>
                  </a:lnTo>
                  <a:lnTo>
                    <a:pt x="0" y="164052"/>
                  </a:lnTo>
                  <a:lnTo>
                    <a:pt x="25" y="169354"/>
                  </a:lnTo>
                  <a:lnTo>
                    <a:pt x="219" y="174654"/>
                  </a:lnTo>
                  <a:lnTo>
                    <a:pt x="581" y="179944"/>
                  </a:lnTo>
                  <a:lnTo>
                    <a:pt x="1111" y="185220"/>
                  </a:lnTo>
                  <a:lnTo>
                    <a:pt x="1807" y="190477"/>
                  </a:lnTo>
                  <a:lnTo>
                    <a:pt x="2670" y="195708"/>
                  </a:lnTo>
                  <a:lnTo>
                    <a:pt x="3699" y="200910"/>
                  </a:lnTo>
                  <a:lnTo>
                    <a:pt x="4892" y="206077"/>
                  </a:lnTo>
                  <a:lnTo>
                    <a:pt x="6248" y="211203"/>
                  </a:lnTo>
                  <a:lnTo>
                    <a:pt x="7766" y="216284"/>
                  </a:lnTo>
                  <a:lnTo>
                    <a:pt x="9445" y="221314"/>
                  </a:lnTo>
                  <a:lnTo>
                    <a:pt x="11282" y="226288"/>
                  </a:lnTo>
                  <a:lnTo>
                    <a:pt x="13276" y="231201"/>
                  </a:lnTo>
                  <a:lnTo>
                    <a:pt x="15425" y="236049"/>
                  </a:lnTo>
                  <a:lnTo>
                    <a:pt x="17727" y="240826"/>
                  </a:lnTo>
                  <a:lnTo>
                    <a:pt x="20179" y="245528"/>
                  </a:lnTo>
                  <a:lnTo>
                    <a:pt x="22778" y="250150"/>
                  </a:lnTo>
                  <a:lnTo>
                    <a:pt x="25523" y="254686"/>
                  </a:lnTo>
                  <a:lnTo>
                    <a:pt x="28411" y="259134"/>
                  </a:lnTo>
                  <a:lnTo>
                    <a:pt x="31438" y="263487"/>
                  </a:lnTo>
                  <a:lnTo>
                    <a:pt x="34602" y="267743"/>
                  </a:lnTo>
                  <a:lnTo>
                    <a:pt x="37899" y="271896"/>
                  </a:lnTo>
                  <a:lnTo>
                    <a:pt x="41326" y="275942"/>
                  </a:lnTo>
                  <a:lnTo>
                    <a:pt x="44880" y="279877"/>
                  </a:lnTo>
                  <a:lnTo>
                    <a:pt x="48557" y="283698"/>
                  </a:lnTo>
                  <a:lnTo>
                    <a:pt x="52353" y="287401"/>
                  </a:lnTo>
                  <a:lnTo>
                    <a:pt x="56265" y="290981"/>
                  </a:lnTo>
                  <a:lnTo>
                    <a:pt x="60288" y="294435"/>
                  </a:lnTo>
                  <a:lnTo>
                    <a:pt x="64419" y="297760"/>
                  </a:lnTo>
                  <a:lnTo>
                    <a:pt x="68653" y="300952"/>
                  </a:lnTo>
                  <a:lnTo>
                    <a:pt x="72986" y="304008"/>
                  </a:lnTo>
                  <a:lnTo>
                    <a:pt x="77414" y="306925"/>
                  </a:lnTo>
                  <a:lnTo>
                    <a:pt x="81933" y="309701"/>
                  </a:lnTo>
                  <a:lnTo>
                    <a:pt x="86537" y="312331"/>
                  </a:lnTo>
                  <a:lnTo>
                    <a:pt x="91222" y="314815"/>
                  </a:lnTo>
                  <a:lnTo>
                    <a:pt x="95983" y="317148"/>
                  </a:lnTo>
                  <a:lnTo>
                    <a:pt x="100817" y="319329"/>
                  </a:lnTo>
                  <a:lnTo>
                    <a:pt x="105717" y="321356"/>
                  </a:lnTo>
                  <a:lnTo>
                    <a:pt x="110678" y="323227"/>
                  </a:lnTo>
                  <a:lnTo>
                    <a:pt x="115697" y="324939"/>
                  </a:lnTo>
                  <a:lnTo>
                    <a:pt x="120767" y="326491"/>
                  </a:lnTo>
                  <a:lnTo>
                    <a:pt x="125884" y="327882"/>
                  </a:lnTo>
                  <a:lnTo>
                    <a:pt x="131043" y="329109"/>
                  </a:lnTo>
                  <a:lnTo>
                    <a:pt x="136238" y="330172"/>
                  </a:lnTo>
                  <a:lnTo>
                    <a:pt x="141464" y="331070"/>
                  </a:lnTo>
                  <a:lnTo>
                    <a:pt x="146716" y="331802"/>
                  </a:lnTo>
                  <a:lnTo>
                    <a:pt x="151988" y="332367"/>
                  </a:lnTo>
                  <a:lnTo>
                    <a:pt x="157276" y="332764"/>
                  </a:lnTo>
                  <a:lnTo>
                    <a:pt x="162574" y="332994"/>
                  </a:lnTo>
                  <a:lnTo>
                    <a:pt x="167876" y="333055"/>
                  </a:lnTo>
                  <a:lnTo>
                    <a:pt x="173177" y="332948"/>
                  </a:lnTo>
                  <a:lnTo>
                    <a:pt x="178473" y="332673"/>
                  </a:lnTo>
                  <a:lnTo>
                    <a:pt x="183757" y="332230"/>
                  </a:lnTo>
                  <a:lnTo>
                    <a:pt x="189024" y="331620"/>
                  </a:lnTo>
                  <a:lnTo>
                    <a:pt x="194270" y="330843"/>
                  </a:lnTo>
                  <a:lnTo>
                    <a:pt x="199488" y="329900"/>
                  </a:lnTo>
                  <a:lnTo>
                    <a:pt x="204674" y="328792"/>
                  </a:lnTo>
                  <a:lnTo>
                    <a:pt x="209821" y="327520"/>
                  </a:lnTo>
                  <a:lnTo>
                    <a:pt x="214926" y="326086"/>
                  </a:lnTo>
                  <a:lnTo>
                    <a:pt x="219983" y="324490"/>
                  </a:lnTo>
                  <a:lnTo>
                    <a:pt x="224987" y="322735"/>
                  </a:lnTo>
                  <a:lnTo>
                    <a:pt x="229932" y="320822"/>
                  </a:lnTo>
                  <a:lnTo>
                    <a:pt x="234815" y="318753"/>
                  </a:lnTo>
                  <a:lnTo>
                    <a:pt x="239629" y="316530"/>
                  </a:lnTo>
                  <a:lnTo>
                    <a:pt x="244370" y="314156"/>
                  </a:lnTo>
                  <a:lnTo>
                    <a:pt x="249034" y="311632"/>
                  </a:lnTo>
                  <a:lnTo>
                    <a:pt x="253615" y="308962"/>
                  </a:lnTo>
                  <a:lnTo>
                    <a:pt x="258109" y="306148"/>
                  </a:lnTo>
                  <a:lnTo>
                    <a:pt x="262512" y="303193"/>
                  </a:lnTo>
                  <a:lnTo>
                    <a:pt x="266819" y="300099"/>
                  </a:lnTo>
                  <a:lnTo>
                    <a:pt x="271026" y="296871"/>
                  </a:lnTo>
                  <a:lnTo>
                    <a:pt x="275128" y="293511"/>
                  </a:lnTo>
                  <a:lnTo>
                    <a:pt x="279121" y="290022"/>
                  </a:lnTo>
                  <a:lnTo>
                    <a:pt x="283002" y="286409"/>
                  </a:lnTo>
                  <a:lnTo>
                    <a:pt x="286766" y="282674"/>
                  </a:lnTo>
                  <a:lnTo>
                    <a:pt x="290410" y="278821"/>
                  </a:lnTo>
                  <a:lnTo>
                    <a:pt x="293929" y="274855"/>
                  </a:lnTo>
                  <a:lnTo>
                    <a:pt x="297322" y="270780"/>
                  </a:lnTo>
                  <a:lnTo>
                    <a:pt x="300583" y="266599"/>
                  </a:lnTo>
                  <a:lnTo>
                    <a:pt x="303710" y="262316"/>
                  </a:lnTo>
                  <a:lnTo>
                    <a:pt x="306700" y="257937"/>
                  </a:lnTo>
                  <a:lnTo>
                    <a:pt x="309549" y="253465"/>
                  </a:lnTo>
                  <a:lnTo>
                    <a:pt x="312255" y="248904"/>
                  </a:lnTo>
                  <a:lnTo>
                    <a:pt x="314815" y="244261"/>
                  </a:lnTo>
                  <a:lnTo>
                    <a:pt x="317226" y="239538"/>
                  </a:lnTo>
                  <a:lnTo>
                    <a:pt x="319487" y="234741"/>
                  </a:lnTo>
                  <a:lnTo>
                    <a:pt x="321594" y="229875"/>
                  </a:lnTo>
                  <a:lnTo>
                    <a:pt x="323545" y="224945"/>
                  </a:lnTo>
                  <a:lnTo>
                    <a:pt x="325340" y="219955"/>
                  </a:lnTo>
                  <a:lnTo>
                    <a:pt x="326975" y="214911"/>
                  </a:lnTo>
                  <a:lnTo>
                    <a:pt x="328449" y="209817"/>
                  </a:lnTo>
                  <a:lnTo>
                    <a:pt x="329761" y="204680"/>
                  </a:lnTo>
                  <a:lnTo>
                    <a:pt x="330910" y="199503"/>
                  </a:lnTo>
                  <a:lnTo>
                    <a:pt x="331894" y="194292"/>
                  </a:lnTo>
                  <a:lnTo>
                    <a:pt x="332712" y="189053"/>
                  </a:lnTo>
                  <a:lnTo>
                    <a:pt x="333363" y="183791"/>
                  </a:lnTo>
                  <a:lnTo>
                    <a:pt x="333847" y="178510"/>
                  </a:lnTo>
                  <a:lnTo>
                    <a:pt x="334164" y="173217"/>
                  </a:lnTo>
                  <a:lnTo>
                    <a:pt x="334312" y="167917"/>
                  </a:lnTo>
                  <a:lnTo>
                    <a:pt x="334292" y="162614"/>
                  </a:lnTo>
                  <a:lnTo>
                    <a:pt x="334104" y="157315"/>
                  </a:lnTo>
                  <a:lnTo>
                    <a:pt x="333748" y="152024"/>
                  </a:lnTo>
                  <a:lnTo>
                    <a:pt x="333225" y="146747"/>
                  </a:lnTo>
                  <a:lnTo>
                    <a:pt x="332534" y="141490"/>
                  </a:lnTo>
                  <a:lnTo>
                    <a:pt x="331677" y="136257"/>
                  </a:lnTo>
                  <a:lnTo>
                    <a:pt x="330654" y="131054"/>
                  </a:lnTo>
                  <a:lnTo>
                    <a:pt x="329467" y="125886"/>
                  </a:lnTo>
                  <a:lnTo>
                    <a:pt x="328117" y="120758"/>
                  </a:lnTo>
                  <a:lnTo>
                    <a:pt x="326605" y="115676"/>
                  </a:lnTo>
                  <a:lnTo>
                    <a:pt x="324932" y="110644"/>
                  </a:lnTo>
                  <a:lnTo>
                    <a:pt x="323100" y="105668"/>
                  </a:lnTo>
                  <a:lnTo>
                    <a:pt x="321112" y="100752"/>
                  </a:lnTo>
                  <a:lnTo>
                    <a:pt x="318968" y="95902"/>
                  </a:lnTo>
                  <a:lnTo>
                    <a:pt x="316672" y="91122"/>
                  </a:lnTo>
                  <a:lnTo>
                    <a:pt x="314226" y="86418"/>
                  </a:lnTo>
                  <a:lnTo>
                    <a:pt x="311631" y="81793"/>
                  </a:lnTo>
                  <a:lnTo>
                    <a:pt x="308891" y="77253"/>
                  </a:lnTo>
                  <a:lnTo>
                    <a:pt x="306009" y="72802"/>
                  </a:lnTo>
                  <a:lnTo>
                    <a:pt x="302986" y="68445"/>
                  </a:lnTo>
                  <a:lnTo>
                    <a:pt x="299827" y="64186"/>
                  </a:lnTo>
                  <a:lnTo>
                    <a:pt x="296535" y="60030"/>
                  </a:lnTo>
                  <a:lnTo>
                    <a:pt x="293113" y="55979"/>
                  </a:lnTo>
                  <a:lnTo>
                    <a:pt x="289563" y="52040"/>
                  </a:lnTo>
                  <a:lnTo>
                    <a:pt x="285891" y="48215"/>
                  </a:lnTo>
                  <a:lnTo>
                    <a:pt x="282099" y="44508"/>
                  </a:lnTo>
                  <a:lnTo>
                    <a:pt x="278191" y="40924"/>
                  </a:lnTo>
                  <a:lnTo>
                    <a:pt x="274172" y="37465"/>
                  </a:lnTo>
                  <a:lnTo>
                    <a:pt x="270045" y="34136"/>
                  </a:lnTo>
                  <a:lnTo>
                    <a:pt x="265814" y="30939"/>
                  </a:lnTo>
                  <a:lnTo>
                    <a:pt x="261485" y="27877"/>
                  </a:lnTo>
                  <a:lnTo>
                    <a:pt x="257060" y="24955"/>
                  </a:lnTo>
                  <a:lnTo>
                    <a:pt x="252545" y="22175"/>
                  </a:lnTo>
                  <a:lnTo>
                    <a:pt x="247944" y="19539"/>
                  </a:lnTo>
                  <a:lnTo>
                    <a:pt x="243261" y="17050"/>
                  </a:lnTo>
                  <a:lnTo>
                    <a:pt x="238502" y="14711"/>
                  </a:lnTo>
                  <a:lnTo>
                    <a:pt x="233672" y="12524"/>
                  </a:lnTo>
                  <a:lnTo>
                    <a:pt x="228774" y="10492"/>
                  </a:lnTo>
                  <a:lnTo>
                    <a:pt x="223814" y="8616"/>
                  </a:lnTo>
                  <a:lnTo>
                    <a:pt x="218798" y="6898"/>
                  </a:lnTo>
                  <a:lnTo>
                    <a:pt x="213729" y="5340"/>
                  </a:lnTo>
                  <a:lnTo>
                    <a:pt x="208614" y="3944"/>
                  </a:lnTo>
                  <a:lnTo>
                    <a:pt x="203456" y="2710"/>
                  </a:lnTo>
                  <a:lnTo>
                    <a:pt x="198263" y="1641"/>
                  </a:lnTo>
                  <a:lnTo>
                    <a:pt x="193038" y="737"/>
                  </a:lnTo>
                  <a:lnTo>
                    <a:pt x="187787" y="0"/>
                  </a:lnTo>
                  <a:lnTo>
                    <a:pt x="167157" y="16588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781287" y="2126963"/>
              <a:ext cx="20629" cy="167167"/>
            </a:xfrm>
            <a:custGeom>
              <a:avLst/>
              <a:pathLst>
                <a:path w="20629" h="167167">
                  <a:moveTo>
                    <a:pt x="20629" y="1277"/>
                  </a:moveTo>
                  <a:lnTo>
                    <a:pt x="10334" y="31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4078" y="2633064"/>
              <a:ext cx="6670" cy="167167"/>
            </a:xfrm>
            <a:custGeom>
              <a:avLst/>
              <a:pathLst>
                <a:path w="6670" h="167167">
                  <a:moveTo>
                    <a:pt x="6670" y="0"/>
                  </a:moveTo>
                  <a:lnTo>
                    <a:pt x="0" y="133"/>
                  </a:lnTo>
                  <a:lnTo>
                    <a:pt x="667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4078" y="2633197"/>
              <a:ext cx="6670" cy="167034"/>
            </a:xfrm>
            <a:custGeom>
              <a:avLst/>
              <a:pathLst>
                <a:path w="6670" h="167034">
                  <a:moveTo>
                    <a:pt x="0" y="0"/>
                  </a:moveTo>
                  <a:lnTo>
                    <a:pt x="6670" y="1670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4078" y="2633197"/>
              <a:ext cx="6670" cy="167034"/>
            </a:xfrm>
            <a:custGeom>
              <a:avLst/>
              <a:pathLst>
                <a:path w="6670" h="167034">
                  <a:moveTo>
                    <a:pt x="0" y="0"/>
                  </a:moveTo>
                  <a:lnTo>
                    <a:pt x="6670" y="1670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4078" y="2633197"/>
              <a:ext cx="6670" cy="167034"/>
            </a:xfrm>
            <a:custGeom>
              <a:avLst/>
              <a:pathLst>
                <a:path w="6670" h="167034">
                  <a:moveTo>
                    <a:pt x="0" y="0"/>
                  </a:moveTo>
                  <a:lnTo>
                    <a:pt x="6670" y="1670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4078" y="2633197"/>
              <a:ext cx="6670" cy="167034"/>
            </a:xfrm>
            <a:custGeom>
              <a:avLst/>
              <a:pathLst>
                <a:path w="6670" h="167034">
                  <a:moveTo>
                    <a:pt x="0" y="0"/>
                  </a:moveTo>
                  <a:lnTo>
                    <a:pt x="6670" y="16703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4078" y="2633197"/>
              <a:ext cx="6670" cy="167034"/>
            </a:xfrm>
            <a:custGeom>
              <a:avLst/>
              <a:pathLst>
                <a:path w="6670" h="167034">
                  <a:moveTo>
                    <a:pt x="0" y="0"/>
                  </a:moveTo>
                  <a:lnTo>
                    <a:pt x="6670" y="1670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84078" y="2633197"/>
              <a:ext cx="6670" cy="167034"/>
            </a:xfrm>
            <a:custGeom>
              <a:avLst/>
              <a:pathLst>
                <a:path w="6670" h="167034">
                  <a:moveTo>
                    <a:pt x="0" y="0"/>
                  </a:moveTo>
                  <a:lnTo>
                    <a:pt x="6670" y="1670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84078" y="2633197"/>
              <a:ext cx="6670" cy="167034"/>
            </a:xfrm>
            <a:custGeom>
              <a:avLst/>
              <a:pathLst>
                <a:path w="6670" h="167034">
                  <a:moveTo>
                    <a:pt x="0" y="0"/>
                  </a:moveTo>
                  <a:lnTo>
                    <a:pt x="6670" y="16703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84078" y="2633197"/>
              <a:ext cx="6670" cy="167034"/>
            </a:xfrm>
            <a:custGeom>
              <a:avLst/>
              <a:pathLst>
                <a:path w="6670" h="167034">
                  <a:moveTo>
                    <a:pt x="0" y="0"/>
                  </a:moveTo>
                  <a:lnTo>
                    <a:pt x="6670" y="1670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84078" y="2633197"/>
              <a:ext cx="6670" cy="167034"/>
            </a:xfrm>
            <a:custGeom>
              <a:avLst/>
              <a:pathLst>
                <a:path w="6670" h="167034">
                  <a:moveTo>
                    <a:pt x="0" y="0"/>
                  </a:moveTo>
                  <a:lnTo>
                    <a:pt x="6670" y="1670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84078" y="2633197"/>
              <a:ext cx="6670" cy="167034"/>
            </a:xfrm>
            <a:custGeom>
              <a:avLst/>
              <a:pathLst>
                <a:path w="6670" h="167034">
                  <a:moveTo>
                    <a:pt x="0" y="0"/>
                  </a:moveTo>
                  <a:lnTo>
                    <a:pt x="6670" y="1670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84078" y="2633197"/>
              <a:ext cx="6670" cy="167034"/>
            </a:xfrm>
            <a:custGeom>
              <a:avLst/>
              <a:pathLst>
                <a:path w="6670" h="167034">
                  <a:moveTo>
                    <a:pt x="0" y="0"/>
                  </a:moveTo>
                  <a:lnTo>
                    <a:pt x="6670" y="1670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84078" y="2633197"/>
              <a:ext cx="6670" cy="167034"/>
            </a:xfrm>
            <a:custGeom>
              <a:avLst/>
              <a:pathLst>
                <a:path w="6670" h="167034">
                  <a:moveTo>
                    <a:pt x="0" y="0"/>
                  </a:moveTo>
                  <a:lnTo>
                    <a:pt x="6670" y="16703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84078" y="2633197"/>
              <a:ext cx="6670" cy="167034"/>
            </a:xfrm>
            <a:custGeom>
              <a:avLst/>
              <a:pathLst>
                <a:path w="6670" h="167034">
                  <a:moveTo>
                    <a:pt x="0" y="0"/>
                  </a:moveTo>
                  <a:lnTo>
                    <a:pt x="6670" y="16703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423596" y="2633197"/>
              <a:ext cx="334316" cy="334200"/>
            </a:xfrm>
            <a:custGeom>
              <a:avLst/>
              <a:pathLst>
                <a:path w="334316" h="334200">
                  <a:moveTo>
                    <a:pt x="160481" y="0"/>
                  </a:moveTo>
                  <a:lnTo>
                    <a:pt x="155206" y="294"/>
                  </a:lnTo>
                  <a:lnTo>
                    <a:pt x="149942" y="755"/>
                  </a:lnTo>
                  <a:lnTo>
                    <a:pt x="144696" y="1381"/>
                  </a:lnTo>
                  <a:lnTo>
                    <a:pt x="139472" y="2174"/>
                  </a:lnTo>
                  <a:lnTo>
                    <a:pt x="134275" y="3131"/>
                  </a:lnTo>
                  <a:lnTo>
                    <a:pt x="129112" y="4252"/>
                  </a:lnTo>
                  <a:lnTo>
                    <a:pt x="123986" y="5535"/>
                  </a:lnTo>
                  <a:lnTo>
                    <a:pt x="118904" y="6980"/>
                  </a:lnTo>
                  <a:lnTo>
                    <a:pt x="113870" y="8585"/>
                  </a:lnTo>
                  <a:lnTo>
                    <a:pt x="108889" y="10348"/>
                  </a:lnTo>
                  <a:lnTo>
                    <a:pt x="103966" y="12268"/>
                  </a:lnTo>
                  <a:lnTo>
                    <a:pt x="99106" y="14342"/>
                  </a:lnTo>
                  <a:lnTo>
                    <a:pt x="94314" y="16569"/>
                  </a:lnTo>
                  <a:lnTo>
                    <a:pt x="89596" y="18946"/>
                  </a:lnTo>
                  <a:lnTo>
                    <a:pt x="84954" y="21471"/>
                  </a:lnTo>
                  <a:lnTo>
                    <a:pt x="80395" y="24141"/>
                  </a:lnTo>
                  <a:lnTo>
                    <a:pt x="75922" y="26955"/>
                  </a:lnTo>
                  <a:lnTo>
                    <a:pt x="71541" y="29908"/>
                  </a:lnTo>
                  <a:lnTo>
                    <a:pt x="67255" y="32998"/>
                  </a:lnTo>
                  <a:lnTo>
                    <a:pt x="63069" y="36222"/>
                  </a:lnTo>
                  <a:lnTo>
                    <a:pt x="58987" y="39577"/>
                  </a:lnTo>
                  <a:lnTo>
                    <a:pt x="55012" y="43059"/>
                  </a:lnTo>
                  <a:lnTo>
                    <a:pt x="51150" y="46665"/>
                  </a:lnTo>
                  <a:lnTo>
                    <a:pt x="47404" y="50391"/>
                  </a:lnTo>
                  <a:lnTo>
                    <a:pt x="43778" y="54234"/>
                  </a:lnTo>
                  <a:lnTo>
                    <a:pt x="40274" y="58189"/>
                  </a:lnTo>
                  <a:lnTo>
                    <a:pt x="36898" y="62253"/>
                  </a:lnTo>
                  <a:lnTo>
                    <a:pt x="33651" y="66422"/>
                  </a:lnTo>
                  <a:lnTo>
                    <a:pt x="30538" y="70692"/>
                  </a:lnTo>
                  <a:lnTo>
                    <a:pt x="27562" y="75057"/>
                  </a:lnTo>
                  <a:lnTo>
                    <a:pt x="24725" y="79515"/>
                  </a:lnTo>
                  <a:lnTo>
                    <a:pt x="22030" y="84060"/>
                  </a:lnTo>
                  <a:lnTo>
                    <a:pt x="19480" y="88687"/>
                  </a:lnTo>
                  <a:lnTo>
                    <a:pt x="17078" y="93394"/>
                  </a:lnTo>
                  <a:lnTo>
                    <a:pt x="14825" y="98173"/>
                  </a:lnTo>
                  <a:lnTo>
                    <a:pt x="12725" y="103022"/>
                  </a:lnTo>
                  <a:lnTo>
                    <a:pt x="10779" y="107934"/>
                  </a:lnTo>
                  <a:lnTo>
                    <a:pt x="8990" y="112906"/>
                  </a:lnTo>
                  <a:lnTo>
                    <a:pt x="7358" y="117931"/>
                  </a:lnTo>
                  <a:lnTo>
                    <a:pt x="5886" y="123006"/>
                  </a:lnTo>
                  <a:lnTo>
                    <a:pt x="4575" y="128124"/>
                  </a:lnTo>
                  <a:lnTo>
                    <a:pt x="3427" y="133282"/>
                  </a:lnTo>
                  <a:lnTo>
                    <a:pt x="2442" y="138473"/>
                  </a:lnTo>
                  <a:lnTo>
                    <a:pt x="1621" y="143693"/>
                  </a:lnTo>
                  <a:lnTo>
                    <a:pt x="966" y="148936"/>
                  </a:lnTo>
                  <a:lnTo>
                    <a:pt x="478" y="154197"/>
                  </a:lnTo>
                  <a:lnTo>
                    <a:pt x="155" y="159471"/>
                  </a:lnTo>
                  <a:lnTo>
                    <a:pt x="0" y="164752"/>
                  </a:lnTo>
                  <a:lnTo>
                    <a:pt x="11" y="170036"/>
                  </a:lnTo>
                  <a:lnTo>
                    <a:pt x="189" y="175317"/>
                  </a:lnTo>
                  <a:lnTo>
                    <a:pt x="534" y="180590"/>
                  </a:lnTo>
                  <a:lnTo>
                    <a:pt x="1046" y="185849"/>
                  </a:lnTo>
                  <a:lnTo>
                    <a:pt x="1724" y="191089"/>
                  </a:lnTo>
                  <a:lnTo>
                    <a:pt x="2567" y="196305"/>
                  </a:lnTo>
                  <a:lnTo>
                    <a:pt x="3574" y="201492"/>
                  </a:lnTo>
                  <a:lnTo>
                    <a:pt x="4745" y="206644"/>
                  </a:lnTo>
                  <a:lnTo>
                    <a:pt x="6078" y="211757"/>
                  </a:lnTo>
                  <a:lnTo>
                    <a:pt x="7571" y="216825"/>
                  </a:lnTo>
                  <a:lnTo>
                    <a:pt x="9225" y="221844"/>
                  </a:lnTo>
                  <a:lnTo>
                    <a:pt x="11036" y="226807"/>
                  </a:lnTo>
                  <a:lnTo>
                    <a:pt x="13003" y="231711"/>
                  </a:lnTo>
                  <a:lnTo>
                    <a:pt x="15124" y="236551"/>
                  </a:lnTo>
                  <a:lnTo>
                    <a:pt x="17397" y="241321"/>
                  </a:lnTo>
                  <a:lnTo>
                    <a:pt x="19819" y="246017"/>
                  </a:lnTo>
                  <a:lnTo>
                    <a:pt x="22389" y="250633"/>
                  </a:lnTo>
                  <a:lnTo>
                    <a:pt x="25104" y="255167"/>
                  </a:lnTo>
                  <a:lnTo>
                    <a:pt x="27960" y="259612"/>
                  </a:lnTo>
                  <a:lnTo>
                    <a:pt x="30955" y="263965"/>
                  </a:lnTo>
                  <a:lnTo>
                    <a:pt x="34087" y="268220"/>
                  </a:lnTo>
                  <a:lnTo>
                    <a:pt x="37351" y="272375"/>
                  </a:lnTo>
                  <a:lnTo>
                    <a:pt x="40745" y="276425"/>
                  </a:lnTo>
                  <a:lnTo>
                    <a:pt x="44265" y="280365"/>
                  </a:lnTo>
                  <a:lnTo>
                    <a:pt x="47908" y="284192"/>
                  </a:lnTo>
                  <a:lnTo>
                    <a:pt x="51671" y="287902"/>
                  </a:lnTo>
                  <a:lnTo>
                    <a:pt x="55548" y="291491"/>
                  </a:lnTo>
                  <a:lnTo>
                    <a:pt x="59537" y="294956"/>
                  </a:lnTo>
                  <a:lnTo>
                    <a:pt x="63634" y="298294"/>
                  </a:lnTo>
                  <a:lnTo>
                    <a:pt x="67834" y="301499"/>
                  </a:lnTo>
                  <a:lnTo>
                    <a:pt x="72133" y="304571"/>
                  </a:lnTo>
                  <a:lnTo>
                    <a:pt x="76527" y="307505"/>
                  </a:lnTo>
                  <a:lnTo>
                    <a:pt x="81012" y="310299"/>
                  </a:lnTo>
                  <a:lnTo>
                    <a:pt x="85583" y="312950"/>
                  </a:lnTo>
                  <a:lnTo>
                    <a:pt x="90235" y="315455"/>
                  </a:lnTo>
                  <a:lnTo>
                    <a:pt x="94964" y="317812"/>
                  </a:lnTo>
                  <a:lnTo>
                    <a:pt x="99766" y="320018"/>
                  </a:lnTo>
                  <a:lnTo>
                    <a:pt x="104634" y="322071"/>
                  </a:lnTo>
                  <a:lnTo>
                    <a:pt x="109565" y="323969"/>
                  </a:lnTo>
                  <a:lnTo>
                    <a:pt x="114554" y="325711"/>
                  </a:lnTo>
                  <a:lnTo>
                    <a:pt x="119595" y="327294"/>
                  </a:lnTo>
                  <a:lnTo>
                    <a:pt x="124683" y="328717"/>
                  </a:lnTo>
                  <a:lnTo>
                    <a:pt x="129814" y="329978"/>
                  </a:lnTo>
                  <a:lnTo>
                    <a:pt x="134983" y="331077"/>
                  </a:lnTo>
                  <a:lnTo>
                    <a:pt x="140183" y="332012"/>
                  </a:lnTo>
                  <a:lnTo>
                    <a:pt x="145410" y="332781"/>
                  </a:lnTo>
                  <a:lnTo>
                    <a:pt x="150660" y="333386"/>
                  </a:lnTo>
                  <a:lnTo>
                    <a:pt x="155925" y="333824"/>
                  </a:lnTo>
                  <a:lnTo>
                    <a:pt x="161202" y="334095"/>
                  </a:lnTo>
                  <a:lnTo>
                    <a:pt x="166485" y="334200"/>
                  </a:lnTo>
                  <a:lnTo>
                    <a:pt x="171768" y="334137"/>
                  </a:lnTo>
                  <a:lnTo>
                    <a:pt x="177047" y="333908"/>
                  </a:lnTo>
                  <a:lnTo>
                    <a:pt x="182316" y="333512"/>
                  </a:lnTo>
                  <a:lnTo>
                    <a:pt x="187570" y="332950"/>
                  </a:lnTo>
                  <a:lnTo>
                    <a:pt x="192803" y="332221"/>
                  </a:lnTo>
                  <a:lnTo>
                    <a:pt x="198011" y="331328"/>
                  </a:lnTo>
                  <a:lnTo>
                    <a:pt x="203188" y="330271"/>
                  </a:lnTo>
                  <a:lnTo>
                    <a:pt x="208329" y="329050"/>
                  </a:lnTo>
                  <a:lnTo>
                    <a:pt x="213429" y="327668"/>
                  </a:lnTo>
                  <a:lnTo>
                    <a:pt x="218482" y="326125"/>
                  </a:lnTo>
                  <a:lnTo>
                    <a:pt x="223484" y="324424"/>
                  </a:lnTo>
                  <a:lnTo>
                    <a:pt x="228430" y="322565"/>
                  </a:lnTo>
                  <a:lnTo>
                    <a:pt x="233315" y="320550"/>
                  </a:lnTo>
                  <a:lnTo>
                    <a:pt x="238134" y="318383"/>
                  </a:lnTo>
                  <a:lnTo>
                    <a:pt x="242881" y="316064"/>
                  </a:lnTo>
                  <a:lnTo>
                    <a:pt x="247554" y="313596"/>
                  </a:lnTo>
                  <a:lnTo>
                    <a:pt x="252145" y="310982"/>
                  </a:lnTo>
                  <a:lnTo>
                    <a:pt x="256652" y="308224"/>
                  </a:lnTo>
                  <a:lnTo>
                    <a:pt x="261070" y="305325"/>
                  </a:lnTo>
                  <a:lnTo>
                    <a:pt x="265393" y="302287"/>
                  </a:lnTo>
                  <a:lnTo>
                    <a:pt x="269619" y="299115"/>
                  </a:lnTo>
                  <a:lnTo>
                    <a:pt x="273742" y="295811"/>
                  </a:lnTo>
                  <a:lnTo>
                    <a:pt x="277758" y="292378"/>
                  </a:lnTo>
                  <a:lnTo>
                    <a:pt x="281664" y="288819"/>
                  </a:lnTo>
                  <a:lnTo>
                    <a:pt x="285456" y="285139"/>
                  </a:lnTo>
                  <a:lnTo>
                    <a:pt x="289130" y="281342"/>
                  </a:lnTo>
                  <a:lnTo>
                    <a:pt x="292681" y="277429"/>
                  </a:lnTo>
                  <a:lnTo>
                    <a:pt x="296108" y="273407"/>
                  </a:lnTo>
                  <a:lnTo>
                    <a:pt x="299405" y="269278"/>
                  </a:lnTo>
                  <a:lnTo>
                    <a:pt x="302570" y="265048"/>
                  </a:lnTo>
                  <a:lnTo>
                    <a:pt x="305600" y="260719"/>
                  </a:lnTo>
                  <a:lnTo>
                    <a:pt x="308492" y="256297"/>
                  </a:lnTo>
                  <a:lnTo>
                    <a:pt x="311242" y="251785"/>
                  </a:lnTo>
                  <a:lnTo>
                    <a:pt x="313849" y="247189"/>
                  </a:lnTo>
                  <a:lnTo>
                    <a:pt x="316309" y="242513"/>
                  </a:lnTo>
                  <a:lnTo>
                    <a:pt x="318620" y="237761"/>
                  </a:lnTo>
                  <a:lnTo>
                    <a:pt x="320779" y="232939"/>
                  </a:lnTo>
                  <a:lnTo>
                    <a:pt x="322785" y="228051"/>
                  </a:lnTo>
                  <a:lnTo>
                    <a:pt x="324636" y="223101"/>
                  </a:lnTo>
                  <a:lnTo>
                    <a:pt x="326329" y="218096"/>
                  </a:lnTo>
                  <a:lnTo>
                    <a:pt x="327863" y="213040"/>
                  </a:lnTo>
                  <a:lnTo>
                    <a:pt x="329237" y="207938"/>
                  </a:lnTo>
                  <a:lnTo>
                    <a:pt x="330449" y="202795"/>
                  </a:lnTo>
                  <a:lnTo>
                    <a:pt x="331498" y="197616"/>
                  </a:lnTo>
                  <a:lnTo>
                    <a:pt x="332382" y="192407"/>
                  </a:lnTo>
                  <a:lnTo>
                    <a:pt x="333101" y="187173"/>
                  </a:lnTo>
                  <a:lnTo>
                    <a:pt x="333655" y="181918"/>
                  </a:lnTo>
                  <a:lnTo>
                    <a:pt x="334042" y="176648"/>
                  </a:lnTo>
                  <a:lnTo>
                    <a:pt x="334263" y="171369"/>
                  </a:lnTo>
                  <a:lnTo>
                    <a:pt x="334316" y="166086"/>
                  </a:lnTo>
                  <a:lnTo>
                    <a:pt x="334203" y="160803"/>
                  </a:lnTo>
                  <a:lnTo>
                    <a:pt x="333922" y="155527"/>
                  </a:lnTo>
                  <a:lnTo>
                    <a:pt x="333475" y="150262"/>
                  </a:lnTo>
                  <a:lnTo>
                    <a:pt x="332862" y="145014"/>
                  </a:lnTo>
                  <a:lnTo>
                    <a:pt x="332083" y="139788"/>
                  </a:lnTo>
                  <a:lnTo>
                    <a:pt x="331140" y="134589"/>
                  </a:lnTo>
                  <a:lnTo>
                    <a:pt x="330033" y="129422"/>
                  </a:lnTo>
                  <a:lnTo>
                    <a:pt x="328763" y="124293"/>
                  </a:lnTo>
                  <a:lnTo>
                    <a:pt x="327331" y="119207"/>
                  </a:lnTo>
                  <a:lnTo>
                    <a:pt x="325740" y="114169"/>
                  </a:lnTo>
                  <a:lnTo>
                    <a:pt x="323990" y="109183"/>
                  </a:lnTo>
                  <a:lnTo>
                    <a:pt x="322083" y="104255"/>
                  </a:lnTo>
                  <a:lnTo>
                    <a:pt x="320022" y="99390"/>
                  </a:lnTo>
                  <a:lnTo>
                    <a:pt x="317807" y="94593"/>
                  </a:lnTo>
                  <a:lnTo>
                    <a:pt x="315443" y="89868"/>
                  </a:lnTo>
                  <a:lnTo>
                    <a:pt x="312930" y="85220"/>
                  </a:lnTo>
                  <a:lnTo>
                    <a:pt x="310271" y="80653"/>
                  </a:lnTo>
                  <a:lnTo>
                    <a:pt x="307470" y="76173"/>
                  </a:lnTo>
                  <a:lnTo>
                    <a:pt x="304528" y="71784"/>
                  </a:lnTo>
                  <a:lnTo>
                    <a:pt x="301450" y="67490"/>
                  </a:lnTo>
                  <a:lnTo>
                    <a:pt x="298236" y="63295"/>
                  </a:lnTo>
                  <a:lnTo>
                    <a:pt x="294892" y="59204"/>
                  </a:lnTo>
                  <a:lnTo>
                    <a:pt x="291421" y="55221"/>
                  </a:lnTo>
                  <a:lnTo>
                    <a:pt x="287825" y="51350"/>
                  </a:lnTo>
                  <a:lnTo>
                    <a:pt x="167151" y="16703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90748" y="2633064"/>
              <a:ext cx="120673" cy="167167"/>
            </a:xfrm>
            <a:custGeom>
              <a:avLst/>
              <a:pathLst>
                <a:path w="120673" h="167167">
                  <a:moveTo>
                    <a:pt x="120673" y="51483"/>
                  </a:moveTo>
                  <a:lnTo>
                    <a:pt x="116718" y="47494"/>
                  </a:lnTo>
                  <a:lnTo>
                    <a:pt x="112632" y="43640"/>
                  </a:lnTo>
                  <a:lnTo>
                    <a:pt x="108418" y="39925"/>
                  </a:lnTo>
                  <a:lnTo>
                    <a:pt x="104081" y="36354"/>
                  </a:lnTo>
                  <a:lnTo>
                    <a:pt x="99628" y="32931"/>
                  </a:lnTo>
                  <a:lnTo>
                    <a:pt x="95061" y="29660"/>
                  </a:lnTo>
                  <a:lnTo>
                    <a:pt x="90388" y="26544"/>
                  </a:lnTo>
                  <a:lnTo>
                    <a:pt x="85612" y="23586"/>
                  </a:lnTo>
                  <a:lnTo>
                    <a:pt x="80740" y="20791"/>
                  </a:lnTo>
                  <a:lnTo>
                    <a:pt x="75776" y="18161"/>
                  </a:lnTo>
                  <a:lnTo>
                    <a:pt x="70727" y="15699"/>
                  </a:lnTo>
                  <a:lnTo>
                    <a:pt x="65598" y="13408"/>
                  </a:lnTo>
                  <a:lnTo>
                    <a:pt x="60395" y="11291"/>
                  </a:lnTo>
                  <a:lnTo>
                    <a:pt x="55124" y="9350"/>
                  </a:lnTo>
                  <a:lnTo>
                    <a:pt x="49790" y="7587"/>
                  </a:lnTo>
                  <a:lnTo>
                    <a:pt x="44401" y="6004"/>
                  </a:lnTo>
                  <a:lnTo>
                    <a:pt x="38961" y="4603"/>
                  </a:lnTo>
                  <a:lnTo>
                    <a:pt x="33477" y="3386"/>
                  </a:lnTo>
                  <a:lnTo>
                    <a:pt x="27955" y="2354"/>
                  </a:lnTo>
                  <a:lnTo>
                    <a:pt x="22402" y="1507"/>
                  </a:lnTo>
                  <a:lnTo>
                    <a:pt x="16824" y="848"/>
                  </a:lnTo>
                  <a:lnTo>
                    <a:pt x="11226" y="377"/>
                  </a:lnTo>
                  <a:lnTo>
                    <a:pt x="5616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01435" y="3170392"/>
              <a:ext cx="24545" cy="167167"/>
            </a:xfrm>
            <a:custGeom>
              <a:avLst/>
              <a:pathLst>
                <a:path w="24545" h="167167">
                  <a:moveTo>
                    <a:pt x="24545" y="0"/>
                  </a:moveTo>
                  <a:lnTo>
                    <a:pt x="16337" y="201"/>
                  </a:lnTo>
                  <a:lnTo>
                    <a:pt x="8148" y="806"/>
                  </a:lnTo>
                  <a:lnTo>
                    <a:pt x="0" y="1811"/>
                  </a:lnTo>
                  <a:lnTo>
                    <a:pt x="2454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01435" y="3172204"/>
              <a:ext cx="24545" cy="165355"/>
            </a:xfrm>
            <a:custGeom>
              <a:avLst/>
              <a:pathLst>
                <a:path w="24545" h="165355">
                  <a:moveTo>
                    <a:pt x="0" y="0"/>
                  </a:moveTo>
                  <a:lnTo>
                    <a:pt x="24545" y="1653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01435" y="3172204"/>
              <a:ext cx="24545" cy="165355"/>
            </a:xfrm>
            <a:custGeom>
              <a:avLst/>
              <a:pathLst>
                <a:path w="24545" h="165355">
                  <a:moveTo>
                    <a:pt x="0" y="0"/>
                  </a:moveTo>
                  <a:lnTo>
                    <a:pt x="24545" y="1653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01435" y="3172204"/>
              <a:ext cx="24545" cy="165355"/>
            </a:xfrm>
            <a:custGeom>
              <a:avLst/>
              <a:pathLst>
                <a:path w="24545" h="165355">
                  <a:moveTo>
                    <a:pt x="0" y="0"/>
                  </a:moveTo>
                  <a:lnTo>
                    <a:pt x="24545" y="16535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01435" y="3172204"/>
              <a:ext cx="24545" cy="165355"/>
            </a:xfrm>
            <a:custGeom>
              <a:avLst/>
              <a:pathLst>
                <a:path w="24545" h="165355">
                  <a:moveTo>
                    <a:pt x="0" y="0"/>
                  </a:moveTo>
                  <a:lnTo>
                    <a:pt x="24545" y="1653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01435" y="3172204"/>
              <a:ext cx="24545" cy="165355"/>
            </a:xfrm>
            <a:custGeom>
              <a:avLst/>
              <a:pathLst>
                <a:path w="24545" h="165355">
                  <a:moveTo>
                    <a:pt x="0" y="0"/>
                  </a:moveTo>
                  <a:lnTo>
                    <a:pt x="24545" y="1653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01435" y="3172204"/>
              <a:ext cx="24545" cy="165355"/>
            </a:xfrm>
            <a:custGeom>
              <a:avLst/>
              <a:pathLst>
                <a:path w="24545" h="165355">
                  <a:moveTo>
                    <a:pt x="0" y="0"/>
                  </a:moveTo>
                  <a:lnTo>
                    <a:pt x="24545" y="16535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01435" y="3172204"/>
              <a:ext cx="24545" cy="165355"/>
            </a:xfrm>
            <a:custGeom>
              <a:avLst/>
              <a:pathLst>
                <a:path w="24545" h="165355">
                  <a:moveTo>
                    <a:pt x="0" y="0"/>
                  </a:moveTo>
                  <a:lnTo>
                    <a:pt x="24545" y="1653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01435" y="3172204"/>
              <a:ext cx="24545" cy="165355"/>
            </a:xfrm>
            <a:custGeom>
              <a:avLst/>
              <a:pathLst>
                <a:path w="24545" h="165355">
                  <a:moveTo>
                    <a:pt x="0" y="0"/>
                  </a:moveTo>
                  <a:lnTo>
                    <a:pt x="24545" y="1653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01435" y="3172204"/>
              <a:ext cx="24545" cy="165355"/>
            </a:xfrm>
            <a:custGeom>
              <a:avLst/>
              <a:pathLst>
                <a:path w="24545" h="165355">
                  <a:moveTo>
                    <a:pt x="0" y="0"/>
                  </a:moveTo>
                  <a:lnTo>
                    <a:pt x="24545" y="1653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01435" y="3172204"/>
              <a:ext cx="24545" cy="165355"/>
            </a:xfrm>
            <a:custGeom>
              <a:avLst/>
              <a:pathLst>
                <a:path w="24545" h="165355">
                  <a:moveTo>
                    <a:pt x="0" y="0"/>
                  </a:moveTo>
                  <a:lnTo>
                    <a:pt x="24545" y="1653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01435" y="3172204"/>
              <a:ext cx="24545" cy="165355"/>
            </a:xfrm>
            <a:custGeom>
              <a:avLst/>
              <a:pathLst>
                <a:path w="24545" h="165355">
                  <a:moveTo>
                    <a:pt x="0" y="0"/>
                  </a:moveTo>
                  <a:lnTo>
                    <a:pt x="24545" y="16535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01435" y="3172204"/>
              <a:ext cx="24545" cy="165355"/>
            </a:xfrm>
            <a:custGeom>
              <a:avLst/>
              <a:pathLst>
                <a:path w="24545" h="165355">
                  <a:moveTo>
                    <a:pt x="0" y="0"/>
                  </a:moveTo>
                  <a:lnTo>
                    <a:pt x="24545" y="16535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358813" y="3172204"/>
              <a:ext cx="334322" cy="332515"/>
            </a:xfrm>
            <a:custGeom>
              <a:avLst/>
              <a:pathLst>
                <a:path w="334322" h="332515">
                  <a:moveTo>
                    <a:pt x="142622" y="0"/>
                  </a:moveTo>
                  <a:lnTo>
                    <a:pt x="137407" y="858"/>
                  </a:lnTo>
                  <a:lnTo>
                    <a:pt x="132221" y="1881"/>
                  </a:lnTo>
                  <a:lnTo>
                    <a:pt x="127071" y="3068"/>
                  </a:lnTo>
                  <a:lnTo>
                    <a:pt x="121961" y="4416"/>
                  </a:lnTo>
                  <a:lnTo>
                    <a:pt x="116895" y="5926"/>
                  </a:lnTo>
                  <a:lnTo>
                    <a:pt x="111881" y="7595"/>
                  </a:lnTo>
                  <a:lnTo>
                    <a:pt x="106921" y="9421"/>
                  </a:lnTo>
                  <a:lnTo>
                    <a:pt x="102022" y="11404"/>
                  </a:lnTo>
                  <a:lnTo>
                    <a:pt x="97187" y="13540"/>
                  </a:lnTo>
                  <a:lnTo>
                    <a:pt x="92423" y="15828"/>
                  </a:lnTo>
                  <a:lnTo>
                    <a:pt x="87733" y="18266"/>
                  </a:lnTo>
                  <a:lnTo>
                    <a:pt x="83123" y="20850"/>
                  </a:lnTo>
                  <a:lnTo>
                    <a:pt x="78597" y="23580"/>
                  </a:lnTo>
                  <a:lnTo>
                    <a:pt x="74159" y="26450"/>
                  </a:lnTo>
                  <a:lnTo>
                    <a:pt x="69815" y="29460"/>
                  </a:lnTo>
                  <a:lnTo>
                    <a:pt x="65567" y="32605"/>
                  </a:lnTo>
                  <a:lnTo>
                    <a:pt x="61422" y="35884"/>
                  </a:lnTo>
                  <a:lnTo>
                    <a:pt x="57381" y="39291"/>
                  </a:lnTo>
                  <a:lnTo>
                    <a:pt x="53451" y="42825"/>
                  </a:lnTo>
                  <a:lnTo>
                    <a:pt x="49634" y="46481"/>
                  </a:lnTo>
                  <a:lnTo>
                    <a:pt x="45935" y="50256"/>
                  </a:lnTo>
                  <a:lnTo>
                    <a:pt x="42357" y="54146"/>
                  </a:lnTo>
                  <a:lnTo>
                    <a:pt x="38904" y="58147"/>
                  </a:lnTo>
                  <a:lnTo>
                    <a:pt x="35579" y="62255"/>
                  </a:lnTo>
                  <a:lnTo>
                    <a:pt x="32385" y="66467"/>
                  </a:lnTo>
                  <a:lnTo>
                    <a:pt x="29327" y="70777"/>
                  </a:lnTo>
                  <a:lnTo>
                    <a:pt x="26406" y="75182"/>
                  </a:lnTo>
                  <a:lnTo>
                    <a:pt x="23625" y="79677"/>
                  </a:lnTo>
                  <a:lnTo>
                    <a:pt x="20989" y="84257"/>
                  </a:lnTo>
                  <a:lnTo>
                    <a:pt x="18498" y="88919"/>
                  </a:lnTo>
                  <a:lnTo>
                    <a:pt x="16156" y="93657"/>
                  </a:lnTo>
                  <a:lnTo>
                    <a:pt x="13965" y="98467"/>
                  </a:lnTo>
                  <a:lnTo>
                    <a:pt x="11927" y="103343"/>
                  </a:lnTo>
                  <a:lnTo>
                    <a:pt x="10044" y="108282"/>
                  </a:lnTo>
                  <a:lnTo>
                    <a:pt x="8318" y="113277"/>
                  </a:lnTo>
                  <a:lnTo>
                    <a:pt x="6751" y="118325"/>
                  </a:lnTo>
                  <a:lnTo>
                    <a:pt x="5345" y="123420"/>
                  </a:lnTo>
                  <a:lnTo>
                    <a:pt x="4100" y="128556"/>
                  </a:lnTo>
                  <a:lnTo>
                    <a:pt x="3018" y="133730"/>
                  </a:lnTo>
                  <a:lnTo>
                    <a:pt x="2101" y="138935"/>
                  </a:lnTo>
                  <a:lnTo>
                    <a:pt x="1348" y="144166"/>
                  </a:lnTo>
                  <a:lnTo>
                    <a:pt x="761" y="149419"/>
                  </a:lnTo>
                  <a:lnTo>
                    <a:pt x="340" y="154687"/>
                  </a:lnTo>
                  <a:lnTo>
                    <a:pt x="86" y="159966"/>
                  </a:lnTo>
                  <a:lnTo>
                    <a:pt x="0" y="165251"/>
                  </a:lnTo>
                  <a:lnTo>
                    <a:pt x="80" y="170536"/>
                  </a:lnTo>
                  <a:lnTo>
                    <a:pt x="327" y="175815"/>
                  </a:lnTo>
                  <a:lnTo>
                    <a:pt x="741" y="181084"/>
                  </a:lnTo>
                  <a:lnTo>
                    <a:pt x="1322" y="186338"/>
                  </a:lnTo>
                  <a:lnTo>
                    <a:pt x="2068" y="191570"/>
                  </a:lnTo>
                  <a:lnTo>
                    <a:pt x="2979" y="196776"/>
                  </a:lnTo>
                  <a:lnTo>
                    <a:pt x="4054" y="201951"/>
                  </a:lnTo>
                  <a:lnTo>
                    <a:pt x="5293" y="207089"/>
                  </a:lnTo>
                  <a:lnTo>
                    <a:pt x="6693" y="212185"/>
                  </a:lnTo>
                  <a:lnTo>
                    <a:pt x="8254" y="217235"/>
                  </a:lnTo>
                  <a:lnTo>
                    <a:pt x="9973" y="222233"/>
                  </a:lnTo>
                  <a:lnTo>
                    <a:pt x="11850" y="227174"/>
                  </a:lnTo>
                  <a:lnTo>
                    <a:pt x="13882" y="232053"/>
                  </a:lnTo>
                  <a:lnTo>
                    <a:pt x="16067" y="236865"/>
                  </a:lnTo>
                  <a:lnTo>
                    <a:pt x="18403" y="241606"/>
                  </a:lnTo>
                  <a:lnTo>
                    <a:pt x="20888" y="246271"/>
                  </a:lnTo>
                  <a:lnTo>
                    <a:pt x="23519" y="250855"/>
                  </a:lnTo>
                  <a:lnTo>
                    <a:pt x="26293" y="255353"/>
                  </a:lnTo>
                  <a:lnTo>
                    <a:pt x="29209" y="259761"/>
                  </a:lnTo>
                  <a:lnTo>
                    <a:pt x="32262" y="264075"/>
                  </a:lnTo>
                  <a:lnTo>
                    <a:pt x="35451" y="268291"/>
                  </a:lnTo>
                  <a:lnTo>
                    <a:pt x="38770" y="272403"/>
                  </a:lnTo>
                  <a:lnTo>
                    <a:pt x="42219" y="276409"/>
                  </a:lnTo>
                  <a:lnTo>
                    <a:pt x="45792" y="280303"/>
                  </a:lnTo>
                  <a:lnTo>
                    <a:pt x="49486" y="284083"/>
                  </a:lnTo>
                  <a:lnTo>
                    <a:pt x="53298" y="287744"/>
                  </a:lnTo>
                  <a:lnTo>
                    <a:pt x="57224" y="291282"/>
                  </a:lnTo>
                  <a:lnTo>
                    <a:pt x="61260" y="294695"/>
                  </a:lnTo>
                  <a:lnTo>
                    <a:pt x="65402" y="297978"/>
                  </a:lnTo>
                  <a:lnTo>
                    <a:pt x="69645" y="301129"/>
                  </a:lnTo>
                  <a:lnTo>
                    <a:pt x="73986" y="304144"/>
                  </a:lnTo>
                  <a:lnTo>
                    <a:pt x="78420" y="307020"/>
                  </a:lnTo>
                  <a:lnTo>
                    <a:pt x="82943" y="309755"/>
                  </a:lnTo>
                  <a:lnTo>
                    <a:pt x="87550" y="312345"/>
                  </a:lnTo>
                  <a:lnTo>
                    <a:pt x="92237" y="314789"/>
                  </a:lnTo>
                  <a:lnTo>
                    <a:pt x="96998" y="317083"/>
                  </a:lnTo>
                  <a:lnTo>
                    <a:pt x="101830" y="319225"/>
                  </a:lnTo>
                  <a:lnTo>
                    <a:pt x="106727" y="321214"/>
                  </a:lnTo>
                  <a:lnTo>
                    <a:pt x="111684" y="323047"/>
                  </a:lnTo>
                  <a:lnTo>
                    <a:pt x="116697" y="324722"/>
                  </a:lnTo>
                  <a:lnTo>
                    <a:pt x="121760" y="326238"/>
                  </a:lnTo>
                  <a:lnTo>
                    <a:pt x="126869" y="327593"/>
                  </a:lnTo>
                  <a:lnTo>
                    <a:pt x="132018" y="328785"/>
                  </a:lnTo>
                  <a:lnTo>
                    <a:pt x="137202" y="329815"/>
                  </a:lnTo>
                  <a:lnTo>
                    <a:pt x="142416" y="330680"/>
                  </a:lnTo>
                  <a:lnTo>
                    <a:pt x="147654" y="331380"/>
                  </a:lnTo>
                  <a:lnTo>
                    <a:pt x="152913" y="331914"/>
                  </a:lnTo>
                  <a:lnTo>
                    <a:pt x="158185" y="332281"/>
                  </a:lnTo>
                  <a:lnTo>
                    <a:pt x="163467" y="332482"/>
                  </a:lnTo>
                  <a:lnTo>
                    <a:pt x="168752" y="332515"/>
                  </a:lnTo>
                  <a:lnTo>
                    <a:pt x="174035" y="332381"/>
                  </a:lnTo>
                  <a:lnTo>
                    <a:pt x="179312" y="332081"/>
                  </a:lnTo>
                  <a:lnTo>
                    <a:pt x="184577" y="331614"/>
                  </a:lnTo>
                  <a:lnTo>
                    <a:pt x="189824" y="330980"/>
                  </a:lnTo>
                  <a:lnTo>
                    <a:pt x="195048" y="330181"/>
                  </a:lnTo>
                  <a:lnTo>
                    <a:pt x="200245" y="329217"/>
                  </a:lnTo>
                  <a:lnTo>
                    <a:pt x="205409" y="328090"/>
                  </a:lnTo>
                  <a:lnTo>
                    <a:pt x="210534" y="326799"/>
                  </a:lnTo>
                  <a:lnTo>
                    <a:pt x="215616" y="325348"/>
                  </a:lnTo>
                  <a:lnTo>
                    <a:pt x="220650" y="323736"/>
                  </a:lnTo>
                  <a:lnTo>
                    <a:pt x="225630" y="321966"/>
                  </a:lnTo>
                  <a:lnTo>
                    <a:pt x="230551" y="320040"/>
                  </a:lnTo>
                  <a:lnTo>
                    <a:pt x="235410" y="317959"/>
                  </a:lnTo>
                  <a:lnTo>
                    <a:pt x="240200" y="315725"/>
                  </a:lnTo>
                  <a:lnTo>
                    <a:pt x="244917" y="313341"/>
                  </a:lnTo>
                  <a:lnTo>
                    <a:pt x="249556" y="310809"/>
                  </a:lnTo>
                  <a:lnTo>
                    <a:pt x="254113" y="308132"/>
                  </a:lnTo>
                  <a:lnTo>
                    <a:pt x="258584" y="305312"/>
                  </a:lnTo>
                  <a:lnTo>
                    <a:pt x="262962" y="302352"/>
                  </a:lnTo>
                  <a:lnTo>
                    <a:pt x="267245" y="299255"/>
                  </a:lnTo>
                  <a:lnTo>
                    <a:pt x="271428" y="296025"/>
                  </a:lnTo>
                  <a:lnTo>
                    <a:pt x="275507" y="292663"/>
                  </a:lnTo>
                  <a:lnTo>
                    <a:pt x="279477" y="289175"/>
                  </a:lnTo>
                  <a:lnTo>
                    <a:pt x="283335" y="285563"/>
                  </a:lnTo>
                  <a:lnTo>
                    <a:pt x="287077" y="281830"/>
                  </a:lnTo>
                  <a:lnTo>
                    <a:pt x="290700" y="277981"/>
                  </a:lnTo>
                  <a:lnTo>
                    <a:pt x="294198" y="274020"/>
                  </a:lnTo>
                  <a:lnTo>
                    <a:pt x="297570" y="269950"/>
                  </a:lnTo>
                  <a:lnTo>
                    <a:pt x="300811" y="265775"/>
                  </a:lnTo>
                  <a:lnTo>
                    <a:pt x="303919" y="261500"/>
                  </a:lnTo>
                  <a:lnTo>
                    <a:pt x="306890" y="257129"/>
                  </a:lnTo>
                  <a:lnTo>
                    <a:pt x="309722" y="252666"/>
                  </a:lnTo>
                  <a:lnTo>
                    <a:pt x="312410" y="248116"/>
                  </a:lnTo>
                  <a:lnTo>
                    <a:pt x="314954" y="243483"/>
                  </a:lnTo>
                  <a:lnTo>
                    <a:pt x="317350" y="238772"/>
                  </a:lnTo>
                  <a:lnTo>
                    <a:pt x="319596" y="233987"/>
                  </a:lnTo>
                  <a:lnTo>
                    <a:pt x="321689" y="229134"/>
                  </a:lnTo>
                  <a:lnTo>
                    <a:pt x="323628" y="224217"/>
                  </a:lnTo>
                  <a:lnTo>
                    <a:pt x="325411" y="219242"/>
                  </a:lnTo>
                  <a:lnTo>
                    <a:pt x="327035" y="214212"/>
                  </a:lnTo>
                  <a:lnTo>
                    <a:pt x="328500" y="209134"/>
                  </a:lnTo>
                  <a:lnTo>
                    <a:pt x="329803" y="204012"/>
                  </a:lnTo>
                  <a:lnTo>
                    <a:pt x="330944" y="198851"/>
                  </a:lnTo>
                  <a:lnTo>
                    <a:pt x="331921" y="193657"/>
                  </a:lnTo>
                  <a:lnTo>
                    <a:pt x="332733" y="188435"/>
                  </a:lnTo>
                  <a:lnTo>
                    <a:pt x="333380" y="183189"/>
                  </a:lnTo>
                  <a:lnTo>
                    <a:pt x="333861" y="177926"/>
                  </a:lnTo>
                  <a:lnTo>
                    <a:pt x="334175" y="172650"/>
                  </a:lnTo>
                  <a:lnTo>
                    <a:pt x="334322" y="167367"/>
                  </a:lnTo>
                  <a:lnTo>
                    <a:pt x="334302" y="162081"/>
                  </a:lnTo>
                  <a:lnTo>
                    <a:pt x="334115" y="156799"/>
                  </a:lnTo>
                  <a:lnTo>
                    <a:pt x="333761" y="151526"/>
                  </a:lnTo>
                  <a:lnTo>
                    <a:pt x="333241" y="146266"/>
                  </a:lnTo>
                  <a:lnTo>
                    <a:pt x="332554" y="141026"/>
                  </a:lnTo>
                  <a:lnTo>
                    <a:pt x="331703" y="135810"/>
                  </a:lnTo>
                  <a:lnTo>
                    <a:pt x="330686" y="130623"/>
                  </a:lnTo>
                  <a:lnTo>
                    <a:pt x="329507" y="125471"/>
                  </a:lnTo>
                  <a:lnTo>
                    <a:pt x="328165" y="120359"/>
                  </a:lnTo>
                  <a:lnTo>
                    <a:pt x="326662" y="115292"/>
                  </a:lnTo>
                  <a:lnTo>
                    <a:pt x="324999" y="110275"/>
                  </a:lnTo>
                  <a:lnTo>
                    <a:pt x="323179" y="105313"/>
                  </a:lnTo>
                  <a:lnTo>
                    <a:pt x="321203" y="100411"/>
                  </a:lnTo>
                  <a:lnTo>
                    <a:pt x="319073" y="95574"/>
                  </a:lnTo>
                  <a:lnTo>
                    <a:pt x="316791" y="90807"/>
                  </a:lnTo>
                  <a:lnTo>
                    <a:pt x="314360" y="86114"/>
                  </a:lnTo>
                  <a:lnTo>
                    <a:pt x="311781" y="81500"/>
                  </a:lnTo>
                  <a:lnTo>
                    <a:pt x="309058" y="76970"/>
                  </a:lnTo>
                  <a:lnTo>
                    <a:pt x="306193" y="72529"/>
                  </a:lnTo>
                  <a:lnTo>
                    <a:pt x="303189" y="68180"/>
                  </a:lnTo>
                  <a:lnTo>
                    <a:pt x="300049" y="63929"/>
                  </a:lnTo>
                  <a:lnTo>
                    <a:pt x="296776" y="59779"/>
                  </a:lnTo>
                  <a:lnTo>
                    <a:pt x="293374" y="55734"/>
                  </a:lnTo>
                  <a:lnTo>
                    <a:pt x="289846" y="51799"/>
                  </a:lnTo>
                  <a:lnTo>
                    <a:pt x="286194" y="47978"/>
                  </a:lnTo>
                  <a:lnTo>
                    <a:pt x="282424" y="44274"/>
                  </a:lnTo>
                  <a:lnTo>
                    <a:pt x="167167" y="16535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25980" y="3170392"/>
              <a:ext cx="115257" cy="167167"/>
            </a:xfrm>
            <a:custGeom>
              <a:avLst/>
              <a:pathLst>
                <a:path w="115257" h="167167">
                  <a:moveTo>
                    <a:pt x="115257" y="46086"/>
                  </a:moveTo>
                  <a:lnTo>
                    <a:pt x="111190" y="42340"/>
                  </a:lnTo>
                  <a:lnTo>
                    <a:pt x="107001" y="38731"/>
                  </a:lnTo>
                  <a:lnTo>
                    <a:pt x="102695" y="35263"/>
                  </a:lnTo>
                  <a:lnTo>
                    <a:pt x="98276" y="31939"/>
                  </a:lnTo>
                  <a:lnTo>
                    <a:pt x="93751" y="28763"/>
                  </a:lnTo>
                  <a:lnTo>
                    <a:pt x="89122" y="25738"/>
                  </a:lnTo>
                  <a:lnTo>
                    <a:pt x="84396" y="22868"/>
                  </a:lnTo>
                  <a:lnTo>
                    <a:pt x="79578" y="20156"/>
                  </a:lnTo>
                  <a:lnTo>
                    <a:pt x="74673" y="17605"/>
                  </a:lnTo>
                  <a:lnTo>
                    <a:pt x="69686" y="15217"/>
                  </a:lnTo>
                  <a:lnTo>
                    <a:pt x="64623" y="12996"/>
                  </a:lnTo>
                  <a:lnTo>
                    <a:pt x="59489" y="10943"/>
                  </a:lnTo>
                  <a:lnTo>
                    <a:pt x="54290" y="9061"/>
                  </a:lnTo>
                  <a:lnTo>
                    <a:pt x="49032" y="7352"/>
                  </a:lnTo>
                  <a:lnTo>
                    <a:pt x="43720" y="5818"/>
                  </a:lnTo>
                  <a:lnTo>
                    <a:pt x="38360" y="4460"/>
                  </a:lnTo>
                  <a:lnTo>
                    <a:pt x="32958" y="3281"/>
                  </a:lnTo>
                  <a:lnTo>
                    <a:pt x="27520" y="2280"/>
                  </a:lnTo>
                  <a:lnTo>
                    <a:pt x="22052" y="1460"/>
                  </a:lnTo>
                  <a:lnTo>
                    <a:pt x="16560" y="822"/>
                  </a:lnTo>
                  <a:lnTo>
                    <a:pt x="11050" y="365"/>
                  </a:lnTo>
                  <a:lnTo>
                    <a:pt x="5528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4386" y="3707720"/>
              <a:ext cx="6362" cy="167167"/>
            </a:xfrm>
            <a:custGeom>
              <a:avLst/>
              <a:pathLst>
                <a:path w="6362" h="167167">
                  <a:moveTo>
                    <a:pt x="6362" y="0"/>
                  </a:moveTo>
                  <a:lnTo>
                    <a:pt x="0" y="121"/>
                  </a:lnTo>
                  <a:lnTo>
                    <a:pt x="636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4386" y="3707841"/>
              <a:ext cx="6362" cy="167046"/>
            </a:xfrm>
            <a:custGeom>
              <a:avLst/>
              <a:pathLst>
                <a:path w="6362" h="167046">
                  <a:moveTo>
                    <a:pt x="0" y="0"/>
                  </a:moveTo>
                  <a:lnTo>
                    <a:pt x="6362" y="1670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4386" y="3707841"/>
              <a:ext cx="6362" cy="167046"/>
            </a:xfrm>
            <a:custGeom>
              <a:avLst/>
              <a:pathLst>
                <a:path w="6362" h="167046">
                  <a:moveTo>
                    <a:pt x="0" y="0"/>
                  </a:moveTo>
                  <a:lnTo>
                    <a:pt x="6362" y="16704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4386" y="3707841"/>
              <a:ext cx="6362" cy="167046"/>
            </a:xfrm>
            <a:custGeom>
              <a:avLst/>
              <a:pathLst>
                <a:path w="6362" h="167046">
                  <a:moveTo>
                    <a:pt x="0" y="0"/>
                  </a:moveTo>
                  <a:lnTo>
                    <a:pt x="6362" y="1670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84386" y="3707841"/>
              <a:ext cx="6362" cy="167046"/>
            </a:xfrm>
            <a:custGeom>
              <a:avLst/>
              <a:pathLst>
                <a:path w="6362" h="167046">
                  <a:moveTo>
                    <a:pt x="0" y="0"/>
                  </a:moveTo>
                  <a:lnTo>
                    <a:pt x="6362" y="1670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84386" y="3707841"/>
              <a:ext cx="6362" cy="167046"/>
            </a:xfrm>
            <a:custGeom>
              <a:avLst/>
              <a:pathLst>
                <a:path w="6362" h="167046">
                  <a:moveTo>
                    <a:pt x="0" y="0"/>
                  </a:moveTo>
                  <a:lnTo>
                    <a:pt x="6362" y="16704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84386" y="3707841"/>
              <a:ext cx="6362" cy="167046"/>
            </a:xfrm>
            <a:custGeom>
              <a:avLst/>
              <a:pathLst>
                <a:path w="6362" h="167046">
                  <a:moveTo>
                    <a:pt x="0" y="0"/>
                  </a:moveTo>
                  <a:lnTo>
                    <a:pt x="6362" y="1670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84386" y="3707841"/>
              <a:ext cx="6362" cy="167046"/>
            </a:xfrm>
            <a:custGeom>
              <a:avLst/>
              <a:pathLst>
                <a:path w="6362" h="167046">
                  <a:moveTo>
                    <a:pt x="0" y="0"/>
                  </a:moveTo>
                  <a:lnTo>
                    <a:pt x="6362" y="1670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84386" y="3707841"/>
              <a:ext cx="6362" cy="167046"/>
            </a:xfrm>
            <a:custGeom>
              <a:avLst/>
              <a:pathLst>
                <a:path w="6362" h="167046">
                  <a:moveTo>
                    <a:pt x="0" y="0"/>
                  </a:moveTo>
                  <a:lnTo>
                    <a:pt x="6362" y="1670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84386" y="3707841"/>
              <a:ext cx="6362" cy="167046"/>
            </a:xfrm>
            <a:custGeom>
              <a:avLst/>
              <a:pathLst>
                <a:path w="6362" h="167046">
                  <a:moveTo>
                    <a:pt x="0" y="0"/>
                  </a:moveTo>
                  <a:lnTo>
                    <a:pt x="6362" y="1670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84386" y="3707841"/>
              <a:ext cx="6362" cy="167046"/>
            </a:xfrm>
            <a:custGeom>
              <a:avLst/>
              <a:pathLst>
                <a:path w="6362" h="167046">
                  <a:moveTo>
                    <a:pt x="0" y="0"/>
                  </a:moveTo>
                  <a:lnTo>
                    <a:pt x="6362" y="1670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84386" y="3707841"/>
              <a:ext cx="6362" cy="167046"/>
            </a:xfrm>
            <a:custGeom>
              <a:avLst/>
              <a:pathLst>
                <a:path w="6362" h="167046">
                  <a:moveTo>
                    <a:pt x="0" y="0"/>
                  </a:moveTo>
                  <a:lnTo>
                    <a:pt x="6362" y="1670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423590" y="3707841"/>
              <a:ext cx="334310" cy="334212"/>
            </a:xfrm>
            <a:custGeom>
              <a:avLst/>
              <a:pathLst>
                <a:path w="334310" h="334212">
                  <a:moveTo>
                    <a:pt x="160795" y="0"/>
                  </a:moveTo>
                  <a:lnTo>
                    <a:pt x="155502" y="285"/>
                  </a:lnTo>
                  <a:lnTo>
                    <a:pt x="150221" y="738"/>
                  </a:lnTo>
                  <a:lnTo>
                    <a:pt x="144958" y="1359"/>
                  </a:lnTo>
                  <a:lnTo>
                    <a:pt x="139716" y="2146"/>
                  </a:lnTo>
                  <a:lnTo>
                    <a:pt x="134502" y="3099"/>
                  </a:lnTo>
                  <a:lnTo>
                    <a:pt x="129321" y="4217"/>
                  </a:lnTo>
                  <a:lnTo>
                    <a:pt x="124178" y="5498"/>
                  </a:lnTo>
                  <a:lnTo>
                    <a:pt x="119078" y="6942"/>
                  </a:lnTo>
                  <a:lnTo>
                    <a:pt x="114026" y="8546"/>
                  </a:lnTo>
                  <a:lnTo>
                    <a:pt x="109028" y="10311"/>
                  </a:lnTo>
                  <a:lnTo>
                    <a:pt x="104088" y="12232"/>
                  </a:lnTo>
                  <a:lnTo>
                    <a:pt x="99212" y="14309"/>
                  </a:lnTo>
                  <a:lnTo>
                    <a:pt x="94404" y="16540"/>
                  </a:lnTo>
                  <a:lnTo>
                    <a:pt x="89669" y="18922"/>
                  </a:lnTo>
                  <a:lnTo>
                    <a:pt x="85012" y="21453"/>
                  </a:lnTo>
                  <a:lnTo>
                    <a:pt x="80438" y="24131"/>
                  </a:lnTo>
                  <a:lnTo>
                    <a:pt x="75951" y="26952"/>
                  </a:lnTo>
                  <a:lnTo>
                    <a:pt x="71555" y="29914"/>
                  </a:lnTo>
                  <a:lnTo>
                    <a:pt x="67256" y="33014"/>
                  </a:lnTo>
                  <a:lnTo>
                    <a:pt x="63057" y="36248"/>
                  </a:lnTo>
                  <a:lnTo>
                    <a:pt x="58962" y="39614"/>
                  </a:lnTo>
                  <a:lnTo>
                    <a:pt x="54977" y="43108"/>
                  </a:lnTo>
                  <a:lnTo>
                    <a:pt x="51104" y="46727"/>
                  </a:lnTo>
                  <a:lnTo>
                    <a:pt x="47348" y="50467"/>
                  </a:lnTo>
                  <a:lnTo>
                    <a:pt x="43712" y="54324"/>
                  </a:lnTo>
                  <a:lnTo>
                    <a:pt x="40201" y="58294"/>
                  </a:lnTo>
                  <a:lnTo>
                    <a:pt x="36817" y="62373"/>
                  </a:lnTo>
                  <a:lnTo>
                    <a:pt x="33564" y="66558"/>
                  </a:lnTo>
                  <a:lnTo>
                    <a:pt x="30445" y="70844"/>
                  </a:lnTo>
                  <a:lnTo>
                    <a:pt x="27464" y="75226"/>
                  </a:lnTo>
                  <a:lnTo>
                    <a:pt x="24623" y="79701"/>
                  </a:lnTo>
                  <a:lnTo>
                    <a:pt x="21926" y="84264"/>
                  </a:lnTo>
                  <a:lnTo>
                    <a:pt x="19375" y="88910"/>
                  </a:lnTo>
                  <a:lnTo>
                    <a:pt x="16972" y="93634"/>
                  </a:lnTo>
                  <a:lnTo>
                    <a:pt x="14720" y="98432"/>
                  </a:lnTo>
                  <a:lnTo>
                    <a:pt x="12621" y="103300"/>
                  </a:lnTo>
                  <a:lnTo>
                    <a:pt x="10678" y="108231"/>
                  </a:lnTo>
                  <a:lnTo>
                    <a:pt x="8892" y="113221"/>
                  </a:lnTo>
                  <a:lnTo>
                    <a:pt x="7265" y="118266"/>
                  </a:lnTo>
                  <a:lnTo>
                    <a:pt x="5799" y="123359"/>
                  </a:lnTo>
                  <a:lnTo>
                    <a:pt x="4495" y="128497"/>
                  </a:lnTo>
                  <a:lnTo>
                    <a:pt x="3355" y="133673"/>
                  </a:lnTo>
                  <a:lnTo>
                    <a:pt x="2379" y="138883"/>
                  </a:lnTo>
                  <a:lnTo>
                    <a:pt x="1569" y="144121"/>
                  </a:lnTo>
                  <a:lnTo>
                    <a:pt x="926" y="149382"/>
                  </a:lnTo>
                  <a:lnTo>
                    <a:pt x="449" y="154661"/>
                  </a:lnTo>
                  <a:lnTo>
                    <a:pt x="140" y="159952"/>
                  </a:lnTo>
                  <a:lnTo>
                    <a:pt x="0" y="165250"/>
                  </a:lnTo>
                  <a:lnTo>
                    <a:pt x="27" y="170551"/>
                  </a:lnTo>
                  <a:lnTo>
                    <a:pt x="222" y="175848"/>
                  </a:lnTo>
                  <a:lnTo>
                    <a:pt x="585" y="181135"/>
                  </a:lnTo>
                  <a:lnTo>
                    <a:pt x="1115" y="186409"/>
                  </a:lnTo>
                  <a:lnTo>
                    <a:pt x="1812" y="191663"/>
                  </a:lnTo>
                  <a:lnTo>
                    <a:pt x="2676" y="196893"/>
                  </a:lnTo>
                  <a:lnTo>
                    <a:pt x="3705" y="202092"/>
                  </a:lnTo>
                  <a:lnTo>
                    <a:pt x="4898" y="207257"/>
                  </a:lnTo>
                  <a:lnTo>
                    <a:pt x="6254" y="212381"/>
                  </a:lnTo>
                  <a:lnTo>
                    <a:pt x="7773" y="217459"/>
                  </a:lnTo>
                  <a:lnTo>
                    <a:pt x="9451" y="222486"/>
                  </a:lnTo>
                  <a:lnTo>
                    <a:pt x="11288" y="227458"/>
                  </a:lnTo>
                  <a:lnTo>
                    <a:pt x="13281" y="232369"/>
                  </a:lnTo>
                  <a:lnTo>
                    <a:pt x="15430" y="237215"/>
                  </a:lnTo>
                  <a:lnTo>
                    <a:pt x="17731" y="241990"/>
                  </a:lnTo>
                  <a:lnTo>
                    <a:pt x="20182" y="246689"/>
                  </a:lnTo>
                  <a:lnTo>
                    <a:pt x="22780" y="251309"/>
                  </a:lnTo>
                  <a:lnTo>
                    <a:pt x="25524" y="255844"/>
                  </a:lnTo>
                  <a:lnTo>
                    <a:pt x="28411" y="260289"/>
                  </a:lnTo>
                  <a:lnTo>
                    <a:pt x="31436" y="264641"/>
                  </a:lnTo>
                  <a:lnTo>
                    <a:pt x="34599" y="268895"/>
                  </a:lnTo>
                  <a:lnTo>
                    <a:pt x="37894" y="273046"/>
                  </a:lnTo>
                  <a:lnTo>
                    <a:pt x="41320" y="277091"/>
                  </a:lnTo>
                  <a:lnTo>
                    <a:pt x="44872" y="281025"/>
                  </a:lnTo>
                  <a:lnTo>
                    <a:pt x="48547" y="284844"/>
                  </a:lnTo>
                  <a:lnTo>
                    <a:pt x="52341" y="288545"/>
                  </a:lnTo>
                  <a:lnTo>
                    <a:pt x="56250" y="292124"/>
                  </a:lnTo>
                  <a:lnTo>
                    <a:pt x="60271" y="295577"/>
                  </a:lnTo>
                  <a:lnTo>
                    <a:pt x="64400" y="298901"/>
                  </a:lnTo>
                  <a:lnTo>
                    <a:pt x="68632" y="302093"/>
                  </a:lnTo>
                  <a:lnTo>
                    <a:pt x="72963" y="305148"/>
                  </a:lnTo>
                  <a:lnTo>
                    <a:pt x="77388" y="308065"/>
                  </a:lnTo>
                  <a:lnTo>
                    <a:pt x="81904" y="310840"/>
                  </a:lnTo>
                  <a:lnTo>
                    <a:pt x="86506" y="313471"/>
                  </a:lnTo>
                  <a:lnTo>
                    <a:pt x="91188" y="315954"/>
                  </a:lnTo>
                  <a:lnTo>
                    <a:pt x="95947" y="318288"/>
                  </a:lnTo>
                  <a:lnTo>
                    <a:pt x="100778" y="320469"/>
                  </a:lnTo>
                  <a:lnTo>
                    <a:pt x="105675" y="322496"/>
                  </a:lnTo>
                  <a:lnTo>
                    <a:pt x="110634" y="324367"/>
                  </a:lnTo>
                  <a:lnTo>
                    <a:pt x="115650" y="326080"/>
                  </a:lnTo>
                  <a:lnTo>
                    <a:pt x="120718" y="327633"/>
                  </a:lnTo>
                  <a:lnTo>
                    <a:pt x="125832" y="329025"/>
                  </a:lnTo>
                  <a:lnTo>
                    <a:pt x="130988" y="330254"/>
                  </a:lnTo>
                  <a:lnTo>
                    <a:pt x="136181" y="331318"/>
                  </a:lnTo>
                  <a:lnTo>
                    <a:pt x="141404" y="332218"/>
                  </a:lnTo>
                  <a:lnTo>
                    <a:pt x="146653" y="332951"/>
                  </a:lnTo>
                  <a:lnTo>
                    <a:pt x="151923" y="333518"/>
                  </a:lnTo>
                  <a:lnTo>
                    <a:pt x="157209" y="333917"/>
                  </a:lnTo>
                  <a:lnTo>
                    <a:pt x="162504" y="334148"/>
                  </a:lnTo>
                  <a:lnTo>
                    <a:pt x="167804" y="334212"/>
                  </a:lnTo>
                  <a:lnTo>
                    <a:pt x="173103" y="334107"/>
                  </a:lnTo>
                  <a:lnTo>
                    <a:pt x="178396" y="333835"/>
                  </a:lnTo>
                  <a:lnTo>
                    <a:pt x="183678" y="333395"/>
                  </a:lnTo>
                  <a:lnTo>
                    <a:pt x="188944" y="332787"/>
                  </a:lnTo>
                  <a:lnTo>
                    <a:pt x="194187" y="332013"/>
                  </a:lnTo>
                  <a:lnTo>
                    <a:pt x="199404" y="331074"/>
                  </a:lnTo>
                  <a:lnTo>
                    <a:pt x="204588" y="329969"/>
                  </a:lnTo>
                  <a:lnTo>
                    <a:pt x="209734" y="328700"/>
                  </a:lnTo>
                  <a:lnTo>
                    <a:pt x="214837" y="327269"/>
                  </a:lnTo>
                  <a:lnTo>
                    <a:pt x="219893" y="325677"/>
                  </a:lnTo>
                  <a:lnTo>
                    <a:pt x="224896" y="323926"/>
                  </a:lnTo>
                  <a:lnTo>
                    <a:pt x="229840" y="322016"/>
                  </a:lnTo>
                  <a:lnTo>
                    <a:pt x="234722" y="319951"/>
                  </a:lnTo>
                  <a:lnTo>
                    <a:pt x="239535" y="317732"/>
                  </a:lnTo>
                  <a:lnTo>
                    <a:pt x="244276" y="315362"/>
                  </a:lnTo>
                  <a:lnTo>
                    <a:pt x="248939" y="312843"/>
                  </a:lnTo>
                  <a:lnTo>
                    <a:pt x="253520" y="310177"/>
                  </a:lnTo>
                  <a:lnTo>
                    <a:pt x="258014" y="307367"/>
                  </a:lnTo>
                  <a:lnTo>
                    <a:pt x="262417" y="304416"/>
                  </a:lnTo>
                  <a:lnTo>
                    <a:pt x="266724" y="301327"/>
                  </a:lnTo>
                  <a:lnTo>
                    <a:pt x="270931" y="298103"/>
                  </a:lnTo>
                  <a:lnTo>
                    <a:pt x="275034" y="294747"/>
                  </a:lnTo>
                  <a:lnTo>
                    <a:pt x="279028" y="291263"/>
                  </a:lnTo>
                  <a:lnTo>
                    <a:pt x="282910" y="287654"/>
                  </a:lnTo>
                  <a:lnTo>
                    <a:pt x="286676" y="283923"/>
                  </a:lnTo>
                  <a:lnTo>
                    <a:pt x="290321" y="280075"/>
                  </a:lnTo>
                  <a:lnTo>
                    <a:pt x="293842" y="276114"/>
                  </a:lnTo>
                  <a:lnTo>
                    <a:pt x="297236" y="272043"/>
                  </a:lnTo>
                  <a:lnTo>
                    <a:pt x="300500" y="267866"/>
                  </a:lnTo>
                  <a:lnTo>
                    <a:pt x="303629" y="263588"/>
                  </a:lnTo>
                  <a:lnTo>
                    <a:pt x="306621" y="259213"/>
                  </a:lnTo>
                  <a:lnTo>
                    <a:pt x="309473" y="254745"/>
                  </a:lnTo>
                  <a:lnTo>
                    <a:pt x="312182" y="250190"/>
                  </a:lnTo>
                  <a:lnTo>
                    <a:pt x="314745" y="245550"/>
                  </a:lnTo>
                  <a:lnTo>
                    <a:pt x="317159" y="240832"/>
                  </a:lnTo>
                  <a:lnTo>
                    <a:pt x="319423" y="236039"/>
                  </a:lnTo>
                  <a:lnTo>
                    <a:pt x="321534" y="231177"/>
                  </a:lnTo>
                  <a:lnTo>
                    <a:pt x="323489" y="226251"/>
                  </a:lnTo>
                  <a:lnTo>
                    <a:pt x="325288" y="221265"/>
                  </a:lnTo>
                  <a:lnTo>
                    <a:pt x="326927" y="216224"/>
                  </a:lnTo>
                  <a:lnTo>
                    <a:pt x="328406" y="211135"/>
                  </a:lnTo>
                  <a:lnTo>
                    <a:pt x="329723" y="206000"/>
                  </a:lnTo>
                  <a:lnTo>
                    <a:pt x="330876" y="200827"/>
                  </a:lnTo>
                  <a:lnTo>
                    <a:pt x="331865" y="195620"/>
                  </a:lnTo>
                  <a:lnTo>
                    <a:pt x="332688" y="190384"/>
                  </a:lnTo>
                  <a:lnTo>
                    <a:pt x="333344" y="185124"/>
                  </a:lnTo>
                  <a:lnTo>
                    <a:pt x="333834" y="179847"/>
                  </a:lnTo>
                  <a:lnTo>
                    <a:pt x="334156" y="174556"/>
                  </a:lnTo>
                  <a:lnTo>
                    <a:pt x="334310" y="169258"/>
                  </a:lnTo>
                  <a:lnTo>
                    <a:pt x="334296" y="163958"/>
                  </a:lnTo>
                  <a:lnTo>
                    <a:pt x="334114" y="158660"/>
                  </a:lnTo>
                  <a:lnTo>
                    <a:pt x="333765" y="153372"/>
                  </a:lnTo>
                  <a:lnTo>
                    <a:pt x="333247" y="148097"/>
                  </a:lnTo>
                  <a:lnTo>
                    <a:pt x="332563" y="142841"/>
                  </a:lnTo>
                  <a:lnTo>
                    <a:pt x="331713" y="137609"/>
                  </a:lnTo>
                  <a:lnTo>
                    <a:pt x="330697" y="132407"/>
                  </a:lnTo>
                  <a:lnTo>
                    <a:pt x="329516" y="127240"/>
                  </a:lnTo>
                  <a:lnTo>
                    <a:pt x="328173" y="122112"/>
                  </a:lnTo>
                  <a:lnTo>
                    <a:pt x="326667" y="117030"/>
                  </a:lnTo>
                  <a:lnTo>
                    <a:pt x="325001" y="111999"/>
                  </a:lnTo>
                  <a:lnTo>
                    <a:pt x="323177" y="107022"/>
                  </a:lnTo>
                  <a:lnTo>
                    <a:pt x="321196" y="102106"/>
                  </a:lnTo>
                  <a:lnTo>
                    <a:pt x="319059" y="97255"/>
                  </a:lnTo>
                  <a:lnTo>
                    <a:pt x="316770" y="92475"/>
                  </a:lnTo>
                  <a:lnTo>
                    <a:pt x="314331" y="87769"/>
                  </a:lnTo>
                  <a:lnTo>
                    <a:pt x="311744" y="83143"/>
                  </a:lnTo>
                  <a:lnTo>
                    <a:pt x="309011" y="78601"/>
                  </a:lnTo>
                  <a:lnTo>
                    <a:pt x="306136" y="74149"/>
                  </a:lnTo>
                  <a:lnTo>
                    <a:pt x="303121" y="69789"/>
                  </a:lnTo>
                  <a:lnTo>
                    <a:pt x="299969" y="65528"/>
                  </a:lnTo>
                  <a:lnTo>
                    <a:pt x="296684" y="61368"/>
                  </a:lnTo>
                  <a:lnTo>
                    <a:pt x="293269" y="57315"/>
                  </a:lnTo>
                  <a:lnTo>
                    <a:pt x="289727" y="53372"/>
                  </a:lnTo>
                  <a:lnTo>
                    <a:pt x="286061" y="49544"/>
                  </a:lnTo>
                  <a:lnTo>
                    <a:pt x="282276" y="45833"/>
                  </a:lnTo>
                  <a:lnTo>
                    <a:pt x="278376" y="42244"/>
                  </a:lnTo>
                  <a:lnTo>
                    <a:pt x="167157" y="1670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90748" y="3707720"/>
              <a:ext cx="111218" cy="167167"/>
            </a:xfrm>
            <a:custGeom>
              <a:avLst/>
              <a:pathLst>
                <a:path w="111218" h="167167">
                  <a:moveTo>
                    <a:pt x="111218" y="42365"/>
                  </a:moveTo>
                  <a:lnTo>
                    <a:pt x="107029" y="38755"/>
                  </a:lnTo>
                  <a:lnTo>
                    <a:pt x="102722" y="35284"/>
                  </a:lnTo>
                  <a:lnTo>
                    <a:pt x="98303" y="31958"/>
                  </a:lnTo>
                  <a:lnTo>
                    <a:pt x="93776" y="28780"/>
                  </a:lnTo>
                  <a:lnTo>
                    <a:pt x="89147" y="25754"/>
                  </a:lnTo>
                  <a:lnTo>
                    <a:pt x="84420" y="22882"/>
                  </a:lnTo>
                  <a:lnTo>
                    <a:pt x="79601" y="20168"/>
                  </a:lnTo>
                  <a:lnTo>
                    <a:pt x="74695" y="17616"/>
                  </a:lnTo>
                  <a:lnTo>
                    <a:pt x="69706" y="15226"/>
                  </a:lnTo>
                  <a:lnTo>
                    <a:pt x="64642" y="13004"/>
                  </a:lnTo>
                  <a:lnTo>
                    <a:pt x="59507" y="10950"/>
                  </a:lnTo>
                  <a:lnTo>
                    <a:pt x="54306" y="9067"/>
                  </a:lnTo>
                  <a:lnTo>
                    <a:pt x="49047" y="7357"/>
                  </a:lnTo>
                  <a:lnTo>
                    <a:pt x="43733" y="5822"/>
                  </a:lnTo>
                  <a:lnTo>
                    <a:pt x="38372" y="4463"/>
                  </a:lnTo>
                  <a:lnTo>
                    <a:pt x="32968" y="3283"/>
                  </a:lnTo>
                  <a:lnTo>
                    <a:pt x="27529" y="2282"/>
                  </a:lnTo>
                  <a:lnTo>
                    <a:pt x="22059" y="1461"/>
                  </a:lnTo>
                  <a:lnTo>
                    <a:pt x="16565" y="822"/>
                  </a:lnTo>
                  <a:lnTo>
                    <a:pt x="11054" y="365"/>
                  </a:lnTo>
                  <a:lnTo>
                    <a:pt x="5530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6464" y="4213821"/>
              <a:ext cx="4823" cy="167167"/>
            </a:xfrm>
            <a:custGeom>
              <a:avLst/>
              <a:pathLst>
                <a:path w="4823" h="167167">
                  <a:moveTo>
                    <a:pt x="4823" y="0"/>
                  </a:moveTo>
                  <a:lnTo>
                    <a:pt x="0" y="69"/>
                  </a:lnTo>
                  <a:lnTo>
                    <a:pt x="482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6464" y="4213891"/>
              <a:ext cx="4823" cy="167097"/>
            </a:xfrm>
            <a:custGeom>
              <a:avLst/>
              <a:pathLst>
                <a:path w="4823" h="167097">
                  <a:moveTo>
                    <a:pt x="0" y="0"/>
                  </a:moveTo>
                  <a:lnTo>
                    <a:pt x="4823" y="16709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6464" y="4213891"/>
              <a:ext cx="4823" cy="167097"/>
            </a:xfrm>
            <a:custGeom>
              <a:avLst/>
              <a:pathLst>
                <a:path w="4823" h="167097">
                  <a:moveTo>
                    <a:pt x="0" y="0"/>
                  </a:moveTo>
                  <a:lnTo>
                    <a:pt x="4823" y="16709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76464" y="4213891"/>
              <a:ext cx="4823" cy="167097"/>
            </a:xfrm>
            <a:custGeom>
              <a:avLst/>
              <a:pathLst>
                <a:path w="4823" h="167097">
                  <a:moveTo>
                    <a:pt x="0" y="0"/>
                  </a:moveTo>
                  <a:lnTo>
                    <a:pt x="4823" y="16709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76464" y="4213891"/>
              <a:ext cx="4823" cy="167097"/>
            </a:xfrm>
            <a:custGeom>
              <a:avLst/>
              <a:pathLst>
                <a:path w="4823" h="167097">
                  <a:moveTo>
                    <a:pt x="0" y="0"/>
                  </a:moveTo>
                  <a:lnTo>
                    <a:pt x="4823" y="16709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76464" y="4213891"/>
              <a:ext cx="4823" cy="167097"/>
            </a:xfrm>
            <a:custGeom>
              <a:avLst/>
              <a:pathLst>
                <a:path w="4823" h="167097">
                  <a:moveTo>
                    <a:pt x="0" y="0"/>
                  </a:moveTo>
                  <a:lnTo>
                    <a:pt x="4823" y="1670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776464" y="4213891"/>
              <a:ext cx="4823" cy="167097"/>
            </a:xfrm>
            <a:custGeom>
              <a:avLst/>
              <a:pathLst>
                <a:path w="4823" h="167097">
                  <a:moveTo>
                    <a:pt x="0" y="0"/>
                  </a:moveTo>
                  <a:lnTo>
                    <a:pt x="4823" y="1670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76464" y="4213891"/>
              <a:ext cx="4823" cy="167097"/>
            </a:xfrm>
            <a:custGeom>
              <a:avLst/>
              <a:pathLst>
                <a:path w="4823" h="167097">
                  <a:moveTo>
                    <a:pt x="0" y="0"/>
                  </a:moveTo>
                  <a:lnTo>
                    <a:pt x="4823" y="1670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776464" y="4213891"/>
              <a:ext cx="4823" cy="167097"/>
            </a:xfrm>
            <a:custGeom>
              <a:avLst/>
              <a:pathLst>
                <a:path w="4823" h="167097">
                  <a:moveTo>
                    <a:pt x="0" y="0"/>
                  </a:moveTo>
                  <a:lnTo>
                    <a:pt x="4823" y="1670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776464" y="4213891"/>
              <a:ext cx="4823" cy="167097"/>
            </a:xfrm>
            <a:custGeom>
              <a:avLst/>
              <a:pathLst>
                <a:path w="4823" h="167097">
                  <a:moveTo>
                    <a:pt x="0" y="0"/>
                  </a:moveTo>
                  <a:lnTo>
                    <a:pt x="4823" y="16709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776464" y="4213891"/>
              <a:ext cx="4823" cy="167097"/>
            </a:xfrm>
            <a:custGeom>
              <a:avLst/>
              <a:pathLst>
                <a:path w="4823" h="167097">
                  <a:moveTo>
                    <a:pt x="0" y="0"/>
                  </a:moveTo>
                  <a:lnTo>
                    <a:pt x="4823" y="16709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614123" y="4213891"/>
              <a:ext cx="167164" cy="276717"/>
            </a:xfrm>
            <a:custGeom>
              <a:avLst/>
              <a:pathLst>
                <a:path w="167164" h="276717">
                  <a:moveTo>
                    <a:pt x="162341" y="0"/>
                  </a:moveTo>
                  <a:lnTo>
                    <a:pt x="156956" y="242"/>
                  </a:lnTo>
                  <a:lnTo>
                    <a:pt x="151582" y="658"/>
                  </a:lnTo>
                  <a:lnTo>
                    <a:pt x="146224" y="1247"/>
                  </a:lnTo>
                  <a:lnTo>
                    <a:pt x="140888" y="2008"/>
                  </a:lnTo>
                  <a:lnTo>
                    <a:pt x="135580" y="2941"/>
                  </a:lnTo>
                  <a:lnTo>
                    <a:pt x="130304" y="4044"/>
                  </a:lnTo>
                  <a:lnTo>
                    <a:pt x="125067" y="5317"/>
                  </a:lnTo>
                  <a:lnTo>
                    <a:pt x="119873" y="6759"/>
                  </a:lnTo>
                  <a:lnTo>
                    <a:pt x="114728" y="8367"/>
                  </a:lnTo>
                  <a:lnTo>
                    <a:pt x="109638" y="10140"/>
                  </a:lnTo>
                  <a:lnTo>
                    <a:pt x="104608" y="12076"/>
                  </a:lnTo>
                  <a:lnTo>
                    <a:pt x="99643" y="14173"/>
                  </a:lnTo>
                  <a:lnTo>
                    <a:pt x="94748" y="16429"/>
                  </a:lnTo>
                  <a:lnTo>
                    <a:pt x="89928" y="18842"/>
                  </a:lnTo>
                  <a:lnTo>
                    <a:pt x="85189" y="21409"/>
                  </a:lnTo>
                  <a:lnTo>
                    <a:pt x="80535" y="24128"/>
                  </a:lnTo>
                  <a:lnTo>
                    <a:pt x="75970" y="26995"/>
                  </a:lnTo>
                  <a:lnTo>
                    <a:pt x="71501" y="30008"/>
                  </a:lnTo>
                  <a:lnTo>
                    <a:pt x="67131" y="33163"/>
                  </a:lnTo>
                  <a:lnTo>
                    <a:pt x="62865" y="36458"/>
                  </a:lnTo>
                  <a:lnTo>
                    <a:pt x="58708" y="39888"/>
                  </a:lnTo>
                  <a:lnTo>
                    <a:pt x="54663" y="43451"/>
                  </a:lnTo>
                  <a:lnTo>
                    <a:pt x="50735" y="47142"/>
                  </a:lnTo>
                  <a:lnTo>
                    <a:pt x="46929" y="50958"/>
                  </a:lnTo>
                  <a:lnTo>
                    <a:pt x="43247" y="54894"/>
                  </a:lnTo>
                  <a:lnTo>
                    <a:pt x="39694" y="58948"/>
                  </a:lnTo>
                  <a:lnTo>
                    <a:pt x="36274" y="63113"/>
                  </a:lnTo>
                  <a:lnTo>
                    <a:pt x="32989" y="67387"/>
                  </a:lnTo>
                  <a:lnTo>
                    <a:pt x="29845" y="71765"/>
                  </a:lnTo>
                  <a:lnTo>
                    <a:pt x="26843" y="76241"/>
                  </a:lnTo>
                  <a:lnTo>
                    <a:pt x="23987" y="80812"/>
                  </a:lnTo>
                  <a:lnTo>
                    <a:pt x="21279" y="85473"/>
                  </a:lnTo>
                  <a:lnTo>
                    <a:pt x="18724" y="90219"/>
                  </a:lnTo>
                  <a:lnTo>
                    <a:pt x="16322" y="95044"/>
                  </a:lnTo>
                  <a:lnTo>
                    <a:pt x="14078" y="99944"/>
                  </a:lnTo>
                  <a:lnTo>
                    <a:pt x="11992" y="104915"/>
                  </a:lnTo>
                  <a:lnTo>
                    <a:pt x="10068" y="109950"/>
                  </a:lnTo>
                  <a:lnTo>
                    <a:pt x="8308" y="115044"/>
                  </a:lnTo>
                  <a:lnTo>
                    <a:pt x="6712" y="120192"/>
                  </a:lnTo>
                  <a:lnTo>
                    <a:pt x="5283" y="125389"/>
                  </a:lnTo>
                  <a:lnTo>
                    <a:pt x="4023" y="130630"/>
                  </a:lnTo>
                  <a:lnTo>
                    <a:pt x="2932" y="135908"/>
                  </a:lnTo>
                  <a:lnTo>
                    <a:pt x="2012" y="141219"/>
                  </a:lnTo>
                  <a:lnTo>
                    <a:pt x="1263" y="146557"/>
                  </a:lnTo>
                  <a:lnTo>
                    <a:pt x="687" y="151916"/>
                  </a:lnTo>
                  <a:lnTo>
                    <a:pt x="285" y="157291"/>
                  </a:lnTo>
                  <a:lnTo>
                    <a:pt x="55" y="162676"/>
                  </a:lnTo>
                  <a:lnTo>
                    <a:pt x="0" y="168066"/>
                  </a:lnTo>
                  <a:lnTo>
                    <a:pt x="118" y="173455"/>
                  </a:lnTo>
                  <a:lnTo>
                    <a:pt x="409" y="178837"/>
                  </a:lnTo>
                  <a:lnTo>
                    <a:pt x="875" y="184206"/>
                  </a:lnTo>
                  <a:lnTo>
                    <a:pt x="1513" y="189559"/>
                  </a:lnTo>
                  <a:lnTo>
                    <a:pt x="2323" y="194887"/>
                  </a:lnTo>
                  <a:lnTo>
                    <a:pt x="3304" y="200187"/>
                  </a:lnTo>
                  <a:lnTo>
                    <a:pt x="4456" y="205453"/>
                  </a:lnTo>
                  <a:lnTo>
                    <a:pt x="5777" y="210678"/>
                  </a:lnTo>
                  <a:lnTo>
                    <a:pt x="7266" y="215858"/>
                  </a:lnTo>
                  <a:lnTo>
                    <a:pt x="8921" y="220988"/>
                  </a:lnTo>
                  <a:lnTo>
                    <a:pt x="10741" y="226062"/>
                  </a:lnTo>
                  <a:lnTo>
                    <a:pt x="12723" y="231074"/>
                  </a:lnTo>
                  <a:lnTo>
                    <a:pt x="14866" y="236020"/>
                  </a:lnTo>
                  <a:lnTo>
                    <a:pt x="17167" y="240894"/>
                  </a:lnTo>
                  <a:lnTo>
                    <a:pt x="19624" y="245691"/>
                  </a:lnTo>
                  <a:lnTo>
                    <a:pt x="22235" y="250407"/>
                  </a:lnTo>
                  <a:lnTo>
                    <a:pt x="24996" y="255036"/>
                  </a:lnTo>
                  <a:lnTo>
                    <a:pt x="27905" y="259573"/>
                  </a:lnTo>
                  <a:lnTo>
                    <a:pt x="30959" y="264015"/>
                  </a:lnTo>
                  <a:lnTo>
                    <a:pt x="34154" y="268356"/>
                  </a:lnTo>
                  <a:lnTo>
                    <a:pt x="37487" y="272591"/>
                  </a:lnTo>
                  <a:lnTo>
                    <a:pt x="40956" y="276717"/>
                  </a:lnTo>
                  <a:lnTo>
                    <a:pt x="167164" y="16709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655079" y="4213821"/>
              <a:ext cx="293355" cy="334334"/>
            </a:xfrm>
            <a:custGeom>
              <a:avLst/>
              <a:pathLst>
                <a:path w="293355" h="334334">
                  <a:moveTo>
                    <a:pt x="0" y="276786"/>
                  </a:moveTo>
                  <a:lnTo>
                    <a:pt x="3540" y="280734"/>
                  </a:lnTo>
                  <a:lnTo>
                    <a:pt x="7204" y="284568"/>
                  </a:lnTo>
                  <a:lnTo>
                    <a:pt x="10988" y="288284"/>
                  </a:lnTo>
                  <a:lnTo>
                    <a:pt x="14887" y="291877"/>
                  </a:lnTo>
                  <a:lnTo>
                    <a:pt x="18899" y="295346"/>
                  </a:lnTo>
                  <a:lnTo>
                    <a:pt x="23019" y="298685"/>
                  </a:lnTo>
                  <a:lnTo>
                    <a:pt x="27242" y="301892"/>
                  </a:lnTo>
                  <a:lnTo>
                    <a:pt x="31565" y="304963"/>
                  </a:lnTo>
                  <a:lnTo>
                    <a:pt x="35983" y="307895"/>
                  </a:lnTo>
                  <a:lnTo>
                    <a:pt x="40493" y="310686"/>
                  </a:lnTo>
                  <a:lnTo>
                    <a:pt x="45088" y="313333"/>
                  </a:lnTo>
                  <a:lnTo>
                    <a:pt x="49765" y="315832"/>
                  </a:lnTo>
                  <a:lnTo>
                    <a:pt x="54519" y="318182"/>
                  </a:lnTo>
                  <a:lnTo>
                    <a:pt x="59345" y="320380"/>
                  </a:lnTo>
                  <a:lnTo>
                    <a:pt x="64238" y="322424"/>
                  </a:lnTo>
                  <a:lnTo>
                    <a:pt x="69194" y="324311"/>
                  </a:lnTo>
                  <a:lnTo>
                    <a:pt x="74207" y="326041"/>
                  </a:lnTo>
                  <a:lnTo>
                    <a:pt x="79272" y="327610"/>
                  </a:lnTo>
                  <a:lnTo>
                    <a:pt x="84385" y="329018"/>
                  </a:lnTo>
                  <a:lnTo>
                    <a:pt x="89540" y="330263"/>
                  </a:lnTo>
                  <a:lnTo>
                    <a:pt x="94732" y="331344"/>
                  </a:lnTo>
                  <a:lnTo>
                    <a:pt x="99955" y="332260"/>
                  </a:lnTo>
                  <a:lnTo>
                    <a:pt x="105205" y="333010"/>
                  </a:lnTo>
                  <a:lnTo>
                    <a:pt x="110475" y="333592"/>
                  </a:lnTo>
                  <a:lnTo>
                    <a:pt x="115762" y="334008"/>
                  </a:lnTo>
                  <a:lnTo>
                    <a:pt x="121059" y="334255"/>
                  </a:lnTo>
                  <a:lnTo>
                    <a:pt x="126362" y="334334"/>
                  </a:lnTo>
                  <a:lnTo>
                    <a:pt x="131664" y="334245"/>
                  </a:lnTo>
                  <a:lnTo>
                    <a:pt x="136961" y="333988"/>
                  </a:lnTo>
                  <a:lnTo>
                    <a:pt x="142247" y="333563"/>
                  </a:lnTo>
                  <a:lnTo>
                    <a:pt x="147516" y="332971"/>
                  </a:lnTo>
                  <a:lnTo>
                    <a:pt x="152765" y="332211"/>
                  </a:lnTo>
                  <a:lnTo>
                    <a:pt x="157986" y="331286"/>
                  </a:lnTo>
                  <a:lnTo>
                    <a:pt x="163176" y="330195"/>
                  </a:lnTo>
                  <a:lnTo>
                    <a:pt x="168329" y="328941"/>
                  </a:lnTo>
                  <a:lnTo>
                    <a:pt x="173439" y="327523"/>
                  </a:lnTo>
                  <a:lnTo>
                    <a:pt x="178501" y="325945"/>
                  </a:lnTo>
                  <a:lnTo>
                    <a:pt x="183511" y="324206"/>
                  </a:lnTo>
                  <a:lnTo>
                    <a:pt x="188463" y="322309"/>
                  </a:lnTo>
                  <a:lnTo>
                    <a:pt x="193353" y="320257"/>
                  </a:lnTo>
                  <a:lnTo>
                    <a:pt x="198175" y="318050"/>
                  </a:lnTo>
                  <a:lnTo>
                    <a:pt x="202924" y="315691"/>
                  </a:lnTo>
                  <a:lnTo>
                    <a:pt x="207597" y="313183"/>
                  </a:lnTo>
                  <a:lnTo>
                    <a:pt x="212187" y="310528"/>
                  </a:lnTo>
                  <a:lnTo>
                    <a:pt x="216691" y="307729"/>
                  </a:lnTo>
                  <a:lnTo>
                    <a:pt x="221104" y="304788"/>
                  </a:lnTo>
                  <a:lnTo>
                    <a:pt x="225422" y="301709"/>
                  </a:lnTo>
                  <a:lnTo>
                    <a:pt x="229639" y="298494"/>
                  </a:lnTo>
                  <a:lnTo>
                    <a:pt x="233753" y="295148"/>
                  </a:lnTo>
                  <a:lnTo>
                    <a:pt x="237758" y="291672"/>
                  </a:lnTo>
                  <a:lnTo>
                    <a:pt x="241651" y="288071"/>
                  </a:lnTo>
                  <a:lnTo>
                    <a:pt x="245428" y="284349"/>
                  </a:lnTo>
                  <a:lnTo>
                    <a:pt x="249085" y="280508"/>
                  </a:lnTo>
                  <a:lnTo>
                    <a:pt x="252618" y="276554"/>
                  </a:lnTo>
                  <a:lnTo>
                    <a:pt x="256024" y="272489"/>
                  </a:lnTo>
                  <a:lnTo>
                    <a:pt x="259299" y="268319"/>
                  </a:lnTo>
                  <a:lnTo>
                    <a:pt x="262441" y="264046"/>
                  </a:lnTo>
                  <a:lnTo>
                    <a:pt x="265445" y="259676"/>
                  </a:lnTo>
                  <a:lnTo>
                    <a:pt x="268309" y="255213"/>
                  </a:lnTo>
                  <a:lnTo>
                    <a:pt x="271030" y="250662"/>
                  </a:lnTo>
                  <a:lnTo>
                    <a:pt x="273606" y="246026"/>
                  </a:lnTo>
                  <a:lnTo>
                    <a:pt x="276033" y="241311"/>
                  </a:lnTo>
                  <a:lnTo>
                    <a:pt x="278309" y="236522"/>
                  </a:lnTo>
                  <a:lnTo>
                    <a:pt x="280433" y="231662"/>
                  </a:lnTo>
                  <a:lnTo>
                    <a:pt x="282401" y="226738"/>
                  </a:lnTo>
                  <a:lnTo>
                    <a:pt x="284212" y="221754"/>
                  </a:lnTo>
                  <a:lnTo>
                    <a:pt x="285864" y="216715"/>
                  </a:lnTo>
                  <a:lnTo>
                    <a:pt x="287355" y="211626"/>
                  </a:lnTo>
                  <a:lnTo>
                    <a:pt x="288684" y="206492"/>
                  </a:lnTo>
                  <a:lnTo>
                    <a:pt x="289850" y="201319"/>
                  </a:lnTo>
                  <a:lnTo>
                    <a:pt x="290850" y="196111"/>
                  </a:lnTo>
                  <a:lnTo>
                    <a:pt x="291686" y="190874"/>
                  </a:lnTo>
                  <a:lnTo>
                    <a:pt x="292354" y="185614"/>
                  </a:lnTo>
                  <a:lnTo>
                    <a:pt x="292856" y="180334"/>
                  </a:lnTo>
                  <a:lnTo>
                    <a:pt x="293190" y="175042"/>
                  </a:lnTo>
                  <a:lnTo>
                    <a:pt x="293355" y="169741"/>
                  </a:lnTo>
                  <a:lnTo>
                    <a:pt x="293353" y="164438"/>
                  </a:lnTo>
                  <a:lnTo>
                    <a:pt x="293182" y="159138"/>
                  </a:lnTo>
                  <a:lnTo>
                    <a:pt x="292844" y="153846"/>
                  </a:lnTo>
                  <a:lnTo>
                    <a:pt x="292337" y="148567"/>
                  </a:lnTo>
                  <a:lnTo>
                    <a:pt x="291664" y="143307"/>
                  </a:lnTo>
                  <a:lnTo>
                    <a:pt x="290824" y="138071"/>
                  </a:lnTo>
                  <a:lnTo>
                    <a:pt x="289818" y="132864"/>
                  </a:lnTo>
                  <a:lnTo>
                    <a:pt x="288648" y="127692"/>
                  </a:lnTo>
                  <a:lnTo>
                    <a:pt x="287314" y="122560"/>
                  </a:lnTo>
                  <a:lnTo>
                    <a:pt x="285818" y="117472"/>
                  </a:lnTo>
                  <a:lnTo>
                    <a:pt x="284161" y="112435"/>
                  </a:lnTo>
                  <a:lnTo>
                    <a:pt x="282346" y="107452"/>
                  </a:lnTo>
                  <a:lnTo>
                    <a:pt x="280373" y="102530"/>
                  </a:lnTo>
                  <a:lnTo>
                    <a:pt x="278245" y="97672"/>
                  </a:lnTo>
                  <a:lnTo>
                    <a:pt x="275965" y="92885"/>
                  </a:lnTo>
                  <a:lnTo>
                    <a:pt x="273533" y="88172"/>
                  </a:lnTo>
                  <a:lnTo>
                    <a:pt x="270953" y="83539"/>
                  </a:lnTo>
                  <a:lnTo>
                    <a:pt x="268228" y="78990"/>
                  </a:lnTo>
                  <a:lnTo>
                    <a:pt x="265360" y="74529"/>
                  </a:lnTo>
                  <a:lnTo>
                    <a:pt x="262351" y="70162"/>
                  </a:lnTo>
                  <a:lnTo>
                    <a:pt x="259206" y="65893"/>
                  </a:lnTo>
                  <a:lnTo>
                    <a:pt x="255927" y="61725"/>
                  </a:lnTo>
                  <a:lnTo>
                    <a:pt x="252517" y="57664"/>
                  </a:lnTo>
                  <a:lnTo>
                    <a:pt x="248980" y="53713"/>
                  </a:lnTo>
                  <a:lnTo>
                    <a:pt x="245320" y="49875"/>
                  </a:lnTo>
                  <a:lnTo>
                    <a:pt x="241540" y="46156"/>
                  </a:lnTo>
                  <a:lnTo>
                    <a:pt x="237643" y="42559"/>
                  </a:lnTo>
                  <a:lnTo>
                    <a:pt x="233635" y="39087"/>
                  </a:lnTo>
                  <a:lnTo>
                    <a:pt x="229518" y="35744"/>
                  </a:lnTo>
                  <a:lnTo>
                    <a:pt x="225298" y="32534"/>
                  </a:lnTo>
                  <a:lnTo>
                    <a:pt x="220977" y="29458"/>
                  </a:lnTo>
                  <a:lnTo>
                    <a:pt x="216562" y="26522"/>
                  </a:lnTo>
                  <a:lnTo>
                    <a:pt x="212055" y="23726"/>
                  </a:lnTo>
                  <a:lnTo>
                    <a:pt x="207462" y="21076"/>
                  </a:lnTo>
                  <a:lnTo>
                    <a:pt x="202788" y="18572"/>
                  </a:lnTo>
                  <a:lnTo>
                    <a:pt x="198036" y="16218"/>
                  </a:lnTo>
                  <a:lnTo>
                    <a:pt x="193212" y="14015"/>
                  </a:lnTo>
                  <a:lnTo>
                    <a:pt x="188320" y="11967"/>
                  </a:lnTo>
                  <a:lnTo>
                    <a:pt x="183366" y="10075"/>
                  </a:lnTo>
                  <a:lnTo>
                    <a:pt x="178355" y="8341"/>
                  </a:lnTo>
                  <a:lnTo>
                    <a:pt x="173291" y="6767"/>
                  </a:lnTo>
                  <a:lnTo>
                    <a:pt x="168180" y="5354"/>
                  </a:lnTo>
                  <a:lnTo>
                    <a:pt x="163026" y="4104"/>
                  </a:lnTo>
                  <a:lnTo>
                    <a:pt x="157835" y="3019"/>
                  </a:lnTo>
                  <a:lnTo>
                    <a:pt x="152613" y="2098"/>
                  </a:lnTo>
                  <a:lnTo>
                    <a:pt x="147364" y="1344"/>
                  </a:lnTo>
                  <a:lnTo>
                    <a:pt x="142093" y="756"/>
                  </a:lnTo>
                  <a:lnTo>
                    <a:pt x="136807" y="336"/>
                  </a:lnTo>
                  <a:lnTo>
                    <a:pt x="131510" y="84"/>
                  </a:lnTo>
                  <a:lnTo>
                    <a:pt x="126208" y="0"/>
                  </a:lnTo>
                  <a:lnTo>
                    <a:pt x="12620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3291" y="4659281"/>
              <a:ext cx="3233" cy="167167"/>
            </a:xfrm>
            <a:custGeom>
              <a:avLst/>
              <a:pathLst>
                <a:path w="3233" h="167167">
                  <a:moveTo>
                    <a:pt x="3233" y="0"/>
                  </a:moveTo>
                  <a:lnTo>
                    <a:pt x="0" y="31"/>
                  </a:lnTo>
                  <a:lnTo>
                    <a:pt x="3233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3291" y="4659313"/>
              <a:ext cx="3233" cy="167136"/>
            </a:xfrm>
            <a:custGeom>
              <a:avLst/>
              <a:pathLst>
                <a:path w="3233" h="167136">
                  <a:moveTo>
                    <a:pt x="0" y="0"/>
                  </a:moveTo>
                  <a:lnTo>
                    <a:pt x="3233" y="16713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083291" y="4659313"/>
              <a:ext cx="3233" cy="167136"/>
            </a:xfrm>
            <a:custGeom>
              <a:avLst/>
              <a:pathLst>
                <a:path w="3233" h="167136">
                  <a:moveTo>
                    <a:pt x="0" y="0"/>
                  </a:moveTo>
                  <a:lnTo>
                    <a:pt x="3233" y="16713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083291" y="4659313"/>
              <a:ext cx="3233" cy="167136"/>
            </a:xfrm>
            <a:custGeom>
              <a:avLst/>
              <a:pathLst>
                <a:path w="3233" h="167136">
                  <a:moveTo>
                    <a:pt x="0" y="0"/>
                  </a:moveTo>
                  <a:lnTo>
                    <a:pt x="3233" y="16713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083291" y="4659313"/>
              <a:ext cx="3233" cy="167136"/>
            </a:xfrm>
            <a:custGeom>
              <a:avLst/>
              <a:pathLst>
                <a:path w="3233" h="167136">
                  <a:moveTo>
                    <a:pt x="0" y="0"/>
                  </a:moveTo>
                  <a:lnTo>
                    <a:pt x="3233" y="1671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083291" y="4659313"/>
              <a:ext cx="3233" cy="167136"/>
            </a:xfrm>
            <a:custGeom>
              <a:avLst/>
              <a:pathLst>
                <a:path w="3233" h="167136">
                  <a:moveTo>
                    <a:pt x="0" y="0"/>
                  </a:moveTo>
                  <a:lnTo>
                    <a:pt x="3233" y="1671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083291" y="4659313"/>
              <a:ext cx="3233" cy="167136"/>
            </a:xfrm>
            <a:custGeom>
              <a:avLst/>
              <a:pathLst>
                <a:path w="3233" h="167136">
                  <a:moveTo>
                    <a:pt x="0" y="0"/>
                  </a:moveTo>
                  <a:lnTo>
                    <a:pt x="3233" y="1671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083291" y="4659313"/>
              <a:ext cx="3233" cy="167136"/>
            </a:xfrm>
            <a:custGeom>
              <a:avLst/>
              <a:pathLst>
                <a:path w="3233" h="167136">
                  <a:moveTo>
                    <a:pt x="0" y="0"/>
                  </a:moveTo>
                  <a:lnTo>
                    <a:pt x="3233" y="1671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083291" y="4659313"/>
              <a:ext cx="3233" cy="167136"/>
            </a:xfrm>
            <a:custGeom>
              <a:avLst/>
              <a:pathLst>
                <a:path w="3233" h="167136">
                  <a:moveTo>
                    <a:pt x="0" y="0"/>
                  </a:moveTo>
                  <a:lnTo>
                    <a:pt x="3233" y="16713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083291" y="4659313"/>
              <a:ext cx="3233" cy="167136"/>
            </a:xfrm>
            <a:custGeom>
              <a:avLst/>
              <a:pathLst>
                <a:path w="3233" h="167136">
                  <a:moveTo>
                    <a:pt x="0" y="0"/>
                  </a:moveTo>
                  <a:lnTo>
                    <a:pt x="3233" y="16713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919634" y="4659313"/>
              <a:ext cx="166890" cy="167136"/>
            </a:xfrm>
            <a:custGeom>
              <a:avLst/>
              <a:pathLst>
                <a:path w="166890" h="167136">
                  <a:moveTo>
                    <a:pt x="163657" y="0"/>
                  </a:moveTo>
                  <a:lnTo>
                    <a:pt x="158232" y="193"/>
                  </a:lnTo>
                  <a:lnTo>
                    <a:pt x="152816" y="562"/>
                  </a:lnTo>
                  <a:lnTo>
                    <a:pt x="147414" y="1107"/>
                  </a:lnTo>
                  <a:lnTo>
                    <a:pt x="142034" y="1827"/>
                  </a:lnTo>
                  <a:lnTo>
                    <a:pt x="136679" y="2721"/>
                  </a:lnTo>
                  <a:lnTo>
                    <a:pt x="131357" y="3788"/>
                  </a:lnTo>
                  <a:lnTo>
                    <a:pt x="126071" y="5028"/>
                  </a:lnTo>
                  <a:lnTo>
                    <a:pt x="120829" y="6439"/>
                  </a:lnTo>
                  <a:lnTo>
                    <a:pt x="115636" y="8020"/>
                  </a:lnTo>
                  <a:lnTo>
                    <a:pt x="110496" y="9768"/>
                  </a:lnTo>
                  <a:lnTo>
                    <a:pt x="105416" y="11682"/>
                  </a:lnTo>
                  <a:lnTo>
                    <a:pt x="100401" y="13760"/>
                  </a:lnTo>
                  <a:lnTo>
                    <a:pt x="95456" y="16000"/>
                  </a:lnTo>
                  <a:lnTo>
                    <a:pt x="90586" y="18399"/>
                  </a:lnTo>
                  <a:lnTo>
                    <a:pt x="85797" y="20955"/>
                  </a:lnTo>
                  <a:lnTo>
                    <a:pt x="81093" y="23665"/>
                  </a:lnTo>
                  <a:lnTo>
                    <a:pt x="76480" y="26527"/>
                  </a:lnTo>
                  <a:lnTo>
                    <a:pt x="71962" y="29536"/>
                  </a:lnTo>
                  <a:lnTo>
                    <a:pt x="67544" y="32691"/>
                  </a:lnTo>
                  <a:lnTo>
                    <a:pt x="63231" y="35988"/>
                  </a:lnTo>
                  <a:lnTo>
                    <a:pt x="59027" y="39423"/>
                  </a:lnTo>
                  <a:lnTo>
                    <a:pt x="54937" y="42993"/>
                  </a:lnTo>
                  <a:lnTo>
                    <a:pt x="50965" y="46693"/>
                  </a:lnTo>
                  <a:lnTo>
                    <a:pt x="47116" y="50521"/>
                  </a:lnTo>
                  <a:lnTo>
                    <a:pt x="43392" y="54471"/>
                  </a:lnTo>
                  <a:lnTo>
                    <a:pt x="39799" y="58541"/>
                  </a:lnTo>
                  <a:lnTo>
                    <a:pt x="36340" y="62725"/>
                  </a:lnTo>
                  <a:lnTo>
                    <a:pt x="33019" y="67019"/>
                  </a:lnTo>
                  <a:lnTo>
                    <a:pt x="29838" y="71418"/>
                  </a:lnTo>
                  <a:lnTo>
                    <a:pt x="26803" y="75919"/>
                  </a:lnTo>
                  <a:lnTo>
                    <a:pt x="23915" y="80516"/>
                  </a:lnTo>
                  <a:lnTo>
                    <a:pt x="21178" y="85204"/>
                  </a:lnTo>
                  <a:lnTo>
                    <a:pt x="18594" y="89978"/>
                  </a:lnTo>
                  <a:lnTo>
                    <a:pt x="16167" y="94834"/>
                  </a:lnTo>
                  <a:lnTo>
                    <a:pt x="13899" y="99766"/>
                  </a:lnTo>
                  <a:lnTo>
                    <a:pt x="11792" y="104769"/>
                  </a:lnTo>
                  <a:lnTo>
                    <a:pt x="9849" y="109838"/>
                  </a:lnTo>
                  <a:lnTo>
                    <a:pt x="8071" y="114968"/>
                  </a:lnTo>
                  <a:lnTo>
                    <a:pt x="6461" y="120152"/>
                  </a:lnTo>
                  <a:lnTo>
                    <a:pt x="5020" y="125386"/>
                  </a:lnTo>
                  <a:lnTo>
                    <a:pt x="3750" y="130664"/>
                  </a:lnTo>
                  <a:lnTo>
                    <a:pt x="2651" y="135980"/>
                  </a:lnTo>
                  <a:lnTo>
                    <a:pt x="1726" y="141330"/>
                  </a:lnTo>
                  <a:lnTo>
                    <a:pt x="976" y="146706"/>
                  </a:lnTo>
                  <a:lnTo>
                    <a:pt x="400" y="152104"/>
                  </a:lnTo>
                  <a:lnTo>
                    <a:pt x="0" y="157518"/>
                  </a:lnTo>
                  <a:lnTo>
                    <a:pt x="166890" y="1671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919360" y="4659281"/>
              <a:ext cx="334318" cy="334331"/>
            </a:xfrm>
            <a:custGeom>
              <a:avLst/>
              <a:pathLst>
                <a:path w="334318" h="334331">
                  <a:moveTo>
                    <a:pt x="273" y="157549"/>
                  </a:moveTo>
                  <a:lnTo>
                    <a:pt x="52" y="162861"/>
                  </a:lnTo>
                  <a:lnTo>
                    <a:pt x="0" y="168176"/>
                  </a:lnTo>
                  <a:lnTo>
                    <a:pt x="116" y="173490"/>
                  </a:lnTo>
                  <a:lnTo>
                    <a:pt x="402" y="178798"/>
                  </a:lnTo>
                  <a:lnTo>
                    <a:pt x="856" y="184094"/>
                  </a:lnTo>
                  <a:lnTo>
                    <a:pt x="1478" y="189374"/>
                  </a:lnTo>
                  <a:lnTo>
                    <a:pt x="2268" y="194630"/>
                  </a:lnTo>
                  <a:lnTo>
                    <a:pt x="3224" y="199859"/>
                  </a:lnTo>
                  <a:lnTo>
                    <a:pt x="4347" y="205055"/>
                  </a:lnTo>
                  <a:lnTo>
                    <a:pt x="5634" y="210212"/>
                  </a:lnTo>
                  <a:lnTo>
                    <a:pt x="7084" y="215326"/>
                  </a:lnTo>
                  <a:lnTo>
                    <a:pt x="8696" y="220392"/>
                  </a:lnTo>
                  <a:lnTo>
                    <a:pt x="10468" y="225403"/>
                  </a:lnTo>
                  <a:lnTo>
                    <a:pt x="12399" y="230356"/>
                  </a:lnTo>
                  <a:lnTo>
                    <a:pt x="14486" y="235244"/>
                  </a:lnTo>
                  <a:lnTo>
                    <a:pt x="16728" y="240064"/>
                  </a:lnTo>
                  <a:lnTo>
                    <a:pt x="19122" y="244810"/>
                  </a:lnTo>
                  <a:lnTo>
                    <a:pt x="21665" y="249478"/>
                  </a:lnTo>
                  <a:lnTo>
                    <a:pt x="24356" y="254063"/>
                  </a:lnTo>
                  <a:lnTo>
                    <a:pt x="27191" y="258559"/>
                  </a:lnTo>
                  <a:lnTo>
                    <a:pt x="30167" y="262963"/>
                  </a:lnTo>
                  <a:lnTo>
                    <a:pt x="33282" y="267270"/>
                  </a:lnTo>
                  <a:lnTo>
                    <a:pt x="36533" y="271477"/>
                  </a:lnTo>
                  <a:lnTo>
                    <a:pt x="39915" y="275577"/>
                  </a:lnTo>
                  <a:lnTo>
                    <a:pt x="43427" y="279568"/>
                  </a:lnTo>
                  <a:lnTo>
                    <a:pt x="47063" y="283445"/>
                  </a:lnTo>
                  <a:lnTo>
                    <a:pt x="50821" y="287205"/>
                  </a:lnTo>
                  <a:lnTo>
                    <a:pt x="54696" y="290844"/>
                  </a:lnTo>
                  <a:lnTo>
                    <a:pt x="58685" y="294357"/>
                  </a:lnTo>
                  <a:lnTo>
                    <a:pt x="62784" y="297742"/>
                  </a:lnTo>
                  <a:lnTo>
                    <a:pt x="66988" y="300994"/>
                  </a:lnTo>
                  <a:lnTo>
                    <a:pt x="71294" y="304112"/>
                  </a:lnTo>
                  <a:lnTo>
                    <a:pt x="75696" y="307091"/>
                  </a:lnTo>
                  <a:lnTo>
                    <a:pt x="80191" y="309928"/>
                  </a:lnTo>
                  <a:lnTo>
                    <a:pt x="84774" y="312621"/>
                  </a:lnTo>
                  <a:lnTo>
                    <a:pt x="89440" y="315167"/>
                  </a:lnTo>
                  <a:lnTo>
                    <a:pt x="94185" y="317563"/>
                  </a:lnTo>
                  <a:lnTo>
                    <a:pt x="99004" y="319808"/>
                  </a:lnTo>
                  <a:lnTo>
                    <a:pt x="103891" y="321898"/>
                  </a:lnTo>
                  <a:lnTo>
                    <a:pt x="108843" y="323831"/>
                  </a:lnTo>
                  <a:lnTo>
                    <a:pt x="113854" y="325606"/>
                  </a:lnTo>
                  <a:lnTo>
                    <a:pt x="118918" y="327221"/>
                  </a:lnTo>
                  <a:lnTo>
                    <a:pt x="124031" y="328674"/>
                  </a:lnTo>
                  <a:lnTo>
                    <a:pt x="129188" y="329964"/>
                  </a:lnTo>
                  <a:lnTo>
                    <a:pt x="134383" y="331089"/>
                  </a:lnTo>
                  <a:lnTo>
                    <a:pt x="139612" y="332048"/>
                  </a:lnTo>
                  <a:lnTo>
                    <a:pt x="144868" y="332841"/>
                  </a:lnTo>
                  <a:lnTo>
                    <a:pt x="150147" y="333466"/>
                  </a:lnTo>
                  <a:lnTo>
                    <a:pt x="155442" y="333923"/>
                  </a:lnTo>
                  <a:lnTo>
                    <a:pt x="160750" y="334211"/>
                  </a:lnTo>
                  <a:lnTo>
                    <a:pt x="166065" y="334331"/>
                  </a:lnTo>
                  <a:lnTo>
                    <a:pt x="171380" y="334281"/>
                  </a:lnTo>
                  <a:lnTo>
                    <a:pt x="176691" y="334063"/>
                  </a:lnTo>
                  <a:lnTo>
                    <a:pt x="181993" y="333675"/>
                  </a:lnTo>
                  <a:lnTo>
                    <a:pt x="187279" y="333120"/>
                  </a:lnTo>
                  <a:lnTo>
                    <a:pt x="192545" y="332396"/>
                  </a:lnTo>
                  <a:lnTo>
                    <a:pt x="197786" y="331506"/>
                  </a:lnTo>
                  <a:lnTo>
                    <a:pt x="202995" y="330449"/>
                  </a:lnTo>
                  <a:lnTo>
                    <a:pt x="208169" y="329227"/>
                  </a:lnTo>
                  <a:lnTo>
                    <a:pt x="213301" y="327842"/>
                  </a:lnTo>
                  <a:lnTo>
                    <a:pt x="218386" y="326293"/>
                  </a:lnTo>
                  <a:lnTo>
                    <a:pt x="223419" y="324584"/>
                  </a:lnTo>
                  <a:lnTo>
                    <a:pt x="228396" y="322716"/>
                  </a:lnTo>
                  <a:lnTo>
                    <a:pt x="233311" y="320691"/>
                  </a:lnTo>
                  <a:lnTo>
                    <a:pt x="238158" y="318510"/>
                  </a:lnTo>
                  <a:lnTo>
                    <a:pt x="242934" y="316176"/>
                  </a:lnTo>
                  <a:lnTo>
                    <a:pt x="247634" y="313692"/>
                  </a:lnTo>
                  <a:lnTo>
                    <a:pt x="252252" y="311059"/>
                  </a:lnTo>
                  <a:lnTo>
                    <a:pt x="256783" y="308281"/>
                  </a:lnTo>
                  <a:lnTo>
                    <a:pt x="261225" y="305361"/>
                  </a:lnTo>
                  <a:lnTo>
                    <a:pt x="265571" y="302300"/>
                  </a:lnTo>
                  <a:lnTo>
                    <a:pt x="269818" y="299103"/>
                  </a:lnTo>
                  <a:lnTo>
                    <a:pt x="273961" y="295773"/>
                  </a:lnTo>
                  <a:lnTo>
                    <a:pt x="277996" y="292312"/>
                  </a:lnTo>
                  <a:lnTo>
                    <a:pt x="281918" y="288725"/>
                  </a:lnTo>
                  <a:lnTo>
                    <a:pt x="285725" y="285015"/>
                  </a:lnTo>
                  <a:lnTo>
                    <a:pt x="289412" y="281186"/>
                  </a:lnTo>
                  <a:lnTo>
                    <a:pt x="292976" y="277241"/>
                  </a:lnTo>
                  <a:lnTo>
                    <a:pt x="296412" y="273186"/>
                  </a:lnTo>
                  <a:lnTo>
                    <a:pt x="299717" y="269023"/>
                  </a:lnTo>
                  <a:lnTo>
                    <a:pt x="302889" y="264757"/>
                  </a:lnTo>
                  <a:lnTo>
                    <a:pt x="305923" y="260392"/>
                  </a:lnTo>
                  <a:lnTo>
                    <a:pt x="308817" y="255933"/>
                  </a:lnTo>
                  <a:lnTo>
                    <a:pt x="311567" y="251385"/>
                  </a:lnTo>
                  <a:lnTo>
                    <a:pt x="314172" y="246751"/>
                  </a:lnTo>
                  <a:lnTo>
                    <a:pt x="316628" y="242036"/>
                  </a:lnTo>
                  <a:lnTo>
                    <a:pt x="318933" y="237247"/>
                  </a:lnTo>
                  <a:lnTo>
                    <a:pt x="321084" y="232386"/>
                  </a:lnTo>
                  <a:lnTo>
                    <a:pt x="323080" y="227459"/>
                  </a:lnTo>
                  <a:lnTo>
                    <a:pt x="324918" y="222471"/>
                  </a:lnTo>
                  <a:lnTo>
                    <a:pt x="326597" y="217428"/>
                  </a:lnTo>
                  <a:lnTo>
                    <a:pt x="328114" y="212333"/>
                  </a:lnTo>
                  <a:lnTo>
                    <a:pt x="329469" y="207193"/>
                  </a:lnTo>
                  <a:lnTo>
                    <a:pt x="330659" y="202012"/>
                  </a:lnTo>
                  <a:lnTo>
                    <a:pt x="331685" y="196797"/>
                  </a:lnTo>
                  <a:lnTo>
                    <a:pt x="332543" y="191551"/>
                  </a:lnTo>
                  <a:lnTo>
                    <a:pt x="333235" y="186280"/>
                  </a:lnTo>
                  <a:lnTo>
                    <a:pt x="333759" y="180990"/>
                  </a:lnTo>
                  <a:lnTo>
                    <a:pt x="334114" y="175687"/>
                  </a:lnTo>
                  <a:lnTo>
                    <a:pt x="334301" y="170374"/>
                  </a:lnTo>
                  <a:lnTo>
                    <a:pt x="334318" y="165059"/>
                  </a:lnTo>
                  <a:lnTo>
                    <a:pt x="334167" y="159745"/>
                  </a:lnTo>
                  <a:lnTo>
                    <a:pt x="333846" y="154439"/>
                  </a:lnTo>
                  <a:lnTo>
                    <a:pt x="333357" y="149146"/>
                  </a:lnTo>
                  <a:lnTo>
                    <a:pt x="332700" y="143871"/>
                  </a:lnTo>
                  <a:lnTo>
                    <a:pt x="331876" y="138620"/>
                  </a:lnTo>
                  <a:lnTo>
                    <a:pt x="330885" y="133397"/>
                  </a:lnTo>
                  <a:lnTo>
                    <a:pt x="329728" y="128209"/>
                  </a:lnTo>
                  <a:lnTo>
                    <a:pt x="328408" y="123060"/>
                  </a:lnTo>
                  <a:lnTo>
                    <a:pt x="326924" y="117956"/>
                  </a:lnTo>
                  <a:lnTo>
                    <a:pt x="325278" y="112901"/>
                  </a:lnTo>
                  <a:lnTo>
                    <a:pt x="323473" y="107902"/>
                  </a:lnTo>
                  <a:lnTo>
                    <a:pt x="321510" y="102962"/>
                  </a:lnTo>
                  <a:lnTo>
                    <a:pt x="319390" y="98087"/>
                  </a:lnTo>
                  <a:lnTo>
                    <a:pt x="317117" y="93282"/>
                  </a:lnTo>
                  <a:lnTo>
                    <a:pt x="314692" y="88552"/>
                  </a:lnTo>
                  <a:lnTo>
                    <a:pt x="312118" y="83901"/>
                  </a:lnTo>
                  <a:lnTo>
                    <a:pt x="309397" y="79334"/>
                  </a:lnTo>
                  <a:lnTo>
                    <a:pt x="306533" y="74856"/>
                  </a:lnTo>
                  <a:lnTo>
                    <a:pt x="303527" y="70472"/>
                  </a:lnTo>
                  <a:lnTo>
                    <a:pt x="300384" y="66185"/>
                  </a:lnTo>
                  <a:lnTo>
                    <a:pt x="297106" y="62001"/>
                  </a:lnTo>
                  <a:lnTo>
                    <a:pt x="293697" y="57922"/>
                  </a:lnTo>
                  <a:lnTo>
                    <a:pt x="290159" y="53955"/>
                  </a:lnTo>
                  <a:lnTo>
                    <a:pt x="286498" y="50101"/>
                  </a:lnTo>
                  <a:lnTo>
                    <a:pt x="282715" y="46366"/>
                  </a:lnTo>
                  <a:lnTo>
                    <a:pt x="278816" y="42753"/>
                  </a:lnTo>
                  <a:lnTo>
                    <a:pt x="274804" y="39266"/>
                  </a:lnTo>
                  <a:lnTo>
                    <a:pt x="270683" y="35909"/>
                  </a:lnTo>
                  <a:lnTo>
                    <a:pt x="266458" y="32684"/>
                  </a:lnTo>
                  <a:lnTo>
                    <a:pt x="262132" y="29595"/>
                  </a:lnTo>
                  <a:lnTo>
                    <a:pt x="257710" y="26645"/>
                  </a:lnTo>
                  <a:lnTo>
                    <a:pt x="253196" y="23837"/>
                  </a:lnTo>
                  <a:lnTo>
                    <a:pt x="248595" y="21174"/>
                  </a:lnTo>
                  <a:lnTo>
                    <a:pt x="243912" y="18659"/>
                  </a:lnTo>
                  <a:lnTo>
                    <a:pt x="239152" y="16294"/>
                  </a:lnTo>
                  <a:lnTo>
                    <a:pt x="234319" y="14081"/>
                  </a:lnTo>
                  <a:lnTo>
                    <a:pt x="229417" y="12024"/>
                  </a:lnTo>
                  <a:lnTo>
                    <a:pt x="224453" y="10123"/>
                  </a:lnTo>
                  <a:lnTo>
                    <a:pt x="219431" y="8381"/>
                  </a:lnTo>
                  <a:lnTo>
                    <a:pt x="214356" y="6799"/>
                  </a:lnTo>
                  <a:lnTo>
                    <a:pt x="209234" y="5380"/>
                  </a:lnTo>
                  <a:lnTo>
                    <a:pt x="204068" y="4124"/>
                  </a:lnTo>
                  <a:lnTo>
                    <a:pt x="198866" y="3033"/>
                  </a:lnTo>
                  <a:lnTo>
                    <a:pt x="193631" y="2108"/>
                  </a:lnTo>
                  <a:lnTo>
                    <a:pt x="188370" y="1350"/>
                  </a:lnTo>
                  <a:lnTo>
                    <a:pt x="183087" y="760"/>
                  </a:lnTo>
                  <a:lnTo>
                    <a:pt x="177788" y="337"/>
                  </a:lnTo>
                  <a:lnTo>
                    <a:pt x="172479" y="84"/>
                  </a:lnTo>
                  <a:lnTo>
                    <a:pt x="167164" y="0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618" y="5018213"/>
              <a:ext cx="102" cy="167167"/>
            </a:xfrm>
            <a:custGeom>
              <a:avLst/>
              <a:pathLst>
                <a:path w="102" h="167167">
                  <a:moveTo>
                    <a:pt x="0" y="0"/>
                  </a:moveTo>
                  <a:lnTo>
                    <a:pt x="102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488618" y="5018213"/>
              <a:ext cx="102" cy="167167"/>
            </a:xfrm>
            <a:custGeom>
              <a:avLst/>
              <a:pathLst>
                <a:path w="102" h="167167">
                  <a:moveTo>
                    <a:pt x="0" y="0"/>
                  </a:moveTo>
                  <a:lnTo>
                    <a:pt x="102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488618" y="5018213"/>
              <a:ext cx="102" cy="167167"/>
            </a:xfrm>
            <a:custGeom>
              <a:avLst/>
              <a:pathLst>
                <a:path w="102" h="167167">
                  <a:moveTo>
                    <a:pt x="0" y="0"/>
                  </a:moveTo>
                  <a:lnTo>
                    <a:pt x="102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488618" y="5018213"/>
              <a:ext cx="102" cy="167167"/>
            </a:xfrm>
            <a:custGeom>
              <a:avLst/>
              <a:pathLst>
                <a:path w="102" h="167167">
                  <a:moveTo>
                    <a:pt x="0" y="0"/>
                  </a:moveTo>
                  <a:lnTo>
                    <a:pt x="10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488618" y="5018213"/>
              <a:ext cx="102" cy="167167"/>
            </a:xfrm>
            <a:custGeom>
              <a:avLst/>
              <a:pathLst>
                <a:path w="102" h="167167">
                  <a:moveTo>
                    <a:pt x="0" y="0"/>
                  </a:moveTo>
                  <a:lnTo>
                    <a:pt x="10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488618" y="5018213"/>
              <a:ext cx="102" cy="167167"/>
            </a:xfrm>
            <a:custGeom>
              <a:avLst/>
              <a:pathLst>
                <a:path w="102" h="167167">
                  <a:moveTo>
                    <a:pt x="0" y="0"/>
                  </a:moveTo>
                  <a:lnTo>
                    <a:pt x="10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488618" y="5018213"/>
              <a:ext cx="102" cy="167167"/>
            </a:xfrm>
            <a:custGeom>
              <a:avLst/>
              <a:pathLst>
                <a:path w="102" h="167167">
                  <a:moveTo>
                    <a:pt x="0" y="0"/>
                  </a:moveTo>
                  <a:lnTo>
                    <a:pt x="10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488618" y="5018213"/>
              <a:ext cx="102" cy="167167"/>
            </a:xfrm>
            <a:custGeom>
              <a:avLst/>
              <a:pathLst>
                <a:path w="102" h="167167">
                  <a:moveTo>
                    <a:pt x="0" y="0"/>
                  </a:moveTo>
                  <a:lnTo>
                    <a:pt x="102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488618" y="5018213"/>
              <a:ext cx="102" cy="167167"/>
            </a:xfrm>
            <a:custGeom>
              <a:avLst/>
              <a:pathLst>
                <a:path w="102" h="167167">
                  <a:moveTo>
                    <a:pt x="0" y="0"/>
                  </a:moveTo>
                  <a:lnTo>
                    <a:pt x="102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321571" y="5018213"/>
              <a:ext cx="334308" cy="334333"/>
            </a:xfrm>
            <a:custGeom>
              <a:avLst/>
              <a:pathLst>
                <a:path w="334308" h="334333">
                  <a:moveTo>
                    <a:pt x="167047" y="0"/>
                  </a:moveTo>
                  <a:lnTo>
                    <a:pt x="161750" y="87"/>
                  </a:lnTo>
                  <a:lnTo>
                    <a:pt x="156458" y="342"/>
                  </a:lnTo>
                  <a:lnTo>
                    <a:pt x="151177" y="764"/>
                  </a:lnTo>
                  <a:lnTo>
                    <a:pt x="145912" y="1354"/>
                  </a:lnTo>
                  <a:lnTo>
                    <a:pt x="140668" y="2110"/>
                  </a:lnTo>
                  <a:lnTo>
                    <a:pt x="135451" y="3032"/>
                  </a:lnTo>
                  <a:lnTo>
                    <a:pt x="130266" y="4119"/>
                  </a:lnTo>
                  <a:lnTo>
                    <a:pt x="125118" y="5370"/>
                  </a:lnTo>
                  <a:lnTo>
                    <a:pt x="120012" y="6783"/>
                  </a:lnTo>
                  <a:lnTo>
                    <a:pt x="114954" y="8357"/>
                  </a:lnTo>
                  <a:lnTo>
                    <a:pt x="109947" y="10091"/>
                  </a:lnTo>
                  <a:lnTo>
                    <a:pt x="104999" y="11982"/>
                  </a:lnTo>
                  <a:lnTo>
                    <a:pt x="100112" y="14030"/>
                  </a:lnTo>
                  <a:lnTo>
                    <a:pt x="95293" y="16231"/>
                  </a:lnTo>
                  <a:lnTo>
                    <a:pt x="90547" y="18584"/>
                  </a:lnTo>
                  <a:lnTo>
                    <a:pt x="85877" y="21086"/>
                  </a:lnTo>
                  <a:lnTo>
                    <a:pt x="81289" y="23734"/>
                  </a:lnTo>
                  <a:lnTo>
                    <a:pt x="76787" y="26527"/>
                  </a:lnTo>
                  <a:lnTo>
                    <a:pt x="72375" y="29461"/>
                  </a:lnTo>
                  <a:lnTo>
                    <a:pt x="68059" y="32534"/>
                  </a:lnTo>
                  <a:lnTo>
                    <a:pt x="63843" y="35741"/>
                  </a:lnTo>
                  <a:lnTo>
                    <a:pt x="59730" y="39081"/>
                  </a:lnTo>
                  <a:lnTo>
                    <a:pt x="55725" y="42549"/>
                  </a:lnTo>
                  <a:lnTo>
                    <a:pt x="51832" y="46142"/>
                  </a:lnTo>
                  <a:lnTo>
                    <a:pt x="48055" y="49857"/>
                  </a:lnTo>
                  <a:lnTo>
                    <a:pt x="44398" y="53690"/>
                  </a:lnTo>
                  <a:lnTo>
                    <a:pt x="40864" y="57637"/>
                  </a:lnTo>
                  <a:lnTo>
                    <a:pt x="37456" y="61694"/>
                  </a:lnTo>
                  <a:lnTo>
                    <a:pt x="34179" y="65856"/>
                  </a:lnTo>
                  <a:lnTo>
                    <a:pt x="31036" y="70121"/>
                  </a:lnTo>
                  <a:lnTo>
                    <a:pt x="28029" y="74483"/>
                  </a:lnTo>
                  <a:lnTo>
                    <a:pt x="25162" y="78938"/>
                  </a:lnTo>
                  <a:lnTo>
                    <a:pt x="22437" y="83481"/>
                  </a:lnTo>
                  <a:lnTo>
                    <a:pt x="19858" y="88109"/>
                  </a:lnTo>
                  <a:lnTo>
                    <a:pt x="17427" y="92816"/>
                  </a:lnTo>
                  <a:lnTo>
                    <a:pt x="15146" y="97598"/>
                  </a:lnTo>
                  <a:lnTo>
                    <a:pt x="13018" y="102449"/>
                  </a:lnTo>
                  <a:lnTo>
                    <a:pt x="11044" y="107366"/>
                  </a:lnTo>
                  <a:lnTo>
                    <a:pt x="9228" y="112343"/>
                  </a:lnTo>
                  <a:lnTo>
                    <a:pt x="7570" y="117374"/>
                  </a:lnTo>
                  <a:lnTo>
                    <a:pt x="6072" y="122456"/>
                  </a:lnTo>
                  <a:lnTo>
                    <a:pt x="4736" y="127583"/>
                  </a:lnTo>
                  <a:lnTo>
                    <a:pt x="3563" y="132749"/>
                  </a:lnTo>
                  <a:lnTo>
                    <a:pt x="2555" y="137950"/>
                  </a:lnTo>
                  <a:lnTo>
                    <a:pt x="1712" y="143181"/>
                  </a:lnTo>
                  <a:lnTo>
                    <a:pt x="1035" y="148435"/>
                  </a:lnTo>
                  <a:lnTo>
                    <a:pt x="525" y="153708"/>
                  </a:lnTo>
                  <a:lnTo>
                    <a:pt x="182" y="158995"/>
                  </a:lnTo>
                  <a:lnTo>
                    <a:pt x="7" y="164290"/>
                  </a:lnTo>
                  <a:lnTo>
                    <a:pt x="0" y="169588"/>
                  </a:lnTo>
                  <a:lnTo>
                    <a:pt x="160" y="174883"/>
                  </a:lnTo>
                  <a:lnTo>
                    <a:pt x="489" y="180171"/>
                  </a:lnTo>
                  <a:lnTo>
                    <a:pt x="984" y="185446"/>
                  </a:lnTo>
                  <a:lnTo>
                    <a:pt x="1647" y="190702"/>
                  </a:lnTo>
                  <a:lnTo>
                    <a:pt x="2476" y="195935"/>
                  </a:lnTo>
                  <a:lnTo>
                    <a:pt x="3470" y="201138"/>
                  </a:lnTo>
                  <a:lnTo>
                    <a:pt x="4629" y="206308"/>
                  </a:lnTo>
                  <a:lnTo>
                    <a:pt x="5951" y="211438"/>
                  </a:lnTo>
                  <a:lnTo>
                    <a:pt x="7435" y="216524"/>
                  </a:lnTo>
                  <a:lnTo>
                    <a:pt x="9079" y="221560"/>
                  </a:lnTo>
                  <a:lnTo>
                    <a:pt x="10882" y="226542"/>
                  </a:lnTo>
                  <a:lnTo>
                    <a:pt x="12842" y="231464"/>
                  </a:lnTo>
                  <a:lnTo>
                    <a:pt x="14957" y="236321"/>
                  </a:lnTo>
                  <a:lnTo>
                    <a:pt x="17224" y="241109"/>
                  </a:lnTo>
                  <a:lnTo>
                    <a:pt x="19643" y="245823"/>
                  </a:lnTo>
                  <a:lnTo>
                    <a:pt x="22209" y="250458"/>
                  </a:lnTo>
                  <a:lnTo>
                    <a:pt x="24921" y="255009"/>
                  </a:lnTo>
                  <a:lnTo>
                    <a:pt x="27776" y="259471"/>
                  </a:lnTo>
                  <a:lnTo>
                    <a:pt x="30771" y="263842"/>
                  </a:lnTo>
                  <a:lnTo>
                    <a:pt x="33903" y="268115"/>
                  </a:lnTo>
                  <a:lnTo>
                    <a:pt x="37169" y="272286"/>
                  </a:lnTo>
                  <a:lnTo>
                    <a:pt x="40565" y="276352"/>
                  </a:lnTo>
                  <a:lnTo>
                    <a:pt x="44089" y="280309"/>
                  </a:lnTo>
                  <a:lnTo>
                    <a:pt x="47736" y="284151"/>
                  </a:lnTo>
                  <a:lnTo>
                    <a:pt x="51503" y="287877"/>
                  </a:lnTo>
                  <a:lnTo>
                    <a:pt x="55386" y="291480"/>
                  </a:lnTo>
                  <a:lnTo>
                    <a:pt x="59381" y="294960"/>
                  </a:lnTo>
                  <a:lnTo>
                    <a:pt x="63485" y="298310"/>
                  </a:lnTo>
                  <a:lnTo>
                    <a:pt x="67693" y="301529"/>
                  </a:lnTo>
                  <a:lnTo>
                    <a:pt x="72000" y="304614"/>
                  </a:lnTo>
                  <a:lnTo>
                    <a:pt x="76403" y="307560"/>
                  </a:lnTo>
                  <a:lnTo>
                    <a:pt x="80898" y="310365"/>
                  </a:lnTo>
                  <a:lnTo>
                    <a:pt x="85479" y="313026"/>
                  </a:lnTo>
                  <a:lnTo>
                    <a:pt x="90142" y="315541"/>
                  </a:lnTo>
                  <a:lnTo>
                    <a:pt x="94882" y="317906"/>
                  </a:lnTo>
                  <a:lnTo>
                    <a:pt x="99695" y="320121"/>
                  </a:lnTo>
                  <a:lnTo>
                    <a:pt x="104576" y="322181"/>
                  </a:lnTo>
                  <a:lnTo>
                    <a:pt x="109519" y="324086"/>
                  </a:lnTo>
                  <a:lnTo>
                    <a:pt x="114521" y="325834"/>
                  </a:lnTo>
                  <a:lnTo>
                    <a:pt x="119575" y="327422"/>
                  </a:lnTo>
                  <a:lnTo>
                    <a:pt x="124677" y="328849"/>
                  </a:lnTo>
                  <a:lnTo>
                    <a:pt x="129822" y="330113"/>
                  </a:lnTo>
                  <a:lnTo>
                    <a:pt x="135004" y="331215"/>
                  </a:lnTo>
                  <a:lnTo>
                    <a:pt x="140218" y="332151"/>
                  </a:lnTo>
                  <a:lnTo>
                    <a:pt x="145460" y="332921"/>
                  </a:lnTo>
                  <a:lnTo>
                    <a:pt x="150723" y="333525"/>
                  </a:lnTo>
                  <a:lnTo>
                    <a:pt x="156003" y="333962"/>
                  </a:lnTo>
                  <a:lnTo>
                    <a:pt x="161294" y="334232"/>
                  </a:lnTo>
                  <a:lnTo>
                    <a:pt x="166591" y="334333"/>
                  </a:lnTo>
                  <a:lnTo>
                    <a:pt x="171888" y="334267"/>
                  </a:lnTo>
                  <a:lnTo>
                    <a:pt x="177181" y="334033"/>
                  </a:lnTo>
                  <a:lnTo>
                    <a:pt x="182464" y="333631"/>
                  </a:lnTo>
                  <a:lnTo>
                    <a:pt x="187731" y="333063"/>
                  </a:lnTo>
                  <a:lnTo>
                    <a:pt x="192977" y="332327"/>
                  </a:lnTo>
                  <a:lnTo>
                    <a:pt x="198198" y="331426"/>
                  </a:lnTo>
                  <a:lnTo>
                    <a:pt x="203387" y="330359"/>
                  </a:lnTo>
                  <a:lnTo>
                    <a:pt x="208541" y="329129"/>
                  </a:lnTo>
                  <a:lnTo>
                    <a:pt x="213652" y="327736"/>
                  </a:lnTo>
                  <a:lnTo>
                    <a:pt x="218717" y="326182"/>
                  </a:lnTo>
                  <a:lnTo>
                    <a:pt x="223730" y="324468"/>
                  </a:lnTo>
                  <a:lnTo>
                    <a:pt x="228686" y="322596"/>
                  </a:lnTo>
                  <a:lnTo>
                    <a:pt x="233580" y="320568"/>
                  </a:lnTo>
                  <a:lnTo>
                    <a:pt x="238408" y="318386"/>
                  </a:lnTo>
                  <a:lnTo>
                    <a:pt x="243164" y="316052"/>
                  </a:lnTo>
                  <a:lnTo>
                    <a:pt x="247844" y="313568"/>
                  </a:lnTo>
                  <a:lnTo>
                    <a:pt x="252442" y="310938"/>
                  </a:lnTo>
                  <a:lnTo>
                    <a:pt x="256955" y="308163"/>
                  </a:lnTo>
                  <a:lnTo>
                    <a:pt x="261378" y="305246"/>
                  </a:lnTo>
                  <a:lnTo>
                    <a:pt x="265706" y="302191"/>
                  </a:lnTo>
                  <a:lnTo>
                    <a:pt x="269935" y="299000"/>
                  </a:lnTo>
                  <a:lnTo>
                    <a:pt x="274061" y="295677"/>
                  </a:lnTo>
                  <a:lnTo>
                    <a:pt x="278080" y="292225"/>
                  </a:lnTo>
                  <a:lnTo>
                    <a:pt x="281987" y="288647"/>
                  </a:lnTo>
                  <a:lnTo>
                    <a:pt x="285779" y="284947"/>
                  </a:lnTo>
                  <a:lnTo>
                    <a:pt x="289451" y="281128"/>
                  </a:lnTo>
                  <a:lnTo>
                    <a:pt x="293001" y="277196"/>
                  </a:lnTo>
                  <a:lnTo>
                    <a:pt x="296424" y="273152"/>
                  </a:lnTo>
                  <a:lnTo>
                    <a:pt x="299718" y="269003"/>
                  </a:lnTo>
                  <a:lnTo>
                    <a:pt x="302878" y="264751"/>
                  </a:lnTo>
                  <a:lnTo>
                    <a:pt x="305902" y="260401"/>
                  </a:lnTo>
                  <a:lnTo>
                    <a:pt x="308787" y="255957"/>
                  </a:lnTo>
                  <a:lnTo>
                    <a:pt x="311530" y="251424"/>
                  </a:lnTo>
                  <a:lnTo>
                    <a:pt x="314127" y="246807"/>
                  </a:lnTo>
                  <a:lnTo>
                    <a:pt x="316577" y="242109"/>
                  </a:lnTo>
                  <a:lnTo>
                    <a:pt x="318877" y="237337"/>
                  </a:lnTo>
                  <a:lnTo>
                    <a:pt x="321024" y="232494"/>
                  </a:lnTo>
                  <a:lnTo>
                    <a:pt x="323017" y="227585"/>
                  </a:lnTo>
                  <a:lnTo>
                    <a:pt x="324853" y="222615"/>
                  </a:lnTo>
                  <a:lnTo>
                    <a:pt x="326531" y="217590"/>
                  </a:lnTo>
                  <a:lnTo>
                    <a:pt x="328049" y="212514"/>
                  </a:lnTo>
                  <a:lnTo>
                    <a:pt x="329405" y="207393"/>
                  </a:lnTo>
                  <a:lnTo>
                    <a:pt x="330598" y="202231"/>
                  </a:lnTo>
                  <a:lnTo>
                    <a:pt x="331627" y="197034"/>
                  </a:lnTo>
                  <a:lnTo>
                    <a:pt x="332491" y="191807"/>
                  </a:lnTo>
                  <a:lnTo>
                    <a:pt x="333189" y="186556"/>
                  </a:lnTo>
                  <a:lnTo>
                    <a:pt x="333720" y="181284"/>
                  </a:lnTo>
                  <a:lnTo>
                    <a:pt x="334083" y="175999"/>
                  </a:lnTo>
                  <a:lnTo>
                    <a:pt x="334279" y="170705"/>
                  </a:lnTo>
                  <a:lnTo>
                    <a:pt x="334308" y="165407"/>
                  </a:lnTo>
                  <a:lnTo>
                    <a:pt x="334168" y="160111"/>
                  </a:lnTo>
                  <a:lnTo>
                    <a:pt x="333860" y="154822"/>
                  </a:lnTo>
                  <a:lnTo>
                    <a:pt x="333386" y="149546"/>
                  </a:lnTo>
                  <a:lnTo>
                    <a:pt x="332744" y="144287"/>
                  </a:lnTo>
                  <a:lnTo>
                    <a:pt x="331935" y="139051"/>
                  </a:lnTo>
                  <a:lnTo>
                    <a:pt x="330962" y="133843"/>
                  </a:lnTo>
                  <a:lnTo>
                    <a:pt x="329824" y="128669"/>
                  </a:lnTo>
                  <a:lnTo>
                    <a:pt x="328522" y="123534"/>
                  </a:lnTo>
                  <a:lnTo>
                    <a:pt x="327058" y="118442"/>
                  </a:lnTo>
                  <a:lnTo>
                    <a:pt x="325434" y="113399"/>
                  </a:lnTo>
                  <a:lnTo>
                    <a:pt x="323651" y="108410"/>
                  </a:lnTo>
                  <a:lnTo>
                    <a:pt x="321710" y="103481"/>
                  </a:lnTo>
                  <a:lnTo>
                    <a:pt x="319614" y="98615"/>
                  </a:lnTo>
                  <a:lnTo>
                    <a:pt x="317366" y="93818"/>
                  </a:lnTo>
                  <a:lnTo>
                    <a:pt x="314966" y="89095"/>
                  </a:lnTo>
                  <a:lnTo>
                    <a:pt x="312418" y="84450"/>
                  </a:lnTo>
                  <a:lnTo>
                    <a:pt x="309724" y="79888"/>
                  </a:lnTo>
                  <a:lnTo>
                    <a:pt x="306886" y="75414"/>
                  </a:lnTo>
                  <a:lnTo>
                    <a:pt x="303909" y="71032"/>
                  </a:lnTo>
                  <a:lnTo>
                    <a:pt x="300794" y="66747"/>
                  </a:lnTo>
                  <a:lnTo>
                    <a:pt x="297545" y="62563"/>
                  </a:lnTo>
                  <a:lnTo>
                    <a:pt x="294164" y="58483"/>
                  </a:lnTo>
                  <a:lnTo>
                    <a:pt x="290657" y="54513"/>
                  </a:lnTo>
                  <a:lnTo>
                    <a:pt x="287025" y="50656"/>
                  </a:lnTo>
                  <a:lnTo>
                    <a:pt x="283273" y="46916"/>
                  </a:lnTo>
                  <a:lnTo>
                    <a:pt x="279404" y="43296"/>
                  </a:lnTo>
                  <a:lnTo>
                    <a:pt x="275422" y="39801"/>
                  </a:lnTo>
                  <a:lnTo>
                    <a:pt x="271332" y="36434"/>
                  </a:lnTo>
                  <a:lnTo>
                    <a:pt x="267137" y="33199"/>
                  </a:lnTo>
                  <a:lnTo>
                    <a:pt x="262841" y="30098"/>
                  </a:lnTo>
                  <a:lnTo>
                    <a:pt x="258450" y="27134"/>
                  </a:lnTo>
                  <a:lnTo>
                    <a:pt x="253967" y="24311"/>
                  </a:lnTo>
                  <a:lnTo>
                    <a:pt x="249396" y="21632"/>
                  </a:lnTo>
                  <a:lnTo>
                    <a:pt x="244743" y="19099"/>
                  </a:lnTo>
                  <a:lnTo>
                    <a:pt x="240012" y="16714"/>
                  </a:lnTo>
                  <a:lnTo>
                    <a:pt x="235208" y="14481"/>
                  </a:lnTo>
                  <a:lnTo>
                    <a:pt x="230336" y="12401"/>
                  </a:lnTo>
                  <a:lnTo>
                    <a:pt x="225400" y="10477"/>
                  </a:lnTo>
                  <a:lnTo>
                    <a:pt x="220405" y="8709"/>
                  </a:lnTo>
                  <a:lnTo>
                    <a:pt x="215357" y="7101"/>
                  </a:lnTo>
                  <a:lnTo>
                    <a:pt x="210261" y="5654"/>
                  </a:lnTo>
                  <a:lnTo>
                    <a:pt x="205121" y="4369"/>
                  </a:lnTo>
                  <a:lnTo>
                    <a:pt x="199944" y="3248"/>
                  </a:lnTo>
                  <a:lnTo>
                    <a:pt x="194733" y="2291"/>
                  </a:lnTo>
                  <a:lnTo>
                    <a:pt x="189494" y="1500"/>
                  </a:lnTo>
                  <a:lnTo>
                    <a:pt x="184234" y="875"/>
                  </a:lnTo>
                  <a:lnTo>
                    <a:pt x="178955" y="417"/>
                  </a:lnTo>
                  <a:lnTo>
                    <a:pt x="173666" y="127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488720" y="5018213"/>
              <a:ext cx="6516" cy="167167"/>
            </a:xfrm>
            <a:custGeom>
              <a:avLst/>
              <a:pathLst>
                <a:path w="6516" h="167167">
                  <a:moveTo>
                    <a:pt x="6516" y="12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797340" y="5269756"/>
              <a:ext cx="167160" cy="167167"/>
            </a:xfrm>
            <a:custGeom>
              <a:avLst/>
              <a:pathLst>
                <a:path w="167160" h="167167">
                  <a:moveTo>
                    <a:pt x="167160" y="0"/>
                  </a:moveTo>
                  <a:lnTo>
                    <a:pt x="161722" y="88"/>
                  </a:lnTo>
                  <a:lnTo>
                    <a:pt x="156290" y="353"/>
                  </a:lnTo>
                  <a:lnTo>
                    <a:pt x="150869" y="795"/>
                  </a:lnTo>
                  <a:lnTo>
                    <a:pt x="145465" y="1413"/>
                  </a:lnTo>
                  <a:lnTo>
                    <a:pt x="140085" y="2207"/>
                  </a:lnTo>
                  <a:lnTo>
                    <a:pt x="134733" y="3175"/>
                  </a:lnTo>
                  <a:lnTo>
                    <a:pt x="129415" y="4316"/>
                  </a:lnTo>
                  <a:lnTo>
                    <a:pt x="124138" y="5630"/>
                  </a:lnTo>
                  <a:lnTo>
                    <a:pt x="118906" y="7116"/>
                  </a:lnTo>
                  <a:lnTo>
                    <a:pt x="113725" y="8770"/>
                  </a:lnTo>
                  <a:lnTo>
                    <a:pt x="108600" y="10592"/>
                  </a:lnTo>
                  <a:lnTo>
                    <a:pt x="103538" y="12580"/>
                  </a:lnTo>
                  <a:lnTo>
                    <a:pt x="98543" y="14731"/>
                  </a:lnTo>
                  <a:lnTo>
                    <a:pt x="93620" y="17044"/>
                  </a:lnTo>
                  <a:lnTo>
                    <a:pt x="88775" y="19516"/>
                  </a:lnTo>
                  <a:lnTo>
                    <a:pt x="84014" y="22144"/>
                  </a:lnTo>
                  <a:lnTo>
                    <a:pt x="79340" y="24926"/>
                  </a:lnTo>
                  <a:lnTo>
                    <a:pt x="74759" y="27858"/>
                  </a:lnTo>
                  <a:lnTo>
                    <a:pt x="70277" y="30937"/>
                  </a:lnTo>
                  <a:lnTo>
                    <a:pt x="65896" y="34161"/>
                  </a:lnTo>
                  <a:lnTo>
                    <a:pt x="61623" y="37526"/>
                  </a:lnTo>
                  <a:lnTo>
                    <a:pt x="57462" y="41027"/>
                  </a:lnTo>
                  <a:lnTo>
                    <a:pt x="53416" y="44663"/>
                  </a:lnTo>
                  <a:lnTo>
                    <a:pt x="49491" y="48428"/>
                  </a:lnTo>
                  <a:lnTo>
                    <a:pt x="45691" y="52318"/>
                  </a:lnTo>
                  <a:lnTo>
                    <a:pt x="42019" y="56331"/>
                  </a:lnTo>
                  <a:lnTo>
                    <a:pt x="38480" y="60460"/>
                  </a:lnTo>
                  <a:lnTo>
                    <a:pt x="35077" y="64703"/>
                  </a:lnTo>
                  <a:lnTo>
                    <a:pt x="31813" y="69054"/>
                  </a:lnTo>
                  <a:lnTo>
                    <a:pt x="28693" y="73508"/>
                  </a:lnTo>
                  <a:lnTo>
                    <a:pt x="25720" y="78062"/>
                  </a:lnTo>
                  <a:lnTo>
                    <a:pt x="22896" y="82711"/>
                  </a:lnTo>
                  <a:lnTo>
                    <a:pt x="20225" y="87448"/>
                  </a:lnTo>
                  <a:lnTo>
                    <a:pt x="17710" y="92270"/>
                  </a:lnTo>
                  <a:lnTo>
                    <a:pt x="15352" y="97172"/>
                  </a:lnTo>
                  <a:lnTo>
                    <a:pt x="13156" y="102147"/>
                  </a:lnTo>
                  <a:lnTo>
                    <a:pt x="11122" y="107191"/>
                  </a:lnTo>
                  <a:lnTo>
                    <a:pt x="9254" y="112299"/>
                  </a:lnTo>
                  <a:lnTo>
                    <a:pt x="7552" y="117465"/>
                  </a:lnTo>
                  <a:lnTo>
                    <a:pt x="6020" y="122683"/>
                  </a:lnTo>
                  <a:lnTo>
                    <a:pt x="4658" y="127949"/>
                  </a:lnTo>
                  <a:lnTo>
                    <a:pt x="3468" y="133256"/>
                  </a:lnTo>
                  <a:lnTo>
                    <a:pt x="2452" y="138599"/>
                  </a:lnTo>
                  <a:lnTo>
                    <a:pt x="1610" y="143972"/>
                  </a:lnTo>
                  <a:lnTo>
                    <a:pt x="943" y="149370"/>
                  </a:lnTo>
                  <a:lnTo>
                    <a:pt x="452" y="154786"/>
                  </a:lnTo>
                  <a:lnTo>
                    <a:pt x="137" y="160216"/>
                  </a:lnTo>
                  <a:lnTo>
                    <a:pt x="0" y="165653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797340" y="5269756"/>
              <a:ext cx="334312" cy="334333"/>
            </a:xfrm>
            <a:custGeom>
              <a:avLst/>
              <a:pathLst>
                <a:path w="334312" h="334333">
                  <a:moveTo>
                    <a:pt x="0" y="165653"/>
                  </a:moveTo>
                  <a:lnTo>
                    <a:pt x="35" y="170950"/>
                  </a:lnTo>
                  <a:lnTo>
                    <a:pt x="239" y="176243"/>
                  </a:lnTo>
                  <a:lnTo>
                    <a:pt x="611" y="181527"/>
                  </a:lnTo>
                  <a:lnTo>
                    <a:pt x="1149" y="186796"/>
                  </a:lnTo>
                  <a:lnTo>
                    <a:pt x="1854" y="192046"/>
                  </a:lnTo>
                  <a:lnTo>
                    <a:pt x="2726" y="197271"/>
                  </a:lnTo>
                  <a:lnTo>
                    <a:pt x="3762" y="202465"/>
                  </a:lnTo>
                  <a:lnTo>
                    <a:pt x="4962" y="207624"/>
                  </a:lnTo>
                  <a:lnTo>
                    <a:pt x="6325" y="212743"/>
                  </a:lnTo>
                  <a:lnTo>
                    <a:pt x="7850" y="217815"/>
                  </a:lnTo>
                  <a:lnTo>
                    <a:pt x="9535" y="222837"/>
                  </a:lnTo>
                  <a:lnTo>
                    <a:pt x="11378" y="227803"/>
                  </a:lnTo>
                  <a:lnTo>
                    <a:pt x="13377" y="232708"/>
                  </a:lnTo>
                  <a:lnTo>
                    <a:pt x="15531" y="237548"/>
                  </a:lnTo>
                  <a:lnTo>
                    <a:pt x="17837" y="242316"/>
                  </a:lnTo>
                  <a:lnTo>
                    <a:pt x="20292" y="247010"/>
                  </a:lnTo>
                  <a:lnTo>
                    <a:pt x="22896" y="251623"/>
                  </a:lnTo>
                  <a:lnTo>
                    <a:pt x="25644" y="256151"/>
                  </a:lnTo>
                  <a:lnTo>
                    <a:pt x="28534" y="260590"/>
                  </a:lnTo>
                  <a:lnTo>
                    <a:pt x="31564" y="264935"/>
                  </a:lnTo>
                  <a:lnTo>
                    <a:pt x="34729" y="269182"/>
                  </a:lnTo>
                  <a:lnTo>
                    <a:pt x="38028" y="273326"/>
                  </a:lnTo>
                  <a:lnTo>
                    <a:pt x="41456" y="277364"/>
                  </a:lnTo>
                  <a:lnTo>
                    <a:pt x="45010" y="281291"/>
                  </a:lnTo>
                  <a:lnTo>
                    <a:pt x="48687" y="285104"/>
                  </a:lnTo>
                  <a:lnTo>
                    <a:pt x="52483" y="288798"/>
                  </a:lnTo>
                  <a:lnTo>
                    <a:pt x="56394" y="292370"/>
                  </a:lnTo>
                  <a:lnTo>
                    <a:pt x="60417" y="295817"/>
                  </a:lnTo>
                  <a:lnTo>
                    <a:pt x="64546" y="299134"/>
                  </a:lnTo>
                  <a:lnTo>
                    <a:pt x="68779" y="302319"/>
                  </a:lnTo>
                  <a:lnTo>
                    <a:pt x="73110" y="305368"/>
                  </a:lnTo>
                  <a:lnTo>
                    <a:pt x="77536" y="308278"/>
                  </a:lnTo>
                  <a:lnTo>
                    <a:pt x="82052" y="311047"/>
                  </a:lnTo>
                  <a:lnTo>
                    <a:pt x="86653" y="313671"/>
                  </a:lnTo>
                  <a:lnTo>
                    <a:pt x="91335" y="316148"/>
                  </a:lnTo>
                  <a:lnTo>
                    <a:pt x="96093" y="318476"/>
                  </a:lnTo>
                  <a:lnTo>
                    <a:pt x="100922" y="320652"/>
                  </a:lnTo>
                  <a:lnTo>
                    <a:pt x="105818" y="322673"/>
                  </a:lnTo>
                  <a:lnTo>
                    <a:pt x="110776" y="324538"/>
                  </a:lnTo>
                  <a:lnTo>
                    <a:pt x="115790" y="326246"/>
                  </a:lnTo>
                  <a:lnTo>
                    <a:pt x="120856" y="327793"/>
                  </a:lnTo>
                  <a:lnTo>
                    <a:pt x="125968" y="329180"/>
                  </a:lnTo>
                  <a:lnTo>
                    <a:pt x="131122" y="330404"/>
                  </a:lnTo>
                  <a:lnTo>
                    <a:pt x="136312" y="331463"/>
                  </a:lnTo>
                  <a:lnTo>
                    <a:pt x="141532" y="332358"/>
                  </a:lnTo>
                  <a:lnTo>
                    <a:pt x="146779" y="333087"/>
                  </a:lnTo>
                  <a:lnTo>
                    <a:pt x="152046" y="333650"/>
                  </a:lnTo>
                  <a:lnTo>
                    <a:pt x="157328" y="334045"/>
                  </a:lnTo>
                  <a:lnTo>
                    <a:pt x="162620" y="334273"/>
                  </a:lnTo>
                  <a:lnTo>
                    <a:pt x="167916" y="334333"/>
                  </a:lnTo>
                  <a:lnTo>
                    <a:pt x="173212" y="334225"/>
                  </a:lnTo>
                  <a:lnTo>
                    <a:pt x="178502" y="333949"/>
                  </a:lnTo>
                  <a:lnTo>
                    <a:pt x="183780" y="333506"/>
                  </a:lnTo>
                  <a:lnTo>
                    <a:pt x="189042" y="332896"/>
                  </a:lnTo>
                  <a:lnTo>
                    <a:pt x="194282" y="332120"/>
                  </a:lnTo>
                  <a:lnTo>
                    <a:pt x="199494" y="331177"/>
                  </a:lnTo>
                  <a:lnTo>
                    <a:pt x="204674" y="330071"/>
                  </a:lnTo>
                  <a:lnTo>
                    <a:pt x="209816" y="328800"/>
                  </a:lnTo>
                  <a:lnTo>
                    <a:pt x="214916" y="327368"/>
                  </a:lnTo>
                  <a:lnTo>
                    <a:pt x="219968" y="325774"/>
                  </a:lnTo>
                  <a:lnTo>
                    <a:pt x="224966" y="324022"/>
                  </a:lnTo>
                  <a:lnTo>
                    <a:pt x="229907" y="322112"/>
                  </a:lnTo>
                  <a:lnTo>
                    <a:pt x="234784" y="320046"/>
                  </a:lnTo>
                  <a:lnTo>
                    <a:pt x="239594" y="317827"/>
                  </a:lnTo>
                  <a:lnTo>
                    <a:pt x="244331" y="315456"/>
                  </a:lnTo>
                  <a:lnTo>
                    <a:pt x="248990" y="312937"/>
                  </a:lnTo>
                  <a:lnTo>
                    <a:pt x="253567" y="310271"/>
                  </a:lnTo>
                  <a:lnTo>
                    <a:pt x="258058" y="307462"/>
                  </a:lnTo>
                  <a:lnTo>
                    <a:pt x="262457" y="304511"/>
                  </a:lnTo>
                  <a:lnTo>
                    <a:pt x="266760" y="301423"/>
                  </a:lnTo>
                  <a:lnTo>
                    <a:pt x="270964" y="298200"/>
                  </a:lnTo>
                  <a:lnTo>
                    <a:pt x="275063" y="294846"/>
                  </a:lnTo>
                  <a:lnTo>
                    <a:pt x="279054" y="291363"/>
                  </a:lnTo>
                  <a:lnTo>
                    <a:pt x="282933" y="287756"/>
                  </a:lnTo>
                  <a:lnTo>
                    <a:pt x="286695" y="284027"/>
                  </a:lnTo>
                  <a:lnTo>
                    <a:pt x="290338" y="280181"/>
                  </a:lnTo>
                  <a:lnTo>
                    <a:pt x="293856" y="276222"/>
                  </a:lnTo>
                  <a:lnTo>
                    <a:pt x="297248" y="272153"/>
                  </a:lnTo>
                  <a:lnTo>
                    <a:pt x="300509" y="267979"/>
                  </a:lnTo>
                  <a:lnTo>
                    <a:pt x="303636" y="263704"/>
                  </a:lnTo>
                  <a:lnTo>
                    <a:pt x="306626" y="259331"/>
                  </a:lnTo>
                  <a:lnTo>
                    <a:pt x="309476" y="254866"/>
                  </a:lnTo>
                  <a:lnTo>
                    <a:pt x="312183" y="250314"/>
                  </a:lnTo>
                  <a:lnTo>
                    <a:pt x="314744" y="245677"/>
                  </a:lnTo>
                  <a:lnTo>
                    <a:pt x="317158" y="240962"/>
                  </a:lnTo>
                  <a:lnTo>
                    <a:pt x="319420" y="236173"/>
                  </a:lnTo>
                  <a:lnTo>
                    <a:pt x="321530" y="231314"/>
                  </a:lnTo>
                  <a:lnTo>
                    <a:pt x="323485" y="226391"/>
                  </a:lnTo>
                  <a:lnTo>
                    <a:pt x="325283" y="221409"/>
                  </a:lnTo>
                  <a:lnTo>
                    <a:pt x="326922" y="216372"/>
                  </a:lnTo>
                  <a:lnTo>
                    <a:pt x="328401" y="211285"/>
                  </a:lnTo>
                  <a:lnTo>
                    <a:pt x="329717" y="206155"/>
                  </a:lnTo>
                  <a:lnTo>
                    <a:pt x="330871" y="200985"/>
                  </a:lnTo>
                  <a:lnTo>
                    <a:pt x="331860" y="195781"/>
                  </a:lnTo>
                  <a:lnTo>
                    <a:pt x="332684" y="190549"/>
                  </a:lnTo>
                  <a:lnTo>
                    <a:pt x="333342" y="185293"/>
                  </a:lnTo>
                  <a:lnTo>
                    <a:pt x="333833" y="180019"/>
                  </a:lnTo>
                  <a:lnTo>
                    <a:pt x="334156" y="174732"/>
                  </a:lnTo>
                  <a:lnTo>
                    <a:pt x="334312" y="169437"/>
                  </a:lnTo>
                  <a:lnTo>
                    <a:pt x="334300" y="164140"/>
                  </a:lnTo>
                  <a:lnTo>
                    <a:pt x="334120" y="158846"/>
                  </a:lnTo>
                  <a:lnTo>
                    <a:pt x="333773" y="153561"/>
                  </a:lnTo>
                  <a:lnTo>
                    <a:pt x="333258" y="148289"/>
                  </a:lnTo>
                  <a:lnTo>
                    <a:pt x="332577" y="143036"/>
                  </a:lnTo>
                  <a:lnTo>
                    <a:pt x="331729" y="137808"/>
                  </a:lnTo>
                  <a:lnTo>
                    <a:pt x="330716" y="132608"/>
                  </a:lnTo>
                  <a:lnTo>
                    <a:pt x="329539" y="127444"/>
                  </a:lnTo>
                  <a:lnTo>
                    <a:pt x="328199" y="122319"/>
                  </a:lnTo>
                  <a:lnTo>
                    <a:pt x="326698" y="117240"/>
                  </a:lnTo>
                  <a:lnTo>
                    <a:pt x="325036" y="112210"/>
                  </a:lnTo>
                  <a:lnTo>
                    <a:pt x="323215" y="107236"/>
                  </a:lnTo>
                  <a:lnTo>
                    <a:pt x="321238" y="102322"/>
                  </a:lnTo>
                  <a:lnTo>
                    <a:pt x="319106" y="97473"/>
                  </a:lnTo>
                  <a:lnTo>
                    <a:pt x="316822" y="92694"/>
                  </a:lnTo>
                  <a:lnTo>
                    <a:pt x="314388" y="87990"/>
                  </a:lnTo>
                  <a:lnTo>
                    <a:pt x="311805" y="83365"/>
                  </a:lnTo>
                  <a:lnTo>
                    <a:pt x="309077" y="78824"/>
                  </a:lnTo>
                  <a:lnTo>
                    <a:pt x="306207" y="74372"/>
                  </a:lnTo>
                  <a:lnTo>
                    <a:pt x="303198" y="70014"/>
                  </a:lnTo>
                  <a:lnTo>
                    <a:pt x="300051" y="65752"/>
                  </a:lnTo>
                  <a:lnTo>
                    <a:pt x="296772" y="61593"/>
                  </a:lnTo>
                  <a:lnTo>
                    <a:pt x="293362" y="57540"/>
                  </a:lnTo>
                  <a:lnTo>
                    <a:pt x="289825" y="53596"/>
                  </a:lnTo>
                  <a:lnTo>
                    <a:pt x="286165" y="49767"/>
                  </a:lnTo>
                  <a:lnTo>
                    <a:pt x="282386" y="46056"/>
                  </a:lnTo>
                  <a:lnTo>
                    <a:pt x="278491" y="42466"/>
                  </a:lnTo>
                  <a:lnTo>
                    <a:pt x="274484" y="39001"/>
                  </a:lnTo>
                  <a:lnTo>
                    <a:pt x="270370" y="35665"/>
                  </a:lnTo>
                  <a:lnTo>
                    <a:pt x="266152" y="32461"/>
                  </a:lnTo>
                  <a:lnTo>
                    <a:pt x="261834" y="29393"/>
                  </a:lnTo>
                  <a:lnTo>
                    <a:pt x="257422" y="26462"/>
                  </a:lnTo>
                  <a:lnTo>
                    <a:pt x="252919" y="23673"/>
                  </a:lnTo>
                  <a:lnTo>
                    <a:pt x="248330" y="21028"/>
                  </a:lnTo>
                  <a:lnTo>
                    <a:pt x="243659" y="18530"/>
                  </a:lnTo>
                  <a:lnTo>
                    <a:pt x="238911" y="16181"/>
                  </a:lnTo>
                  <a:lnTo>
                    <a:pt x="234092" y="13984"/>
                  </a:lnTo>
                  <a:lnTo>
                    <a:pt x="229205" y="11940"/>
                  </a:lnTo>
                  <a:lnTo>
                    <a:pt x="224256" y="10052"/>
                  </a:lnTo>
                  <a:lnTo>
                    <a:pt x="219249" y="8322"/>
                  </a:lnTo>
                  <a:lnTo>
                    <a:pt x="214191" y="6752"/>
                  </a:lnTo>
                  <a:lnTo>
                    <a:pt x="209085" y="5342"/>
                  </a:lnTo>
                  <a:lnTo>
                    <a:pt x="203937" y="4095"/>
                  </a:lnTo>
                  <a:lnTo>
                    <a:pt x="198752" y="3012"/>
                  </a:lnTo>
                  <a:lnTo>
                    <a:pt x="193535" y="2093"/>
                  </a:lnTo>
                  <a:lnTo>
                    <a:pt x="188292" y="1341"/>
                  </a:lnTo>
                  <a:lnTo>
                    <a:pt x="183028" y="754"/>
                  </a:lnTo>
                  <a:lnTo>
                    <a:pt x="177747" y="335"/>
                  </a:lnTo>
                  <a:lnTo>
                    <a:pt x="172456" y="83"/>
                  </a:lnTo>
                  <a:lnTo>
                    <a:pt x="167160" y="0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476829" y="5399291"/>
              <a:ext cx="9386" cy="167167"/>
            </a:xfrm>
            <a:custGeom>
              <a:avLst/>
              <a:pathLst>
                <a:path w="9386" h="167167">
                  <a:moveTo>
                    <a:pt x="9386" y="0"/>
                  </a:moveTo>
                  <a:lnTo>
                    <a:pt x="0" y="263"/>
                  </a:lnTo>
                  <a:lnTo>
                    <a:pt x="9386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476829" y="5399555"/>
              <a:ext cx="9386" cy="166903"/>
            </a:xfrm>
            <a:custGeom>
              <a:avLst/>
              <a:pathLst>
                <a:path w="9386" h="166903">
                  <a:moveTo>
                    <a:pt x="0" y="0"/>
                  </a:moveTo>
                  <a:lnTo>
                    <a:pt x="9386" y="1669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476829" y="5399555"/>
              <a:ext cx="9386" cy="166903"/>
            </a:xfrm>
            <a:custGeom>
              <a:avLst/>
              <a:pathLst>
                <a:path w="9386" h="166903">
                  <a:moveTo>
                    <a:pt x="0" y="0"/>
                  </a:moveTo>
                  <a:lnTo>
                    <a:pt x="9386" y="1669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476829" y="5399555"/>
              <a:ext cx="9386" cy="166903"/>
            </a:xfrm>
            <a:custGeom>
              <a:avLst/>
              <a:pathLst>
                <a:path w="9386" h="166903">
                  <a:moveTo>
                    <a:pt x="0" y="0"/>
                  </a:moveTo>
                  <a:lnTo>
                    <a:pt x="9386" y="1669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476829" y="5399555"/>
              <a:ext cx="9386" cy="166903"/>
            </a:xfrm>
            <a:custGeom>
              <a:avLst/>
              <a:pathLst>
                <a:path w="9386" h="166903">
                  <a:moveTo>
                    <a:pt x="0" y="0"/>
                  </a:moveTo>
                  <a:lnTo>
                    <a:pt x="9386" y="1669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476829" y="5399555"/>
              <a:ext cx="9386" cy="166903"/>
            </a:xfrm>
            <a:custGeom>
              <a:avLst/>
              <a:pathLst>
                <a:path w="9386" h="166903">
                  <a:moveTo>
                    <a:pt x="0" y="0"/>
                  </a:moveTo>
                  <a:lnTo>
                    <a:pt x="9386" y="16690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476829" y="5399555"/>
              <a:ext cx="9386" cy="166903"/>
            </a:xfrm>
            <a:custGeom>
              <a:avLst/>
              <a:pathLst>
                <a:path w="9386" h="166903">
                  <a:moveTo>
                    <a:pt x="0" y="0"/>
                  </a:moveTo>
                  <a:lnTo>
                    <a:pt x="9386" y="16690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4319053" y="5399555"/>
              <a:ext cx="334325" cy="334065"/>
            </a:xfrm>
            <a:custGeom>
              <a:avLst/>
              <a:pathLst>
                <a:path w="334325" h="334065">
                  <a:moveTo>
                    <a:pt x="157775" y="0"/>
                  </a:moveTo>
                  <a:lnTo>
                    <a:pt x="152486" y="381"/>
                  </a:lnTo>
                  <a:lnTo>
                    <a:pt x="147212" y="930"/>
                  </a:lnTo>
                  <a:lnTo>
                    <a:pt x="141959" y="1647"/>
                  </a:lnTo>
                  <a:lnTo>
                    <a:pt x="136730" y="2529"/>
                  </a:lnTo>
                  <a:lnTo>
                    <a:pt x="131532" y="3577"/>
                  </a:lnTo>
                  <a:lnTo>
                    <a:pt x="126370" y="4789"/>
                  </a:lnTo>
                  <a:lnTo>
                    <a:pt x="121250" y="6164"/>
                  </a:lnTo>
                  <a:lnTo>
                    <a:pt x="116175" y="7701"/>
                  </a:lnTo>
                  <a:lnTo>
                    <a:pt x="111151" y="9398"/>
                  </a:lnTo>
                  <a:lnTo>
                    <a:pt x="106184" y="11254"/>
                  </a:lnTo>
                  <a:lnTo>
                    <a:pt x="101279" y="13266"/>
                  </a:lnTo>
                  <a:lnTo>
                    <a:pt x="96439" y="15433"/>
                  </a:lnTo>
                  <a:lnTo>
                    <a:pt x="91671" y="17752"/>
                  </a:lnTo>
                  <a:lnTo>
                    <a:pt x="86979" y="20221"/>
                  </a:lnTo>
                  <a:lnTo>
                    <a:pt x="82367" y="22838"/>
                  </a:lnTo>
                  <a:lnTo>
                    <a:pt x="77841" y="25600"/>
                  </a:lnTo>
                  <a:lnTo>
                    <a:pt x="73404" y="28503"/>
                  </a:lnTo>
                  <a:lnTo>
                    <a:pt x="69062" y="31547"/>
                  </a:lnTo>
                  <a:lnTo>
                    <a:pt x="64819" y="34726"/>
                  </a:lnTo>
                  <a:lnTo>
                    <a:pt x="60678" y="38038"/>
                  </a:lnTo>
                  <a:lnTo>
                    <a:pt x="56645" y="41480"/>
                  </a:lnTo>
                  <a:lnTo>
                    <a:pt x="52722" y="45048"/>
                  </a:lnTo>
                  <a:lnTo>
                    <a:pt x="48915" y="48739"/>
                  </a:lnTo>
                  <a:lnTo>
                    <a:pt x="45227" y="52549"/>
                  </a:lnTo>
                  <a:lnTo>
                    <a:pt x="41662" y="56473"/>
                  </a:lnTo>
                  <a:lnTo>
                    <a:pt x="38223" y="60509"/>
                  </a:lnTo>
                  <a:lnTo>
                    <a:pt x="34913" y="64652"/>
                  </a:lnTo>
                  <a:lnTo>
                    <a:pt x="31737" y="68897"/>
                  </a:lnTo>
                  <a:lnTo>
                    <a:pt x="28697" y="73242"/>
                  </a:lnTo>
                  <a:lnTo>
                    <a:pt x="25796" y="77680"/>
                  </a:lnTo>
                  <a:lnTo>
                    <a:pt x="23038" y="82208"/>
                  </a:lnTo>
                  <a:lnTo>
                    <a:pt x="20424" y="86822"/>
                  </a:lnTo>
                  <a:lnTo>
                    <a:pt x="17958" y="91516"/>
                  </a:lnTo>
                  <a:lnTo>
                    <a:pt x="15642" y="96286"/>
                  </a:lnTo>
                  <a:lnTo>
                    <a:pt x="13479" y="101127"/>
                  </a:lnTo>
                  <a:lnTo>
                    <a:pt x="11470" y="106034"/>
                  </a:lnTo>
                  <a:lnTo>
                    <a:pt x="9618" y="111002"/>
                  </a:lnTo>
                  <a:lnTo>
                    <a:pt x="7924" y="116027"/>
                  </a:lnTo>
                  <a:lnTo>
                    <a:pt x="6391" y="121103"/>
                  </a:lnTo>
                  <a:lnTo>
                    <a:pt x="5019" y="126224"/>
                  </a:lnTo>
                  <a:lnTo>
                    <a:pt x="3811" y="131387"/>
                  </a:lnTo>
                  <a:lnTo>
                    <a:pt x="2766" y="136586"/>
                  </a:lnTo>
                  <a:lnTo>
                    <a:pt x="1888" y="141815"/>
                  </a:lnTo>
                  <a:lnTo>
                    <a:pt x="1175" y="147069"/>
                  </a:lnTo>
                  <a:lnTo>
                    <a:pt x="629" y="152343"/>
                  </a:lnTo>
                  <a:lnTo>
                    <a:pt x="252" y="157632"/>
                  </a:lnTo>
                  <a:lnTo>
                    <a:pt x="41" y="162930"/>
                  </a:lnTo>
                  <a:lnTo>
                    <a:pt x="0" y="168232"/>
                  </a:lnTo>
                  <a:lnTo>
                    <a:pt x="126" y="173533"/>
                  </a:lnTo>
                  <a:lnTo>
                    <a:pt x="420" y="178827"/>
                  </a:lnTo>
                  <a:lnTo>
                    <a:pt x="882" y="184110"/>
                  </a:lnTo>
                  <a:lnTo>
                    <a:pt x="1511" y="189375"/>
                  </a:lnTo>
                  <a:lnTo>
                    <a:pt x="2307" y="194617"/>
                  </a:lnTo>
                  <a:lnTo>
                    <a:pt x="3269" y="199831"/>
                  </a:lnTo>
                  <a:lnTo>
                    <a:pt x="4396" y="205012"/>
                  </a:lnTo>
                  <a:lnTo>
                    <a:pt x="5687" y="210155"/>
                  </a:lnTo>
                  <a:lnTo>
                    <a:pt x="7140" y="215255"/>
                  </a:lnTo>
                  <a:lnTo>
                    <a:pt x="8753" y="220305"/>
                  </a:lnTo>
                  <a:lnTo>
                    <a:pt x="10527" y="225302"/>
                  </a:lnTo>
                  <a:lnTo>
                    <a:pt x="12458" y="230241"/>
                  </a:lnTo>
                  <a:lnTo>
                    <a:pt x="14544" y="235115"/>
                  </a:lnTo>
                  <a:lnTo>
                    <a:pt x="16784" y="239921"/>
                  </a:lnTo>
                  <a:lnTo>
                    <a:pt x="19176" y="244654"/>
                  </a:lnTo>
                  <a:lnTo>
                    <a:pt x="21716" y="249308"/>
                  </a:lnTo>
                  <a:lnTo>
                    <a:pt x="24403" y="253879"/>
                  </a:lnTo>
                  <a:lnTo>
                    <a:pt x="27233" y="258363"/>
                  </a:lnTo>
                  <a:lnTo>
                    <a:pt x="30204" y="262755"/>
                  </a:lnTo>
                  <a:lnTo>
                    <a:pt x="33313" y="267050"/>
                  </a:lnTo>
                  <a:lnTo>
                    <a:pt x="36556" y="271245"/>
                  </a:lnTo>
                  <a:lnTo>
                    <a:pt x="39931" y="275334"/>
                  </a:lnTo>
                  <a:lnTo>
                    <a:pt x="43434" y="279315"/>
                  </a:lnTo>
                  <a:lnTo>
                    <a:pt x="47061" y="283182"/>
                  </a:lnTo>
                  <a:lnTo>
                    <a:pt x="50810" y="286933"/>
                  </a:lnTo>
                  <a:lnTo>
                    <a:pt x="54675" y="290563"/>
                  </a:lnTo>
                  <a:lnTo>
                    <a:pt x="58653" y="294068"/>
                  </a:lnTo>
                  <a:lnTo>
                    <a:pt x="62741" y="297445"/>
                  </a:lnTo>
                  <a:lnTo>
                    <a:pt x="66933" y="300691"/>
                  </a:lnTo>
                  <a:lnTo>
                    <a:pt x="71227" y="303803"/>
                  </a:lnTo>
                  <a:lnTo>
                    <a:pt x="75617" y="306776"/>
                  </a:lnTo>
                  <a:lnTo>
                    <a:pt x="80099" y="309609"/>
                  </a:lnTo>
                  <a:lnTo>
                    <a:pt x="84669" y="312299"/>
                  </a:lnTo>
                  <a:lnTo>
                    <a:pt x="89321" y="314842"/>
                  </a:lnTo>
                  <a:lnTo>
                    <a:pt x="94052" y="317236"/>
                  </a:lnTo>
                  <a:lnTo>
                    <a:pt x="98857" y="319479"/>
                  </a:lnTo>
                  <a:lnTo>
                    <a:pt x="103730" y="321569"/>
                  </a:lnTo>
                  <a:lnTo>
                    <a:pt x="108667" y="323503"/>
                  </a:lnTo>
                  <a:lnTo>
                    <a:pt x="113663" y="325279"/>
                  </a:lnTo>
                  <a:lnTo>
                    <a:pt x="118713" y="326896"/>
                  </a:lnTo>
                  <a:lnTo>
                    <a:pt x="123812" y="328352"/>
                  </a:lnTo>
                  <a:lnTo>
                    <a:pt x="128954" y="329646"/>
                  </a:lnTo>
                  <a:lnTo>
                    <a:pt x="134134" y="330776"/>
                  </a:lnTo>
                  <a:lnTo>
                    <a:pt x="139348" y="331741"/>
                  </a:lnTo>
                  <a:lnTo>
                    <a:pt x="144590" y="332540"/>
                  </a:lnTo>
                  <a:lnTo>
                    <a:pt x="149854" y="333172"/>
                  </a:lnTo>
                  <a:lnTo>
                    <a:pt x="155136" y="333638"/>
                  </a:lnTo>
                  <a:lnTo>
                    <a:pt x="160430" y="333935"/>
                  </a:lnTo>
                  <a:lnTo>
                    <a:pt x="165731" y="334065"/>
                  </a:lnTo>
                  <a:lnTo>
                    <a:pt x="171033" y="334026"/>
                  </a:lnTo>
                  <a:lnTo>
                    <a:pt x="176332" y="333819"/>
                  </a:lnTo>
                  <a:lnTo>
                    <a:pt x="181621" y="333444"/>
                  </a:lnTo>
                  <a:lnTo>
                    <a:pt x="186895" y="332902"/>
                  </a:lnTo>
                  <a:lnTo>
                    <a:pt x="192150" y="332192"/>
                  </a:lnTo>
                  <a:lnTo>
                    <a:pt x="197379" y="331317"/>
                  </a:lnTo>
                  <a:lnTo>
                    <a:pt x="202579" y="330276"/>
                  </a:lnTo>
                  <a:lnTo>
                    <a:pt x="207742" y="329070"/>
                  </a:lnTo>
                  <a:lnTo>
                    <a:pt x="212865" y="327702"/>
                  </a:lnTo>
                  <a:lnTo>
                    <a:pt x="217941" y="326171"/>
                  </a:lnTo>
                  <a:lnTo>
                    <a:pt x="222967" y="324481"/>
                  </a:lnTo>
                  <a:lnTo>
                    <a:pt x="227937" y="322632"/>
                  </a:lnTo>
                  <a:lnTo>
                    <a:pt x="232845" y="320626"/>
                  </a:lnTo>
                  <a:lnTo>
                    <a:pt x="237687" y="318465"/>
                  </a:lnTo>
                  <a:lnTo>
                    <a:pt x="242458" y="316152"/>
                  </a:lnTo>
                  <a:lnTo>
                    <a:pt x="247154" y="313689"/>
                  </a:lnTo>
                  <a:lnTo>
                    <a:pt x="251769" y="311079"/>
                  </a:lnTo>
                  <a:lnTo>
                    <a:pt x="256299" y="308323"/>
                  </a:lnTo>
                  <a:lnTo>
                    <a:pt x="260739" y="305425"/>
                  </a:lnTo>
                  <a:lnTo>
                    <a:pt x="265085" y="302387"/>
                  </a:lnTo>
                  <a:lnTo>
                    <a:pt x="269333" y="299213"/>
                  </a:lnTo>
                  <a:lnTo>
                    <a:pt x="273478" y="295907"/>
                  </a:lnTo>
                  <a:lnTo>
                    <a:pt x="277515" y="292470"/>
                  </a:lnTo>
                  <a:lnTo>
                    <a:pt x="281442" y="288907"/>
                  </a:lnTo>
                  <a:lnTo>
                    <a:pt x="285254" y="285221"/>
                  </a:lnTo>
                  <a:lnTo>
                    <a:pt x="288947" y="281416"/>
                  </a:lnTo>
                  <a:lnTo>
                    <a:pt x="292518" y="277496"/>
                  </a:lnTo>
                  <a:lnTo>
                    <a:pt x="295962" y="273465"/>
                  </a:lnTo>
                  <a:lnTo>
                    <a:pt x="299277" y="269327"/>
                  </a:lnTo>
                  <a:lnTo>
                    <a:pt x="302459" y="265085"/>
                  </a:lnTo>
                  <a:lnTo>
                    <a:pt x="305504" y="260745"/>
                  </a:lnTo>
                  <a:lnTo>
                    <a:pt x="308411" y="256310"/>
                  </a:lnTo>
                  <a:lnTo>
                    <a:pt x="311175" y="251785"/>
                  </a:lnTo>
                  <a:lnTo>
                    <a:pt x="313795" y="247175"/>
                  </a:lnTo>
                  <a:lnTo>
                    <a:pt x="316267" y="242484"/>
                  </a:lnTo>
                  <a:lnTo>
                    <a:pt x="318589" y="237717"/>
                  </a:lnTo>
                  <a:lnTo>
                    <a:pt x="320759" y="232879"/>
                  </a:lnTo>
                  <a:lnTo>
                    <a:pt x="322774" y="227975"/>
                  </a:lnTo>
                  <a:lnTo>
                    <a:pt x="324633" y="223009"/>
                  </a:lnTo>
                  <a:lnTo>
                    <a:pt x="326333" y="217987"/>
                  </a:lnTo>
                  <a:lnTo>
                    <a:pt x="327873" y="212913"/>
                  </a:lnTo>
                  <a:lnTo>
                    <a:pt x="329251" y="207793"/>
                  </a:lnTo>
                  <a:lnTo>
                    <a:pt x="330466" y="202632"/>
                  </a:lnTo>
                  <a:lnTo>
                    <a:pt x="331517" y="197434"/>
                  </a:lnTo>
                  <a:lnTo>
                    <a:pt x="332403" y="192206"/>
                  </a:lnTo>
                  <a:lnTo>
                    <a:pt x="333122" y="186953"/>
                  </a:lnTo>
                  <a:lnTo>
                    <a:pt x="333675" y="181680"/>
                  </a:lnTo>
                  <a:lnTo>
                    <a:pt x="334060" y="176391"/>
                  </a:lnTo>
                  <a:lnTo>
                    <a:pt x="334277" y="171093"/>
                  </a:lnTo>
                  <a:lnTo>
                    <a:pt x="334325" y="165791"/>
                  </a:lnTo>
                  <a:lnTo>
                    <a:pt x="334206" y="160490"/>
                  </a:lnTo>
                  <a:lnTo>
                    <a:pt x="333919" y="155196"/>
                  </a:lnTo>
                  <a:lnTo>
                    <a:pt x="333463" y="149913"/>
                  </a:lnTo>
                  <a:lnTo>
                    <a:pt x="332841" y="144647"/>
                  </a:lnTo>
                  <a:lnTo>
                    <a:pt x="332052" y="139404"/>
                  </a:lnTo>
                  <a:lnTo>
                    <a:pt x="331097" y="134188"/>
                  </a:lnTo>
                  <a:lnTo>
                    <a:pt x="329977" y="129006"/>
                  </a:lnTo>
                  <a:lnTo>
                    <a:pt x="328693" y="123861"/>
                  </a:lnTo>
                  <a:lnTo>
                    <a:pt x="327247" y="118760"/>
                  </a:lnTo>
                  <a:lnTo>
                    <a:pt x="325639" y="113707"/>
                  </a:lnTo>
                  <a:lnTo>
                    <a:pt x="323872" y="108708"/>
                  </a:lnTo>
                  <a:lnTo>
                    <a:pt x="321948" y="103767"/>
                  </a:lnTo>
                  <a:lnTo>
                    <a:pt x="319868" y="98890"/>
                  </a:lnTo>
                  <a:lnTo>
                    <a:pt x="317634" y="94081"/>
                  </a:lnTo>
                  <a:lnTo>
                    <a:pt x="315248" y="89345"/>
                  </a:lnTo>
                  <a:lnTo>
                    <a:pt x="312714" y="84688"/>
                  </a:lnTo>
                  <a:lnTo>
                    <a:pt x="310034" y="80113"/>
                  </a:lnTo>
                  <a:lnTo>
                    <a:pt x="307209" y="75625"/>
                  </a:lnTo>
                  <a:lnTo>
                    <a:pt x="304244" y="71230"/>
                  </a:lnTo>
                  <a:lnTo>
                    <a:pt x="301141" y="66930"/>
                  </a:lnTo>
                  <a:lnTo>
                    <a:pt x="297903" y="62731"/>
                  </a:lnTo>
                  <a:lnTo>
                    <a:pt x="294533" y="58637"/>
                  </a:lnTo>
                  <a:lnTo>
                    <a:pt x="291035" y="54652"/>
                  </a:lnTo>
                  <a:lnTo>
                    <a:pt x="287413" y="50780"/>
                  </a:lnTo>
                  <a:lnTo>
                    <a:pt x="283670" y="47025"/>
                  </a:lnTo>
                  <a:lnTo>
                    <a:pt x="279809" y="43390"/>
                  </a:lnTo>
                  <a:lnTo>
                    <a:pt x="275835" y="39880"/>
                  </a:lnTo>
                  <a:lnTo>
                    <a:pt x="271752" y="36497"/>
                  </a:lnTo>
                  <a:lnTo>
                    <a:pt x="267564" y="33246"/>
                  </a:lnTo>
                  <a:lnTo>
                    <a:pt x="263274" y="30129"/>
                  </a:lnTo>
                  <a:lnTo>
                    <a:pt x="258888" y="27149"/>
                  </a:lnTo>
                  <a:lnTo>
                    <a:pt x="254410" y="24310"/>
                  </a:lnTo>
                  <a:lnTo>
                    <a:pt x="249844" y="21615"/>
                  </a:lnTo>
                  <a:lnTo>
                    <a:pt x="245194" y="19066"/>
                  </a:lnTo>
                  <a:lnTo>
                    <a:pt x="240466" y="16665"/>
                  </a:lnTo>
                  <a:lnTo>
                    <a:pt x="235665" y="14416"/>
                  </a:lnTo>
                  <a:lnTo>
                    <a:pt x="230794" y="12320"/>
                  </a:lnTo>
                  <a:lnTo>
                    <a:pt x="225860" y="10380"/>
                  </a:lnTo>
                  <a:lnTo>
                    <a:pt x="220866" y="8597"/>
                  </a:lnTo>
                  <a:lnTo>
                    <a:pt x="215818" y="6974"/>
                  </a:lnTo>
                  <a:lnTo>
                    <a:pt x="167162" y="16690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4486215" y="5399291"/>
              <a:ext cx="48656" cy="167167"/>
            </a:xfrm>
            <a:custGeom>
              <a:avLst/>
              <a:pathLst>
                <a:path w="48656" h="167167">
                  <a:moveTo>
                    <a:pt x="48656" y="7237"/>
                  </a:moveTo>
                  <a:lnTo>
                    <a:pt x="42720" y="5550"/>
                  </a:lnTo>
                  <a:lnTo>
                    <a:pt x="36726" y="4084"/>
                  </a:lnTo>
                  <a:lnTo>
                    <a:pt x="30682" y="2839"/>
                  </a:lnTo>
                  <a:lnTo>
                    <a:pt x="24595" y="1819"/>
                  </a:lnTo>
                  <a:lnTo>
                    <a:pt x="18476" y="1024"/>
                  </a:lnTo>
                  <a:lnTo>
                    <a:pt x="12331" y="455"/>
                  </a:lnTo>
                  <a:lnTo>
                    <a:pt x="6169" y="11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942888" y="5399291"/>
              <a:ext cx="80655" cy="167167"/>
            </a:xfrm>
            <a:custGeom>
              <a:avLst/>
              <a:pathLst>
                <a:path w="80655" h="167167">
                  <a:moveTo>
                    <a:pt x="80655" y="0"/>
                  </a:moveTo>
                  <a:lnTo>
                    <a:pt x="75045" y="94"/>
                  </a:lnTo>
                  <a:lnTo>
                    <a:pt x="69441" y="376"/>
                  </a:lnTo>
                  <a:lnTo>
                    <a:pt x="63850" y="846"/>
                  </a:lnTo>
                  <a:lnTo>
                    <a:pt x="58278" y="1504"/>
                  </a:lnTo>
                  <a:lnTo>
                    <a:pt x="52731" y="2348"/>
                  </a:lnTo>
                  <a:lnTo>
                    <a:pt x="47216" y="3378"/>
                  </a:lnTo>
                  <a:lnTo>
                    <a:pt x="41738" y="4593"/>
                  </a:lnTo>
                  <a:lnTo>
                    <a:pt x="36304" y="5990"/>
                  </a:lnTo>
                  <a:lnTo>
                    <a:pt x="30920" y="7570"/>
                  </a:lnTo>
                  <a:lnTo>
                    <a:pt x="25592" y="9329"/>
                  </a:lnTo>
                  <a:lnTo>
                    <a:pt x="20326" y="11265"/>
                  </a:lnTo>
                  <a:lnTo>
                    <a:pt x="15128" y="13378"/>
                  </a:lnTo>
                  <a:lnTo>
                    <a:pt x="10003" y="15664"/>
                  </a:lnTo>
                  <a:lnTo>
                    <a:pt x="4959" y="18120"/>
                  </a:lnTo>
                  <a:lnTo>
                    <a:pt x="0" y="20744"/>
                  </a:lnTo>
                  <a:lnTo>
                    <a:pt x="8065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942888" y="5420036"/>
              <a:ext cx="80655" cy="146422"/>
            </a:xfrm>
            <a:custGeom>
              <a:avLst/>
              <a:pathLst>
                <a:path w="80655" h="146422">
                  <a:moveTo>
                    <a:pt x="0" y="0"/>
                  </a:moveTo>
                  <a:lnTo>
                    <a:pt x="80655" y="1464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942888" y="5420036"/>
              <a:ext cx="80655" cy="146422"/>
            </a:xfrm>
            <a:custGeom>
              <a:avLst/>
              <a:pathLst>
                <a:path w="80655" h="146422">
                  <a:moveTo>
                    <a:pt x="0" y="0"/>
                  </a:moveTo>
                  <a:lnTo>
                    <a:pt x="80655" y="1464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942888" y="5420036"/>
              <a:ext cx="80655" cy="146422"/>
            </a:xfrm>
            <a:custGeom>
              <a:avLst/>
              <a:pathLst>
                <a:path w="80655" h="146422">
                  <a:moveTo>
                    <a:pt x="0" y="0"/>
                  </a:moveTo>
                  <a:lnTo>
                    <a:pt x="80655" y="1464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942888" y="5420036"/>
              <a:ext cx="80655" cy="146422"/>
            </a:xfrm>
            <a:custGeom>
              <a:avLst/>
              <a:pathLst>
                <a:path w="80655" h="146422">
                  <a:moveTo>
                    <a:pt x="0" y="0"/>
                  </a:moveTo>
                  <a:lnTo>
                    <a:pt x="80655" y="14642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942888" y="5420036"/>
              <a:ext cx="80655" cy="146422"/>
            </a:xfrm>
            <a:custGeom>
              <a:avLst/>
              <a:pathLst>
                <a:path w="80655" h="146422">
                  <a:moveTo>
                    <a:pt x="0" y="0"/>
                  </a:moveTo>
                  <a:lnTo>
                    <a:pt x="80655" y="14642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856382" y="5420036"/>
              <a:ext cx="167161" cy="313177"/>
            </a:xfrm>
            <a:custGeom>
              <a:avLst/>
              <a:pathLst>
                <a:path w="167161" h="313177">
                  <a:moveTo>
                    <a:pt x="86506" y="0"/>
                  </a:moveTo>
                  <a:lnTo>
                    <a:pt x="81848" y="2663"/>
                  </a:lnTo>
                  <a:lnTo>
                    <a:pt x="77279" y="5475"/>
                  </a:lnTo>
                  <a:lnTo>
                    <a:pt x="72802" y="8432"/>
                  </a:lnTo>
                  <a:lnTo>
                    <a:pt x="68422" y="11532"/>
                  </a:lnTo>
                  <a:lnTo>
                    <a:pt x="64144" y="14770"/>
                  </a:lnTo>
                  <a:lnTo>
                    <a:pt x="59972" y="18144"/>
                  </a:lnTo>
                  <a:lnTo>
                    <a:pt x="55910" y="21650"/>
                  </a:lnTo>
                  <a:lnTo>
                    <a:pt x="51964" y="25284"/>
                  </a:lnTo>
                  <a:lnTo>
                    <a:pt x="48135" y="29044"/>
                  </a:lnTo>
                  <a:lnTo>
                    <a:pt x="44430" y="32924"/>
                  </a:lnTo>
                  <a:lnTo>
                    <a:pt x="40851" y="36921"/>
                  </a:lnTo>
                  <a:lnTo>
                    <a:pt x="37402" y="41031"/>
                  </a:lnTo>
                  <a:lnTo>
                    <a:pt x="34086" y="45249"/>
                  </a:lnTo>
                  <a:lnTo>
                    <a:pt x="30908" y="49572"/>
                  </a:lnTo>
                  <a:lnTo>
                    <a:pt x="27870" y="53995"/>
                  </a:lnTo>
                  <a:lnTo>
                    <a:pt x="24976" y="58513"/>
                  </a:lnTo>
                  <a:lnTo>
                    <a:pt x="22228" y="63121"/>
                  </a:lnTo>
                  <a:lnTo>
                    <a:pt x="19629" y="67815"/>
                  </a:lnTo>
                  <a:lnTo>
                    <a:pt x="17182" y="72590"/>
                  </a:lnTo>
                  <a:lnTo>
                    <a:pt x="14890" y="77441"/>
                  </a:lnTo>
                  <a:lnTo>
                    <a:pt x="12755" y="82363"/>
                  </a:lnTo>
                  <a:lnTo>
                    <a:pt x="10779" y="87352"/>
                  </a:lnTo>
                  <a:lnTo>
                    <a:pt x="8963" y="92401"/>
                  </a:lnTo>
                  <a:lnTo>
                    <a:pt x="7311" y="97505"/>
                  </a:lnTo>
                  <a:lnTo>
                    <a:pt x="5824" y="102661"/>
                  </a:lnTo>
                  <a:lnTo>
                    <a:pt x="4502" y="107861"/>
                  </a:lnTo>
                  <a:lnTo>
                    <a:pt x="3349" y="113101"/>
                  </a:lnTo>
                  <a:lnTo>
                    <a:pt x="2364" y="118375"/>
                  </a:lnTo>
                  <a:lnTo>
                    <a:pt x="1549" y="123678"/>
                  </a:lnTo>
                  <a:lnTo>
                    <a:pt x="904" y="129005"/>
                  </a:lnTo>
                  <a:lnTo>
                    <a:pt x="431" y="134349"/>
                  </a:lnTo>
                  <a:lnTo>
                    <a:pt x="129" y="139706"/>
                  </a:lnTo>
                  <a:lnTo>
                    <a:pt x="0" y="145070"/>
                  </a:lnTo>
                  <a:lnTo>
                    <a:pt x="42" y="150435"/>
                  </a:lnTo>
                  <a:lnTo>
                    <a:pt x="257" y="155796"/>
                  </a:lnTo>
                  <a:lnTo>
                    <a:pt x="644" y="161148"/>
                  </a:lnTo>
                  <a:lnTo>
                    <a:pt x="1202" y="166484"/>
                  </a:lnTo>
                  <a:lnTo>
                    <a:pt x="1932" y="171800"/>
                  </a:lnTo>
                  <a:lnTo>
                    <a:pt x="2831" y="177089"/>
                  </a:lnTo>
                  <a:lnTo>
                    <a:pt x="3900" y="182347"/>
                  </a:lnTo>
                  <a:lnTo>
                    <a:pt x="5137" y="187568"/>
                  </a:lnTo>
                  <a:lnTo>
                    <a:pt x="6541" y="192746"/>
                  </a:lnTo>
                  <a:lnTo>
                    <a:pt x="8110" y="197877"/>
                  </a:lnTo>
                  <a:lnTo>
                    <a:pt x="9843" y="202955"/>
                  </a:lnTo>
                  <a:lnTo>
                    <a:pt x="11739" y="207974"/>
                  </a:lnTo>
                  <a:lnTo>
                    <a:pt x="13794" y="212931"/>
                  </a:lnTo>
                  <a:lnTo>
                    <a:pt x="16007" y="217818"/>
                  </a:lnTo>
                  <a:lnTo>
                    <a:pt x="18376" y="222632"/>
                  </a:lnTo>
                  <a:lnTo>
                    <a:pt x="20899" y="227368"/>
                  </a:lnTo>
                  <a:lnTo>
                    <a:pt x="23572" y="232020"/>
                  </a:lnTo>
                  <a:lnTo>
                    <a:pt x="26393" y="236584"/>
                  </a:lnTo>
                  <a:lnTo>
                    <a:pt x="29359" y="241055"/>
                  </a:lnTo>
                  <a:lnTo>
                    <a:pt x="32467" y="245429"/>
                  </a:lnTo>
                  <a:lnTo>
                    <a:pt x="35713" y="249700"/>
                  </a:lnTo>
                  <a:lnTo>
                    <a:pt x="39096" y="253865"/>
                  </a:lnTo>
                  <a:lnTo>
                    <a:pt x="42610" y="257920"/>
                  </a:lnTo>
                  <a:lnTo>
                    <a:pt x="46252" y="261860"/>
                  </a:lnTo>
                  <a:lnTo>
                    <a:pt x="50019" y="265680"/>
                  </a:lnTo>
                  <a:lnTo>
                    <a:pt x="53906" y="269378"/>
                  </a:lnTo>
                  <a:lnTo>
                    <a:pt x="57911" y="272950"/>
                  </a:lnTo>
                  <a:lnTo>
                    <a:pt x="62027" y="276391"/>
                  </a:lnTo>
                  <a:lnTo>
                    <a:pt x="66253" y="279698"/>
                  </a:lnTo>
                  <a:lnTo>
                    <a:pt x="70582" y="282867"/>
                  </a:lnTo>
                  <a:lnTo>
                    <a:pt x="75010" y="285896"/>
                  </a:lnTo>
                  <a:lnTo>
                    <a:pt x="79534" y="288782"/>
                  </a:lnTo>
                  <a:lnTo>
                    <a:pt x="84147" y="291521"/>
                  </a:lnTo>
                  <a:lnTo>
                    <a:pt x="88847" y="294110"/>
                  </a:lnTo>
                  <a:lnTo>
                    <a:pt x="93626" y="296547"/>
                  </a:lnTo>
                  <a:lnTo>
                    <a:pt x="98482" y="298830"/>
                  </a:lnTo>
                  <a:lnTo>
                    <a:pt x="103409" y="300955"/>
                  </a:lnTo>
                  <a:lnTo>
                    <a:pt x="108401" y="302922"/>
                  </a:lnTo>
                  <a:lnTo>
                    <a:pt x="113453" y="304727"/>
                  </a:lnTo>
                  <a:lnTo>
                    <a:pt x="118561" y="306369"/>
                  </a:lnTo>
                  <a:lnTo>
                    <a:pt x="123719" y="307846"/>
                  </a:lnTo>
                  <a:lnTo>
                    <a:pt x="128922" y="309157"/>
                  </a:lnTo>
                  <a:lnTo>
                    <a:pt x="134164" y="310301"/>
                  </a:lnTo>
                  <a:lnTo>
                    <a:pt x="139441" y="311275"/>
                  </a:lnTo>
                  <a:lnTo>
                    <a:pt x="144745" y="312080"/>
                  </a:lnTo>
                  <a:lnTo>
                    <a:pt x="150073" y="312714"/>
                  </a:lnTo>
                  <a:lnTo>
                    <a:pt x="155419" y="313177"/>
                  </a:lnTo>
                  <a:lnTo>
                    <a:pt x="167161" y="1464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011801" y="5399291"/>
              <a:ext cx="178897" cy="334331"/>
            </a:xfrm>
            <a:custGeom>
              <a:avLst/>
              <a:pathLst>
                <a:path w="178897" h="334331">
                  <a:moveTo>
                    <a:pt x="0" y="333921"/>
                  </a:moveTo>
                  <a:lnTo>
                    <a:pt x="5307" y="334210"/>
                  </a:lnTo>
                  <a:lnTo>
                    <a:pt x="10622" y="334331"/>
                  </a:lnTo>
                  <a:lnTo>
                    <a:pt x="15938" y="334282"/>
                  </a:lnTo>
                  <a:lnTo>
                    <a:pt x="21249" y="334064"/>
                  </a:lnTo>
                  <a:lnTo>
                    <a:pt x="26551" y="333677"/>
                  </a:lnTo>
                  <a:lnTo>
                    <a:pt x="31838" y="333122"/>
                  </a:lnTo>
                  <a:lnTo>
                    <a:pt x="37104" y="332399"/>
                  </a:lnTo>
                  <a:lnTo>
                    <a:pt x="42345" y="331509"/>
                  </a:lnTo>
                  <a:lnTo>
                    <a:pt x="47555" y="330453"/>
                  </a:lnTo>
                  <a:lnTo>
                    <a:pt x="52729" y="329232"/>
                  </a:lnTo>
                  <a:lnTo>
                    <a:pt x="57861" y="327847"/>
                  </a:lnTo>
                  <a:lnTo>
                    <a:pt x="62946" y="326299"/>
                  </a:lnTo>
                  <a:lnTo>
                    <a:pt x="67980" y="324591"/>
                  </a:lnTo>
                  <a:lnTo>
                    <a:pt x="72957" y="322723"/>
                  </a:lnTo>
                  <a:lnTo>
                    <a:pt x="77872" y="320698"/>
                  </a:lnTo>
                  <a:lnTo>
                    <a:pt x="82720" y="318518"/>
                  </a:lnTo>
                  <a:lnTo>
                    <a:pt x="87497" y="316185"/>
                  </a:lnTo>
                  <a:lnTo>
                    <a:pt x="92197" y="313701"/>
                  </a:lnTo>
                  <a:lnTo>
                    <a:pt x="96815" y="311068"/>
                  </a:lnTo>
                  <a:lnTo>
                    <a:pt x="101347" y="308291"/>
                  </a:lnTo>
                  <a:lnTo>
                    <a:pt x="105789" y="305370"/>
                  </a:lnTo>
                  <a:lnTo>
                    <a:pt x="110136" y="302310"/>
                  </a:lnTo>
                  <a:lnTo>
                    <a:pt x="114383" y="299113"/>
                  </a:lnTo>
                  <a:lnTo>
                    <a:pt x="118527" y="295783"/>
                  </a:lnTo>
                  <a:lnTo>
                    <a:pt x="122562" y="292323"/>
                  </a:lnTo>
                  <a:lnTo>
                    <a:pt x="126485" y="288736"/>
                  </a:lnTo>
                  <a:lnTo>
                    <a:pt x="130293" y="285026"/>
                  </a:lnTo>
                  <a:lnTo>
                    <a:pt x="133980" y="281197"/>
                  </a:lnTo>
                  <a:lnTo>
                    <a:pt x="137544" y="277253"/>
                  </a:lnTo>
                  <a:lnTo>
                    <a:pt x="140981" y="273197"/>
                  </a:lnTo>
                  <a:lnTo>
                    <a:pt x="144287" y="269034"/>
                  </a:lnTo>
                  <a:lnTo>
                    <a:pt x="147459" y="264769"/>
                  </a:lnTo>
                  <a:lnTo>
                    <a:pt x="150493" y="260404"/>
                  </a:lnTo>
                  <a:lnTo>
                    <a:pt x="153388" y="255945"/>
                  </a:lnTo>
                  <a:lnTo>
                    <a:pt x="156139" y="251397"/>
                  </a:lnTo>
                  <a:lnTo>
                    <a:pt x="158744" y="246763"/>
                  </a:lnTo>
                  <a:lnTo>
                    <a:pt x="161200" y="242049"/>
                  </a:lnTo>
                  <a:lnTo>
                    <a:pt x="163506" y="237259"/>
                  </a:lnTo>
                  <a:lnTo>
                    <a:pt x="165658" y="232398"/>
                  </a:lnTo>
                  <a:lnTo>
                    <a:pt x="167654" y="227471"/>
                  </a:lnTo>
                  <a:lnTo>
                    <a:pt x="169492" y="222483"/>
                  </a:lnTo>
                  <a:lnTo>
                    <a:pt x="171171" y="217440"/>
                  </a:lnTo>
                  <a:lnTo>
                    <a:pt x="172689" y="212345"/>
                  </a:lnTo>
                  <a:lnTo>
                    <a:pt x="174044" y="207205"/>
                  </a:lnTo>
                  <a:lnTo>
                    <a:pt x="175235" y="202024"/>
                  </a:lnTo>
                  <a:lnTo>
                    <a:pt x="176261" y="196808"/>
                  </a:lnTo>
                  <a:lnTo>
                    <a:pt x="177120" y="191562"/>
                  </a:lnTo>
                  <a:lnTo>
                    <a:pt x="177812" y="186291"/>
                  </a:lnTo>
                  <a:lnTo>
                    <a:pt x="178336" y="181002"/>
                  </a:lnTo>
                  <a:lnTo>
                    <a:pt x="178692" y="175698"/>
                  </a:lnTo>
                  <a:lnTo>
                    <a:pt x="178879" y="170385"/>
                  </a:lnTo>
                  <a:lnTo>
                    <a:pt x="178897" y="165069"/>
                  </a:lnTo>
                  <a:lnTo>
                    <a:pt x="178745" y="159755"/>
                  </a:lnTo>
                  <a:lnTo>
                    <a:pt x="178425" y="154449"/>
                  </a:lnTo>
                  <a:lnTo>
                    <a:pt x="177937" y="149156"/>
                  </a:lnTo>
                  <a:lnTo>
                    <a:pt x="177280" y="143881"/>
                  </a:lnTo>
                  <a:lnTo>
                    <a:pt x="176456" y="138629"/>
                  </a:lnTo>
                  <a:lnTo>
                    <a:pt x="175465" y="133406"/>
                  </a:lnTo>
                  <a:lnTo>
                    <a:pt x="174309" y="128218"/>
                  </a:lnTo>
                  <a:lnTo>
                    <a:pt x="172988" y="123069"/>
                  </a:lnTo>
                  <a:lnTo>
                    <a:pt x="171505" y="117964"/>
                  </a:lnTo>
                  <a:lnTo>
                    <a:pt x="169860" y="112909"/>
                  </a:lnTo>
                  <a:lnTo>
                    <a:pt x="168054" y="107909"/>
                  </a:lnTo>
                  <a:lnTo>
                    <a:pt x="166091" y="102969"/>
                  </a:lnTo>
                  <a:lnTo>
                    <a:pt x="163972" y="98094"/>
                  </a:lnTo>
                  <a:lnTo>
                    <a:pt x="161699" y="93289"/>
                  </a:lnTo>
                  <a:lnTo>
                    <a:pt x="159274" y="88558"/>
                  </a:lnTo>
                  <a:lnTo>
                    <a:pt x="156700" y="83907"/>
                  </a:lnTo>
                  <a:lnTo>
                    <a:pt x="153979" y="79340"/>
                  </a:lnTo>
                  <a:lnTo>
                    <a:pt x="151115" y="74862"/>
                  </a:lnTo>
                  <a:lnTo>
                    <a:pt x="148110" y="70477"/>
                  </a:lnTo>
                  <a:lnTo>
                    <a:pt x="144966" y="66190"/>
                  </a:lnTo>
                  <a:lnTo>
                    <a:pt x="141688" y="62005"/>
                  </a:lnTo>
                  <a:lnTo>
                    <a:pt x="138279" y="57927"/>
                  </a:lnTo>
                  <a:lnTo>
                    <a:pt x="134742" y="53959"/>
                  </a:lnTo>
                  <a:lnTo>
                    <a:pt x="131080" y="50105"/>
                  </a:lnTo>
                  <a:lnTo>
                    <a:pt x="127298" y="46370"/>
                  </a:lnTo>
                  <a:lnTo>
                    <a:pt x="123398" y="42757"/>
                  </a:lnTo>
                  <a:lnTo>
                    <a:pt x="119386" y="39269"/>
                  </a:lnTo>
                  <a:lnTo>
                    <a:pt x="115265" y="35912"/>
                  </a:lnTo>
                  <a:lnTo>
                    <a:pt x="111040" y="32686"/>
                  </a:lnTo>
                  <a:lnTo>
                    <a:pt x="106713" y="29597"/>
                  </a:lnTo>
                  <a:lnTo>
                    <a:pt x="102291" y="26647"/>
                  </a:lnTo>
                  <a:lnTo>
                    <a:pt x="97778" y="23839"/>
                  </a:lnTo>
                  <a:lnTo>
                    <a:pt x="93177" y="21176"/>
                  </a:lnTo>
                  <a:lnTo>
                    <a:pt x="88494" y="18660"/>
                  </a:lnTo>
                  <a:lnTo>
                    <a:pt x="83733" y="16295"/>
                  </a:lnTo>
                  <a:lnTo>
                    <a:pt x="78900" y="14082"/>
                  </a:lnTo>
                  <a:lnTo>
                    <a:pt x="73998" y="12025"/>
                  </a:lnTo>
                  <a:lnTo>
                    <a:pt x="69034" y="10124"/>
                  </a:lnTo>
                  <a:lnTo>
                    <a:pt x="64012" y="8381"/>
                  </a:lnTo>
                  <a:lnTo>
                    <a:pt x="58937" y="6800"/>
                  </a:lnTo>
                  <a:lnTo>
                    <a:pt x="53814" y="5380"/>
                  </a:lnTo>
                  <a:lnTo>
                    <a:pt x="48648" y="4124"/>
                  </a:lnTo>
                  <a:lnTo>
                    <a:pt x="43446" y="3033"/>
                  </a:lnTo>
                  <a:lnTo>
                    <a:pt x="38211" y="2108"/>
                  </a:lnTo>
                  <a:lnTo>
                    <a:pt x="32949" y="1350"/>
                  </a:lnTo>
                  <a:lnTo>
                    <a:pt x="27666" y="760"/>
                  </a:lnTo>
                  <a:lnTo>
                    <a:pt x="22367" y="337"/>
                  </a:lnTo>
                  <a:lnTo>
                    <a:pt x="17058" y="84"/>
                  </a:lnTo>
                  <a:lnTo>
                    <a:pt x="11742" y="0"/>
                  </a:lnTo>
                  <a:lnTo>
                    <a:pt x="1174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519394" y="5269756"/>
              <a:ext cx="25864" cy="167167"/>
            </a:xfrm>
            <a:custGeom>
              <a:avLst/>
              <a:pathLst>
                <a:path w="25864" h="167167">
                  <a:moveTo>
                    <a:pt x="25864" y="0"/>
                  </a:moveTo>
                  <a:lnTo>
                    <a:pt x="17211" y="224"/>
                  </a:lnTo>
                  <a:lnTo>
                    <a:pt x="8582" y="895"/>
                  </a:lnTo>
                  <a:lnTo>
                    <a:pt x="0" y="2012"/>
                  </a:lnTo>
                  <a:lnTo>
                    <a:pt x="2586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519394" y="5271769"/>
              <a:ext cx="25864" cy="165154"/>
            </a:xfrm>
            <a:custGeom>
              <a:avLst/>
              <a:pathLst>
                <a:path w="25864" h="165154">
                  <a:moveTo>
                    <a:pt x="0" y="0"/>
                  </a:moveTo>
                  <a:lnTo>
                    <a:pt x="25864" y="1651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519394" y="5271769"/>
              <a:ext cx="25864" cy="165154"/>
            </a:xfrm>
            <a:custGeom>
              <a:avLst/>
              <a:pathLst>
                <a:path w="25864" h="165154">
                  <a:moveTo>
                    <a:pt x="0" y="0"/>
                  </a:moveTo>
                  <a:lnTo>
                    <a:pt x="25864" y="1651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519394" y="5271769"/>
              <a:ext cx="25864" cy="165154"/>
            </a:xfrm>
            <a:custGeom>
              <a:avLst/>
              <a:pathLst>
                <a:path w="25864" h="165154">
                  <a:moveTo>
                    <a:pt x="0" y="0"/>
                  </a:moveTo>
                  <a:lnTo>
                    <a:pt x="25864" y="16515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519394" y="5271769"/>
              <a:ext cx="25864" cy="165154"/>
            </a:xfrm>
            <a:custGeom>
              <a:avLst/>
              <a:pathLst>
                <a:path w="25864" h="165154">
                  <a:moveTo>
                    <a:pt x="0" y="0"/>
                  </a:moveTo>
                  <a:lnTo>
                    <a:pt x="25864" y="16515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409893" y="5271769"/>
              <a:ext cx="135364" cy="165154"/>
            </a:xfrm>
            <a:custGeom>
              <a:avLst/>
              <a:pathLst>
                <a:path w="135364" h="165154">
                  <a:moveTo>
                    <a:pt x="109500" y="0"/>
                  </a:moveTo>
                  <a:lnTo>
                    <a:pt x="104090" y="938"/>
                  </a:lnTo>
                  <a:lnTo>
                    <a:pt x="98713" y="2054"/>
                  </a:lnTo>
                  <a:lnTo>
                    <a:pt x="93376" y="3346"/>
                  </a:lnTo>
                  <a:lnTo>
                    <a:pt x="88084" y="4812"/>
                  </a:lnTo>
                  <a:lnTo>
                    <a:pt x="82844" y="6451"/>
                  </a:lnTo>
                  <a:lnTo>
                    <a:pt x="77660" y="8262"/>
                  </a:lnTo>
                  <a:lnTo>
                    <a:pt x="72538" y="10242"/>
                  </a:lnTo>
                  <a:lnTo>
                    <a:pt x="67484" y="12389"/>
                  </a:lnTo>
                  <a:lnTo>
                    <a:pt x="62503" y="14701"/>
                  </a:lnTo>
                  <a:lnTo>
                    <a:pt x="57601" y="17175"/>
                  </a:lnTo>
                  <a:lnTo>
                    <a:pt x="52783" y="19809"/>
                  </a:lnTo>
                  <a:lnTo>
                    <a:pt x="48054" y="22599"/>
                  </a:lnTo>
                  <a:lnTo>
                    <a:pt x="43419" y="25544"/>
                  </a:lnTo>
                  <a:lnTo>
                    <a:pt x="38883" y="28639"/>
                  </a:lnTo>
                  <a:lnTo>
                    <a:pt x="34451" y="31882"/>
                  </a:lnTo>
                  <a:lnTo>
                    <a:pt x="30129" y="35268"/>
                  </a:lnTo>
                  <a:lnTo>
                    <a:pt x="25919" y="38794"/>
                  </a:lnTo>
                  <a:lnTo>
                    <a:pt x="21828" y="42457"/>
                  </a:lnTo>
                  <a:lnTo>
                    <a:pt x="17860" y="46252"/>
                  </a:lnTo>
                  <a:lnTo>
                    <a:pt x="14018" y="50176"/>
                  </a:lnTo>
                  <a:lnTo>
                    <a:pt x="10307" y="54223"/>
                  </a:lnTo>
                  <a:lnTo>
                    <a:pt x="6731" y="58390"/>
                  </a:lnTo>
                  <a:lnTo>
                    <a:pt x="3294" y="62673"/>
                  </a:lnTo>
                  <a:lnTo>
                    <a:pt x="0" y="67066"/>
                  </a:lnTo>
                  <a:lnTo>
                    <a:pt x="135364" y="16515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378097" y="5269756"/>
              <a:ext cx="334313" cy="334332"/>
            </a:xfrm>
            <a:custGeom>
              <a:avLst/>
              <a:pathLst>
                <a:path w="334313" h="334332">
                  <a:moveTo>
                    <a:pt x="31796" y="69079"/>
                  </a:moveTo>
                  <a:lnTo>
                    <a:pt x="28747" y="73430"/>
                  </a:lnTo>
                  <a:lnTo>
                    <a:pt x="25839" y="77875"/>
                  </a:lnTo>
                  <a:lnTo>
                    <a:pt x="23072" y="82411"/>
                  </a:lnTo>
                  <a:lnTo>
                    <a:pt x="20452" y="87033"/>
                  </a:lnTo>
                  <a:lnTo>
                    <a:pt x="17980" y="91735"/>
                  </a:lnTo>
                  <a:lnTo>
                    <a:pt x="15658" y="96514"/>
                  </a:lnTo>
                  <a:lnTo>
                    <a:pt x="13489" y="101364"/>
                  </a:lnTo>
                  <a:lnTo>
                    <a:pt x="11476" y="106280"/>
                  </a:lnTo>
                  <a:lnTo>
                    <a:pt x="9620" y="111258"/>
                  </a:lnTo>
                  <a:lnTo>
                    <a:pt x="7923" y="116293"/>
                  </a:lnTo>
                  <a:lnTo>
                    <a:pt x="6386" y="121379"/>
                  </a:lnTo>
                  <a:lnTo>
                    <a:pt x="5013" y="126511"/>
                  </a:lnTo>
                  <a:lnTo>
                    <a:pt x="3803" y="131684"/>
                  </a:lnTo>
                  <a:lnTo>
                    <a:pt x="2758" y="136893"/>
                  </a:lnTo>
                  <a:lnTo>
                    <a:pt x="1879" y="142132"/>
                  </a:lnTo>
                  <a:lnTo>
                    <a:pt x="1166" y="147397"/>
                  </a:lnTo>
                  <a:lnTo>
                    <a:pt x="622" y="152682"/>
                  </a:lnTo>
                  <a:lnTo>
                    <a:pt x="246" y="157981"/>
                  </a:lnTo>
                  <a:lnTo>
                    <a:pt x="38" y="163290"/>
                  </a:lnTo>
                  <a:lnTo>
                    <a:pt x="0" y="168603"/>
                  </a:lnTo>
                  <a:lnTo>
                    <a:pt x="130" y="173914"/>
                  </a:lnTo>
                  <a:lnTo>
                    <a:pt x="428" y="179218"/>
                  </a:lnTo>
                  <a:lnTo>
                    <a:pt x="895" y="184510"/>
                  </a:lnTo>
                  <a:lnTo>
                    <a:pt x="1531" y="189785"/>
                  </a:lnTo>
                  <a:lnTo>
                    <a:pt x="2333" y="195037"/>
                  </a:lnTo>
                  <a:lnTo>
                    <a:pt x="3302" y="200261"/>
                  </a:lnTo>
                  <a:lnTo>
                    <a:pt x="4436" y="205451"/>
                  </a:lnTo>
                  <a:lnTo>
                    <a:pt x="5735" y="210602"/>
                  </a:lnTo>
                  <a:lnTo>
                    <a:pt x="7197" y="215710"/>
                  </a:lnTo>
                  <a:lnTo>
                    <a:pt x="8820" y="220769"/>
                  </a:lnTo>
                  <a:lnTo>
                    <a:pt x="10603" y="225773"/>
                  </a:lnTo>
                  <a:lnTo>
                    <a:pt x="12545" y="230719"/>
                  </a:lnTo>
                  <a:lnTo>
                    <a:pt x="14642" y="235600"/>
                  </a:lnTo>
                  <a:lnTo>
                    <a:pt x="16894" y="240412"/>
                  </a:lnTo>
                  <a:lnTo>
                    <a:pt x="19297" y="245150"/>
                  </a:lnTo>
                  <a:lnTo>
                    <a:pt x="21850" y="249809"/>
                  </a:lnTo>
                  <a:lnTo>
                    <a:pt x="24550" y="254385"/>
                  </a:lnTo>
                  <a:lnTo>
                    <a:pt x="27393" y="258873"/>
                  </a:lnTo>
                  <a:lnTo>
                    <a:pt x="30378" y="263268"/>
                  </a:lnTo>
                  <a:lnTo>
                    <a:pt x="33501" y="267566"/>
                  </a:lnTo>
                  <a:lnTo>
                    <a:pt x="36759" y="271762"/>
                  </a:lnTo>
                  <a:lnTo>
                    <a:pt x="40148" y="275853"/>
                  </a:lnTo>
                  <a:lnTo>
                    <a:pt x="43666" y="279835"/>
                  </a:lnTo>
                  <a:lnTo>
                    <a:pt x="47309" y="283702"/>
                  </a:lnTo>
                  <a:lnTo>
                    <a:pt x="51072" y="287452"/>
                  </a:lnTo>
                  <a:lnTo>
                    <a:pt x="54953" y="291080"/>
                  </a:lnTo>
                  <a:lnTo>
                    <a:pt x="58948" y="294583"/>
                  </a:lnTo>
                  <a:lnTo>
                    <a:pt x="63051" y="297957"/>
                  </a:lnTo>
                  <a:lnTo>
                    <a:pt x="67260" y="301200"/>
                  </a:lnTo>
                  <a:lnTo>
                    <a:pt x="71569" y="304306"/>
                  </a:lnTo>
                  <a:lnTo>
                    <a:pt x="75976" y="307275"/>
                  </a:lnTo>
                  <a:lnTo>
                    <a:pt x="80474" y="310102"/>
                  </a:lnTo>
                  <a:lnTo>
                    <a:pt x="85060" y="312784"/>
                  </a:lnTo>
                  <a:lnTo>
                    <a:pt x="89728" y="315320"/>
                  </a:lnTo>
                  <a:lnTo>
                    <a:pt x="94475" y="317705"/>
                  </a:lnTo>
                  <a:lnTo>
                    <a:pt x="99296" y="319939"/>
                  </a:lnTo>
                  <a:lnTo>
                    <a:pt x="104185" y="322018"/>
                  </a:lnTo>
                  <a:lnTo>
                    <a:pt x="109137" y="323941"/>
                  </a:lnTo>
                  <a:lnTo>
                    <a:pt x="114148" y="325706"/>
                  </a:lnTo>
                  <a:lnTo>
                    <a:pt x="119213" y="327311"/>
                  </a:lnTo>
                  <a:lnTo>
                    <a:pt x="124326" y="328753"/>
                  </a:lnTo>
                  <a:lnTo>
                    <a:pt x="129483" y="330033"/>
                  </a:lnTo>
                  <a:lnTo>
                    <a:pt x="134677" y="331148"/>
                  </a:lnTo>
                  <a:lnTo>
                    <a:pt x="139904" y="332097"/>
                  </a:lnTo>
                  <a:lnTo>
                    <a:pt x="145159" y="332880"/>
                  </a:lnTo>
                  <a:lnTo>
                    <a:pt x="150436" y="333496"/>
                  </a:lnTo>
                  <a:lnTo>
                    <a:pt x="155730" y="333943"/>
                  </a:lnTo>
                  <a:lnTo>
                    <a:pt x="161035" y="334222"/>
                  </a:lnTo>
                  <a:lnTo>
                    <a:pt x="166347" y="334332"/>
                  </a:lnTo>
                  <a:lnTo>
                    <a:pt x="171659" y="334274"/>
                  </a:lnTo>
                  <a:lnTo>
                    <a:pt x="176967" y="334046"/>
                  </a:lnTo>
                  <a:lnTo>
                    <a:pt x="182265" y="333651"/>
                  </a:lnTo>
                  <a:lnTo>
                    <a:pt x="187548" y="333087"/>
                  </a:lnTo>
                  <a:lnTo>
                    <a:pt x="192810" y="332355"/>
                  </a:lnTo>
                  <a:lnTo>
                    <a:pt x="198046" y="331456"/>
                  </a:lnTo>
                  <a:lnTo>
                    <a:pt x="203251" y="330392"/>
                  </a:lnTo>
                  <a:lnTo>
                    <a:pt x="208420" y="329163"/>
                  </a:lnTo>
                  <a:lnTo>
                    <a:pt x="213547" y="327770"/>
                  </a:lnTo>
                  <a:lnTo>
                    <a:pt x="218627" y="326215"/>
                  </a:lnTo>
                  <a:lnTo>
                    <a:pt x="223655" y="324499"/>
                  </a:lnTo>
                  <a:lnTo>
                    <a:pt x="228626" y="322624"/>
                  </a:lnTo>
                  <a:lnTo>
                    <a:pt x="233535" y="320593"/>
                  </a:lnTo>
                  <a:lnTo>
                    <a:pt x="238377" y="318406"/>
                  </a:lnTo>
                  <a:lnTo>
                    <a:pt x="243147" y="316066"/>
                  </a:lnTo>
                  <a:lnTo>
                    <a:pt x="247840" y="313577"/>
                  </a:lnTo>
                  <a:lnTo>
                    <a:pt x="252452" y="310939"/>
                  </a:lnTo>
                  <a:lnTo>
                    <a:pt x="256977" y="308156"/>
                  </a:lnTo>
                  <a:lnTo>
                    <a:pt x="261412" y="305231"/>
                  </a:lnTo>
                  <a:lnTo>
                    <a:pt x="265752" y="302166"/>
                  </a:lnTo>
                  <a:lnTo>
                    <a:pt x="269992" y="298965"/>
                  </a:lnTo>
                  <a:lnTo>
                    <a:pt x="274128" y="295631"/>
                  </a:lnTo>
                  <a:lnTo>
                    <a:pt x="278156" y="292167"/>
                  </a:lnTo>
                  <a:lnTo>
                    <a:pt x="282073" y="288576"/>
                  </a:lnTo>
                  <a:lnTo>
                    <a:pt x="285873" y="284863"/>
                  </a:lnTo>
                  <a:lnTo>
                    <a:pt x="289553" y="281032"/>
                  </a:lnTo>
                  <a:lnTo>
                    <a:pt x="293109" y="277085"/>
                  </a:lnTo>
                  <a:lnTo>
                    <a:pt x="296538" y="273027"/>
                  </a:lnTo>
                  <a:lnTo>
                    <a:pt x="299837" y="268862"/>
                  </a:lnTo>
                  <a:lnTo>
                    <a:pt x="303002" y="264595"/>
                  </a:lnTo>
                  <a:lnTo>
                    <a:pt x="306029" y="260229"/>
                  </a:lnTo>
                  <a:lnTo>
                    <a:pt x="308916" y="255769"/>
                  </a:lnTo>
                  <a:lnTo>
                    <a:pt x="311660" y="251220"/>
                  </a:lnTo>
                  <a:lnTo>
                    <a:pt x="314258" y="246586"/>
                  </a:lnTo>
                  <a:lnTo>
                    <a:pt x="316707" y="241871"/>
                  </a:lnTo>
                  <a:lnTo>
                    <a:pt x="319006" y="237082"/>
                  </a:lnTo>
                  <a:lnTo>
                    <a:pt x="321151" y="232221"/>
                  </a:lnTo>
                  <a:lnTo>
                    <a:pt x="323140" y="227295"/>
                  </a:lnTo>
                  <a:lnTo>
                    <a:pt x="324972" y="222308"/>
                  </a:lnTo>
                  <a:lnTo>
                    <a:pt x="326645" y="217265"/>
                  </a:lnTo>
                  <a:lnTo>
                    <a:pt x="328156" y="212172"/>
                  </a:lnTo>
                  <a:lnTo>
                    <a:pt x="329505" y="207033"/>
                  </a:lnTo>
                  <a:lnTo>
                    <a:pt x="330690" y="201854"/>
                  </a:lnTo>
                  <a:lnTo>
                    <a:pt x="331709" y="196640"/>
                  </a:lnTo>
                  <a:lnTo>
                    <a:pt x="332563" y="191397"/>
                  </a:lnTo>
                  <a:lnTo>
                    <a:pt x="333249" y="186128"/>
                  </a:lnTo>
                  <a:lnTo>
                    <a:pt x="333768" y="180841"/>
                  </a:lnTo>
                  <a:lnTo>
                    <a:pt x="334118" y="175540"/>
                  </a:lnTo>
                  <a:lnTo>
                    <a:pt x="334300" y="170230"/>
                  </a:lnTo>
                  <a:lnTo>
                    <a:pt x="334313" y="164917"/>
                  </a:lnTo>
                  <a:lnTo>
                    <a:pt x="334157" y="159607"/>
                  </a:lnTo>
                  <a:lnTo>
                    <a:pt x="333833" y="154304"/>
                  </a:lnTo>
                  <a:lnTo>
                    <a:pt x="333340" y="149014"/>
                  </a:lnTo>
                  <a:lnTo>
                    <a:pt x="332679" y="143743"/>
                  </a:lnTo>
                  <a:lnTo>
                    <a:pt x="331851" y="138495"/>
                  </a:lnTo>
                  <a:lnTo>
                    <a:pt x="330857" y="133276"/>
                  </a:lnTo>
                  <a:lnTo>
                    <a:pt x="329697" y="128091"/>
                  </a:lnTo>
                  <a:lnTo>
                    <a:pt x="328373" y="122946"/>
                  </a:lnTo>
                  <a:lnTo>
                    <a:pt x="326887" y="117846"/>
                  </a:lnTo>
                  <a:lnTo>
                    <a:pt x="325239" y="112795"/>
                  </a:lnTo>
                  <a:lnTo>
                    <a:pt x="323431" y="107799"/>
                  </a:lnTo>
                  <a:lnTo>
                    <a:pt x="321466" y="102863"/>
                  </a:lnTo>
                  <a:lnTo>
                    <a:pt x="319344" y="97992"/>
                  </a:lnTo>
                  <a:lnTo>
                    <a:pt x="317069" y="93191"/>
                  </a:lnTo>
                  <a:lnTo>
                    <a:pt x="314643" y="88465"/>
                  </a:lnTo>
                  <a:lnTo>
                    <a:pt x="312067" y="83818"/>
                  </a:lnTo>
                  <a:lnTo>
                    <a:pt x="309346" y="79256"/>
                  </a:lnTo>
                  <a:lnTo>
                    <a:pt x="306480" y="74782"/>
                  </a:lnTo>
                  <a:lnTo>
                    <a:pt x="303474" y="70401"/>
                  </a:lnTo>
                  <a:lnTo>
                    <a:pt x="300330" y="66119"/>
                  </a:lnTo>
                  <a:lnTo>
                    <a:pt x="297052" y="61938"/>
                  </a:lnTo>
                  <a:lnTo>
                    <a:pt x="293643" y="57863"/>
                  </a:lnTo>
                  <a:lnTo>
                    <a:pt x="290106" y="53899"/>
                  </a:lnTo>
                  <a:lnTo>
                    <a:pt x="286444" y="50050"/>
                  </a:lnTo>
                  <a:lnTo>
                    <a:pt x="282662" y="46318"/>
                  </a:lnTo>
                  <a:lnTo>
                    <a:pt x="278764" y="42709"/>
                  </a:lnTo>
                  <a:lnTo>
                    <a:pt x="274752" y="39226"/>
                  </a:lnTo>
                  <a:lnTo>
                    <a:pt x="270632" y="35871"/>
                  </a:lnTo>
                  <a:lnTo>
                    <a:pt x="266408" y="32650"/>
                  </a:lnTo>
                  <a:lnTo>
                    <a:pt x="262083" y="29564"/>
                  </a:lnTo>
                  <a:lnTo>
                    <a:pt x="257663" y="26617"/>
                  </a:lnTo>
                  <a:lnTo>
                    <a:pt x="253151" y="23812"/>
                  </a:lnTo>
                  <a:lnTo>
                    <a:pt x="248552" y="21152"/>
                  </a:lnTo>
                  <a:lnTo>
                    <a:pt x="243871" y="18639"/>
                  </a:lnTo>
                  <a:lnTo>
                    <a:pt x="239112" y="16277"/>
                  </a:lnTo>
                  <a:lnTo>
                    <a:pt x="234281" y="14066"/>
                  </a:lnTo>
                  <a:lnTo>
                    <a:pt x="229382" y="12011"/>
                  </a:lnTo>
                  <a:lnTo>
                    <a:pt x="224420" y="10112"/>
                  </a:lnTo>
                  <a:lnTo>
                    <a:pt x="219401" y="8372"/>
                  </a:lnTo>
                  <a:lnTo>
                    <a:pt x="214328" y="6792"/>
                  </a:lnTo>
                  <a:lnTo>
                    <a:pt x="209208" y="5374"/>
                  </a:lnTo>
                  <a:lnTo>
                    <a:pt x="204046" y="4120"/>
                  </a:lnTo>
                  <a:lnTo>
                    <a:pt x="198846" y="3030"/>
                  </a:lnTo>
                  <a:lnTo>
                    <a:pt x="193614" y="2106"/>
                  </a:lnTo>
                  <a:lnTo>
                    <a:pt x="188356" y="1349"/>
                  </a:lnTo>
                  <a:lnTo>
                    <a:pt x="183076" y="759"/>
                  </a:lnTo>
                  <a:lnTo>
                    <a:pt x="177780" y="337"/>
                  </a:lnTo>
                  <a:lnTo>
                    <a:pt x="172473" y="84"/>
                  </a:lnTo>
                  <a:lnTo>
                    <a:pt x="167161" y="0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972922" y="5018213"/>
              <a:ext cx="48116" cy="167167"/>
            </a:xfrm>
            <a:custGeom>
              <a:avLst/>
              <a:pathLst>
                <a:path w="48116" h="167167">
                  <a:moveTo>
                    <a:pt x="48116" y="0"/>
                  </a:moveTo>
                  <a:lnTo>
                    <a:pt x="42016" y="111"/>
                  </a:lnTo>
                  <a:lnTo>
                    <a:pt x="35925" y="445"/>
                  </a:lnTo>
                  <a:lnTo>
                    <a:pt x="29850" y="1000"/>
                  </a:lnTo>
                  <a:lnTo>
                    <a:pt x="23799" y="1778"/>
                  </a:lnTo>
                  <a:lnTo>
                    <a:pt x="17781" y="2775"/>
                  </a:lnTo>
                  <a:lnTo>
                    <a:pt x="11803" y="3991"/>
                  </a:lnTo>
                  <a:lnTo>
                    <a:pt x="5873" y="5425"/>
                  </a:lnTo>
                  <a:lnTo>
                    <a:pt x="0" y="7074"/>
                  </a:lnTo>
                  <a:lnTo>
                    <a:pt x="4811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972922" y="5025287"/>
              <a:ext cx="48116" cy="160093"/>
            </a:xfrm>
            <a:custGeom>
              <a:avLst/>
              <a:pathLst>
                <a:path w="48116" h="160093">
                  <a:moveTo>
                    <a:pt x="0" y="0"/>
                  </a:moveTo>
                  <a:lnTo>
                    <a:pt x="48116" y="1600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972922" y="5025287"/>
              <a:ext cx="48116" cy="160093"/>
            </a:xfrm>
            <a:custGeom>
              <a:avLst/>
              <a:pathLst>
                <a:path w="48116" h="160093">
                  <a:moveTo>
                    <a:pt x="0" y="0"/>
                  </a:moveTo>
                  <a:lnTo>
                    <a:pt x="48116" y="16009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972922" y="5025287"/>
              <a:ext cx="48116" cy="160093"/>
            </a:xfrm>
            <a:custGeom>
              <a:avLst/>
              <a:pathLst>
                <a:path w="48116" h="160093">
                  <a:moveTo>
                    <a:pt x="0" y="0"/>
                  </a:moveTo>
                  <a:lnTo>
                    <a:pt x="48116" y="16009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853890" y="5025287"/>
              <a:ext cx="167148" cy="168429"/>
            </a:xfrm>
            <a:custGeom>
              <a:avLst/>
              <a:pathLst>
                <a:path w="167148" h="168429">
                  <a:moveTo>
                    <a:pt x="119032" y="0"/>
                  </a:moveTo>
                  <a:lnTo>
                    <a:pt x="113870" y="1643"/>
                  </a:lnTo>
                  <a:lnTo>
                    <a:pt x="108764" y="3452"/>
                  </a:lnTo>
                  <a:lnTo>
                    <a:pt x="103719" y="5426"/>
                  </a:lnTo>
                  <a:lnTo>
                    <a:pt x="98741" y="7563"/>
                  </a:lnTo>
                  <a:lnTo>
                    <a:pt x="93834" y="9859"/>
                  </a:lnTo>
                  <a:lnTo>
                    <a:pt x="89005" y="12314"/>
                  </a:lnTo>
                  <a:lnTo>
                    <a:pt x="84258" y="14923"/>
                  </a:lnTo>
                  <a:lnTo>
                    <a:pt x="79597" y="17685"/>
                  </a:lnTo>
                  <a:lnTo>
                    <a:pt x="75029" y="20597"/>
                  </a:lnTo>
                  <a:lnTo>
                    <a:pt x="70558" y="23655"/>
                  </a:lnTo>
                  <a:lnTo>
                    <a:pt x="66187" y="26857"/>
                  </a:lnTo>
                  <a:lnTo>
                    <a:pt x="61923" y="30198"/>
                  </a:lnTo>
                  <a:lnTo>
                    <a:pt x="57770" y="33676"/>
                  </a:lnTo>
                  <a:lnTo>
                    <a:pt x="53731" y="37286"/>
                  </a:lnTo>
                  <a:lnTo>
                    <a:pt x="49811" y="41026"/>
                  </a:lnTo>
                  <a:lnTo>
                    <a:pt x="46015" y="44890"/>
                  </a:lnTo>
                  <a:lnTo>
                    <a:pt x="42346" y="48875"/>
                  </a:lnTo>
                  <a:lnTo>
                    <a:pt x="38807" y="52978"/>
                  </a:lnTo>
                  <a:lnTo>
                    <a:pt x="35404" y="57193"/>
                  </a:lnTo>
                  <a:lnTo>
                    <a:pt x="32139" y="61515"/>
                  </a:lnTo>
                  <a:lnTo>
                    <a:pt x="29016" y="65942"/>
                  </a:lnTo>
                  <a:lnTo>
                    <a:pt x="26038" y="70467"/>
                  </a:lnTo>
                  <a:lnTo>
                    <a:pt x="23208" y="75086"/>
                  </a:lnTo>
                  <a:lnTo>
                    <a:pt x="20529" y="79795"/>
                  </a:lnTo>
                  <a:lnTo>
                    <a:pt x="18004" y="84588"/>
                  </a:lnTo>
                  <a:lnTo>
                    <a:pt x="15636" y="89460"/>
                  </a:lnTo>
                  <a:lnTo>
                    <a:pt x="13427" y="94407"/>
                  </a:lnTo>
                  <a:lnTo>
                    <a:pt x="11379" y="99422"/>
                  </a:lnTo>
                  <a:lnTo>
                    <a:pt x="9495" y="104501"/>
                  </a:lnTo>
                  <a:lnTo>
                    <a:pt x="7777" y="109639"/>
                  </a:lnTo>
                  <a:lnTo>
                    <a:pt x="6225" y="114829"/>
                  </a:lnTo>
                  <a:lnTo>
                    <a:pt x="4843" y="120067"/>
                  </a:lnTo>
                  <a:lnTo>
                    <a:pt x="3632" y="125347"/>
                  </a:lnTo>
                  <a:lnTo>
                    <a:pt x="2592" y="130664"/>
                  </a:lnTo>
                  <a:lnTo>
                    <a:pt x="1725" y="136011"/>
                  </a:lnTo>
                  <a:lnTo>
                    <a:pt x="1031" y="141384"/>
                  </a:lnTo>
                  <a:lnTo>
                    <a:pt x="512" y="146776"/>
                  </a:lnTo>
                  <a:lnTo>
                    <a:pt x="168" y="152183"/>
                  </a:lnTo>
                  <a:lnTo>
                    <a:pt x="0" y="157597"/>
                  </a:lnTo>
                  <a:lnTo>
                    <a:pt x="6" y="163015"/>
                  </a:lnTo>
                  <a:lnTo>
                    <a:pt x="189" y="168429"/>
                  </a:lnTo>
                  <a:lnTo>
                    <a:pt x="167148" y="16009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854079" y="5018213"/>
              <a:ext cx="334107" cy="334334"/>
            </a:xfrm>
            <a:custGeom>
              <a:avLst/>
              <a:pathLst>
                <a:path w="334107" h="334334">
                  <a:moveTo>
                    <a:pt x="0" y="175503"/>
                  </a:moveTo>
                  <a:lnTo>
                    <a:pt x="348" y="180794"/>
                  </a:lnTo>
                  <a:lnTo>
                    <a:pt x="864" y="186070"/>
                  </a:lnTo>
                  <a:lnTo>
                    <a:pt x="1547" y="191328"/>
                  </a:lnTo>
                  <a:lnTo>
                    <a:pt x="2396" y="196562"/>
                  </a:lnTo>
                  <a:lnTo>
                    <a:pt x="3411" y="201766"/>
                  </a:lnTo>
                  <a:lnTo>
                    <a:pt x="4591" y="206935"/>
                  </a:lnTo>
                  <a:lnTo>
                    <a:pt x="5933" y="212064"/>
                  </a:lnTo>
                  <a:lnTo>
                    <a:pt x="7438" y="217148"/>
                  </a:lnTo>
                  <a:lnTo>
                    <a:pt x="9103" y="222181"/>
                  </a:lnTo>
                  <a:lnTo>
                    <a:pt x="10927" y="227160"/>
                  </a:lnTo>
                  <a:lnTo>
                    <a:pt x="12908" y="232078"/>
                  </a:lnTo>
                  <a:lnTo>
                    <a:pt x="15044" y="236930"/>
                  </a:lnTo>
                  <a:lnTo>
                    <a:pt x="17333" y="241713"/>
                  </a:lnTo>
                  <a:lnTo>
                    <a:pt x="19772" y="246420"/>
                  </a:lnTo>
                  <a:lnTo>
                    <a:pt x="22360" y="251048"/>
                  </a:lnTo>
                  <a:lnTo>
                    <a:pt x="25093" y="255591"/>
                  </a:lnTo>
                  <a:lnTo>
                    <a:pt x="27968" y="260046"/>
                  </a:lnTo>
                  <a:lnTo>
                    <a:pt x="30983" y="264407"/>
                  </a:lnTo>
                  <a:lnTo>
                    <a:pt x="34135" y="268670"/>
                  </a:lnTo>
                  <a:lnTo>
                    <a:pt x="37421" y="272831"/>
                  </a:lnTo>
                  <a:lnTo>
                    <a:pt x="40837" y="276886"/>
                  </a:lnTo>
                  <a:lnTo>
                    <a:pt x="44380" y="280830"/>
                  </a:lnTo>
                  <a:lnTo>
                    <a:pt x="48046" y="284660"/>
                  </a:lnTo>
                  <a:lnTo>
                    <a:pt x="51832" y="288372"/>
                  </a:lnTo>
                  <a:lnTo>
                    <a:pt x="55734" y="291962"/>
                  </a:lnTo>
                  <a:lnTo>
                    <a:pt x="59747" y="295427"/>
                  </a:lnTo>
                  <a:lnTo>
                    <a:pt x="63869" y="298762"/>
                  </a:lnTo>
                  <a:lnTo>
                    <a:pt x="68094" y="301965"/>
                  </a:lnTo>
                  <a:lnTo>
                    <a:pt x="72418" y="305033"/>
                  </a:lnTo>
                  <a:lnTo>
                    <a:pt x="76838" y="307962"/>
                  </a:lnTo>
                  <a:lnTo>
                    <a:pt x="81348" y="310749"/>
                  </a:lnTo>
                  <a:lnTo>
                    <a:pt x="85944" y="313391"/>
                  </a:lnTo>
                  <a:lnTo>
                    <a:pt x="90622" y="315887"/>
                  </a:lnTo>
                  <a:lnTo>
                    <a:pt x="95377" y="318233"/>
                  </a:lnTo>
                  <a:lnTo>
                    <a:pt x="100204" y="320427"/>
                  </a:lnTo>
                  <a:lnTo>
                    <a:pt x="105097" y="322467"/>
                  </a:lnTo>
                  <a:lnTo>
                    <a:pt x="110053" y="324351"/>
                  </a:lnTo>
                  <a:lnTo>
                    <a:pt x="115067" y="326076"/>
                  </a:lnTo>
                  <a:lnTo>
                    <a:pt x="120132" y="327642"/>
                  </a:lnTo>
                  <a:lnTo>
                    <a:pt x="125245" y="329046"/>
                  </a:lnTo>
                  <a:lnTo>
                    <a:pt x="130399" y="330288"/>
                  </a:lnTo>
                  <a:lnTo>
                    <a:pt x="135591" y="331365"/>
                  </a:lnTo>
                  <a:lnTo>
                    <a:pt x="140814" y="332277"/>
                  </a:lnTo>
                  <a:lnTo>
                    <a:pt x="146063" y="333023"/>
                  </a:lnTo>
                  <a:lnTo>
                    <a:pt x="151333" y="333602"/>
                  </a:lnTo>
                  <a:lnTo>
                    <a:pt x="156619" y="334014"/>
                  </a:lnTo>
                  <a:lnTo>
                    <a:pt x="161915" y="334258"/>
                  </a:lnTo>
                  <a:lnTo>
                    <a:pt x="167217" y="334334"/>
                  </a:lnTo>
                  <a:lnTo>
                    <a:pt x="172518" y="334242"/>
                  </a:lnTo>
                  <a:lnTo>
                    <a:pt x="177813" y="333982"/>
                  </a:lnTo>
                  <a:lnTo>
                    <a:pt x="183098" y="333554"/>
                  </a:lnTo>
                  <a:lnTo>
                    <a:pt x="188366" y="332958"/>
                  </a:lnTo>
                  <a:lnTo>
                    <a:pt x="193613" y="332196"/>
                  </a:lnTo>
                  <a:lnTo>
                    <a:pt x="198833" y="331267"/>
                  </a:lnTo>
                  <a:lnTo>
                    <a:pt x="204021" y="330174"/>
                  </a:lnTo>
                  <a:lnTo>
                    <a:pt x="209172" y="328917"/>
                  </a:lnTo>
                  <a:lnTo>
                    <a:pt x="214280" y="327497"/>
                  </a:lnTo>
                  <a:lnTo>
                    <a:pt x="219341" y="325915"/>
                  </a:lnTo>
                  <a:lnTo>
                    <a:pt x="224349" y="324174"/>
                  </a:lnTo>
                  <a:lnTo>
                    <a:pt x="229299" y="322276"/>
                  </a:lnTo>
                  <a:lnTo>
                    <a:pt x="234186" y="320221"/>
                  </a:lnTo>
                  <a:lnTo>
                    <a:pt x="239006" y="318012"/>
                  </a:lnTo>
                  <a:lnTo>
                    <a:pt x="243754" y="315651"/>
                  </a:lnTo>
                  <a:lnTo>
                    <a:pt x="248424" y="313141"/>
                  </a:lnTo>
                  <a:lnTo>
                    <a:pt x="253012" y="310484"/>
                  </a:lnTo>
                  <a:lnTo>
                    <a:pt x="257514" y="307683"/>
                  </a:lnTo>
                  <a:lnTo>
                    <a:pt x="261924" y="304741"/>
                  </a:lnTo>
                  <a:lnTo>
                    <a:pt x="266239" y="301660"/>
                  </a:lnTo>
                  <a:lnTo>
                    <a:pt x="270455" y="298444"/>
                  </a:lnTo>
                  <a:lnTo>
                    <a:pt x="274566" y="295096"/>
                  </a:lnTo>
                  <a:lnTo>
                    <a:pt x="278568" y="291619"/>
                  </a:lnTo>
                  <a:lnTo>
                    <a:pt x="282459" y="288017"/>
                  </a:lnTo>
                  <a:lnTo>
                    <a:pt x="286233" y="284293"/>
                  </a:lnTo>
                  <a:lnTo>
                    <a:pt x="289888" y="280452"/>
                  </a:lnTo>
                  <a:lnTo>
                    <a:pt x="293418" y="276497"/>
                  </a:lnTo>
                  <a:lnTo>
                    <a:pt x="296822" y="272431"/>
                  </a:lnTo>
                  <a:lnTo>
                    <a:pt x="300095" y="268260"/>
                  </a:lnTo>
                  <a:lnTo>
                    <a:pt x="303234" y="263987"/>
                  </a:lnTo>
                  <a:lnTo>
                    <a:pt x="306235" y="259617"/>
                  </a:lnTo>
                  <a:lnTo>
                    <a:pt x="309097" y="255154"/>
                  </a:lnTo>
                  <a:lnTo>
                    <a:pt x="311816" y="250602"/>
                  </a:lnTo>
                  <a:lnTo>
                    <a:pt x="314389" y="245966"/>
                  </a:lnTo>
                  <a:lnTo>
                    <a:pt x="316814" y="241251"/>
                  </a:lnTo>
                  <a:lnTo>
                    <a:pt x="319088" y="236462"/>
                  </a:lnTo>
                  <a:lnTo>
                    <a:pt x="321209" y="231602"/>
                  </a:lnTo>
                  <a:lnTo>
                    <a:pt x="323175" y="226678"/>
                  </a:lnTo>
                  <a:lnTo>
                    <a:pt x="324983" y="221694"/>
                  </a:lnTo>
                  <a:lnTo>
                    <a:pt x="326633" y="216656"/>
                  </a:lnTo>
                  <a:lnTo>
                    <a:pt x="328122" y="211567"/>
                  </a:lnTo>
                  <a:lnTo>
                    <a:pt x="329449" y="206434"/>
                  </a:lnTo>
                  <a:lnTo>
                    <a:pt x="330613" y="201261"/>
                  </a:lnTo>
                  <a:lnTo>
                    <a:pt x="331612" y="196054"/>
                  </a:lnTo>
                  <a:lnTo>
                    <a:pt x="332445" y="190818"/>
                  </a:lnTo>
                  <a:lnTo>
                    <a:pt x="333112" y="185558"/>
                  </a:lnTo>
                  <a:lnTo>
                    <a:pt x="333611" y="180280"/>
                  </a:lnTo>
                  <a:lnTo>
                    <a:pt x="333943" y="174989"/>
                  </a:lnTo>
                  <a:lnTo>
                    <a:pt x="334107" y="169689"/>
                  </a:lnTo>
                  <a:lnTo>
                    <a:pt x="334103" y="164387"/>
                  </a:lnTo>
                  <a:lnTo>
                    <a:pt x="333931" y="159088"/>
                  </a:lnTo>
                  <a:lnTo>
                    <a:pt x="333591" y="153797"/>
                  </a:lnTo>
                  <a:lnTo>
                    <a:pt x="333083" y="148519"/>
                  </a:lnTo>
                  <a:lnTo>
                    <a:pt x="332408" y="143261"/>
                  </a:lnTo>
                  <a:lnTo>
                    <a:pt x="331567" y="138026"/>
                  </a:lnTo>
                  <a:lnTo>
                    <a:pt x="330560" y="132820"/>
                  </a:lnTo>
                  <a:lnTo>
                    <a:pt x="329388" y="127650"/>
                  </a:lnTo>
                  <a:lnTo>
                    <a:pt x="328054" y="122518"/>
                  </a:lnTo>
                  <a:lnTo>
                    <a:pt x="326557" y="117432"/>
                  </a:lnTo>
                  <a:lnTo>
                    <a:pt x="324899" y="112396"/>
                  </a:lnTo>
                  <a:lnTo>
                    <a:pt x="323083" y="107415"/>
                  </a:lnTo>
                  <a:lnTo>
                    <a:pt x="321109" y="102494"/>
                  </a:lnTo>
                  <a:lnTo>
                    <a:pt x="318981" y="97638"/>
                  </a:lnTo>
                  <a:lnTo>
                    <a:pt x="316699" y="92852"/>
                  </a:lnTo>
                  <a:lnTo>
                    <a:pt x="314267" y="88141"/>
                  </a:lnTo>
                  <a:lnTo>
                    <a:pt x="311687" y="83509"/>
                  </a:lnTo>
                  <a:lnTo>
                    <a:pt x="308961" y="78961"/>
                  </a:lnTo>
                  <a:lnTo>
                    <a:pt x="306093" y="74502"/>
                  </a:lnTo>
                  <a:lnTo>
                    <a:pt x="303084" y="70137"/>
                  </a:lnTo>
                  <a:lnTo>
                    <a:pt x="299939" y="65869"/>
                  </a:lnTo>
                  <a:lnTo>
                    <a:pt x="296659" y="61703"/>
                  </a:lnTo>
                  <a:lnTo>
                    <a:pt x="293250" y="57642"/>
                  </a:lnTo>
                  <a:lnTo>
                    <a:pt x="289713" y="53693"/>
                  </a:lnTo>
                  <a:lnTo>
                    <a:pt x="286053" y="49857"/>
                  </a:lnTo>
                  <a:lnTo>
                    <a:pt x="282272" y="46139"/>
                  </a:lnTo>
                  <a:lnTo>
                    <a:pt x="278376" y="42543"/>
                  </a:lnTo>
                  <a:lnTo>
                    <a:pt x="274368" y="39072"/>
                  </a:lnTo>
                  <a:lnTo>
                    <a:pt x="270252" y="35731"/>
                  </a:lnTo>
                  <a:lnTo>
                    <a:pt x="266032" y="32521"/>
                  </a:lnTo>
                  <a:lnTo>
                    <a:pt x="261712" y="29447"/>
                  </a:lnTo>
                  <a:lnTo>
                    <a:pt x="257297" y="26511"/>
                  </a:lnTo>
                  <a:lnTo>
                    <a:pt x="252791" y="23717"/>
                  </a:lnTo>
                  <a:lnTo>
                    <a:pt x="248199" y="21068"/>
                  </a:lnTo>
                  <a:lnTo>
                    <a:pt x="243525" y="18565"/>
                  </a:lnTo>
                  <a:lnTo>
                    <a:pt x="238774" y="16211"/>
                  </a:lnTo>
                  <a:lnTo>
                    <a:pt x="233950" y="14010"/>
                  </a:lnTo>
                  <a:lnTo>
                    <a:pt x="229060" y="11962"/>
                  </a:lnTo>
                  <a:lnTo>
                    <a:pt x="224107" y="10071"/>
                  </a:lnTo>
                  <a:lnTo>
                    <a:pt x="219096" y="8338"/>
                  </a:lnTo>
                  <a:lnTo>
                    <a:pt x="214033" y="6764"/>
                  </a:lnTo>
                  <a:lnTo>
                    <a:pt x="208923" y="5352"/>
                  </a:lnTo>
                  <a:lnTo>
                    <a:pt x="203770" y="4103"/>
                  </a:lnTo>
                  <a:lnTo>
                    <a:pt x="198580" y="3017"/>
                  </a:lnTo>
                  <a:lnTo>
                    <a:pt x="193359" y="2097"/>
                  </a:lnTo>
                  <a:lnTo>
                    <a:pt x="188111" y="1343"/>
                  </a:lnTo>
                  <a:lnTo>
                    <a:pt x="182841" y="756"/>
                  </a:lnTo>
                  <a:lnTo>
                    <a:pt x="177556" y="336"/>
                  </a:lnTo>
                  <a:lnTo>
                    <a:pt x="172260" y="84"/>
                  </a:lnTo>
                  <a:lnTo>
                    <a:pt x="166959" y="0"/>
                  </a:lnTo>
                  <a:lnTo>
                    <a:pt x="16695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323677" y="4659281"/>
              <a:ext cx="99557" cy="167167"/>
            </a:xfrm>
            <a:custGeom>
              <a:avLst/>
              <a:pathLst>
                <a:path w="99557" h="167167">
                  <a:moveTo>
                    <a:pt x="99557" y="0"/>
                  </a:moveTo>
                  <a:lnTo>
                    <a:pt x="93945" y="94"/>
                  </a:lnTo>
                  <a:lnTo>
                    <a:pt x="88340" y="376"/>
                  </a:lnTo>
                  <a:lnTo>
                    <a:pt x="82747" y="847"/>
                  </a:lnTo>
                  <a:lnTo>
                    <a:pt x="77173" y="1505"/>
                  </a:lnTo>
                  <a:lnTo>
                    <a:pt x="71624" y="2350"/>
                  </a:lnTo>
                  <a:lnTo>
                    <a:pt x="66107" y="3380"/>
                  </a:lnTo>
                  <a:lnTo>
                    <a:pt x="60627" y="4596"/>
                  </a:lnTo>
                  <a:lnTo>
                    <a:pt x="55192" y="5994"/>
                  </a:lnTo>
                  <a:lnTo>
                    <a:pt x="49806" y="7574"/>
                  </a:lnTo>
                  <a:lnTo>
                    <a:pt x="44477" y="9335"/>
                  </a:lnTo>
                  <a:lnTo>
                    <a:pt x="39209" y="11273"/>
                  </a:lnTo>
                  <a:lnTo>
                    <a:pt x="34010" y="13386"/>
                  </a:lnTo>
                  <a:lnTo>
                    <a:pt x="28884" y="15673"/>
                  </a:lnTo>
                  <a:lnTo>
                    <a:pt x="23838" y="18131"/>
                  </a:lnTo>
                  <a:lnTo>
                    <a:pt x="18878" y="20757"/>
                  </a:lnTo>
                  <a:lnTo>
                    <a:pt x="14008" y="23548"/>
                  </a:lnTo>
                  <a:lnTo>
                    <a:pt x="9235" y="26501"/>
                  </a:lnTo>
                  <a:lnTo>
                    <a:pt x="4564" y="29613"/>
                  </a:lnTo>
                  <a:lnTo>
                    <a:pt x="0" y="32879"/>
                  </a:lnTo>
                  <a:lnTo>
                    <a:pt x="9955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323677" y="4692161"/>
              <a:ext cx="99557" cy="134287"/>
            </a:xfrm>
            <a:custGeom>
              <a:avLst/>
              <a:pathLst>
                <a:path w="99557" h="134287">
                  <a:moveTo>
                    <a:pt x="0" y="0"/>
                  </a:moveTo>
                  <a:lnTo>
                    <a:pt x="99557" y="13428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323677" y="4692161"/>
              <a:ext cx="99557" cy="134287"/>
            </a:xfrm>
            <a:custGeom>
              <a:avLst/>
              <a:pathLst>
                <a:path w="99557" h="134287">
                  <a:moveTo>
                    <a:pt x="0" y="0"/>
                  </a:moveTo>
                  <a:lnTo>
                    <a:pt x="99557" y="13428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256075" y="4692161"/>
              <a:ext cx="254951" cy="301443"/>
            </a:xfrm>
            <a:custGeom>
              <a:avLst/>
              <a:pathLst>
                <a:path w="254951" h="301443">
                  <a:moveTo>
                    <a:pt x="67602" y="0"/>
                  </a:moveTo>
                  <a:lnTo>
                    <a:pt x="63377" y="3237"/>
                  </a:lnTo>
                  <a:lnTo>
                    <a:pt x="59258" y="6607"/>
                  </a:lnTo>
                  <a:lnTo>
                    <a:pt x="55248" y="10107"/>
                  </a:lnTo>
                  <a:lnTo>
                    <a:pt x="51352" y="13732"/>
                  </a:lnTo>
                  <a:lnTo>
                    <a:pt x="47573" y="17480"/>
                  </a:lnTo>
                  <a:lnTo>
                    <a:pt x="43915" y="21346"/>
                  </a:lnTo>
                  <a:lnTo>
                    <a:pt x="40382" y="25326"/>
                  </a:lnTo>
                  <a:lnTo>
                    <a:pt x="36978" y="29417"/>
                  </a:lnTo>
                  <a:lnTo>
                    <a:pt x="33705" y="33615"/>
                  </a:lnTo>
                  <a:lnTo>
                    <a:pt x="30568" y="37914"/>
                  </a:lnTo>
                  <a:lnTo>
                    <a:pt x="27569" y="42311"/>
                  </a:lnTo>
                  <a:lnTo>
                    <a:pt x="24712" y="46801"/>
                  </a:lnTo>
                  <a:lnTo>
                    <a:pt x="21999" y="51380"/>
                  </a:lnTo>
                  <a:lnTo>
                    <a:pt x="19434" y="56043"/>
                  </a:lnTo>
                  <a:lnTo>
                    <a:pt x="17018" y="60786"/>
                  </a:lnTo>
                  <a:lnTo>
                    <a:pt x="14754" y="65603"/>
                  </a:lnTo>
                  <a:lnTo>
                    <a:pt x="12645" y="70489"/>
                  </a:lnTo>
                  <a:lnTo>
                    <a:pt x="10692" y="75440"/>
                  </a:lnTo>
                  <a:lnTo>
                    <a:pt x="8898" y="80451"/>
                  </a:lnTo>
                  <a:lnTo>
                    <a:pt x="7265" y="85516"/>
                  </a:lnTo>
                  <a:lnTo>
                    <a:pt x="5793" y="90631"/>
                  </a:lnTo>
                  <a:lnTo>
                    <a:pt x="4485" y="95790"/>
                  </a:lnTo>
                  <a:lnTo>
                    <a:pt x="3342" y="100988"/>
                  </a:lnTo>
                  <a:lnTo>
                    <a:pt x="2365" y="106220"/>
                  </a:lnTo>
                  <a:lnTo>
                    <a:pt x="1555" y="111480"/>
                  </a:lnTo>
                  <a:lnTo>
                    <a:pt x="913" y="116763"/>
                  </a:lnTo>
                  <a:lnTo>
                    <a:pt x="439" y="122064"/>
                  </a:lnTo>
                  <a:lnTo>
                    <a:pt x="135" y="127378"/>
                  </a:lnTo>
                  <a:lnTo>
                    <a:pt x="0" y="132699"/>
                  </a:lnTo>
                  <a:lnTo>
                    <a:pt x="34" y="138021"/>
                  </a:lnTo>
                  <a:lnTo>
                    <a:pt x="237" y="143339"/>
                  </a:lnTo>
                  <a:lnTo>
                    <a:pt x="610" y="148648"/>
                  </a:lnTo>
                  <a:lnTo>
                    <a:pt x="1152" y="153943"/>
                  </a:lnTo>
                  <a:lnTo>
                    <a:pt x="1861" y="159217"/>
                  </a:lnTo>
                  <a:lnTo>
                    <a:pt x="2739" y="164467"/>
                  </a:lnTo>
                  <a:lnTo>
                    <a:pt x="3783" y="169686"/>
                  </a:lnTo>
                  <a:lnTo>
                    <a:pt x="4992" y="174869"/>
                  </a:lnTo>
                  <a:lnTo>
                    <a:pt x="6367" y="180010"/>
                  </a:lnTo>
                  <a:lnTo>
                    <a:pt x="7904" y="185106"/>
                  </a:lnTo>
                  <a:lnTo>
                    <a:pt x="9602" y="190150"/>
                  </a:lnTo>
                  <a:lnTo>
                    <a:pt x="11460" y="195137"/>
                  </a:lnTo>
                  <a:lnTo>
                    <a:pt x="13476" y="200063"/>
                  </a:lnTo>
                  <a:lnTo>
                    <a:pt x="15648" y="204922"/>
                  </a:lnTo>
                  <a:lnTo>
                    <a:pt x="17973" y="209709"/>
                  </a:lnTo>
                  <a:lnTo>
                    <a:pt x="20450" y="214420"/>
                  </a:lnTo>
                  <a:lnTo>
                    <a:pt x="23075" y="219050"/>
                  </a:lnTo>
                  <a:lnTo>
                    <a:pt x="25846" y="223594"/>
                  </a:lnTo>
                  <a:lnTo>
                    <a:pt x="28761" y="228047"/>
                  </a:lnTo>
                  <a:lnTo>
                    <a:pt x="31816" y="232405"/>
                  </a:lnTo>
                  <a:lnTo>
                    <a:pt x="35008" y="236664"/>
                  </a:lnTo>
                  <a:lnTo>
                    <a:pt x="38334" y="240819"/>
                  </a:lnTo>
                  <a:lnTo>
                    <a:pt x="41790" y="244866"/>
                  </a:lnTo>
                  <a:lnTo>
                    <a:pt x="45374" y="248801"/>
                  </a:lnTo>
                  <a:lnTo>
                    <a:pt x="49081" y="252619"/>
                  </a:lnTo>
                  <a:lnTo>
                    <a:pt x="52908" y="256318"/>
                  </a:lnTo>
                  <a:lnTo>
                    <a:pt x="56851" y="259894"/>
                  </a:lnTo>
                  <a:lnTo>
                    <a:pt x="60905" y="263341"/>
                  </a:lnTo>
                  <a:lnTo>
                    <a:pt x="65067" y="266659"/>
                  </a:lnTo>
                  <a:lnTo>
                    <a:pt x="69333" y="269841"/>
                  </a:lnTo>
                  <a:lnTo>
                    <a:pt x="73698" y="272887"/>
                  </a:lnTo>
                  <a:lnTo>
                    <a:pt x="78157" y="275792"/>
                  </a:lnTo>
                  <a:lnTo>
                    <a:pt x="82707" y="278553"/>
                  </a:lnTo>
                  <a:lnTo>
                    <a:pt x="87342" y="281169"/>
                  </a:lnTo>
                  <a:lnTo>
                    <a:pt x="92058" y="283635"/>
                  </a:lnTo>
                  <a:lnTo>
                    <a:pt x="96851" y="285950"/>
                  </a:lnTo>
                  <a:lnTo>
                    <a:pt x="101714" y="288112"/>
                  </a:lnTo>
                  <a:lnTo>
                    <a:pt x="106644" y="290117"/>
                  </a:lnTo>
                  <a:lnTo>
                    <a:pt x="111636" y="291964"/>
                  </a:lnTo>
                  <a:lnTo>
                    <a:pt x="116683" y="293652"/>
                  </a:lnTo>
                  <a:lnTo>
                    <a:pt x="121782" y="295178"/>
                  </a:lnTo>
                  <a:lnTo>
                    <a:pt x="126927" y="296541"/>
                  </a:lnTo>
                  <a:lnTo>
                    <a:pt x="132112" y="297740"/>
                  </a:lnTo>
                  <a:lnTo>
                    <a:pt x="137333" y="298772"/>
                  </a:lnTo>
                  <a:lnTo>
                    <a:pt x="142585" y="299639"/>
                  </a:lnTo>
                  <a:lnTo>
                    <a:pt x="147861" y="300337"/>
                  </a:lnTo>
                  <a:lnTo>
                    <a:pt x="153157" y="300867"/>
                  </a:lnTo>
                  <a:lnTo>
                    <a:pt x="158466" y="301229"/>
                  </a:lnTo>
                  <a:lnTo>
                    <a:pt x="163785" y="301421"/>
                  </a:lnTo>
                  <a:lnTo>
                    <a:pt x="169107" y="301443"/>
                  </a:lnTo>
                  <a:lnTo>
                    <a:pt x="174428" y="301297"/>
                  </a:lnTo>
                  <a:lnTo>
                    <a:pt x="179740" y="300981"/>
                  </a:lnTo>
                  <a:lnTo>
                    <a:pt x="185041" y="300496"/>
                  </a:lnTo>
                  <a:lnTo>
                    <a:pt x="190323" y="299842"/>
                  </a:lnTo>
                  <a:lnTo>
                    <a:pt x="195581" y="299021"/>
                  </a:lnTo>
                  <a:lnTo>
                    <a:pt x="200811" y="298033"/>
                  </a:lnTo>
                  <a:lnTo>
                    <a:pt x="206006" y="296878"/>
                  </a:lnTo>
                  <a:lnTo>
                    <a:pt x="211162" y="295559"/>
                  </a:lnTo>
                  <a:lnTo>
                    <a:pt x="216274" y="294077"/>
                  </a:lnTo>
                  <a:lnTo>
                    <a:pt x="221336" y="292432"/>
                  </a:lnTo>
                  <a:lnTo>
                    <a:pt x="226343" y="290628"/>
                  </a:lnTo>
                  <a:lnTo>
                    <a:pt x="231290" y="288664"/>
                  </a:lnTo>
                  <a:lnTo>
                    <a:pt x="236172" y="286545"/>
                  </a:lnTo>
                  <a:lnTo>
                    <a:pt x="240983" y="284271"/>
                  </a:lnTo>
                  <a:lnTo>
                    <a:pt x="245721" y="281844"/>
                  </a:lnTo>
                  <a:lnTo>
                    <a:pt x="250378" y="279269"/>
                  </a:lnTo>
                  <a:lnTo>
                    <a:pt x="254951" y="276546"/>
                  </a:lnTo>
                  <a:lnTo>
                    <a:pt x="167159" y="13428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423235" y="4659281"/>
              <a:ext cx="167165" cy="309426"/>
            </a:xfrm>
            <a:custGeom>
              <a:avLst/>
              <a:pathLst>
                <a:path w="167165" h="309426">
                  <a:moveTo>
                    <a:pt x="87791" y="309426"/>
                  </a:moveTo>
                  <a:lnTo>
                    <a:pt x="92292" y="306548"/>
                  </a:lnTo>
                  <a:lnTo>
                    <a:pt x="96699" y="303528"/>
                  </a:lnTo>
                  <a:lnTo>
                    <a:pt x="101006" y="300368"/>
                  </a:lnTo>
                  <a:lnTo>
                    <a:pt x="105211" y="297073"/>
                  </a:lnTo>
                  <a:lnTo>
                    <a:pt x="109308" y="293644"/>
                  </a:lnTo>
                  <a:lnTo>
                    <a:pt x="113294" y="290087"/>
                  </a:lnTo>
                  <a:lnTo>
                    <a:pt x="117164" y="286404"/>
                  </a:lnTo>
                  <a:lnTo>
                    <a:pt x="120914" y="282599"/>
                  </a:lnTo>
                  <a:lnTo>
                    <a:pt x="124541" y="278677"/>
                  </a:lnTo>
                  <a:lnTo>
                    <a:pt x="128040" y="274640"/>
                  </a:lnTo>
                  <a:lnTo>
                    <a:pt x="131409" y="270494"/>
                  </a:lnTo>
                  <a:lnTo>
                    <a:pt x="134644" y="266242"/>
                  </a:lnTo>
                  <a:lnTo>
                    <a:pt x="137741" y="261889"/>
                  </a:lnTo>
                  <a:lnTo>
                    <a:pt x="140697" y="257440"/>
                  </a:lnTo>
                  <a:lnTo>
                    <a:pt x="143510" y="252898"/>
                  </a:lnTo>
                  <a:lnTo>
                    <a:pt x="146176" y="248268"/>
                  </a:lnTo>
                  <a:lnTo>
                    <a:pt x="148693" y="243556"/>
                  </a:lnTo>
                  <a:lnTo>
                    <a:pt x="151058" y="238766"/>
                  </a:lnTo>
                  <a:lnTo>
                    <a:pt x="153268" y="233902"/>
                  </a:lnTo>
                  <a:lnTo>
                    <a:pt x="155322" y="228971"/>
                  </a:lnTo>
                  <a:lnTo>
                    <a:pt x="157218" y="223976"/>
                  </a:lnTo>
                  <a:lnTo>
                    <a:pt x="158953" y="218923"/>
                  </a:lnTo>
                  <a:lnTo>
                    <a:pt x="160526" y="213818"/>
                  </a:lnTo>
                  <a:lnTo>
                    <a:pt x="161934" y="208665"/>
                  </a:lnTo>
                  <a:lnTo>
                    <a:pt x="163178" y="203469"/>
                  </a:lnTo>
                  <a:lnTo>
                    <a:pt x="164254" y="198236"/>
                  </a:lnTo>
                  <a:lnTo>
                    <a:pt x="165163" y="192972"/>
                  </a:lnTo>
                  <a:lnTo>
                    <a:pt x="165903" y="187681"/>
                  </a:lnTo>
                  <a:lnTo>
                    <a:pt x="166474" y="182370"/>
                  </a:lnTo>
                  <a:lnTo>
                    <a:pt x="166875" y="177042"/>
                  </a:lnTo>
                  <a:lnTo>
                    <a:pt x="167105" y="171705"/>
                  </a:lnTo>
                  <a:lnTo>
                    <a:pt x="167165" y="166363"/>
                  </a:lnTo>
                  <a:lnTo>
                    <a:pt x="167054" y="161022"/>
                  </a:lnTo>
                  <a:lnTo>
                    <a:pt x="166772" y="155687"/>
                  </a:lnTo>
                  <a:lnTo>
                    <a:pt x="166320" y="150364"/>
                  </a:lnTo>
                  <a:lnTo>
                    <a:pt x="165698" y="145058"/>
                  </a:lnTo>
                  <a:lnTo>
                    <a:pt x="164907" y="139775"/>
                  </a:lnTo>
                  <a:lnTo>
                    <a:pt x="163948" y="134519"/>
                  </a:lnTo>
                  <a:lnTo>
                    <a:pt x="162821" y="129297"/>
                  </a:lnTo>
                  <a:lnTo>
                    <a:pt x="161528" y="124114"/>
                  </a:lnTo>
                  <a:lnTo>
                    <a:pt x="160070" y="118975"/>
                  </a:lnTo>
                  <a:lnTo>
                    <a:pt x="158448" y="113884"/>
                  </a:lnTo>
                  <a:lnTo>
                    <a:pt x="156665" y="108849"/>
                  </a:lnTo>
                  <a:lnTo>
                    <a:pt x="154721" y="103872"/>
                  </a:lnTo>
                  <a:lnTo>
                    <a:pt x="152620" y="98961"/>
                  </a:lnTo>
                  <a:lnTo>
                    <a:pt x="150362" y="94119"/>
                  </a:lnTo>
                  <a:lnTo>
                    <a:pt x="147951" y="89352"/>
                  </a:lnTo>
                  <a:lnTo>
                    <a:pt x="145389" y="84664"/>
                  </a:lnTo>
                  <a:lnTo>
                    <a:pt x="142679" y="80060"/>
                  </a:lnTo>
                  <a:lnTo>
                    <a:pt x="139823" y="75546"/>
                  </a:lnTo>
                  <a:lnTo>
                    <a:pt x="136823" y="71124"/>
                  </a:lnTo>
                  <a:lnTo>
                    <a:pt x="133685" y="66802"/>
                  </a:lnTo>
                  <a:lnTo>
                    <a:pt x="130409" y="62581"/>
                  </a:lnTo>
                  <a:lnTo>
                    <a:pt x="127001" y="58467"/>
                  </a:lnTo>
                  <a:lnTo>
                    <a:pt x="123463" y="54465"/>
                  </a:lnTo>
                  <a:lnTo>
                    <a:pt x="119798" y="50577"/>
                  </a:lnTo>
                  <a:lnTo>
                    <a:pt x="116012" y="46809"/>
                  </a:lnTo>
                  <a:lnTo>
                    <a:pt x="112107" y="43163"/>
                  </a:lnTo>
                  <a:lnTo>
                    <a:pt x="108087" y="39644"/>
                  </a:lnTo>
                  <a:lnTo>
                    <a:pt x="103957" y="36256"/>
                  </a:lnTo>
                  <a:lnTo>
                    <a:pt x="99721" y="33001"/>
                  </a:lnTo>
                  <a:lnTo>
                    <a:pt x="95383" y="29883"/>
                  </a:lnTo>
                  <a:lnTo>
                    <a:pt x="90948" y="26905"/>
                  </a:lnTo>
                  <a:lnTo>
                    <a:pt x="86419" y="24071"/>
                  </a:lnTo>
                  <a:lnTo>
                    <a:pt x="81803" y="21382"/>
                  </a:lnTo>
                  <a:lnTo>
                    <a:pt x="77103" y="18843"/>
                  </a:lnTo>
                  <a:lnTo>
                    <a:pt x="72324" y="16455"/>
                  </a:lnTo>
                  <a:lnTo>
                    <a:pt x="67471" y="14221"/>
                  </a:lnTo>
                  <a:lnTo>
                    <a:pt x="62549" y="12143"/>
                  </a:lnTo>
                  <a:lnTo>
                    <a:pt x="57564" y="10223"/>
                  </a:lnTo>
                  <a:lnTo>
                    <a:pt x="52520" y="8464"/>
                  </a:lnTo>
                  <a:lnTo>
                    <a:pt x="47422" y="6867"/>
                  </a:lnTo>
                  <a:lnTo>
                    <a:pt x="42275" y="5433"/>
                  </a:lnTo>
                  <a:lnTo>
                    <a:pt x="37086" y="4165"/>
                  </a:lnTo>
                  <a:lnTo>
                    <a:pt x="31858" y="3063"/>
                  </a:lnTo>
                  <a:lnTo>
                    <a:pt x="26598" y="2129"/>
                  </a:lnTo>
                  <a:lnTo>
                    <a:pt x="21311" y="1364"/>
                  </a:lnTo>
                  <a:lnTo>
                    <a:pt x="16002" y="767"/>
                  </a:lnTo>
                  <a:lnTo>
                    <a:pt x="10677" y="341"/>
                  </a:lnTo>
                  <a:lnTo>
                    <a:pt x="5341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598279" y="4213821"/>
              <a:ext cx="130192" cy="167167"/>
            </a:xfrm>
            <a:custGeom>
              <a:avLst/>
              <a:pathLst>
                <a:path w="130192" h="167167">
                  <a:moveTo>
                    <a:pt x="130192" y="0"/>
                  </a:moveTo>
                  <a:lnTo>
                    <a:pt x="124665" y="91"/>
                  </a:lnTo>
                  <a:lnTo>
                    <a:pt x="119145" y="365"/>
                  </a:lnTo>
                  <a:lnTo>
                    <a:pt x="113637" y="821"/>
                  </a:lnTo>
                  <a:lnTo>
                    <a:pt x="108146" y="1460"/>
                  </a:lnTo>
                  <a:lnTo>
                    <a:pt x="102680" y="2279"/>
                  </a:lnTo>
                  <a:lnTo>
                    <a:pt x="97244" y="3279"/>
                  </a:lnTo>
                  <a:lnTo>
                    <a:pt x="91844" y="4457"/>
                  </a:lnTo>
                  <a:lnTo>
                    <a:pt x="86486" y="5814"/>
                  </a:lnTo>
                  <a:lnTo>
                    <a:pt x="81175" y="7347"/>
                  </a:lnTo>
                  <a:lnTo>
                    <a:pt x="75919" y="9055"/>
                  </a:lnTo>
                  <a:lnTo>
                    <a:pt x="70721" y="10936"/>
                  </a:lnTo>
                  <a:lnTo>
                    <a:pt x="65589" y="12987"/>
                  </a:lnTo>
                  <a:lnTo>
                    <a:pt x="60527" y="15207"/>
                  </a:lnTo>
                  <a:lnTo>
                    <a:pt x="55541" y="17593"/>
                  </a:lnTo>
                  <a:lnTo>
                    <a:pt x="50637" y="20143"/>
                  </a:lnTo>
                  <a:lnTo>
                    <a:pt x="45820" y="22854"/>
                  </a:lnTo>
                  <a:lnTo>
                    <a:pt x="41095" y="25722"/>
                  </a:lnTo>
                  <a:lnTo>
                    <a:pt x="36468" y="28745"/>
                  </a:lnTo>
                  <a:lnTo>
                    <a:pt x="31943" y="31919"/>
                  </a:lnTo>
                  <a:lnTo>
                    <a:pt x="27525" y="35241"/>
                  </a:lnTo>
                  <a:lnTo>
                    <a:pt x="23220" y="38707"/>
                  </a:lnTo>
                  <a:lnTo>
                    <a:pt x="19032" y="42314"/>
                  </a:lnTo>
                  <a:lnTo>
                    <a:pt x="14965" y="46057"/>
                  </a:lnTo>
                  <a:lnTo>
                    <a:pt x="11024" y="49932"/>
                  </a:lnTo>
                  <a:lnTo>
                    <a:pt x="7213" y="53936"/>
                  </a:lnTo>
                  <a:lnTo>
                    <a:pt x="3537" y="58064"/>
                  </a:lnTo>
                  <a:lnTo>
                    <a:pt x="0" y="62310"/>
                  </a:lnTo>
                  <a:lnTo>
                    <a:pt x="130192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598279" y="4276132"/>
              <a:ext cx="130192" cy="104856"/>
            </a:xfrm>
            <a:custGeom>
              <a:avLst/>
              <a:pathLst>
                <a:path w="130192" h="104856">
                  <a:moveTo>
                    <a:pt x="0" y="0"/>
                  </a:moveTo>
                  <a:lnTo>
                    <a:pt x="130192" y="10485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561310" y="4276132"/>
              <a:ext cx="334325" cy="272006"/>
            </a:xfrm>
            <a:custGeom>
              <a:avLst/>
              <a:pathLst>
                <a:path w="334325" h="272006">
                  <a:moveTo>
                    <a:pt x="36968" y="0"/>
                  </a:moveTo>
                  <a:lnTo>
                    <a:pt x="33692" y="4202"/>
                  </a:lnTo>
                  <a:lnTo>
                    <a:pt x="30552" y="8508"/>
                  </a:lnTo>
                  <a:lnTo>
                    <a:pt x="27550" y="12911"/>
                  </a:lnTo>
                  <a:lnTo>
                    <a:pt x="24691" y="17408"/>
                  </a:lnTo>
                  <a:lnTo>
                    <a:pt x="21976" y="21993"/>
                  </a:lnTo>
                  <a:lnTo>
                    <a:pt x="19408" y="26663"/>
                  </a:lnTo>
                  <a:lnTo>
                    <a:pt x="16991" y="31412"/>
                  </a:lnTo>
                  <a:lnTo>
                    <a:pt x="14727" y="36236"/>
                  </a:lnTo>
                  <a:lnTo>
                    <a:pt x="12617" y="41129"/>
                  </a:lnTo>
                  <a:lnTo>
                    <a:pt x="10664" y="46087"/>
                  </a:lnTo>
                  <a:lnTo>
                    <a:pt x="8870" y="51105"/>
                  </a:lnTo>
                  <a:lnTo>
                    <a:pt x="7238" y="56178"/>
                  </a:lnTo>
                  <a:lnTo>
                    <a:pt x="5767" y="61300"/>
                  </a:lnTo>
                  <a:lnTo>
                    <a:pt x="4461" y="66466"/>
                  </a:lnTo>
                  <a:lnTo>
                    <a:pt x="3320" y="71672"/>
                  </a:lnTo>
                  <a:lnTo>
                    <a:pt x="2346" y="76911"/>
                  </a:lnTo>
                  <a:lnTo>
                    <a:pt x="1539" y="82178"/>
                  </a:lnTo>
                  <a:lnTo>
                    <a:pt x="900" y="87469"/>
                  </a:lnTo>
                  <a:lnTo>
                    <a:pt x="430" y="92777"/>
                  </a:lnTo>
                  <a:lnTo>
                    <a:pt x="130" y="98097"/>
                  </a:lnTo>
                  <a:lnTo>
                    <a:pt x="0" y="103425"/>
                  </a:lnTo>
                  <a:lnTo>
                    <a:pt x="39" y="108754"/>
                  </a:lnTo>
                  <a:lnTo>
                    <a:pt x="248" y="114078"/>
                  </a:lnTo>
                  <a:lnTo>
                    <a:pt x="627" y="119394"/>
                  </a:lnTo>
                  <a:lnTo>
                    <a:pt x="1175" y="124695"/>
                  </a:lnTo>
                  <a:lnTo>
                    <a:pt x="1891" y="129975"/>
                  </a:lnTo>
                  <a:lnTo>
                    <a:pt x="2776" y="135230"/>
                  </a:lnTo>
                  <a:lnTo>
                    <a:pt x="3828" y="140454"/>
                  </a:lnTo>
                  <a:lnTo>
                    <a:pt x="5045" y="145642"/>
                  </a:lnTo>
                  <a:lnTo>
                    <a:pt x="6428" y="150789"/>
                  </a:lnTo>
                  <a:lnTo>
                    <a:pt x="7973" y="155888"/>
                  </a:lnTo>
                  <a:lnTo>
                    <a:pt x="9681" y="160936"/>
                  </a:lnTo>
                  <a:lnTo>
                    <a:pt x="11548" y="165927"/>
                  </a:lnTo>
                  <a:lnTo>
                    <a:pt x="13574" y="170856"/>
                  </a:lnTo>
                  <a:lnTo>
                    <a:pt x="15756" y="175718"/>
                  </a:lnTo>
                  <a:lnTo>
                    <a:pt x="18091" y="180508"/>
                  </a:lnTo>
                  <a:lnTo>
                    <a:pt x="20578" y="185221"/>
                  </a:lnTo>
                  <a:lnTo>
                    <a:pt x="23214" y="189852"/>
                  </a:lnTo>
                  <a:lnTo>
                    <a:pt x="25997" y="194397"/>
                  </a:lnTo>
                  <a:lnTo>
                    <a:pt x="28922" y="198851"/>
                  </a:lnTo>
                  <a:lnTo>
                    <a:pt x="31989" y="203210"/>
                  </a:lnTo>
                  <a:lnTo>
                    <a:pt x="35192" y="207468"/>
                  </a:lnTo>
                  <a:lnTo>
                    <a:pt x="38530" y="211622"/>
                  </a:lnTo>
                  <a:lnTo>
                    <a:pt x="41998" y="215668"/>
                  </a:lnTo>
                  <a:lnTo>
                    <a:pt x="45594" y="219601"/>
                  </a:lnTo>
                  <a:lnTo>
                    <a:pt x="49313" y="223417"/>
                  </a:lnTo>
                  <a:lnTo>
                    <a:pt x="53152" y="227113"/>
                  </a:lnTo>
                  <a:lnTo>
                    <a:pt x="57106" y="230685"/>
                  </a:lnTo>
                  <a:lnTo>
                    <a:pt x="61173" y="234129"/>
                  </a:lnTo>
                  <a:lnTo>
                    <a:pt x="65347" y="237442"/>
                  </a:lnTo>
                  <a:lnTo>
                    <a:pt x="69625" y="240619"/>
                  </a:lnTo>
                  <a:lnTo>
                    <a:pt x="74002" y="243659"/>
                  </a:lnTo>
                  <a:lnTo>
                    <a:pt x="78473" y="246558"/>
                  </a:lnTo>
                  <a:lnTo>
                    <a:pt x="83035" y="249313"/>
                  </a:lnTo>
                  <a:lnTo>
                    <a:pt x="87682" y="251921"/>
                  </a:lnTo>
                  <a:lnTo>
                    <a:pt x="92410" y="254379"/>
                  </a:lnTo>
                  <a:lnTo>
                    <a:pt x="97214" y="256686"/>
                  </a:lnTo>
                  <a:lnTo>
                    <a:pt x="102089" y="258838"/>
                  </a:lnTo>
                  <a:lnTo>
                    <a:pt x="107030" y="260834"/>
                  </a:lnTo>
                  <a:lnTo>
                    <a:pt x="112032" y="262672"/>
                  </a:lnTo>
                  <a:lnTo>
                    <a:pt x="117090" y="264349"/>
                  </a:lnTo>
                  <a:lnTo>
                    <a:pt x="122199" y="265864"/>
                  </a:lnTo>
                  <a:lnTo>
                    <a:pt x="127354" y="267215"/>
                  </a:lnTo>
                  <a:lnTo>
                    <a:pt x="132549" y="268401"/>
                  </a:lnTo>
                  <a:lnTo>
                    <a:pt x="137780" y="269421"/>
                  </a:lnTo>
                  <a:lnTo>
                    <a:pt x="143040" y="270274"/>
                  </a:lnTo>
                  <a:lnTo>
                    <a:pt x="148325" y="270959"/>
                  </a:lnTo>
                  <a:lnTo>
                    <a:pt x="153628" y="271475"/>
                  </a:lnTo>
                  <a:lnTo>
                    <a:pt x="158946" y="271821"/>
                  </a:lnTo>
                  <a:lnTo>
                    <a:pt x="164272" y="271998"/>
                  </a:lnTo>
                  <a:lnTo>
                    <a:pt x="169601" y="272006"/>
                  </a:lnTo>
                  <a:lnTo>
                    <a:pt x="174927" y="271843"/>
                  </a:lnTo>
                  <a:lnTo>
                    <a:pt x="180246" y="271511"/>
                  </a:lnTo>
                  <a:lnTo>
                    <a:pt x="185551" y="271009"/>
                  </a:lnTo>
                  <a:lnTo>
                    <a:pt x="190838" y="270338"/>
                  </a:lnTo>
                  <a:lnTo>
                    <a:pt x="196100" y="269499"/>
                  </a:lnTo>
                  <a:lnTo>
                    <a:pt x="201333" y="268493"/>
                  </a:lnTo>
                  <a:lnTo>
                    <a:pt x="206532" y="267321"/>
                  </a:lnTo>
                  <a:lnTo>
                    <a:pt x="211690" y="265984"/>
                  </a:lnTo>
                  <a:lnTo>
                    <a:pt x="216803" y="264482"/>
                  </a:lnTo>
                  <a:lnTo>
                    <a:pt x="221866" y="262819"/>
                  </a:lnTo>
                  <a:lnTo>
                    <a:pt x="226873" y="260995"/>
                  </a:lnTo>
                  <a:lnTo>
                    <a:pt x="231819" y="259013"/>
                  </a:lnTo>
                  <a:lnTo>
                    <a:pt x="236700" y="256873"/>
                  </a:lnTo>
                  <a:lnTo>
                    <a:pt x="241510" y="254580"/>
                  </a:lnTo>
                  <a:lnTo>
                    <a:pt x="246245" y="252134"/>
                  </a:lnTo>
                  <a:lnTo>
                    <a:pt x="250899" y="249538"/>
                  </a:lnTo>
                  <a:lnTo>
                    <a:pt x="255468" y="246796"/>
                  </a:lnTo>
                  <a:lnTo>
                    <a:pt x="259947" y="243909"/>
                  </a:lnTo>
                  <a:lnTo>
                    <a:pt x="264332" y="240881"/>
                  </a:lnTo>
                  <a:lnTo>
                    <a:pt x="268618" y="237714"/>
                  </a:lnTo>
                  <a:lnTo>
                    <a:pt x="272801" y="234413"/>
                  </a:lnTo>
                  <a:lnTo>
                    <a:pt x="276877" y="230980"/>
                  </a:lnTo>
                  <a:lnTo>
                    <a:pt x="280841" y="227419"/>
                  </a:lnTo>
                  <a:lnTo>
                    <a:pt x="284690" y="223733"/>
                  </a:lnTo>
                  <a:lnTo>
                    <a:pt x="288419" y="219927"/>
                  </a:lnTo>
                  <a:lnTo>
                    <a:pt x="292026" y="216003"/>
                  </a:lnTo>
                  <a:lnTo>
                    <a:pt x="295505" y="211967"/>
                  </a:lnTo>
                  <a:lnTo>
                    <a:pt x="298854" y="207822"/>
                  </a:lnTo>
                  <a:lnTo>
                    <a:pt x="302069" y="203572"/>
                  </a:lnTo>
                  <a:lnTo>
                    <a:pt x="305147" y="199222"/>
                  </a:lnTo>
                  <a:lnTo>
                    <a:pt x="308084" y="194776"/>
                  </a:lnTo>
                  <a:lnTo>
                    <a:pt x="310879" y="190238"/>
                  </a:lnTo>
                  <a:lnTo>
                    <a:pt x="313527" y="185614"/>
                  </a:lnTo>
                  <a:lnTo>
                    <a:pt x="316027" y="180908"/>
                  </a:lnTo>
                  <a:lnTo>
                    <a:pt x="318375" y="176124"/>
                  </a:lnTo>
                  <a:lnTo>
                    <a:pt x="320570" y="171268"/>
                  </a:lnTo>
                  <a:lnTo>
                    <a:pt x="322609" y="166345"/>
                  </a:lnTo>
                  <a:lnTo>
                    <a:pt x="324490" y="161359"/>
                  </a:lnTo>
                  <a:lnTo>
                    <a:pt x="326211" y="156315"/>
                  </a:lnTo>
                  <a:lnTo>
                    <a:pt x="327770" y="151220"/>
                  </a:lnTo>
                  <a:lnTo>
                    <a:pt x="329166" y="146077"/>
                  </a:lnTo>
                  <a:lnTo>
                    <a:pt x="330398" y="140892"/>
                  </a:lnTo>
                  <a:lnTo>
                    <a:pt x="331464" y="135671"/>
                  </a:lnTo>
                  <a:lnTo>
                    <a:pt x="332362" y="130419"/>
                  </a:lnTo>
                  <a:lnTo>
                    <a:pt x="333093" y="125140"/>
                  </a:lnTo>
                  <a:lnTo>
                    <a:pt x="333655" y="119841"/>
                  </a:lnTo>
                  <a:lnTo>
                    <a:pt x="334048" y="114526"/>
                  </a:lnTo>
                  <a:lnTo>
                    <a:pt x="334272" y="109202"/>
                  </a:lnTo>
                  <a:lnTo>
                    <a:pt x="334325" y="103873"/>
                  </a:lnTo>
                  <a:lnTo>
                    <a:pt x="334209" y="98546"/>
                  </a:lnTo>
                  <a:lnTo>
                    <a:pt x="333923" y="93225"/>
                  </a:lnTo>
                  <a:lnTo>
                    <a:pt x="333468" y="87915"/>
                  </a:lnTo>
                  <a:lnTo>
                    <a:pt x="332843" y="82623"/>
                  </a:lnTo>
                  <a:lnTo>
                    <a:pt x="167161" y="10485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728472" y="4213821"/>
              <a:ext cx="165682" cy="167167"/>
            </a:xfrm>
            <a:custGeom>
              <a:avLst/>
              <a:pathLst>
                <a:path w="165682" h="167167">
                  <a:moveTo>
                    <a:pt x="165682" y="144934"/>
                  </a:moveTo>
                  <a:lnTo>
                    <a:pt x="164867" y="139534"/>
                  </a:lnTo>
                  <a:lnTo>
                    <a:pt x="163877" y="134164"/>
                  </a:lnTo>
                  <a:lnTo>
                    <a:pt x="162711" y="128829"/>
                  </a:lnTo>
                  <a:lnTo>
                    <a:pt x="161372" y="123535"/>
                  </a:lnTo>
                  <a:lnTo>
                    <a:pt x="159861" y="118287"/>
                  </a:lnTo>
                  <a:lnTo>
                    <a:pt x="158179" y="113092"/>
                  </a:lnTo>
                  <a:lnTo>
                    <a:pt x="156329" y="107954"/>
                  </a:lnTo>
                  <a:lnTo>
                    <a:pt x="154311" y="102880"/>
                  </a:lnTo>
                  <a:lnTo>
                    <a:pt x="152129" y="97874"/>
                  </a:lnTo>
                  <a:lnTo>
                    <a:pt x="149785" y="92942"/>
                  </a:lnTo>
                  <a:lnTo>
                    <a:pt x="147280" y="88089"/>
                  </a:lnTo>
                  <a:lnTo>
                    <a:pt x="144619" y="83321"/>
                  </a:lnTo>
                  <a:lnTo>
                    <a:pt x="141803" y="78642"/>
                  </a:lnTo>
                  <a:lnTo>
                    <a:pt x="138836" y="74057"/>
                  </a:lnTo>
                  <a:lnTo>
                    <a:pt x="135721" y="69572"/>
                  </a:lnTo>
                  <a:lnTo>
                    <a:pt x="132461" y="65191"/>
                  </a:lnTo>
                  <a:lnTo>
                    <a:pt x="129059" y="60919"/>
                  </a:lnTo>
                  <a:lnTo>
                    <a:pt x="125520" y="56761"/>
                  </a:lnTo>
                  <a:lnTo>
                    <a:pt x="121847" y="52720"/>
                  </a:lnTo>
                  <a:lnTo>
                    <a:pt x="118044" y="48801"/>
                  </a:lnTo>
                  <a:lnTo>
                    <a:pt x="114115" y="45009"/>
                  </a:lnTo>
                  <a:lnTo>
                    <a:pt x="110064" y="41346"/>
                  </a:lnTo>
                  <a:lnTo>
                    <a:pt x="105895" y="37819"/>
                  </a:lnTo>
                  <a:lnTo>
                    <a:pt x="101614" y="34429"/>
                  </a:lnTo>
                  <a:lnTo>
                    <a:pt x="97224" y="31181"/>
                  </a:lnTo>
                  <a:lnTo>
                    <a:pt x="92731" y="28078"/>
                  </a:lnTo>
                  <a:lnTo>
                    <a:pt x="88138" y="25123"/>
                  </a:lnTo>
                  <a:lnTo>
                    <a:pt x="83452" y="22320"/>
                  </a:lnTo>
                  <a:lnTo>
                    <a:pt x="78676" y="19671"/>
                  </a:lnTo>
                  <a:lnTo>
                    <a:pt x="73817" y="17180"/>
                  </a:lnTo>
                  <a:lnTo>
                    <a:pt x="68878" y="14849"/>
                  </a:lnTo>
                  <a:lnTo>
                    <a:pt x="63867" y="12681"/>
                  </a:lnTo>
                  <a:lnTo>
                    <a:pt x="58787" y="10677"/>
                  </a:lnTo>
                  <a:lnTo>
                    <a:pt x="53644" y="8841"/>
                  </a:lnTo>
                  <a:lnTo>
                    <a:pt x="48444" y="7173"/>
                  </a:lnTo>
                  <a:lnTo>
                    <a:pt x="43192" y="5676"/>
                  </a:lnTo>
                  <a:lnTo>
                    <a:pt x="37895" y="4351"/>
                  </a:lnTo>
                  <a:lnTo>
                    <a:pt x="32556" y="3200"/>
                  </a:lnTo>
                  <a:lnTo>
                    <a:pt x="27184" y="2225"/>
                  </a:lnTo>
                  <a:lnTo>
                    <a:pt x="21782" y="1425"/>
                  </a:lnTo>
                  <a:lnTo>
                    <a:pt x="16356" y="802"/>
                  </a:lnTo>
                  <a:lnTo>
                    <a:pt x="10914" y="356"/>
                  </a:lnTo>
                  <a:lnTo>
                    <a:pt x="5460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52977" y="3707720"/>
              <a:ext cx="166034" cy="167167"/>
            </a:xfrm>
            <a:custGeom>
              <a:avLst/>
              <a:pathLst>
                <a:path w="166034" h="167167">
                  <a:moveTo>
                    <a:pt x="166034" y="0"/>
                  </a:moveTo>
                  <a:lnTo>
                    <a:pt x="160632" y="87"/>
                  </a:lnTo>
                  <a:lnTo>
                    <a:pt x="155236" y="349"/>
                  </a:lnTo>
                  <a:lnTo>
                    <a:pt x="149852" y="785"/>
                  </a:lnTo>
                  <a:lnTo>
                    <a:pt x="144484" y="1394"/>
                  </a:lnTo>
                  <a:lnTo>
                    <a:pt x="139139" y="2177"/>
                  </a:lnTo>
                  <a:lnTo>
                    <a:pt x="133822" y="3132"/>
                  </a:lnTo>
                  <a:lnTo>
                    <a:pt x="128538" y="4259"/>
                  </a:lnTo>
                  <a:lnTo>
                    <a:pt x="123294" y="5555"/>
                  </a:lnTo>
                  <a:lnTo>
                    <a:pt x="118094" y="7021"/>
                  </a:lnTo>
                  <a:lnTo>
                    <a:pt x="112945" y="8653"/>
                  </a:lnTo>
                  <a:lnTo>
                    <a:pt x="107851" y="10452"/>
                  </a:lnTo>
                  <a:lnTo>
                    <a:pt x="102817" y="12413"/>
                  </a:lnTo>
                  <a:lnTo>
                    <a:pt x="97850" y="14537"/>
                  </a:lnTo>
                  <a:lnTo>
                    <a:pt x="92954" y="16820"/>
                  </a:lnTo>
                  <a:lnTo>
                    <a:pt x="88134" y="19260"/>
                  </a:lnTo>
                  <a:lnTo>
                    <a:pt x="83395" y="21854"/>
                  </a:lnTo>
                  <a:lnTo>
                    <a:pt x="78743" y="24600"/>
                  </a:lnTo>
                  <a:lnTo>
                    <a:pt x="74182" y="27495"/>
                  </a:lnTo>
                  <a:lnTo>
                    <a:pt x="69717" y="30536"/>
                  </a:lnTo>
                  <a:lnTo>
                    <a:pt x="65353" y="33719"/>
                  </a:lnTo>
                  <a:lnTo>
                    <a:pt x="61093" y="37042"/>
                  </a:lnTo>
                  <a:lnTo>
                    <a:pt x="56943" y="40501"/>
                  </a:lnTo>
                  <a:lnTo>
                    <a:pt x="52908" y="44092"/>
                  </a:lnTo>
                  <a:lnTo>
                    <a:pt x="48990" y="47812"/>
                  </a:lnTo>
                  <a:lnTo>
                    <a:pt x="45194" y="51656"/>
                  </a:lnTo>
                  <a:lnTo>
                    <a:pt x="41525" y="55621"/>
                  </a:lnTo>
                  <a:lnTo>
                    <a:pt x="37986" y="59702"/>
                  </a:lnTo>
                  <a:lnTo>
                    <a:pt x="34580" y="63896"/>
                  </a:lnTo>
                  <a:lnTo>
                    <a:pt x="31312" y="68197"/>
                  </a:lnTo>
                  <a:lnTo>
                    <a:pt x="28185" y="72602"/>
                  </a:lnTo>
                  <a:lnTo>
                    <a:pt x="25201" y="77105"/>
                  </a:lnTo>
                  <a:lnTo>
                    <a:pt x="22364" y="81703"/>
                  </a:lnTo>
                  <a:lnTo>
                    <a:pt x="19678" y="86390"/>
                  </a:lnTo>
                  <a:lnTo>
                    <a:pt x="17144" y="91161"/>
                  </a:lnTo>
                  <a:lnTo>
                    <a:pt x="14766" y="96012"/>
                  </a:lnTo>
                  <a:lnTo>
                    <a:pt x="12546" y="100936"/>
                  </a:lnTo>
                  <a:lnTo>
                    <a:pt x="10486" y="105931"/>
                  </a:lnTo>
                  <a:lnTo>
                    <a:pt x="8589" y="110989"/>
                  </a:lnTo>
                  <a:lnTo>
                    <a:pt x="6856" y="116105"/>
                  </a:lnTo>
                  <a:lnTo>
                    <a:pt x="5289" y="121275"/>
                  </a:lnTo>
                  <a:lnTo>
                    <a:pt x="3890" y="126493"/>
                  </a:lnTo>
                  <a:lnTo>
                    <a:pt x="2660" y="131754"/>
                  </a:lnTo>
                  <a:lnTo>
                    <a:pt x="1601" y="137051"/>
                  </a:lnTo>
                  <a:lnTo>
                    <a:pt x="714" y="142380"/>
                  </a:lnTo>
                  <a:lnTo>
                    <a:pt x="0" y="147734"/>
                  </a:lnTo>
                  <a:lnTo>
                    <a:pt x="166034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51852" y="3708707"/>
              <a:ext cx="334324" cy="333342"/>
            </a:xfrm>
            <a:custGeom>
              <a:avLst/>
              <a:pathLst>
                <a:path w="334324" h="333342">
                  <a:moveTo>
                    <a:pt x="1124" y="146748"/>
                  </a:moveTo>
                  <a:lnTo>
                    <a:pt x="592" y="152017"/>
                  </a:lnTo>
                  <a:lnTo>
                    <a:pt x="227" y="157300"/>
                  </a:lnTo>
                  <a:lnTo>
                    <a:pt x="29" y="162592"/>
                  </a:lnTo>
                  <a:lnTo>
                    <a:pt x="0" y="167887"/>
                  </a:lnTo>
                  <a:lnTo>
                    <a:pt x="137" y="173181"/>
                  </a:lnTo>
                  <a:lnTo>
                    <a:pt x="443" y="178468"/>
                  </a:lnTo>
                  <a:lnTo>
                    <a:pt x="916" y="183742"/>
                  </a:lnTo>
                  <a:lnTo>
                    <a:pt x="1555" y="188999"/>
                  </a:lnTo>
                  <a:lnTo>
                    <a:pt x="2361" y="194233"/>
                  </a:lnTo>
                  <a:lnTo>
                    <a:pt x="3332" y="199438"/>
                  </a:lnTo>
                  <a:lnTo>
                    <a:pt x="4468" y="204611"/>
                  </a:lnTo>
                  <a:lnTo>
                    <a:pt x="5767" y="209744"/>
                  </a:lnTo>
                  <a:lnTo>
                    <a:pt x="7228" y="214834"/>
                  </a:lnTo>
                  <a:lnTo>
                    <a:pt x="8849" y="219876"/>
                  </a:lnTo>
                  <a:lnTo>
                    <a:pt x="10629" y="224863"/>
                  </a:lnTo>
                  <a:lnTo>
                    <a:pt x="12566" y="229791"/>
                  </a:lnTo>
                  <a:lnTo>
                    <a:pt x="14659" y="234656"/>
                  </a:lnTo>
                  <a:lnTo>
                    <a:pt x="16904" y="239452"/>
                  </a:lnTo>
                  <a:lnTo>
                    <a:pt x="19300" y="244174"/>
                  </a:lnTo>
                  <a:lnTo>
                    <a:pt x="21845" y="248819"/>
                  </a:lnTo>
                  <a:lnTo>
                    <a:pt x="24535" y="253380"/>
                  </a:lnTo>
                  <a:lnTo>
                    <a:pt x="27369" y="257853"/>
                  </a:lnTo>
                  <a:lnTo>
                    <a:pt x="30343" y="262235"/>
                  </a:lnTo>
                  <a:lnTo>
                    <a:pt x="33454" y="266520"/>
                  </a:lnTo>
                  <a:lnTo>
                    <a:pt x="36699" y="270705"/>
                  </a:lnTo>
                  <a:lnTo>
                    <a:pt x="40075" y="274785"/>
                  </a:lnTo>
                  <a:lnTo>
                    <a:pt x="43579" y="278755"/>
                  </a:lnTo>
                  <a:lnTo>
                    <a:pt x="47207" y="282613"/>
                  </a:lnTo>
                  <a:lnTo>
                    <a:pt x="50955" y="286354"/>
                  </a:lnTo>
                  <a:lnTo>
                    <a:pt x="54819" y="289975"/>
                  </a:lnTo>
                  <a:lnTo>
                    <a:pt x="58797" y="293471"/>
                  </a:lnTo>
                  <a:lnTo>
                    <a:pt x="62883" y="296839"/>
                  </a:lnTo>
                  <a:lnTo>
                    <a:pt x="67074" y="300076"/>
                  </a:lnTo>
                  <a:lnTo>
                    <a:pt x="71365" y="303179"/>
                  </a:lnTo>
                  <a:lnTo>
                    <a:pt x="75752" y="306145"/>
                  </a:lnTo>
                  <a:lnTo>
                    <a:pt x="80231" y="308970"/>
                  </a:lnTo>
                  <a:lnTo>
                    <a:pt x="84798" y="311651"/>
                  </a:lnTo>
                  <a:lnTo>
                    <a:pt x="89447" y="314187"/>
                  </a:lnTo>
                  <a:lnTo>
                    <a:pt x="94174" y="316574"/>
                  </a:lnTo>
                  <a:lnTo>
                    <a:pt x="98974" y="318810"/>
                  </a:lnTo>
                  <a:lnTo>
                    <a:pt x="103842" y="320893"/>
                  </a:lnTo>
                  <a:lnTo>
                    <a:pt x="108774" y="322821"/>
                  </a:lnTo>
                  <a:lnTo>
                    <a:pt x="113765" y="324592"/>
                  </a:lnTo>
                  <a:lnTo>
                    <a:pt x="118810" y="326204"/>
                  </a:lnTo>
                  <a:lnTo>
                    <a:pt x="123902" y="327655"/>
                  </a:lnTo>
                  <a:lnTo>
                    <a:pt x="129039" y="328944"/>
                  </a:lnTo>
                  <a:lnTo>
                    <a:pt x="134213" y="330070"/>
                  </a:lnTo>
                  <a:lnTo>
                    <a:pt x="139421" y="331031"/>
                  </a:lnTo>
                  <a:lnTo>
                    <a:pt x="144656" y="331827"/>
                  </a:lnTo>
                  <a:lnTo>
                    <a:pt x="149914" y="332456"/>
                  </a:lnTo>
                  <a:lnTo>
                    <a:pt x="155189" y="332919"/>
                  </a:lnTo>
                  <a:lnTo>
                    <a:pt x="160477" y="333215"/>
                  </a:lnTo>
                  <a:lnTo>
                    <a:pt x="165771" y="333342"/>
                  </a:lnTo>
                  <a:lnTo>
                    <a:pt x="171066" y="333302"/>
                  </a:lnTo>
                  <a:lnTo>
                    <a:pt x="176357" y="333095"/>
                  </a:lnTo>
                  <a:lnTo>
                    <a:pt x="181640" y="332720"/>
                  </a:lnTo>
                  <a:lnTo>
                    <a:pt x="186907" y="332177"/>
                  </a:lnTo>
                  <a:lnTo>
                    <a:pt x="192155" y="331469"/>
                  </a:lnTo>
                  <a:lnTo>
                    <a:pt x="197378" y="330594"/>
                  </a:lnTo>
                  <a:lnTo>
                    <a:pt x="202570" y="329554"/>
                  </a:lnTo>
                  <a:lnTo>
                    <a:pt x="207727" y="328351"/>
                  </a:lnTo>
                  <a:lnTo>
                    <a:pt x="212844" y="326984"/>
                  </a:lnTo>
                  <a:lnTo>
                    <a:pt x="217914" y="325457"/>
                  </a:lnTo>
                  <a:lnTo>
                    <a:pt x="222933" y="323769"/>
                  </a:lnTo>
                  <a:lnTo>
                    <a:pt x="227897" y="321923"/>
                  </a:lnTo>
                  <a:lnTo>
                    <a:pt x="232799" y="319921"/>
                  </a:lnTo>
                  <a:lnTo>
                    <a:pt x="237636" y="317765"/>
                  </a:lnTo>
                  <a:lnTo>
                    <a:pt x="242402" y="315457"/>
                  </a:lnTo>
                  <a:lnTo>
                    <a:pt x="247092" y="312999"/>
                  </a:lnTo>
                  <a:lnTo>
                    <a:pt x="251703" y="310393"/>
                  </a:lnTo>
                  <a:lnTo>
                    <a:pt x="256228" y="307643"/>
                  </a:lnTo>
                  <a:lnTo>
                    <a:pt x="260664" y="304751"/>
                  </a:lnTo>
                  <a:lnTo>
                    <a:pt x="265006" y="301719"/>
                  </a:lnTo>
                  <a:lnTo>
                    <a:pt x="269250" y="298552"/>
                  </a:lnTo>
                  <a:lnTo>
                    <a:pt x="273392" y="295252"/>
                  </a:lnTo>
                  <a:lnTo>
                    <a:pt x="277426" y="291823"/>
                  </a:lnTo>
                  <a:lnTo>
                    <a:pt x="281351" y="288267"/>
                  </a:lnTo>
                  <a:lnTo>
                    <a:pt x="285160" y="284589"/>
                  </a:lnTo>
                  <a:lnTo>
                    <a:pt x="288852" y="280792"/>
                  </a:lnTo>
                  <a:lnTo>
                    <a:pt x="292421" y="276880"/>
                  </a:lnTo>
                  <a:lnTo>
                    <a:pt x="295864" y="272857"/>
                  </a:lnTo>
                  <a:lnTo>
                    <a:pt x="299178" y="268726"/>
                  </a:lnTo>
                  <a:lnTo>
                    <a:pt x="302360" y="264493"/>
                  </a:lnTo>
                  <a:lnTo>
                    <a:pt x="305406" y="260162"/>
                  </a:lnTo>
                  <a:lnTo>
                    <a:pt x="308314" y="255736"/>
                  </a:lnTo>
                  <a:lnTo>
                    <a:pt x="311079" y="251220"/>
                  </a:lnTo>
                  <a:lnTo>
                    <a:pt x="313701" y="246618"/>
                  </a:lnTo>
                  <a:lnTo>
                    <a:pt x="316175" y="241936"/>
                  </a:lnTo>
                  <a:lnTo>
                    <a:pt x="318500" y="237179"/>
                  </a:lnTo>
                  <a:lnTo>
                    <a:pt x="320673" y="232349"/>
                  </a:lnTo>
                  <a:lnTo>
                    <a:pt x="322691" y="227454"/>
                  </a:lnTo>
                  <a:lnTo>
                    <a:pt x="324554" y="222497"/>
                  </a:lnTo>
                  <a:lnTo>
                    <a:pt x="326259" y="217483"/>
                  </a:lnTo>
                  <a:lnTo>
                    <a:pt x="327804" y="212418"/>
                  </a:lnTo>
                  <a:lnTo>
                    <a:pt x="329188" y="207306"/>
                  </a:lnTo>
                  <a:lnTo>
                    <a:pt x="330409" y="202154"/>
                  </a:lnTo>
                  <a:lnTo>
                    <a:pt x="331467" y="196965"/>
                  </a:lnTo>
                  <a:lnTo>
                    <a:pt x="332359" y="191745"/>
                  </a:lnTo>
                  <a:lnTo>
                    <a:pt x="333086" y="186500"/>
                  </a:lnTo>
                  <a:lnTo>
                    <a:pt x="333647" y="181234"/>
                  </a:lnTo>
                  <a:lnTo>
                    <a:pt x="334040" y="175953"/>
                  </a:lnTo>
                  <a:lnTo>
                    <a:pt x="334266" y="170662"/>
                  </a:lnTo>
                  <a:lnTo>
                    <a:pt x="334324" y="165367"/>
                  </a:lnTo>
                  <a:lnTo>
                    <a:pt x="334214" y="160073"/>
                  </a:lnTo>
                  <a:lnTo>
                    <a:pt x="333937" y="154784"/>
                  </a:lnTo>
                  <a:lnTo>
                    <a:pt x="333492" y="149507"/>
                  </a:lnTo>
                  <a:lnTo>
                    <a:pt x="332881" y="144247"/>
                  </a:lnTo>
                  <a:lnTo>
                    <a:pt x="332103" y="139009"/>
                  </a:lnTo>
                  <a:lnTo>
                    <a:pt x="331159" y="133798"/>
                  </a:lnTo>
                  <a:lnTo>
                    <a:pt x="330051" y="128620"/>
                  </a:lnTo>
                  <a:lnTo>
                    <a:pt x="328780" y="123479"/>
                  </a:lnTo>
                  <a:lnTo>
                    <a:pt x="327346" y="118382"/>
                  </a:lnTo>
                  <a:lnTo>
                    <a:pt x="325752" y="113332"/>
                  </a:lnTo>
                  <a:lnTo>
                    <a:pt x="323998" y="108335"/>
                  </a:lnTo>
                  <a:lnTo>
                    <a:pt x="322088" y="103396"/>
                  </a:lnTo>
                  <a:lnTo>
                    <a:pt x="320021" y="98521"/>
                  </a:lnTo>
                  <a:lnTo>
                    <a:pt x="317801" y="93713"/>
                  </a:lnTo>
                  <a:lnTo>
                    <a:pt x="315430" y="88978"/>
                  </a:lnTo>
                  <a:lnTo>
                    <a:pt x="312911" y="84320"/>
                  </a:lnTo>
                  <a:lnTo>
                    <a:pt x="310245" y="79745"/>
                  </a:lnTo>
                  <a:lnTo>
                    <a:pt x="307435" y="75256"/>
                  </a:lnTo>
                  <a:lnTo>
                    <a:pt x="304485" y="70858"/>
                  </a:lnTo>
                  <a:lnTo>
                    <a:pt x="301397" y="66556"/>
                  </a:lnTo>
                  <a:lnTo>
                    <a:pt x="298174" y="62355"/>
                  </a:lnTo>
                  <a:lnTo>
                    <a:pt x="294820" y="58257"/>
                  </a:lnTo>
                  <a:lnTo>
                    <a:pt x="291337" y="54267"/>
                  </a:lnTo>
                  <a:lnTo>
                    <a:pt x="287730" y="50390"/>
                  </a:lnTo>
                  <a:lnTo>
                    <a:pt x="284002" y="46629"/>
                  </a:lnTo>
                  <a:lnTo>
                    <a:pt x="280157" y="42989"/>
                  </a:lnTo>
                  <a:lnTo>
                    <a:pt x="276198" y="39471"/>
                  </a:lnTo>
                  <a:lnTo>
                    <a:pt x="272130" y="36081"/>
                  </a:lnTo>
                  <a:lnTo>
                    <a:pt x="267956" y="32822"/>
                  </a:lnTo>
                  <a:lnTo>
                    <a:pt x="263682" y="29696"/>
                  </a:lnTo>
                  <a:lnTo>
                    <a:pt x="259310" y="26707"/>
                  </a:lnTo>
                  <a:lnTo>
                    <a:pt x="254846" y="23858"/>
                  </a:lnTo>
                  <a:lnTo>
                    <a:pt x="250295" y="21152"/>
                  </a:lnTo>
                  <a:lnTo>
                    <a:pt x="245659" y="18592"/>
                  </a:lnTo>
                  <a:lnTo>
                    <a:pt x="240945" y="16179"/>
                  </a:lnTo>
                  <a:lnTo>
                    <a:pt x="236157" y="13917"/>
                  </a:lnTo>
                  <a:lnTo>
                    <a:pt x="231299" y="11808"/>
                  </a:lnTo>
                  <a:lnTo>
                    <a:pt x="226378" y="9854"/>
                  </a:lnTo>
                  <a:lnTo>
                    <a:pt x="221397" y="8057"/>
                  </a:lnTo>
                  <a:lnTo>
                    <a:pt x="216361" y="6418"/>
                  </a:lnTo>
                  <a:lnTo>
                    <a:pt x="211276" y="4940"/>
                  </a:lnTo>
                  <a:lnTo>
                    <a:pt x="206147" y="3623"/>
                  </a:lnTo>
                  <a:lnTo>
                    <a:pt x="200978" y="2470"/>
                  </a:lnTo>
                  <a:lnTo>
                    <a:pt x="195776" y="1481"/>
                  </a:lnTo>
                  <a:lnTo>
                    <a:pt x="190545" y="657"/>
                  </a:lnTo>
                  <a:lnTo>
                    <a:pt x="185290" y="0"/>
                  </a:lnTo>
                  <a:lnTo>
                    <a:pt x="167158" y="16618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919011" y="3707720"/>
              <a:ext cx="18132" cy="167167"/>
            </a:xfrm>
            <a:custGeom>
              <a:avLst/>
              <a:pathLst>
                <a:path w="18132" h="167167">
                  <a:moveTo>
                    <a:pt x="18132" y="986"/>
                  </a:moveTo>
                  <a:lnTo>
                    <a:pt x="9079" y="24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tx769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87" name="tx787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88" name="tx788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9" name="tx789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90" name="tx790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91" name="tx791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92" name="tx792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93" name="tx793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94" name="tx794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2025-06-05T16:22:07Z</dcterms:modified>
  <cp:category/>
</cp:coreProperties>
</file>