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3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3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6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3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5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36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5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9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6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0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32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44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22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4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9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58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1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6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43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31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078" y="3170392"/>
              <a:ext cx="1700" cy="167167"/>
            </a:xfrm>
            <a:custGeom>
              <a:avLst/>
              <a:pathLst>
                <a:path w="1700" h="167167">
                  <a:moveTo>
                    <a:pt x="1700" y="0"/>
                  </a:moveTo>
                  <a:lnTo>
                    <a:pt x="0" y="8"/>
                  </a:lnTo>
                  <a:lnTo>
                    <a:pt x="17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78" y="3170401"/>
              <a:ext cx="1700" cy="167158"/>
            </a:xfrm>
            <a:custGeom>
              <a:avLst/>
              <a:pathLst>
                <a:path w="1700" h="167158">
                  <a:moveTo>
                    <a:pt x="0" y="0"/>
                  </a:moveTo>
                  <a:lnTo>
                    <a:pt x="170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816614" y="3170401"/>
              <a:ext cx="334328" cy="334318"/>
            </a:xfrm>
            <a:custGeom>
              <a:avLst/>
              <a:pathLst>
                <a:path w="334328" h="334318">
                  <a:moveTo>
                    <a:pt x="165463" y="0"/>
                  </a:moveTo>
                  <a:lnTo>
                    <a:pt x="160161" y="138"/>
                  </a:lnTo>
                  <a:lnTo>
                    <a:pt x="154866" y="444"/>
                  </a:lnTo>
                  <a:lnTo>
                    <a:pt x="149583" y="918"/>
                  </a:lnTo>
                  <a:lnTo>
                    <a:pt x="144318" y="1559"/>
                  </a:lnTo>
                  <a:lnTo>
                    <a:pt x="139076" y="2367"/>
                  </a:lnTo>
                  <a:lnTo>
                    <a:pt x="133863" y="3341"/>
                  </a:lnTo>
                  <a:lnTo>
                    <a:pt x="128682" y="4480"/>
                  </a:lnTo>
                  <a:lnTo>
                    <a:pt x="123541" y="5783"/>
                  </a:lnTo>
                  <a:lnTo>
                    <a:pt x="118443" y="7248"/>
                  </a:lnTo>
                  <a:lnTo>
                    <a:pt x="113395" y="8874"/>
                  </a:lnTo>
                  <a:lnTo>
                    <a:pt x="108400" y="10660"/>
                  </a:lnTo>
                  <a:lnTo>
                    <a:pt x="103465" y="12603"/>
                  </a:lnTo>
                  <a:lnTo>
                    <a:pt x="98594" y="14701"/>
                  </a:lnTo>
                  <a:lnTo>
                    <a:pt x="93792" y="16953"/>
                  </a:lnTo>
                  <a:lnTo>
                    <a:pt x="89064" y="19357"/>
                  </a:lnTo>
                  <a:lnTo>
                    <a:pt x="84414" y="21909"/>
                  </a:lnTo>
                  <a:lnTo>
                    <a:pt x="79848" y="24607"/>
                  </a:lnTo>
                  <a:lnTo>
                    <a:pt x="75370" y="27449"/>
                  </a:lnTo>
                  <a:lnTo>
                    <a:pt x="70984" y="30431"/>
                  </a:lnTo>
                  <a:lnTo>
                    <a:pt x="66695" y="33551"/>
                  </a:lnTo>
                  <a:lnTo>
                    <a:pt x="62507" y="36806"/>
                  </a:lnTo>
                  <a:lnTo>
                    <a:pt x="58424" y="40192"/>
                  </a:lnTo>
                  <a:lnTo>
                    <a:pt x="54451" y="43705"/>
                  </a:lnTo>
                  <a:lnTo>
                    <a:pt x="50591" y="47343"/>
                  </a:lnTo>
                  <a:lnTo>
                    <a:pt x="46849" y="51102"/>
                  </a:lnTo>
                  <a:lnTo>
                    <a:pt x="43227" y="54977"/>
                  </a:lnTo>
                  <a:lnTo>
                    <a:pt x="39731" y="58965"/>
                  </a:lnTo>
                  <a:lnTo>
                    <a:pt x="36363" y="63062"/>
                  </a:lnTo>
                  <a:lnTo>
                    <a:pt x="33126" y="67264"/>
                  </a:lnTo>
                  <a:lnTo>
                    <a:pt x="30025" y="71567"/>
                  </a:lnTo>
                  <a:lnTo>
                    <a:pt x="27061" y="75966"/>
                  </a:lnTo>
                  <a:lnTo>
                    <a:pt x="24239" y="80456"/>
                  </a:lnTo>
                  <a:lnTo>
                    <a:pt x="21560" y="85034"/>
                  </a:lnTo>
                  <a:lnTo>
                    <a:pt x="19028" y="89694"/>
                  </a:lnTo>
                  <a:lnTo>
                    <a:pt x="16645" y="94433"/>
                  </a:lnTo>
                  <a:lnTo>
                    <a:pt x="14414" y="99245"/>
                  </a:lnTo>
                  <a:lnTo>
                    <a:pt x="12336" y="104125"/>
                  </a:lnTo>
                  <a:lnTo>
                    <a:pt x="10414" y="109068"/>
                  </a:lnTo>
                  <a:lnTo>
                    <a:pt x="8650" y="114070"/>
                  </a:lnTo>
                  <a:lnTo>
                    <a:pt x="7046" y="119126"/>
                  </a:lnTo>
                  <a:lnTo>
                    <a:pt x="5603" y="124229"/>
                  </a:lnTo>
                  <a:lnTo>
                    <a:pt x="4322" y="129376"/>
                  </a:lnTo>
                  <a:lnTo>
                    <a:pt x="3206" y="134562"/>
                  </a:lnTo>
                  <a:lnTo>
                    <a:pt x="2254" y="139779"/>
                  </a:lnTo>
                  <a:lnTo>
                    <a:pt x="1468" y="145025"/>
                  </a:lnTo>
                  <a:lnTo>
                    <a:pt x="850" y="150293"/>
                  </a:lnTo>
                  <a:lnTo>
                    <a:pt x="398" y="155577"/>
                  </a:lnTo>
                  <a:lnTo>
                    <a:pt x="115" y="160874"/>
                  </a:lnTo>
                  <a:lnTo>
                    <a:pt x="0" y="166176"/>
                  </a:lnTo>
                  <a:lnTo>
                    <a:pt x="52" y="171480"/>
                  </a:lnTo>
                  <a:lnTo>
                    <a:pt x="274" y="176779"/>
                  </a:lnTo>
                  <a:lnTo>
                    <a:pt x="663" y="182069"/>
                  </a:lnTo>
                  <a:lnTo>
                    <a:pt x="1220" y="187343"/>
                  </a:lnTo>
                  <a:lnTo>
                    <a:pt x="1944" y="192598"/>
                  </a:lnTo>
                  <a:lnTo>
                    <a:pt x="2834" y="197826"/>
                  </a:lnTo>
                  <a:lnTo>
                    <a:pt x="3889" y="203024"/>
                  </a:lnTo>
                  <a:lnTo>
                    <a:pt x="5109" y="208186"/>
                  </a:lnTo>
                  <a:lnTo>
                    <a:pt x="6493" y="213306"/>
                  </a:lnTo>
                  <a:lnTo>
                    <a:pt x="8037" y="218380"/>
                  </a:lnTo>
                  <a:lnTo>
                    <a:pt x="9743" y="223403"/>
                  </a:lnTo>
                  <a:lnTo>
                    <a:pt x="11606" y="228368"/>
                  </a:lnTo>
                  <a:lnTo>
                    <a:pt x="13626" y="233272"/>
                  </a:lnTo>
                  <a:lnTo>
                    <a:pt x="15801" y="238110"/>
                  </a:lnTo>
                  <a:lnTo>
                    <a:pt x="18128" y="242876"/>
                  </a:lnTo>
                  <a:lnTo>
                    <a:pt x="20605" y="247566"/>
                  </a:lnTo>
                  <a:lnTo>
                    <a:pt x="23230" y="252175"/>
                  </a:lnTo>
                  <a:lnTo>
                    <a:pt x="25999" y="256699"/>
                  </a:lnTo>
                  <a:lnTo>
                    <a:pt x="28911" y="261132"/>
                  </a:lnTo>
                  <a:lnTo>
                    <a:pt x="31962" y="265470"/>
                  </a:lnTo>
                  <a:lnTo>
                    <a:pt x="35149" y="269710"/>
                  </a:lnTo>
                  <a:lnTo>
                    <a:pt x="38469" y="273847"/>
                  </a:lnTo>
                  <a:lnTo>
                    <a:pt x="41918" y="277876"/>
                  </a:lnTo>
                  <a:lnTo>
                    <a:pt x="45493" y="281793"/>
                  </a:lnTo>
                  <a:lnTo>
                    <a:pt x="49191" y="285596"/>
                  </a:lnTo>
                  <a:lnTo>
                    <a:pt x="53008" y="289279"/>
                  </a:lnTo>
                  <a:lnTo>
                    <a:pt x="56940" y="292839"/>
                  </a:lnTo>
                  <a:lnTo>
                    <a:pt x="60982" y="296272"/>
                  </a:lnTo>
                  <a:lnTo>
                    <a:pt x="65132" y="299576"/>
                  </a:lnTo>
                  <a:lnTo>
                    <a:pt x="69384" y="302746"/>
                  </a:lnTo>
                  <a:lnTo>
                    <a:pt x="73734" y="305780"/>
                  </a:lnTo>
                  <a:lnTo>
                    <a:pt x="78179" y="308674"/>
                  </a:lnTo>
                  <a:lnTo>
                    <a:pt x="82713" y="311426"/>
                  </a:lnTo>
                  <a:lnTo>
                    <a:pt x="87333" y="314032"/>
                  </a:lnTo>
                  <a:lnTo>
                    <a:pt x="92032" y="316491"/>
                  </a:lnTo>
                  <a:lnTo>
                    <a:pt x="96808" y="318799"/>
                  </a:lnTo>
                  <a:lnTo>
                    <a:pt x="101654" y="320955"/>
                  </a:lnTo>
                  <a:lnTo>
                    <a:pt x="106566" y="322956"/>
                  </a:lnTo>
                  <a:lnTo>
                    <a:pt x="111539" y="324800"/>
                  </a:lnTo>
                  <a:lnTo>
                    <a:pt x="116568" y="326485"/>
                  </a:lnTo>
                  <a:lnTo>
                    <a:pt x="121648" y="328010"/>
                  </a:lnTo>
                  <a:lnTo>
                    <a:pt x="126774" y="329373"/>
                  </a:lnTo>
                  <a:lnTo>
                    <a:pt x="131940" y="330573"/>
                  </a:lnTo>
                  <a:lnTo>
                    <a:pt x="137142" y="331608"/>
                  </a:lnTo>
                  <a:lnTo>
                    <a:pt x="142374" y="332477"/>
                  </a:lnTo>
                  <a:lnTo>
                    <a:pt x="147631" y="333181"/>
                  </a:lnTo>
                  <a:lnTo>
                    <a:pt x="152908" y="333717"/>
                  </a:lnTo>
                  <a:lnTo>
                    <a:pt x="158199" y="334085"/>
                  </a:lnTo>
                  <a:lnTo>
                    <a:pt x="163499" y="334286"/>
                  </a:lnTo>
                  <a:lnTo>
                    <a:pt x="168803" y="334318"/>
                  </a:lnTo>
                  <a:lnTo>
                    <a:pt x="174105" y="334182"/>
                  </a:lnTo>
                  <a:lnTo>
                    <a:pt x="179400" y="333877"/>
                  </a:lnTo>
                  <a:lnTo>
                    <a:pt x="184683" y="333405"/>
                  </a:lnTo>
                  <a:lnTo>
                    <a:pt x="189948" y="332766"/>
                  </a:lnTo>
                  <a:lnTo>
                    <a:pt x="195191" y="331960"/>
                  </a:lnTo>
                  <a:lnTo>
                    <a:pt x="200405" y="330987"/>
                  </a:lnTo>
                  <a:lnTo>
                    <a:pt x="205585" y="329850"/>
                  </a:lnTo>
                  <a:lnTo>
                    <a:pt x="210727" y="328550"/>
                  </a:lnTo>
                  <a:lnTo>
                    <a:pt x="215825" y="327086"/>
                  </a:lnTo>
                  <a:lnTo>
                    <a:pt x="220875" y="325462"/>
                  </a:lnTo>
                  <a:lnTo>
                    <a:pt x="225870" y="323679"/>
                  </a:lnTo>
                  <a:lnTo>
                    <a:pt x="230806" y="321737"/>
                  </a:lnTo>
                  <a:lnTo>
                    <a:pt x="235677" y="319641"/>
                  </a:lnTo>
                  <a:lnTo>
                    <a:pt x="240480" y="317390"/>
                  </a:lnTo>
                  <a:lnTo>
                    <a:pt x="245209" y="314989"/>
                  </a:lnTo>
                  <a:lnTo>
                    <a:pt x="249860" y="312439"/>
                  </a:lnTo>
                  <a:lnTo>
                    <a:pt x="254427" y="309742"/>
                  </a:lnTo>
                  <a:lnTo>
                    <a:pt x="258907" y="306902"/>
                  </a:lnTo>
                  <a:lnTo>
                    <a:pt x="263294" y="303921"/>
                  </a:lnTo>
                  <a:lnTo>
                    <a:pt x="267584" y="300803"/>
                  </a:lnTo>
                  <a:lnTo>
                    <a:pt x="271773" y="297550"/>
                  </a:lnTo>
                  <a:lnTo>
                    <a:pt x="275857" y="294165"/>
                  </a:lnTo>
                  <a:lnTo>
                    <a:pt x="279832" y="290653"/>
                  </a:lnTo>
                  <a:lnTo>
                    <a:pt x="283693" y="287017"/>
                  </a:lnTo>
                  <a:lnTo>
                    <a:pt x="287436" y="283260"/>
                  </a:lnTo>
                  <a:lnTo>
                    <a:pt x="291059" y="279386"/>
                  </a:lnTo>
                  <a:lnTo>
                    <a:pt x="294557" y="275399"/>
                  </a:lnTo>
                  <a:lnTo>
                    <a:pt x="297927" y="271303"/>
                  </a:lnTo>
                  <a:lnTo>
                    <a:pt x="301165" y="267102"/>
                  </a:lnTo>
                  <a:lnTo>
                    <a:pt x="304268" y="262801"/>
                  </a:lnTo>
                  <a:lnTo>
                    <a:pt x="307233" y="258403"/>
                  </a:lnTo>
                  <a:lnTo>
                    <a:pt x="310057" y="253913"/>
                  </a:lnTo>
                  <a:lnTo>
                    <a:pt x="312738" y="249337"/>
                  </a:lnTo>
                  <a:lnTo>
                    <a:pt x="315271" y="244677"/>
                  </a:lnTo>
                  <a:lnTo>
                    <a:pt x="317656" y="239939"/>
                  </a:lnTo>
                  <a:lnTo>
                    <a:pt x="319889" y="235129"/>
                  </a:lnTo>
                  <a:lnTo>
                    <a:pt x="321969" y="230249"/>
                  </a:lnTo>
                  <a:lnTo>
                    <a:pt x="323892" y="225306"/>
                  </a:lnTo>
                  <a:lnTo>
                    <a:pt x="325658" y="220305"/>
                  </a:lnTo>
                  <a:lnTo>
                    <a:pt x="327264" y="215250"/>
                  </a:lnTo>
                  <a:lnTo>
                    <a:pt x="328709" y="210147"/>
                  </a:lnTo>
                  <a:lnTo>
                    <a:pt x="329992" y="205000"/>
                  </a:lnTo>
                  <a:lnTo>
                    <a:pt x="331111" y="199816"/>
                  </a:lnTo>
                  <a:lnTo>
                    <a:pt x="332064" y="194598"/>
                  </a:lnTo>
                  <a:lnTo>
                    <a:pt x="332852" y="189353"/>
                  </a:lnTo>
                  <a:lnTo>
                    <a:pt x="333472" y="184086"/>
                  </a:lnTo>
                  <a:lnTo>
                    <a:pt x="333926" y="178801"/>
                  </a:lnTo>
                  <a:lnTo>
                    <a:pt x="334211" y="173505"/>
                  </a:lnTo>
                  <a:lnTo>
                    <a:pt x="334328" y="168202"/>
                  </a:lnTo>
                  <a:lnTo>
                    <a:pt x="334277" y="162899"/>
                  </a:lnTo>
                  <a:lnTo>
                    <a:pt x="334058" y="157599"/>
                  </a:lnTo>
                  <a:lnTo>
                    <a:pt x="333671" y="152310"/>
                  </a:lnTo>
                  <a:lnTo>
                    <a:pt x="333116" y="147035"/>
                  </a:lnTo>
                  <a:lnTo>
                    <a:pt x="332394" y="141780"/>
                  </a:lnTo>
                  <a:lnTo>
                    <a:pt x="331506" y="136551"/>
                  </a:lnTo>
                  <a:lnTo>
                    <a:pt x="330452" y="131353"/>
                  </a:lnTo>
                  <a:lnTo>
                    <a:pt x="329234" y="126191"/>
                  </a:lnTo>
                  <a:lnTo>
                    <a:pt x="327853" y="121070"/>
                  </a:lnTo>
                  <a:lnTo>
                    <a:pt x="326310" y="115995"/>
                  </a:lnTo>
                  <a:lnTo>
                    <a:pt x="324606" y="110972"/>
                  </a:lnTo>
                  <a:lnTo>
                    <a:pt x="322745" y="106006"/>
                  </a:lnTo>
                  <a:lnTo>
                    <a:pt x="320726" y="101101"/>
                  </a:lnTo>
                  <a:lnTo>
                    <a:pt x="318553" y="96263"/>
                  </a:lnTo>
                  <a:lnTo>
                    <a:pt x="316228" y="91496"/>
                  </a:lnTo>
                  <a:lnTo>
                    <a:pt x="313753" y="86805"/>
                  </a:lnTo>
                  <a:lnTo>
                    <a:pt x="311130" y="82195"/>
                  </a:lnTo>
                  <a:lnTo>
                    <a:pt x="308362" y="77670"/>
                  </a:lnTo>
                  <a:lnTo>
                    <a:pt x="305452" y="73236"/>
                  </a:lnTo>
                  <a:lnTo>
                    <a:pt x="302403" y="68896"/>
                  </a:lnTo>
                  <a:lnTo>
                    <a:pt x="299217" y="64655"/>
                  </a:lnTo>
                  <a:lnTo>
                    <a:pt x="295899" y="60518"/>
                  </a:lnTo>
                  <a:lnTo>
                    <a:pt x="292451" y="56487"/>
                  </a:lnTo>
                  <a:lnTo>
                    <a:pt x="288877" y="52568"/>
                  </a:lnTo>
                  <a:lnTo>
                    <a:pt x="285181" y="48765"/>
                  </a:lnTo>
                  <a:lnTo>
                    <a:pt x="281365" y="45080"/>
                  </a:lnTo>
                  <a:lnTo>
                    <a:pt x="277435" y="41519"/>
                  </a:lnTo>
                  <a:lnTo>
                    <a:pt x="273394" y="38084"/>
                  </a:lnTo>
                  <a:lnTo>
                    <a:pt x="269246" y="34779"/>
                  </a:lnTo>
                  <a:lnTo>
                    <a:pt x="264995" y="31607"/>
                  </a:lnTo>
                  <a:lnTo>
                    <a:pt x="260645" y="28572"/>
                  </a:lnTo>
                  <a:lnTo>
                    <a:pt x="256201" y="25676"/>
                  </a:lnTo>
                  <a:lnTo>
                    <a:pt x="251668" y="22922"/>
                  </a:lnTo>
                  <a:lnTo>
                    <a:pt x="247050" y="20314"/>
                  </a:lnTo>
                  <a:lnTo>
                    <a:pt x="242351" y="17854"/>
                  </a:lnTo>
                  <a:lnTo>
                    <a:pt x="237577" y="15544"/>
                  </a:lnTo>
                  <a:lnTo>
                    <a:pt x="232731" y="13386"/>
                  </a:lnTo>
                  <a:lnTo>
                    <a:pt x="227820" y="11383"/>
                  </a:lnTo>
                  <a:lnTo>
                    <a:pt x="222848" y="9538"/>
                  </a:lnTo>
                  <a:lnTo>
                    <a:pt x="217819" y="7850"/>
                  </a:lnTo>
                  <a:lnTo>
                    <a:pt x="212740" y="6324"/>
                  </a:lnTo>
                  <a:lnTo>
                    <a:pt x="207615" y="4959"/>
                  </a:lnTo>
                  <a:lnTo>
                    <a:pt x="202449" y="3757"/>
                  </a:lnTo>
                  <a:lnTo>
                    <a:pt x="197247" y="2720"/>
                  </a:lnTo>
                  <a:lnTo>
                    <a:pt x="192015" y="1848"/>
                  </a:lnTo>
                  <a:lnTo>
                    <a:pt x="186758" y="1143"/>
                  </a:lnTo>
                  <a:lnTo>
                    <a:pt x="181482" y="605"/>
                  </a:lnTo>
                  <a:lnTo>
                    <a:pt x="176191" y="235"/>
                  </a:lnTo>
                  <a:lnTo>
                    <a:pt x="167164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3779" y="3170392"/>
              <a:ext cx="9026" cy="167167"/>
            </a:xfrm>
            <a:custGeom>
              <a:avLst/>
              <a:pathLst>
                <a:path w="9026" h="167167">
                  <a:moveTo>
                    <a:pt x="9026" y="2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89840" y="2633064"/>
              <a:ext cx="29171" cy="167167"/>
            </a:xfrm>
            <a:custGeom>
              <a:avLst/>
              <a:pathLst>
                <a:path w="29171" h="167167">
                  <a:moveTo>
                    <a:pt x="29171" y="0"/>
                  </a:moveTo>
                  <a:lnTo>
                    <a:pt x="21843" y="160"/>
                  </a:lnTo>
                  <a:lnTo>
                    <a:pt x="14529" y="642"/>
                  </a:lnTo>
                  <a:lnTo>
                    <a:pt x="7243" y="1444"/>
                  </a:lnTo>
                  <a:lnTo>
                    <a:pt x="0" y="2564"/>
                  </a:lnTo>
                  <a:lnTo>
                    <a:pt x="291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9840" y="2635629"/>
              <a:ext cx="29171" cy="164602"/>
            </a:xfrm>
            <a:custGeom>
              <a:avLst/>
              <a:pathLst>
                <a:path w="29171" h="164602">
                  <a:moveTo>
                    <a:pt x="0" y="0"/>
                  </a:moveTo>
                  <a:lnTo>
                    <a:pt x="29171" y="1646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1844" y="2635629"/>
              <a:ext cx="334325" cy="331762"/>
            </a:xfrm>
            <a:custGeom>
              <a:avLst/>
              <a:pathLst>
                <a:path w="334325" h="331762">
                  <a:moveTo>
                    <a:pt x="137995" y="0"/>
                  </a:moveTo>
                  <a:lnTo>
                    <a:pt x="132800" y="1005"/>
                  </a:lnTo>
                  <a:lnTo>
                    <a:pt x="127639" y="2175"/>
                  </a:lnTo>
                  <a:lnTo>
                    <a:pt x="122518" y="3507"/>
                  </a:lnTo>
                  <a:lnTo>
                    <a:pt x="117442" y="5001"/>
                  </a:lnTo>
                  <a:lnTo>
                    <a:pt x="112416" y="6655"/>
                  </a:lnTo>
                  <a:lnTo>
                    <a:pt x="107444" y="8467"/>
                  </a:lnTo>
                  <a:lnTo>
                    <a:pt x="102532" y="10435"/>
                  </a:lnTo>
                  <a:lnTo>
                    <a:pt x="97685" y="12558"/>
                  </a:lnTo>
                  <a:lnTo>
                    <a:pt x="92908" y="14833"/>
                  </a:lnTo>
                  <a:lnTo>
                    <a:pt x="88205" y="17259"/>
                  </a:lnTo>
                  <a:lnTo>
                    <a:pt x="83581" y="19832"/>
                  </a:lnTo>
                  <a:lnTo>
                    <a:pt x="79041" y="22550"/>
                  </a:lnTo>
                  <a:lnTo>
                    <a:pt x="74589" y="25410"/>
                  </a:lnTo>
                  <a:lnTo>
                    <a:pt x="70230" y="28410"/>
                  </a:lnTo>
                  <a:lnTo>
                    <a:pt x="65968" y="31546"/>
                  </a:lnTo>
                  <a:lnTo>
                    <a:pt x="61808" y="34816"/>
                  </a:lnTo>
                  <a:lnTo>
                    <a:pt x="57753" y="38215"/>
                  </a:lnTo>
                  <a:lnTo>
                    <a:pt x="53808" y="41741"/>
                  </a:lnTo>
                  <a:lnTo>
                    <a:pt x="49976" y="45391"/>
                  </a:lnTo>
                  <a:lnTo>
                    <a:pt x="46261" y="49160"/>
                  </a:lnTo>
                  <a:lnTo>
                    <a:pt x="42668" y="53044"/>
                  </a:lnTo>
                  <a:lnTo>
                    <a:pt x="39200" y="57040"/>
                  </a:lnTo>
                  <a:lnTo>
                    <a:pt x="35860" y="61144"/>
                  </a:lnTo>
                  <a:lnTo>
                    <a:pt x="32651" y="65352"/>
                  </a:lnTo>
                  <a:lnTo>
                    <a:pt x="29577" y="69659"/>
                  </a:lnTo>
                  <a:lnTo>
                    <a:pt x="26641" y="74061"/>
                  </a:lnTo>
                  <a:lnTo>
                    <a:pt x="23846" y="78554"/>
                  </a:lnTo>
                  <a:lnTo>
                    <a:pt x="21194" y="83134"/>
                  </a:lnTo>
                  <a:lnTo>
                    <a:pt x="18689" y="87794"/>
                  </a:lnTo>
                  <a:lnTo>
                    <a:pt x="16332" y="92532"/>
                  </a:lnTo>
                  <a:lnTo>
                    <a:pt x="14127" y="97342"/>
                  </a:lnTo>
                  <a:lnTo>
                    <a:pt x="12075" y="102220"/>
                  </a:lnTo>
                  <a:lnTo>
                    <a:pt x="10178" y="107160"/>
                  </a:lnTo>
                  <a:lnTo>
                    <a:pt x="8439" y="112157"/>
                  </a:lnTo>
                  <a:lnTo>
                    <a:pt x="6858" y="117207"/>
                  </a:lnTo>
                  <a:lnTo>
                    <a:pt x="5439" y="122304"/>
                  </a:lnTo>
                  <a:lnTo>
                    <a:pt x="4181" y="127444"/>
                  </a:lnTo>
                  <a:lnTo>
                    <a:pt x="3087" y="132621"/>
                  </a:lnTo>
                  <a:lnTo>
                    <a:pt x="2157" y="137831"/>
                  </a:lnTo>
                  <a:lnTo>
                    <a:pt x="1392" y="143067"/>
                  </a:lnTo>
                  <a:lnTo>
                    <a:pt x="793" y="148324"/>
                  </a:lnTo>
                  <a:lnTo>
                    <a:pt x="362" y="153598"/>
                  </a:lnTo>
                  <a:lnTo>
                    <a:pt x="97" y="158883"/>
                  </a:lnTo>
                  <a:lnTo>
                    <a:pt x="0" y="164173"/>
                  </a:lnTo>
                  <a:lnTo>
                    <a:pt x="70" y="169465"/>
                  </a:lnTo>
                  <a:lnTo>
                    <a:pt x="307" y="174751"/>
                  </a:lnTo>
                  <a:lnTo>
                    <a:pt x="712" y="180027"/>
                  </a:lnTo>
                  <a:lnTo>
                    <a:pt x="1284" y="185287"/>
                  </a:lnTo>
                  <a:lnTo>
                    <a:pt x="2021" y="190527"/>
                  </a:lnTo>
                  <a:lnTo>
                    <a:pt x="2925" y="195741"/>
                  </a:lnTo>
                  <a:lnTo>
                    <a:pt x="3993" y="200924"/>
                  </a:lnTo>
                  <a:lnTo>
                    <a:pt x="5224" y="206070"/>
                  </a:lnTo>
                  <a:lnTo>
                    <a:pt x="6617" y="211175"/>
                  </a:lnTo>
                  <a:lnTo>
                    <a:pt x="8172" y="216233"/>
                  </a:lnTo>
                  <a:lnTo>
                    <a:pt x="9886" y="221239"/>
                  </a:lnTo>
                  <a:lnTo>
                    <a:pt x="11757" y="226188"/>
                  </a:lnTo>
                  <a:lnTo>
                    <a:pt x="13784" y="231076"/>
                  </a:lnTo>
                  <a:lnTo>
                    <a:pt x="15965" y="235898"/>
                  </a:lnTo>
                  <a:lnTo>
                    <a:pt x="18297" y="240647"/>
                  </a:lnTo>
                  <a:lnTo>
                    <a:pt x="20779" y="245321"/>
                  </a:lnTo>
                  <a:lnTo>
                    <a:pt x="23407" y="249914"/>
                  </a:lnTo>
                  <a:lnTo>
                    <a:pt x="26179" y="254421"/>
                  </a:lnTo>
                  <a:lnTo>
                    <a:pt x="29092" y="258838"/>
                  </a:lnTo>
                  <a:lnTo>
                    <a:pt x="32144" y="263161"/>
                  </a:lnTo>
                  <a:lnTo>
                    <a:pt x="35331" y="267385"/>
                  </a:lnTo>
                  <a:lnTo>
                    <a:pt x="38650" y="271506"/>
                  </a:lnTo>
                  <a:lnTo>
                    <a:pt x="42098" y="275520"/>
                  </a:lnTo>
                  <a:lnTo>
                    <a:pt x="45671" y="279423"/>
                  </a:lnTo>
                  <a:lnTo>
                    <a:pt x="49366" y="283211"/>
                  </a:lnTo>
                  <a:lnTo>
                    <a:pt x="53179" y="286880"/>
                  </a:lnTo>
                  <a:lnTo>
                    <a:pt x="57106" y="290426"/>
                  </a:lnTo>
                  <a:lnTo>
                    <a:pt x="61144" y="293847"/>
                  </a:lnTo>
                  <a:lnTo>
                    <a:pt x="65287" y="297137"/>
                  </a:lnTo>
                  <a:lnTo>
                    <a:pt x="69533" y="300296"/>
                  </a:lnTo>
                  <a:lnTo>
                    <a:pt x="73877" y="303318"/>
                  </a:lnTo>
                  <a:lnTo>
                    <a:pt x="78314" y="306201"/>
                  </a:lnTo>
                  <a:lnTo>
                    <a:pt x="82840" y="308942"/>
                  </a:lnTo>
                  <a:lnTo>
                    <a:pt x="87451" y="311539"/>
                  </a:lnTo>
                  <a:lnTo>
                    <a:pt x="92141" y="313988"/>
                  </a:lnTo>
                  <a:lnTo>
                    <a:pt x="96907" y="316288"/>
                  </a:lnTo>
                  <a:lnTo>
                    <a:pt x="101743" y="318435"/>
                  </a:lnTo>
                  <a:lnTo>
                    <a:pt x="106644" y="320429"/>
                  </a:lnTo>
                  <a:lnTo>
                    <a:pt x="111607" y="322266"/>
                  </a:lnTo>
                  <a:lnTo>
                    <a:pt x="116625" y="323946"/>
                  </a:lnTo>
                  <a:lnTo>
                    <a:pt x="121693" y="325466"/>
                  </a:lnTo>
                  <a:lnTo>
                    <a:pt x="126807" y="326824"/>
                  </a:lnTo>
                  <a:lnTo>
                    <a:pt x="131962" y="328020"/>
                  </a:lnTo>
                  <a:lnTo>
                    <a:pt x="137152" y="329053"/>
                  </a:lnTo>
                  <a:lnTo>
                    <a:pt x="142372" y="329920"/>
                  </a:lnTo>
                  <a:lnTo>
                    <a:pt x="147616" y="330622"/>
                  </a:lnTo>
                  <a:lnTo>
                    <a:pt x="152881" y="331158"/>
                  </a:lnTo>
                  <a:lnTo>
                    <a:pt x="158159" y="331527"/>
                  </a:lnTo>
                  <a:lnTo>
                    <a:pt x="163447" y="331728"/>
                  </a:lnTo>
                  <a:lnTo>
                    <a:pt x="168738" y="331762"/>
                  </a:lnTo>
                  <a:lnTo>
                    <a:pt x="174028" y="331629"/>
                  </a:lnTo>
                  <a:lnTo>
                    <a:pt x="179311" y="331328"/>
                  </a:lnTo>
                  <a:lnTo>
                    <a:pt x="184582" y="330860"/>
                  </a:lnTo>
                  <a:lnTo>
                    <a:pt x="189835" y="330225"/>
                  </a:lnTo>
                  <a:lnTo>
                    <a:pt x="195066" y="329425"/>
                  </a:lnTo>
                  <a:lnTo>
                    <a:pt x="200268" y="328459"/>
                  </a:lnTo>
                  <a:lnTo>
                    <a:pt x="205438" y="327330"/>
                  </a:lnTo>
                  <a:lnTo>
                    <a:pt x="210569" y="326037"/>
                  </a:lnTo>
                  <a:lnTo>
                    <a:pt x="215657" y="324582"/>
                  </a:lnTo>
                  <a:lnTo>
                    <a:pt x="220696" y="322967"/>
                  </a:lnTo>
                  <a:lnTo>
                    <a:pt x="225681" y="321194"/>
                  </a:lnTo>
                  <a:lnTo>
                    <a:pt x="230608" y="319263"/>
                  </a:lnTo>
                  <a:lnTo>
                    <a:pt x="235471" y="317178"/>
                  </a:lnTo>
                  <a:lnTo>
                    <a:pt x="240266" y="314940"/>
                  </a:lnTo>
                  <a:lnTo>
                    <a:pt x="244988" y="312551"/>
                  </a:lnTo>
                  <a:lnTo>
                    <a:pt x="249631" y="310013"/>
                  </a:lnTo>
                  <a:lnTo>
                    <a:pt x="254192" y="307331"/>
                  </a:lnTo>
                  <a:lnTo>
                    <a:pt x="258666" y="304505"/>
                  </a:lnTo>
                  <a:lnTo>
                    <a:pt x="263048" y="301539"/>
                  </a:lnTo>
                  <a:lnTo>
                    <a:pt x="267334" y="298435"/>
                  </a:lnTo>
                  <a:lnTo>
                    <a:pt x="271520" y="295198"/>
                  </a:lnTo>
                  <a:lnTo>
                    <a:pt x="275601" y="291830"/>
                  </a:lnTo>
                  <a:lnTo>
                    <a:pt x="279573" y="288334"/>
                  </a:lnTo>
                  <a:lnTo>
                    <a:pt x="283433" y="284715"/>
                  </a:lnTo>
                  <a:lnTo>
                    <a:pt x="287176" y="280975"/>
                  </a:lnTo>
                  <a:lnTo>
                    <a:pt x="290799" y="277118"/>
                  </a:lnTo>
                  <a:lnTo>
                    <a:pt x="294299" y="273149"/>
                  </a:lnTo>
                  <a:lnTo>
                    <a:pt x="297670" y="269070"/>
                  </a:lnTo>
                  <a:lnTo>
                    <a:pt x="300911" y="264888"/>
                  </a:lnTo>
                  <a:lnTo>
                    <a:pt x="304019" y="260604"/>
                  </a:lnTo>
                  <a:lnTo>
                    <a:pt x="306988" y="256225"/>
                  </a:lnTo>
                  <a:lnTo>
                    <a:pt x="309818" y="251754"/>
                  </a:lnTo>
                  <a:lnTo>
                    <a:pt x="312505" y="247195"/>
                  </a:lnTo>
                  <a:lnTo>
                    <a:pt x="315046" y="242554"/>
                  </a:lnTo>
                  <a:lnTo>
                    <a:pt x="317439" y="237834"/>
                  </a:lnTo>
                  <a:lnTo>
                    <a:pt x="319682" y="233041"/>
                  </a:lnTo>
                  <a:lnTo>
                    <a:pt x="321772" y="228180"/>
                  </a:lnTo>
                  <a:lnTo>
                    <a:pt x="323706" y="223255"/>
                  </a:lnTo>
                  <a:lnTo>
                    <a:pt x="325484" y="218271"/>
                  </a:lnTo>
                  <a:lnTo>
                    <a:pt x="327104" y="213233"/>
                  </a:lnTo>
                  <a:lnTo>
                    <a:pt x="328563" y="208147"/>
                  </a:lnTo>
                  <a:lnTo>
                    <a:pt x="329860" y="203017"/>
                  </a:lnTo>
                  <a:lnTo>
                    <a:pt x="330994" y="197849"/>
                  </a:lnTo>
                  <a:lnTo>
                    <a:pt x="331965" y="192647"/>
                  </a:lnTo>
                  <a:lnTo>
                    <a:pt x="332770" y="187417"/>
                  </a:lnTo>
                  <a:lnTo>
                    <a:pt x="333409" y="182164"/>
                  </a:lnTo>
                  <a:lnTo>
                    <a:pt x="333881" y="176894"/>
                  </a:lnTo>
                  <a:lnTo>
                    <a:pt x="334187" y="171611"/>
                  </a:lnTo>
                  <a:lnTo>
                    <a:pt x="334325" y="166321"/>
                  </a:lnTo>
                  <a:lnTo>
                    <a:pt x="334296" y="161030"/>
                  </a:lnTo>
                  <a:lnTo>
                    <a:pt x="334099" y="155742"/>
                  </a:lnTo>
                  <a:lnTo>
                    <a:pt x="333735" y="150463"/>
                  </a:lnTo>
                  <a:lnTo>
                    <a:pt x="333204" y="145198"/>
                  </a:lnTo>
                  <a:lnTo>
                    <a:pt x="332507" y="139953"/>
                  </a:lnTo>
                  <a:lnTo>
                    <a:pt x="331644" y="134732"/>
                  </a:lnTo>
                  <a:lnTo>
                    <a:pt x="330616" y="129541"/>
                  </a:lnTo>
                  <a:lnTo>
                    <a:pt x="329424" y="124386"/>
                  </a:lnTo>
                  <a:lnTo>
                    <a:pt x="328070" y="119271"/>
                  </a:lnTo>
                  <a:lnTo>
                    <a:pt x="326555" y="114201"/>
                  </a:lnTo>
                  <a:lnTo>
                    <a:pt x="324880" y="109181"/>
                  </a:lnTo>
                  <a:lnTo>
                    <a:pt x="323047" y="104217"/>
                  </a:lnTo>
                  <a:lnTo>
                    <a:pt x="321057" y="99314"/>
                  </a:lnTo>
                  <a:lnTo>
                    <a:pt x="318914" y="94476"/>
                  </a:lnTo>
                  <a:lnTo>
                    <a:pt x="316618" y="89708"/>
                  </a:lnTo>
                  <a:lnTo>
                    <a:pt x="314173" y="85016"/>
                  </a:lnTo>
                  <a:lnTo>
                    <a:pt x="311581" y="80403"/>
                  </a:lnTo>
                  <a:lnTo>
                    <a:pt x="308843" y="75874"/>
                  </a:lnTo>
                  <a:lnTo>
                    <a:pt x="305964" y="71435"/>
                  </a:lnTo>
                  <a:lnTo>
                    <a:pt x="302946" y="67089"/>
                  </a:lnTo>
                  <a:lnTo>
                    <a:pt x="299792" y="62840"/>
                  </a:lnTo>
                  <a:lnTo>
                    <a:pt x="296504" y="58693"/>
                  </a:lnTo>
                  <a:lnTo>
                    <a:pt x="293088" y="54653"/>
                  </a:lnTo>
                  <a:lnTo>
                    <a:pt x="289545" y="50723"/>
                  </a:lnTo>
                  <a:lnTo>
                    <a:pt x="285879" y="46906"/>
                  </a:lnTo>
                  <a:lnTo>
                    <a:pt x="282094" y="43208"/>
                  </a:lnTo>
                  <a:lnTo>
                    <a:pt x="278195" y="39631"/>
                  </a:lnTo>
                  <a:lnTo>
                    <a:pt x="274184" y="36180"/>
                  </a:lnTo>
                  <a:lnTo>
                    <a:pt x="270066" y="32857"/>
                  </a:lnTo>
                  <a:lnTo>
                    <a:pt x="265844" y="29666"/>
                  </a:lnTo>
                  <a:lnTo>
                    <a:pt x="261524" y="26611"/>
                  </a:lnTo>
                  <a:lnTo>
                    <a:pt x="257110" y="23694"/>
                  </a:lnTo>
                  <a:lnTo>
                    <a:pt x="252605" y="20917"/>
                  </a:lnTo>
                  <a:lnTo>
                    <a:pt x="248014" y="18285"/>
                  </a:lnTo>
                  <a:lnTo>
                    <a:pt x="243343" y="15800"/>
                  </a:lnTo>
                  <a:lnTo>
                    <a:pt x="167166" y="1646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9011" y="2633064"/>
              <a:ext cx="76176" cy="167167"/>
            </a:xfrm>
            <a:custGeom>
              <a:avLst/>
              <a:pathLst>
                <a:path w="76176" h="167167">
                  <a:moveTo>
                    <a:pt x="76176" y="18365"/>
                  </a:moveTo>
                  <a:lnTo>
                    <a:pt x="71104" y="15876"/>
                  </a:lnTo>
                  <a:lnTo>
                    <a:pt x="65952" y="13559"/>
                  </a:lnTo>
                  <a:lnTo>
                    <a:pt x="60724" y="11419"/>
                  </a:lnTo>
                  <a:lnTo>
                    <a:pt x="55426" y="9456"/>
                  </a:lnTo>
                  <a:lnTo>
                    <a:pt x="50066" y="7673"/>
                  </a:lnTo>
                  <a:lnTo>
                    <a:pt x="44648" y="6072"/>
                  </a:lnTo>
                  <a:lnTo>
                    <a:pt x="39179" y="4656"/>
                  </a:lnTo>
                  <a:lnTo>
                    <a:pt x="33665" y="3425"/>
                  </a:lnTo>
                  <a:lnTo>
                    <a:pt x="28113" y="2381"/>
                  </a:lnTo>
                  <a:lnTo>
                    <a:pt x="22529" y="1525"/>
                  </a:lnTo>
                  <a:lnTo>
                    <a:pt x="16919" y="858"/>
                  </a:lnTo>
                  <a:lnTo>
                    <a:pt x="11290" y="381"/>
                  </a:lnTo>
                  <a:lnTo>
                    <a:pt x="564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439" y="2126963"/>
              <a:ext cx="6033" cy="167167"/>
            </a:xfrm>
            <a:custGeom>
              <a:avLst/>
              <a:pathLst>
                <a:path w="6033" h="167167">
                  <a:moveTo>
                    <a:pt x="6033" y="0"/>
                  </a:moveTo>
                  <a:lnTo>
                    <a:pt x="0" y="108"/>
                  </a:lnTo>
                  <a:lnTo>
                    <a:pt x="60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439" y="2127072"/>
              <a:ext cx="6033" cy="167058"/>
            </a:xfrm>
            <a:custGeom>
              <a:avLst/>
              <a:pathLst>
                <a:path w="6033" h="167058">
                  <a:moveTo>
                    <a:pt x="0" y="0"/>
                  </a:moveTo>
                  <a:lnTo>
                    <a:pt x="6033" y="1670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561322" y="2127072"/>
              <a:ext cx="326536" cy="334225"/>
            </a:xfrm>
            <a:custGeom>
              <a:avLst/>
              <a:pathLst>
                <a:path w="326536" h="334225">
                  <a:moveTo>
                    <a:pt x="161116" y="0"/>
                  </a:moveTo>
                  <a:lnTo>
                    <a:pt x="155830" y="274"/>
                  </a:lnTo>
                  <a:lnTo>
                    <a:pt x="150555" y="716"/>
                  </a:lnTo>
                  <a:lnTo>
                    <a:pt x="145296" y="1325"/>
                  </a:lnTo>
                  <a:lnTo>
                    <a:pt x="140060" y="2100"/>
                  </a:lnTo>
                  <a:lnTo>
                    <a:pt x="134851" y="3040"/>
                  </a:lnTo>
                  <a:lnTo>
                    <a:pt x="129674" y="4145"/>
                  </a:lnTo>
                  <a:lnTo>
                    <a:pt x="124535" y="5413"/>
                  </a:lnTo>
                  <a:lnTo>
                    <a:pt x="119438" y="6844"/>
                  </a:lnTo>
                  <a:lnTo>
                    <a:pt x="114389" y="8435"/>
                  </a:lnTo>
                  <a:lnTo>
                    <a:pt x="109394" y="10185"/>
                  </a:lnTo>
                  <a:lnTo>
                    <a:pt x="104456" y="12092"/>
                  </a:lnTo>
                  <a:lnTo>
                    <a:pt x="99581" y="14154"/>
                  </a:lnTo>
                  <a:lnTo>
                    <a:pt x="94773" y="16370"/>
                  </a:lnTo>
                  <a:lnTo>
                    <a:pt x="90039" y="18738"/>
                  </a:lnTo>
                  <a:lnTo>
                    <a:pt x="85381" y="21253"/>
                  </a:lnTo>
                  <a:lnTo>
                    <a:pt x="80806" y="23915"/>
                  </a:lnTo>
                  <a:lnTo>
                    <a:pt x="76317" y="26721"/>
                  </a:lnTo>
                  <a:lnTo>
                    <a:pt x="71919" y="29667"/>
                  </a:lnTo>
                  <a:lnTo>
                    <a:pt x="67617" y="32751"/>
                  </a:lnTo>
                  <a:lnTo>
                    <a:pt x="63415" y="35970"/>
                  </a:lnTo>
                  <a:lnTo>
                    <a:pt x="59316" y="39320"/>
                  </a:lnTo>
                  <a:lnTo>
                    <a:pt x="55326" y="42798"/>
                  </a:lnTo>
                  <a:lnTo>
                    <a:pt x="51448" y="46401"/>
                  </a:lnTo>
                  <a:lnTo>
                    <a:pt x="47686" y="50124"/>
                  </a:lnTo>
                  <a:lnTo>
                    <a:pt x="44043" y="53965"/>
                  </a:lnTo>
                  <a:lnTo>
                    <a:pt x="40524" y="57920"/>
                  </a:lnTo>
                  <a:lnTo>
                    <a:pt x="37132" y="61984"/>
                  </a:lnTo>
                  <a:lnTo>
                    <a:pt x="33871" y="66153"/>
                  </a:lnTo>
                  <a:lnTo>
                    <a:pt x="30743" y="70423"/>
                  </a:lnTo>
                  <a:lnTo>
                    <a:pt x="27751" y="74790"/>
                  </a:lnTo>
                  <a:lnTo>
                    <a:pt x="24900" y="79250"/>
                  </a:lnTo>
                  <a:lnTo>
                    <a:pt x="22191" y="83798"/>
                  </a:lnTo>
                  <a:lnTo>
                    <a:pt x="19628" y="88429"/>
                  </a:lnTo>
                  <a:lnTo>
                    <a:pt x="17212" y="93140"/>
                  </a:lnTo>
                  <a:lnTo>
                    <a:pt x="14947" y="97924"/>
                  </a:lnTo>
                  <a:lnTo>
                    <a:pt x="12834" y="102777"/>
                  </a:lnTo>
                  <a:lnTo>
                    <a:pt x="10877" y="107695"/>
                  </a:lnTo>
                  <a:lnTo>
                    <a:pt x="9075" y="112673"/>
                  </a:lnTo>
                  <a:lnTo>
                    <a:pt x="7433" y="117705"/>
                  </a:lnTo>
                  <a:lnTo>
                    <a:pt x="5950" y="122787"/>
                  </a:lnTo>
                  <a:lnTo>
                    <a:pt x="4629" y="127913"/>
                  </a:lnTo>
                  <a:lnTo>
                    <a:pt x="3471" y="133078"/>
                  </a:lnTo>
                  <a:lnTo>
                    <a:pt x="2478" y="138277"/>
                  </a:lnTo>
                  <a:lnTo>
                    <a:pt x="1649" y="143505"/>
                  </a:lnTo>
                  <a:lnTo>
                    <a:pt x="986" y="148757"/>
                  </a:lnTo>
                  <a:lnTo>
                    <a:pt x="490" y="154027"/>
                  </a:lnTo>
                  <a:lnTo>
                    <a:pt x="161" y="159310"/>
                  </a:lnTo>
                  <a:lnTo>
                    <a:pt x="0" y="164601"/>
                  </a:lnTo>
                  <a:lnTo>
                    <a:pt x="6" y="169895"/>
                  </a:lnTo>
                  <a:lnTo>
                    <a:pt x="179" y="175185"/>
                  </a:lnTo>
                  <a:lnTo>
                    <a:pt x="520" y="180468"/>
                  </a:lnTo>
                  <a:lnTo>
                    <a:pt x="1028" y="185737"/>
                  </a:lnTo>
                  <a:lnTo>
                    <a:pt x="1703" y="190987"/>
                  </a:lnTo>
                  <a:lnTo>
                    <a:pt x="2544" y="196213"/>
                  </a:lnTo>
                  <a:lnTo>
                    <a:pt x="3549" y="201410"/>
                  </a:lnTo>
                  <a:lnTo>
                    <a:pt x="4719" y="206573"/>
                  </a:lnTo>
                  <a:lnTo>
                    <a:pt x="6051" y="211696"/>
                  </a:lnTo>
                  <a:lnTo>
                    <a:pt x="7545" y="216774"/>
                  </a:lnTo>
                  <a:lnTo>
                    <a:pt x="9199" y="221802"/>
                  </a:lnTo>
                  <a:lnTo>
                    <a:pt x="11012" y="226776"/>
                  </a:lnTo>
                  <a:lnTo>
                    <a:pt x="12981" y="231689"/>
                  </a:lnTo>
                  <a:lnTo>
                    <a:pt x="15105" y="236538"/>
                  </a:lnTo>
                  <a:lnTo>
                    <a:pt x="17381" y="241317"/>
                  </a:lnTo>
                  <a:lnTo>
                    <a:pt x="19807" y="246022"/>
                  </a:lnTo>
                  <a:lnTo>
                    <a:pt x="22381" y="250647"/>
                  </a:lnTo>
                  <a:lnTo>
                    <a:pt x="25100" y="255189"/>
                  </a:lnTo>
                  <a:lnTo>
                    <a:pt x="27962" y="259642"/>
                  </a:lnTo>
                  <a:lnTo>
                    <a:pt x="30963" y="264003"/>
                  </a:lnTo>
                  <a:lnTo>
                    <a:pt x="34100" y="268266"/>
                  </a:lnTo>
                  <a:lnTo>
                    <a:pt x="37371" y="272428"/>
                  </a:lnTo>
                  <a:lnTo>
                    <a:pt x="40773" y="276484"/>
                  </a:lnTo>
                  <a:lnTo>
                    <a:pt x="44301" y="280430"/>
                  </a:lnTo>
                  <a:lnTo>
                    <a:pt x="47952" y="284263"/>
                  </a:lnTo>
                  <a:lnTo>
                    <a:pt x="51722" y="287978"/>
                  </a:lnTo>
                  <a:lnTo>
                    <a:pt x="55609" y="291572"/>
                  </a:lnTo>
                  <a:lnTo>
                    <a:pt x="59607" y="295041"/>
                  </a:lnTo>
                  <a:lnTo>
                    <a:pt x="63713" y="298382"/>
                  </a:lnTo>
                  <a:lnTo>
                    <a:pt x="67923" y="301591"/>
                  </a:lnTo>
                  <a:lnTo>
                    <a:pt x="72232" y="304665"/>
                  </a:lnTo>
                  <a:lnTo>
                    <a:pt x="76636" y="307601"/>
                  </a:lnTo>
                  <a:lnTo>
                    <a:pt x="81132" y="310397"/>
                  </a:lnTo>
                  <a:lnTo>
                    <a:pt x="85713" y="313048"/>
                  </a:lnTo>
                  <a:lnTo>
                    <a:pt x="90376" y="315553"/>
                  </a:lnTo>
                  <a:lnTo>
                    <a:pt x="95116" y="317910"/>
                  </a:lnTo>
                  <a:lnTo>
                    <a:pt x="99928" y="320115"/>
                  </a:lnTo>
                  <a:lnTo>
                    <a:pt x="104808" y="322166"/>
                  </a:lnTo>
                  <a:lnTo>
                    <a:pt x="109750" y="324062"/>
                  </a:lnTo>
                  <a:lnTo>
                    <a:pt x="114750" y="325801"/>
                  </a:lnTo>
                  <a:lnTo>
                    <a:pt x="119802" y="327380"/>
                  </a:lnTo>
                  <a:lnTo>
                    <a:pt x="124902" y="328799"/>
                  </a:lnTo>
                  <a:lnTo>
                    <a:pt x="130044" y="330056"/>
                  </a:lnTo>
                  <a:lnTo>
                    <a:pt x="135224" y="331149"/>
                  </a:lnTo>
                  <a:lnTo>
                    <a:pt x="140435" y="332077"/>
                  </a:lnTo>
                  <a:lnTo>
                    <a:pt x="145673" y="332840"/>
                  </a:lnTo>
                  <a:lnTo>
                    <a:pt x="150933" y="333437"/>
                  </a:lnTo>
                  <a:lnTo>
                    <a:pt x="156209" y="333867"/>
                  </a:lnTo>
                  <a:lnTo>
                    <a:pt x="161496" y="334130"/>
                  </a:lnTo>
                  <a:lnTo>
                    <a:pt x="166788" y="334225"/>
                  </a:lnTo>
                  <a:lnTo>
                    <a:pt x="172081" y="334153"/>
                  </a:lnTo>
                  <a:lnTo>
                    <a:pt x="177369" y="333913"/>
                  </a:lnTo>
                  <a:lnTo>
                    <a:pt x="182647" y="333506"/>
                  </a:lnTo>
                  <a:lnTo>
                    <a:pt x="187909" y="332931"/>
                  </a:lnTo>
                  <a:lnTo>
                    <a:pt x="193150" y="332191"/>
                  </a:lnTo>
                  <a:lnTo>
                    <a:pt x="198366" y="331285"/>
                  </a:lnTo>
                  <a:lnTo>
                    <a:pt x="203550" y="330214"/>
                  </a:lnTo>
                  <a:lnTo>
                    <a:pt x="208697" y="328980"/>
                  </a:lnTo>
                  <a:lnTo>
                    <a:pt x="213803" y="327583"/>
                  </a:lnTo>
                  <a:lnTo>
                    <a:pt x="218862" y="326026"/>
                  </a:lnTo>
                  <a:lnTo>
                    <a:pt x="223869" y="324309"/>
                  </a:lnTo>
                  <a:lnTo>
                    <a:pt x="228820" y="322434"/>
                  </a:lnTo>
                  <a:lnTo>
                    <a:pt x="233708" y="320403"/>
                  </a:lnTo>
                  <a:lnTo>
                    <a:pt x="238530" y="318219"/>
                  </a:lnTo>
                  <a:lnTo>
                    <a:pt x="243280" y="315883"/>
                  </a:lnTo>
                  <a:lnTo>
                    <a:pt x="247954" y="313398"/>
                  </a:lnTo>
                  <a:lnTo>
                    <a:pt x="252547" y="310767"/>
                  </a:lnTo>
                  <a:lnTo>
                    <a:pt x="257054" y="307991"/>
                  </a:lnTo>
                  <a:lnTo>
                    <a:pt x="261471" y="305074"/>
                  </a:lnTo>
                  <a:lnTo>
                    <a:pt x="265794" y="302018"/>
                  </a:lnTo>
                  <a:lnTo>
                    <a:pt x="270017" y="298827"/>
                  </a:lnTo>
                  <a:lnTo>
                    <a:pt x="274138" y="295504"/>
                  </a:lnTo>
                  <a:lnTo>
                    <a:pt x="278151" y="292052"/>
                  </a:lnTo>
                  <a:lnTo>
                    <a:pt x="282053" y="288475"/>
                  </a:lnTo>
                  <a:lnTo>
                    <a:pt x="285839" y="284776"/>
                  </a:lnTo>
                  <a:lnTo>
                    <a:pt x="289507" y="280959"/>
                  </a:lnTo>
                  <a:lnTo>
                    <a:pt x="293052" y="277028"/>
                  </a:lnTo>
                  <a:lnTo>
                    <a:pt x="296470" y="272987"/>
                  </a:lnTo>
                  <a:lnTo>
                    <a:pt x="299759" y="268839"/>
                  </a:lnTo>
                  <a:lnTo>
                    <a:pt x="302915" y="264590"/>
                  </a:lnTo>
                  <a:lnTo>
                    <a:pt x="305935" y="260242"/>
                  </a:lnTo>
                  <a:lnTo>
                    <a:pt x="308816" y="255801"/>
                  </a:lnTo>
                  <a:lnTo>
                    <a:pt x="311555" y="251271"/>
                  </a:lnTo>
                  <a:lnTo>
                    <a:pt x="314149" y="246657"/>
                  </a:lnTo>
                  <a:lnTo>
                    <a:pt x="316595" y="241963"/>
                  </a:lnTo>
                  <a:lnTo>
                    <a:pt x="318892" y="237194"/>
                  </a:lnTo>
                  <a:lnTo>
                    <a:pt x="321036" y="232354"/>
                  </a:lnTo>
                  <a:lnTo>
                    <a:pt x="323027" y="227449"/>
                  </a:lnTo>
                  <a:lnTo>
                    <a:pt x="324861" y="222483"/>
                  </a:lnTo>
                  <a:lnTo>
                    <a:pt x="326536" y="217462"/>
                  </a:lnTo>
                  <a:lnTo>
                    <a:pt x="167149" y="167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8472" y="2126963"/>
              <a:ext cx="167148" cy="217571"/>
            </a:xfrm>
            <a:custGeom>
              <a:avLst/>
              <a:pathLst>
                <a:path w="167148" h="217571">
                  <a:moveTo>
                    <a:pt x="159387" y="217571"/>
                  </a:moveTo>
                  <a:lnTo>
                    <a:pt x="160934" y="212387"/>
                  </a:lnTo>
                  <a:lnTo>
                    <a:pt x="162313" y="207156"/>
                  </a:lnTo>
                  <a:lnTo>
                    <a:pt x="163522" y="201883"/>
                  </a:lnTo>
                  <a:lnTo>
                    <a:pt x="164560" y="196574"/>
                  </a:lnTo>
                  <a:lnTo>
                    <a:pt x="165425" y="191233"/>
                  </a:lnTo>
                  <a:lnTo>
                    <a:pt x="166118" y="185868"/>
                  </a:lnTo>
                  <a:lnTo>
                    <a:pt x="166636" y="180483"/>
                  </a:lnTo>
                  <a:lnTo>
                    <a:pt x="166979" y="175084"/>
                  </a:lnTo>
                  <a:lnTo>
                    <a:pt x="167148" y="169677"/>
                  </a:lnTo>
                  <a:lnTo>
                    <a:pt x="167142" y="164267"/>
                  </a:lnTo>
                  <a:lnTo>
                    <a:pt x="166960" y="158860"/>
                  </a:lnTo>
                  <a:lnTo>
                    <a:pt x="166604" y="153462"/>
                  </a:lnTo>
                  <a:lnTo>
                    <a:pt x="166073" y="148078"/>
                  </a:lnTo>
                  <a:lnTo>
                    <a:pt x="165369" y="142714"/>
                  </a:lnTo>
                  <a:lnTo>
                    <a:pt x="164491" y="137376"/>
                  </a:lnTo>
                  <a:lnTo>
                    <a:pt x="163441" y="132069"/>
                  </a:lnTo>
                  <a:lnTo>
                    <a:pt x="162220" y="126799"/>
                  </a:lnTo>
                  <a:lnTo>
                    <a:pt x="160828" y="121571"/>
                  </a:lnTo>
                  <a:lnTo>
                    <a:pt x="159269" y="116391"/>
                  </a:lnTo>
                  <a:lnTo>
                    <a:pt x="157542" y="111264"/>
                  </a:lnTo>
                  <a:lnTo>
                    <a:pt x="155651" y="106195"/>
                  </a:lnTo>
                  <a:lnTo>
                    <a:pt x="153597" y="101191"/>
                  </a:lnTo>
                  <a:lnTo>
                    <a:pt x="151381" y="96255"/>
                  </a:lnTo>
                  <a:lnTo>
                    <a:pt x="149008" y="91394"/>
                  </a:lnTo>
                  <a:lnTo>
                    <a:pt x="146478" y="86612"/>
                  </a:lnTo>
                  <a:lnTo>
                    <a:pt x="143794" y="81914"/>
                  </a:lnTo>
                  <a:lnTo>
                    <a:pt x="140960" y="77306"/>
                  </a:lnTo>
                  <a:lnTo>
                    <a:pt x="137979" y="72792"/>
                  </a:lnTo>
                  <a:lnTo>
                    <a:pt x="134853" y="68377"/>
                  </a:lnTo>
                  <a:lnTo>
                    <a:pt x="131586" y="64065"/>
                  </a:lnTo>
                  <a:lnTo>
                    <a:pt x="128181" y="59861"/>
                  </a:lnTo>
                  <a:lnTo>
                    <a:pt x="124641" y="55770"/>
                  </a:lnTo>
                  <a:lnTo>
                    <a:pt x="120971" y="51795"/>
                  </a:lnTo>
                  <a:lnTo>
                    <a:pt x="117175" y="47941"/>
                  </a:lnTo>
                  <a:lnTo>
                    <a:pt x="113256" y="44212"/>
                  </a:lnTo>
                  <a:lnTo>
                    <a:pt x="109218" y="40611"/>
                  </a:lnTo>
                  <a:lnTo>
                    <a:pt x="105066" y="37144"/>
                  </a:lnTo>
                  <a:lnTo>
                    <a:pt x="100803" y="33812"/>
                  </a:lnTo>
                  <a:lnTo>
                    <a:pt x="96435" y="30620"/>
                  </a:lnTo>
                  <a:lnTo>
                    <a:pt x="91967" y="27571"/>
                  </a:lnTo>
                  <a:lnTo>
                    <a:pt x="87401" y="24668"/>
                  </a:lnTo>
                  <a:lnTo>
                    <a:pt x="82745" y="21915"/>
                  </a:lnTo>
                  <a:lnTo>
                    <a:pt x="78001" y="19313"/>
                  </a:lnTo>
                  <a:lnTo>
                    <a:pt x="73176" y="16867"/>
                  </a:lnTo>
                  <a:lnTo>
                    <a:pt x="68274" y="14578"/>
                  </a:lnTo>
                  <a:lnTo>
                    <a:pt x="63301" y="12448"/>
                  </a:lnTo>
                  <a:lnTo>
                    <a:pt x="58262" y="10481"/>
                  </a:lnTo>
                  <a:lnTo>
                    <a:pt x="53161" y="8678"/>
                  </a:lnTo>
                  <a:lnTo>
                    <a:pt x="48005" y="7041"/>
                  </a:lnTo>
                  <a:lnTo>
                    <a:pt x="42799" y="5571"/>
                  </a:lnTo>
                  <a:lnTo>
                    <a:pt x="37547" y="4271"/>
                  </a:lnTo>
                  <a:lnTo>
                    <a:pt x="32257" y="3141"/>
                  </a:lnTo>
                  <a:lnTo>
                    <a:pt x="26932" y="2183"/>
                  </a:lnTo>
                  <a:lnTo>
                    <a:pt x="21580" y="1398"/>
                  </a:lnTo>
                  <a:lnTo>
                    <a:pt x="16204" y="787"/>
                  </a:lnTo>
                  <a:lnTo>
                    <a:pt x="10812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2550" y="1681503"/>
              <a:ext cx="10684" cy="167167"/>
            </a:xfrm>
            <a:custGeom>
              <a:avLst/>
              <a:pathLst>
                <a:path w="10684" h="167167">
                  <a:moveTo>
                    <a:pt x="10684" y="0"/>
                  </a:moveTo>
                  <a:lnTo>
                    <a:pt x="0" y="341"/>
                  </a:lnTo>
                  <a:lnTo>
                    <a:pt x="1068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550" y="1681845"/>
              <a:ext cx="10684" cy="166825"/>
            </a:xfrm>
            <a:custGeom>
              <a:avLst/>
              <a:pathLst>
                <a:path w="10684" h="166825">
                  <a:moveTo>
                    <a:pt x="0" y="0"/>
                  </a:moveTo>
                  <a:lnTo>
                    <a:pt x="10684" y="1668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256087" y="1681845"/>
              <a:ext cx="334294" cy="333993"/>
            </a:xfrm>
            <a:custGeom>
              <a:avLst/>
              <a:pathLst>
                <a:path w="334294" h="333993">
                  <a:moveTo>
                    <a:pt x="156462" y="0"/>
                  </a:moveTo>
                  <a:lnTo>
                    <a:pt x="151175" y="422"/>
                  </a:lnTo>
                  <a:lnTo>
                    <a:pt x="145904" y="1013"/>
                  </a:lnTo>
                  <a:lnTo>
                    <a:pt x="140654" y="1770"/>
                  </a:lnTo>
                  <a:lnTo>
                    <a:pt x="135431" y="2694"/>
                  </a:lnTo>
                  <a:lnTo>
                    <a:pt x="130240" y="3783"/>
                  </a:lnTo>
                  <a:lnTo>
                    <a:pt x="125086" y="5036"/>
                  </a:lnTo>
                  <a:lnTo>
                    <a:pt x="119974" y="6451"/>
                  </a:lnTo>
                  <a:lnTo>
                    <a:pt x="114910" y="8029"/>
                  </a:lnTo>
                  <a:lnTo>
                    <a:pt x="109899" y="9766"/>
                  </a:lnTo>
                  <a:lnTo>
                    <a:pt x="104945" y="11661"/>
                  </a:lnTo>
                  <a:lnTo>
                    <a:pt x="100054" y="13713"/>
                  </a:lnTo>
                  <a:lnTo>
                    <a:pt x="95230" y="15918"/>
                  </a:lnTo>
                  <a:lnTo>
                    <a:pt x="90478" y="18276"/>
                  </a:lnTo>
                  <a:lnTo>
                    <a:pt x="85804" y="20783"/>
                  </a:lnTo>
                  <a:lnTo>
                    <a:pt x="81212" y="23437"/>
                  </a:lnTo>
                  <a:lnTo>
                    <a:pt x="76706" y="26236"/>
                  </a:lnTo>
                  <a:lnTo>
                    <a:pt x="72291" y="29176"/>
                  </a:lnTo>
                  <a:lnTo>
                    <a:pt x="67972" y="32254"/>
                  </a:lnTo>
                  <a:lnTo>
                    <a:pt x="63753" y="35468"/>
                  </a:lnTo>
                  <a:lnTo>
                    <a:pt x="59638" y="38815"/>
                  </a:lnTo>
                  <a:lnTo>
                    <a:pt x="55631" y="42290"/>
                  </a:lnTo>
                  <a:lnTo>
                    <a:pt x="51736" y="45890"/>
                  </a:lnTo>
                  <a:lnTo>
                    <a:pt x="47957" y="49613"/>
                  </a:lnTo>
                  <a:lnTo>
                    <a:pt x="44299" y="53453"/>
                  </a:lnTo>
                  <a:lnTo>
                    <a:pt x="40764" y="57407"/>
                  </a:lnTo>
                  <a:lnTo>
                    <a:pt x="37356" y="61472"/>
                  </a:lnTo>
                  <a:lnTo>
                    <a:pt x="34079" y="65643"/>
                  </a:lnTo>
                  <a:lnTo>
                    <a:pt x="30936" y="69915"/>
                  </a:lnTo>
                  <a:lnTo>
                    <a:pt x="27930" y="74285"/>
                  </a:lnTo>
                  <a:lnTo>
                    <a:pt x="25064" y="78749"/>
                  </a:lnTo>
                  <a:lnTo>
                    <a:pt x="22341" y="83301"/>
                  </a:lnTo>
                  <a:lnTo>
                    <a:pt x="19764" y="87937"/>
                  </a:lnTo>
                  <a:lnTo>
                    <a:pt x="17336" y="92652"/>
                  </a:lnTo>
                  <a:lnTo>
                    <a:pt x="15058" y="97442"/>
                  </a:lnTo>
                  <a:lnTo>
                    <a:pt x="12934" y="102302"/>
                  </a:lnTo>
                  <a:lnTo>
                    <a:pt x="10964" y="107227"/>
                  </a:lnTo>
                  <a:lnTo>
                    <a:pt x="9152" y="112212"/>
                  </a:lnTo>
                  <a:lnTo>
                    <a:pt x="7499" y="117252"/>
                  </a:lnTo>
                  <a:lnTo>
                    <a:pt x="6007" y="122342"/>
                  </a:lnTo>
                  <a:lnTo>
                    <a:pt x="4676" y="127476"/>
                  </a:lnTo>
                  <a:lnTo>
                    <a:pt x="3510" y="132651"/>
                  </a:lnTo>
                  <a:lnTo>
                    <a:pt x="2508" y="137859"/>
                  </a:lnTo>
                  <a:lnTo>
                    <a:pt x="1672" y="143097"/>
                  </a:lnTo>
                  <a:lnTo>
                    <a:pt x="1003" y="148359"/>
                  </a:lnTo>
                  <a:lnTo>
                    <a:pt x="500" y="153639"/>
                  </a:lnTo>
                  <a:lnTo>
                    <a:pt x="166" y="158933"/>
                  </a:lnTo>
                  <a:lnTo>
                    <a:pt x="0" y="164234"/>
                  </a:lnTo>
                  <a:lnTo>
                    <a:pt x="1" y="169538"/>
                  </a:lnTo>
                  <a:lnTo>
                    <a:pt x="172" y="174840"/>
                  </a:lnTo>
                  <a:lnTo>
                    <a:pt x="510" y="180133"/>
                  </a:lnTo>
                  <a:lnTo>
                    <a:pt x="1016" y="185413"/>
                  </a:lnTo>
                  <a:lnTo>
                    <a:pt x="1689" y="190674"/>
                  </a:lnTo>
                  <a:lnTo>
                    <a:pt x="2529" y="195911"/>
                  </a:lnTo>
                  <a:lnTo>
                    <a:pt x="3535" y="201119"/>
                  </a:lnTo>
                  <a:lnTo>
                    <a:pt x="4705" y="206292"/>
                  </a:lnTo>
                  <a:lnTo>
                    <a:pt x="6039" y="211426"/>
                  </a:lnTo>
                  <a:lnTo>
                    <a:pt x="7535" y="216515"/>
                  </a:lnTo>
                  <a:lnTo>
                    <a:pt x="9192" y="221553"/>
                  </a:lnTo>
                  <a:lnTo>
                    <a:pt x="11008" y="226537"/>
                  </a:lnTo>
                  <a:lnTo>
                    <a:pt x="12981" y="231461"/>
                  </a:lnTo>
                  <a:lnTo>
                    <a:pt x="15109" y="236319"/>
                  </a:lnTo>
                  <a:lnTo>
                    <a:pt x="17390" y="241107"/>
                  </a:lnTo>
                  <a:lnTo>
                    <a:pt x="19822" y="245821"/>
                  </a:lnTo>
                  <a:lnTo>
                    <a:pt x="22402" y="250455"/>
                  </a:lnTo>
                  <a:lnTo>
                    <a:pt x="25128" y="255005"/>
                  </a:lnTo>
                  <a:lnTo>
                    <a:pt x="27998" y="259466"/>
                  </a:lnTo>
                  <a:lnTo>
                    <a:pt x="31007" y="263834"/>
                  </a:lnTo>
                  <a:lnTo>
                    <a:pt x="34153" y="268105"/>
                  </a:lnTo>
                  <a:lnTo>
                    <a:pt x="37433" y="272273"/>
                  </a:lnTo>
                  <a:lnTo>
                    <a:pt x="40844" y="276335"/>
                  </a:lnTo>
                  <a:lnTo>
                    <a:pt x="44381" y="280287"/>
                  </a:lnTo>
                  <a:lnTo>
                    <a:pt x="48043" y="284125"/>
                  </a:lnTo>
                  <a:lnTo>
                    <a:pt x="51824" y="287844"/>
                  </a:lnTo>
                  <a:lnTo>
                    <a:pt x="55721" y="291442"/>
                  </a:lnTo>
                  <a:lnTo>
                    <a:pt x="59731" y="294914"/>
                  </a:lnTo>
                  <a:lnTo>
                    <a:pt x="63849" y="298257"/>
                  </a:lnTo>
                  <a:lnTo>
                    <a:pt x="68070" y="301468"/>
                  </a:lnTo>
                  <a:lnTo>
                    <a:pt x="72392" y="304544"/>
                  </a:lnTo>
                  <a:lnTo>
                    <a:pt x="76809" y="307481"/>
                  </a:lnTo>
                  <a:lnTo>
                    <a:pt x="81317" y="310276"/>
                  </a:lnTo>
                  <a:lnTo>
                    <a:pt x="85911" y="312927"/>
                  </a:lnTo>
                  <a:lnTo>
                    <a:pt x="90587" y="315430"/>
                  </a:lnTo>
                  <a:lnTo>
                    <a:pt x="95340" y="317784"/>
                  </a:lnTo>
                  <a:lnTo>
                    <a:pt x="100165" y="319987"/>
                  </a:lnTo>
                  <a:lnTo>
                    <a:pt x="105058" y="322034"/>
                  </a:lnTo>
                  <a:lnTo>
                    <a:pt x="110013" y="323926"/>
                  </a:lnTo>
                  <a:lnTo>
                    <a:pt x="115026" y="325660"/>
                  </a:lnTo>
                  <a:lnTo>
                    <a:pt x="120092" y="327233"/>
                  </a:lnTo>
                  <a:lnTo>
                    <a:pt x="125204" y="328645"/>
                  </a:lnTo>
                  <a:lnTo>
                    <a:pt x="130359" y="329895"/>
                  </a:lnTo>
                  <a:lnTo>
                    <a:pt x="135551" y="330980"/>
                  </a:lnTo>
                  <a:lnTo>
                    <a:pt x="140775" y="331899"/>
                  </a:lnTo>
                  <a:lnTo>
                    <a:pt x="146025" y="332653"/>
                  </a:lnTo>
                  <a:lnTo>
                    <a:pt x="151297" y="333239"/>
                  </a:lnTo>
                  <a:lnTo>
                    <a:pt x="156584" y="333659"/>
                  </a:lnTo>
                  <a:lnTo>
                    <a:pt x="161882" y="333910"/>
                  </a:lnTo>
                  <a:lnTo>
                    <a:pt x="167186" y="333993"/>
                  </a:lnTo>
                  <a:lnTo>
                    <a:pt x="172489" y="333907"/>
                  </a:lnTo>
                  <a:lnTo>
                    <a:pt x="177787" y="333654"/>
                  </a:lnTo>
                  <a:lnTo>
                    <a:pt x="183075" y="333232"/>
                  </a:lnTo>
                  <a:lnTo>
                    <a:pt x="188346" y="332643"/>
                  </a:lnTo>
                  <a:lnTo>
                    <a:pt x="193596" y="331887"/>
                  </a:lnTo>
                  <a:lnTo>
                    <a:pt x="198819" y="330965"/>
                  </a:lnTo>
                  <a:lnTo>
                    <a:pt x="204011" y="329877"/>
                  </a:lnTo>
                  <a:lnTo>
                    <a:pt x="209165" y="328626"/>
                  </a:lnTo>
                  <a:lnTo>
                    <a:pt x="214277" y="327211"/>
                  </a:lnTo>
                  <a:lnTo>
                    <a:pt x="219341" y="325635"/>
                  </a:lnTo>
                  <a:lnTo>
                    <a:pt x="224353" y="323900"/>
                  </a:lnTo>
                  <a:lnTo>
                    <a:pt x="229308" y="322006"/>
                  </a:lnTo>
                  <a:lnTo>
                    <a:pt x="234200" y="319955"/>
                  </a:lnTo>
                  <a:lnTo>
                    <a:pt x="239024" y="317751"/>
                  </a:lnTo>
                  <a:lnTo>
                    <a:pt x="243776" y="315395"/>
                  </a:lnTo>
                  <a:lnTo>
                    <a:pt x="248451" y="312889"/>
                  </a:lnTo>
                  <a:lnTo>
                    <a:pt x="253044" y="310236"/>
                  </a:lnTo>
                  <a:lnTo>
                    <a:pt x="257550" y="307439"/>
                  </a:lnTo>
                  <a:lnTo>
                    <a:pt x="261966" y="304500"/>
                  </a:lnTo>
                  <a:lnTo>
                    <a:pt x="266286" y="301422"/>
                  </a:lnTo>
                  <a:lnTo>
                    <a:pt x="270506" y="298209"/>
                  </a:lnTo>
                  <a:lnTo>
                    <a:pt x="274622" y="294864"/>
                  </a:lnTo>
                  <a:lnTo>
                    <a:pt x="278630" y="291390"/>
                  </a:lnTo>
                  <a:lnTo>
                    <a:pt x="282526" y="287790"/>
                  </a:lnTo>
                  <a:lnTo>
                    <a:pt x="286306" y="284069"/>
                  </a:lnTo>
                  <a:lnTo>
                    <a:pt x="289965" y="280230"/>
                  </a:lnTo>
                  <a:lnTo>
                    <a:pt x="293501" y="276276"/>
                  </a:lnTo>
                  <a:lnTo>
                    <a:pt x="296910" y="272213"/>
                  </a:lnTo>
                  <a:lnTo>
                    <a:pt x="300188" y="268043"/>
                  </a:lnTo>
                  <a:lnTo>
                    <a:pt x="303332" y="263771"/>
                  </a:lnTo>
                  <a:lnTo>
                    <a:pt x="306339" y="259402"/>
                  </a:lnTo>
                  <a:lnTo>
                    <a:pt x="309206" y="254939"/>
                  </a:lnTo>
                  <a:lnTo>
                    <a:pt x="311930" y="250388"/>
                  </a:lnTo>
                  <a:lnTo>
                    <a:pt x="314508" y="245753"/>
                  </a:lnTo>
                  <a:lnTo>
                    <a:pt x="316938" y="241038"/>
                  </a:lnTo>
                  <a:lnTo>
                    <a:pt x="319217" y="236248"/>
                  </a:lnTo>
                  <a:lnTo>
                    <a:pt x="321343" y="231389"/>
                  </a:lnTo>
                  <a:lnTo>
                    <a:pt x="323314" y="226464"/>
                  </a:lnTo>
                  <a:lnTo>
                    <a:pt x="325127" y="221480"/>
                  </a:lnTo>
                  <a:lnTo>
                    <a:pt x="326782" y="216440"/>
                  </a:lnTo>
                  <a:lnTo>
                    <a:pt x="328275" y="211351"/>
                  </a:lnTo>
                  <a:lnTo>
                    <a:pt x="329607" y="206217"/>
                  </a:lnTo>
                  <a:lnTo>
                    <a:pt x="330775" y="201043"/>
                  </a:lnTo>
                  <a:lnTo>
                    <a:pt x="331778" y="195834"/>
                  </a:lnTo>
                  <a:lnTo>
                    <a:pt x="332615" y="190597"/>
                  </a:lnTo>
                  <a:lnTo>
                    <a:pt x="333286" y="185335"/>
                  </a:lnTo>
                  <a:lnTo>
                    <a:pt x="333790" y="180055"/>
                  </a:lnTo>
                  <a:lnTo>
                    <a:pt x="334126" y="174762"/>
                  </a:lnTo>
                  <a:lnTo>
                    <a:pt x="334294" y="169460"/>
                  </a:lnTo>
                  <a:lnTo>
                    <a:pt x="334293" y="164156"/>
                  </a:lnTo>
                  <a:lnTo>
                    <a:pt x="334124" y="158855"/>
                  </a:lnTo>
                  <a:lnTo>
                    <a:pt x="333787" y="153561"/>
                  </a:lnTo>
                  <a:lnTo>
                    <a:pt x="333283" y="148281"/>
                  </a:lnTo>
                  <a:lnTo>
                    <a:pt x="332611" y="143020"/>
                  </a:lnTo>
                  <a:lnTo>
                    <a:pt x="331772" y="137783"/>
                  </a:lnTo>
                  <a:lnTo>
                    <a:pt x="330768" y="132575"/>
                  </a:lnTo>
                  <a:lnTo>
                    <a:pt x="329599" y="127401"/>
                  </a:lnTo>
                  <a:lnTo>
                    <a:pt x="328266" y="122267"/>
                  </a:lnTo>
                  <a:lnTo>
                    <a:pt x="326772" y="117178"/>
                  </a:lnTo>
                  <a:lnTo>
                    <a:pt x="325116" y="112139"/>
                  </a:lnTo>
                  <a:lnTo>
                    <a:pt x="323302" y="107154"/>
                  </a:lnTo>
                  <a:lnTo>
                    <a:pt x="321330" y="102230"/>
                  </a:lnTo>
                  <a:lnTo>
                    <a:pt x="319203" y="97371"/>
                  </a:lnTo>
                  <a:lnTo>
                    <a:pt x="316923" y="92582"/>
                  </a:lnTo>
                  <a:lnTo>
                    <a:pt x="314492" y="87868"/>
                  </a:lnTo>
                  <a:lnTo>
                    <a:pt x="311913" y="83233"/>
                  </a:lnTo>
                  <a:lnTo>
                    <a:pt x="309189" y="78683"/>
                  </a:lnTo>
                  <a:lnTo>
                    <a:pt x="306321" y="74221"/>
                  </a:lnTo>
                  <a:lnTo>
                    <a:pt x="303313" y="69852"/>
                  </a:lnTo>
                  <a:lnTo>
                    <a:pt x="300168" y="65581"/>
                  </a:lnTo>
                  <a:lnTo>
                    <a:pt x="296889" y="61412"/>
                  </a:lnTo>
                  <a:lnTo>
                    <a:pt x="293479" y="57349"/>
                  </a:lnTo>
                  <a:lnTo>
                    <a:pt x="289942" y="53396"/>
                  </a:lnTo>
                  <a:lnTo>
                    <a:pt x="286282" y="49557"/>
                  </a:lnTo>
                  <a:lnTo>
                    <a:pt x="282502" y="45837"/>
                  </a:lnTo>
                  <a:lnTo>
                    <a:pt x="278605" y="42238"/>
                  </a:lnTo>
                  <a:lnTo>
                    <a:pt x="274597" y="38765"/>
                  </a:lnTo>
                  <a:lnTo>
                    <a:pt x="270480" y="35420"/>
                  </a:lnTo>
                  <a:lnTo>
                    <a:pt x="266259" y="32208"/>
                  </a:lnTo>
                  <a:lnTo>
                    <a:pt x="261938" y="29131"/>
                  </a:lnTo>
                  <a:lnTo>
                    <a:pt x="257522" y="26193"/>
                  </a:lnTo>
                  <a:lnTo>
                    <a:pt x="253015" y="23397"/>
                  </a:lnTo>
                  <a:lnTo>
                    <a:pt x="248422" y="20745"/>
                  </a:lnTo>
                  <a:lnTo>
                    <a:pt x="243746" y="18240"/>
                  </a:lnTo>
                  <a:lnTo>
                    <a:pt x="238994" y="15885"/>
                  </a:lnTo>
                  <a:lnTo>
                    <a:pt x="234169" y="13681"/>
                  </a:lnTo>
                  <a:lnTo>
                    <a:pt x="229277" y="11632"/>
                  </a:lnTo>
                  <a:lnTo>
                    <a:pt x="224322" y="9739"/>
                  </a:lnTo>
                  <a:lnTo>
                    <a:pt x="219309" y="8004"/>
                  </a:lnTo>
                  <a:lnTo>
                    <a:pt x="214245" y="6430"/>
                  </a:lnTo>
                  <a:lnTo>
                    <a:pt x="209132" y="5016"/>
                  </a:lnTo>
                  <a:lnTo>
                    <a:pt x="203978" y="3766"/>
                  </a:lnTo>
                  <a:lnTo>
                    <a:pt x="198786" y="2679"/>
                  </a:lnTo>
                  <a:lnTo>
                    <a:pt x="193563" y="1758"/>
                  </a:lnTo>
                  <a:lnTo>
                    <a:pt x="167147" y="1668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23235" y="1681503"/>
              <a:ext cx="26415" cy="167167"/>
            </a:xfrm>
            <a:custGeom>
              <a:avLst/>
              <a:pathLst>
                <a:path w="26415" h="167167">
                  <a:moveTo>
                    <a:pt x="26415" y="2100"/>
                  </a:moveTo>
                  <a:lnTo>
                    <a:pt x="19848" y="1182"/>
                  </a:lnTo>
                  <a:lnTo>
                    <a:pt x="13249" y="525"/>
                  </a:lnTo>
                  <a:lnTo>
                    <a:pt x="6629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853871" y="1322571"/>
              <a:ext cx="167167" cy="318025"/>
            </a:xfrm>
            <a:custGeom>
              <a:avLst/>
              <a:pathLst>
                <a:path w="167167" h="318025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5" y="774"/>
                  </a:lnTo>
                  <a:lnTo>
                    <a:pt x="145763" y="1375"/>
                  </a:lnTo>
                  <a:lnTo>
                    <a:pt x="140453" y="2148"/>
                  </a:lnTo>
                  <a:lnTo>
                    <a:pt x="135171" y="3090"/>
                  </a:lnTo>
                  <a:lnTo>
                    <a:pt x="129922" y="4201"/>
                  </a:lnTo>
                  <a:lnTo>
                    <a:pt x="124712" y="5480"/>
                  </a:lnTo>
                  <a:lnTo>
                    <a:pt x="119545" y="6926"/>
                  </a:lnTo>
                  <a:lnTo>
                    <a:pt x="114427" y="8537"/>
                  </a:lnTo>
                  <a:lnTo>
                    <a:pt x="109363" y="10311"/>
                  </a:lnTo>
                  <a:lnTo>
                    <a:pt x="104359" y="12247"/>
                  </a:lnTo>
                  <a:lnTo>
                    <a:pt x="99420" y="14342"/>
                  </a:lnTo>
                  <a:lnTo>
                    <a:pt x="94550" y="16595"/>
                  </a:lnTo>
                  <a:lnTo>
                    <a:pt x="89756" y="19003"/>
                  </a:lnTo>
                  <a:lnTo>
                    <a:pt x="85041" y="21564"/>
                  </a:lnTo>
                  <a:lnTo>
                    <a:pt x="80410" y="24274"/>
                  </a:lnTo>
                  <a:lnTo>
                    <a:pt x="75869" y="27132"/>
                  </a:lnTo>
                  <a:lnTo>
                    <a:pt x="71422" y="30134"/>
                  </a:lnTo>
                  <a:lnTo>
                    <a:pt x="67074" y="33277"/>
                  </a:lnTo>
                  <a:lnTo>
                    <a:pt x="62829" y="36559"/>
                  </a:lnTo>
                  <a:lnTo>
                    <a:pt x="58691" y="39974"/>
                  </a:lnTo>
                  <a:lnTo>
                    <a:pt x="54665" y="43521"/>
                  </a:lnTo>
                  <a:lnTo>
                    <a:pt x="50755" y="47195"/>
                  </a:lnTo>
                  <a:lnTo>
                    <a:pt x="46965" y="50993"/>
                  </a:lnTo>
                  <a:lnTo>
                    <a:pt x="43298" y="54910"/>
                  </a:lnTo>
                  <a:lnTo>
                    <a:pt x="39760" y="58943"/>
                  </a:lnTo>
                  <a:lnTo>
                    <a:pt x="36352" y="63088"/>
                  </a:lnTo>
                  <a:lnTo>
                    <a:pt x="33079" y="67339"/>
                  </a:lnTo>
                  <a:lnTo>
                    <a:pt x="29945" y="71694"/>
                  </a:lnTo>
                  <a:lnTo>
                    <a:pt x="26952" y="76147"/>
                  </a:lnTo>
                  <a:lnTo>
                    <a:pt x="24103" y="80693"/>
                  </a:lnTo>
                  <a:lnTo>
                    <a:pt x="21401" y="85329"/>
                  </a:lnTo>
                  <a:lnTo>
                    <a:pt x="18850" y="90049"/>
                  </a:lnTo>
                  <a:lnTo>
                    <a:pt x="16452" y="94849"/>
                  </a:lnTo>
                  <a:lnTo>
                    <a:pt x="14208" y="99723"/>
                  </a:lnTo>
                  <a:lnTo>
                    <a:pt x="12123" y="104666"/>
                  </a:lnTo>
                  <a:lnTo>
                    <a:pt x="10197" y="109674"/>
                  </a:lnTo>
                  <a:lnTo>
                    <a:pt x="8433" y="114741"/>
                  </a:lnTo>
                  <a:lnTo>
                    <a:pt x="6832" y="119862"/>
                  </a:lnTo>
                  <a:lnTo>
                    <a:pt x="5396" y="125032"/>
                  </a:lnTo>
                  <a:lnTo>
                    <a:pt x="4128" y="130245"/>
                  </a:lnTo>
                  <a:lnTo>
                    <a:pt x="3027" y="135496"/>
                  </a:lnTo>
                  <a:lnTo>
                    <a:pt x="2095" y="140780"/>
                  </a:lnTo>
                  <a:lnTo>
                    <a:pt x="1333" y="146091"/>
                  </a:lnTo>
                  <a:lnTo>
                    <a:pt x="742" y="151424"/>
                  </a:lnTo>
                  <a:lnTo>
                    <a:pt x="323" y="156773"/>
                  </a:lnTo>
                  <a:lnTo>
                    <a:pt x="75" y="162133"/>
                  </a:lnTo>
                  <a:lnTo>
                    <a:pt x="0" y="167498"/>
                  </a:lnTo>
                  <a:lnTo>
                    <a:pt x="96" y="172862"/>
                  </a:lnTo>
                  <a:lnTo>
                    <a:pt x="365" y="178221"/>
                  </a:lnTo>
                  <a:lnTo>
                    <a:pt x="806" y="183568"/>
                  </a:lnTo>
                  <a:lnTo>
                    <a:pt x="1418" y="188899"/>
                  </a:lnTo>
                  <a:lnTo>
                    <a:pt x="2201" y="194207"/>
                  </a:lnTo>
                  <a:lnTo>
                    <a:pt x="3153" y="199487"/>
                  </a:lnTo>
                  <a:lnTo>
                    <a:pt x="4275" y="204734"/>
                  </a:lnTo>
                  <a:lnTo>
                    <a:pt x="5564" y="209942"/>
                  </a:lnTo>
                  <a:lnTo>
                    <a:pt x="7020" y="215106"/>
                  </a:lnTo>
                  <a:lnTo>
                    <a:pt x="8641" y="220221"/>
                  </a:lnTo>
                  <a:lnTo>
                    <a:pt x="10426" y="225281"/>
                  </a:lnTo>
                  <a:lnTo>
                    <a:pt x="12371" y="230281"/>
                  </a:lnTo>
                  <a:lnTo>
                    <a:pt x="14476" y="235216"/>
                  </a:lnTo>
                  <a:lnTo>
                    <a:pt x="16739" y="240081"/>
                  </a:lnTo>
                  <a:lnTo>
                    <a:pt x="19156" y="244871"/>
                  </a:lnTo>
                  <a:lnTo>
                    <a:pt x="21726" y="249581"/>
                  </a:lnTo>
                  <a:lnTo>
                    <a:pt x="24446" y="254206"/>
                  </a:lnTo>
                  <a:lnTo>
                    <a:pt x="27313" y="258741"/>
                  </a:lnTo>
                  <a:lnTo>
                    <a:pt x="30324" y="263182"/>
                  </a:lnTo>
                  <a:lnTo>
                    <a:pt x="33475" y="267524"/>
                  </a:lnTo>
                  <a:lnTo>
                    <a:pt x="36765" y="271763"/>
                  </a:lnTo>
                  <a:lnTo>
                    <a:pt x="40189" y="275894"/>
                  </a:lnTo>
                  <a:lnTo>
                    <a:pt x="43743" y="279913"/>
                  </a:lnTo>
                  <a:lnTo>
                    <a:pt x="47425" y="283816"/>
                  </a:lnTo>
                  <a:lnTo>
                    <a:pt x="51230" y="287599"/>
                  </a:lnTo>
                  <a:lnTo>
                    <a:pt x="55155" y="291257"/>
                  </a:lnTo>
                  <a:lnTo>
                    <a:pt x="59195" y="294788"/>
                  </a:lnTo>
                  <a:lnTo>
                    <a:pt x="63346" y="298187"/>
                  </a:lnTo>
                  <a:lnTo>
                    <a:pt x="67604" y="301451"/>
                  </a:lnTo>
                  <a:lnTo>
                    <a:pt x="71965" y="304577"/>
                  </a:lnTo>
                  <a:lnTo>
                    <a:pt x="76424" y="307562"/>
                  </a:lnTo>
                  <a:lnTo>
                    <a:pt x="80976" y="310402"/>
                  </a:lnTo>
                  <a:lnTo>
                    <a:pt x="85617" y="313094"/>
                  </a:lnTo>
                  <a:lnTo>
                    <a:pt x="90342" y="315636"/>
                  </a:lnTo>
                  <a:lnTo>
                    <a:pt x="95147" y="31802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019" y="1489739"/>
              <a:ext cx="72019" cy="150857"/>
            </a:xfrm>
            <a:custGeom>
              <a:avLst/>
              <a:pathLst>
                <a:path w="72019" h="150857">
                  <a:moveTo>
                    <a:pt x="0" y="150857"/>
                  </a:moveTo>
                  <a:lnTo>
                    <a:pt x="720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019" y="1325412"/>
              <a:ext cx="239173" cy="331494"/>
            </a:xfrm>
            <a:custGeom>
              <a:avLst/>
              <a:pathLst>
                <a:path w="239173" h="331494">
                  <a:moveTo>
                    <a:pt x="0" y="315184"/>
                  </a:moveTo>
                  <a:lnTo>
                    <a:pt x="4832" y="317398"/>
                  </a:lnTo>
                  <a:lnTo>
                    <a:pt x="9733" y="319456"/>
                  </a:lnTo>
                  <a:lnTo>
                    <a:pt x="14696" y="321358"/>
                  </a:lnTo>
                  <a:lnTo>
                    <a:pt x="19718" y="323101"/>
                  </a:lnTo>
                  <a:lnTo>
                    <a:pt x="24792" y="324684"/>
                  </a:lnTo>
                  <a:lnTo>
                    <a:pt x="29914" y="326104"/>
                  </a:lnTo>
                  <a:lnTo>
                    <a:pt x="35079" y="327361"/>
                  </a:lnTo>
                  <a:lnTo>
                    <a:pt x="40281" y="328453"/>
                  </a:lnTo>
                  <a:lnTo>
                    <a:pt x="45515" y="329379"/>
                  </a:lnTo>
                  <a:lnTo>
                    <a:pt x="50776" y="330139"/>
                  </a:lnTo>
                  <a:lnTo>
                    <a:pt x="56058" y="330730"/>
                  </a:lnTo>
                  <a:lnTo>
                    <a:pt x="61356" y="331154"/>
                  </a:lnTo>
                  <a:lnTo>
                    <a:pt x="66666" y="331408"/>
                  </a:lnTo>
                  <a:lnTo>
                    <a:pt x="71980" y="331494"/>
                  </a:lnTo>
                  <a:lnTo>
                    <a:pt x="77295" y="331411"/>
                  </a:lnTo>
                  <a:lnTo>
                    <a:pt x="82604" y="331158"/>
                  </a:lnTo>
                  <a:lnTo>
                    <a:pt x="87903" y="330738"/>
                  </a:lnTo>
                  <a:lnTo>
                    <a:pt x="93186" y="330149"/>
                  </a:lnTo>
                  <a:lnTo>
                    <a:pt x="98447" y="329392"/>
                  </a:lnTo>
                  <a:lnTo>
                    <a:pt x="103681" y="328468"/>
                  </a:lnTo>
                  <a:lnTo>
                    <a:pt x="108884" y="327379"/>
                  </a:lnTo>
                  <a:lnTo>
                    <a:pt x="114049" y="326124"/>
                  </a:lnTo>
                  <a:lnTo>
                    <a:pt x="119172" y="324706"/>
                  </a:lnTo>
                  <a:lnTo>
                    <a:pt x="124247" y="323126"/>
                  </a:lnTo>
                  <a:lnTo>
                    <a:pt x="129269" y="321385"/>
                  </a:lnTo>
                  <a:lnTo>
                    <a:pt x="134234" y="319486"/>
                  </a:lnTo>
                  <a:lnTo>
                    <a:pt x="139135" y="317429"/>
                  </a:lnTo>
                  <a:lnTo>
                    <a:pt x="143969" y="315218"/>
                  </a:lnTo>
                  <a:lnTo>
                    <a:pt x="148730" y="312854"/>
                  </a:lnTo>
                  <a:lnTo>
                    <a:pt x="153413" y="310340"/>
                  </a:lnTo>
                  <a:lnTo>
                    <a:pt x="158014" y="307679"/>
                  </a:lnTo>
                  <a:lnTo>
                    <a:pt x="162528" y="304872"/>
                  </a:lnTo>
                  <a:lnTo>
                    <a:pt x="166951" y="301924"/>
                  </a:lnTo>
                  <a:lnTo>
                    <a:pt x="171277" y="298836"/>
                  </a:lnTo>
                  <a:lnTo>
                    <a:pt x="175504" y="295612"/>
                  </a:lnTo>
                  <a:lnTo>
                    <a:pt x="179625" y="292256"/>
                  </a:lnTo>
                  <a:lnTo>
                    <a:pt x="183638" y="288770"/>
                  </a:lnTo>
                  <a:lnTo>
                    <a:pt x="187538" y="285159"/>
                  </a:lnTo>
                  <a:lnTo>
                    <a:pt x="191321" y="281425"/>
                  </a:lnTo>
                  <a:lnTo>
                    <a:pt x="194984" y="277573"/>
                  </a:lnTo>
                  <a:lnTo>
                    <a:pt x="198522" y="273606"/>
                  </a:lnTo>
                  <a:lnTo>
                    <a:pt x="201932" y="269529"/>
                  </a:lnTo>
                  <a:lnTo>
                    <a:pt x="205211" y="265346"/>
                  </a:lnTo>
                  <a:lnTo>
                    <a:pt x="208356" y="261060"/>
                  </a:lnTo>
                  <a:lnTo>
                    <a:pt x="211362" y="256677"/>
                  </a:lnTo>
                  <a:lnTo>
                    <a:pt x="214228" y="252200"/>
                  </a:lnTo>
                  <a:lnTo>
                    <a:pt x="216950" y="247634"/>
                  </a:lnTo>
                  <a:lnTo>
                    <a:pt x="219525" y="242985"/>
                  </a:lnTo>
                  <a:lnTo>
                    <a:pt x="221951" y="238255"/>
                  </a:lnTo>
                  <a:lnTo>
                    <a:pt x="224226" y="233451"/>
                  </a:lnTo>
                  <a:lnTo>
                    <a:pt x="226346" y="228577"/>
                  </a:lnTo>
                  <a:lnTo>
                    <a:pt x="228311" y="223638"/>
                  </a:lnTo>
                  <a:lnTo>
                    <a:pt x="230118" y="218639"/>
                  </a:lnTo>
                  <a:lnTo>
                    <a:pt x="231765" y="213585"/>
                  </a:lnTo>
                  <a:lnTo>
                    <a:pt x="233250" y="208482"/>
                  </a:lnTo>
                  <a:lnTo>
                    <a:pt x="234572" y="203334"/>
                  </a:lnTo>
                  <a:lnTo>
                    <a:pt x="235730" y="198146"/>
                  </a:lnTo>
                  <a:lnTo>
                    <a:pt x="236723" y="192924"/>
                  </a:lnTo>
                  <a:lnTo>
                    <a:pt x="237549" y="187673"/>
                  </a:lnTo>
                  <a:lnTo>
                    <a:pt x="238207" y="182399"/>
                  </a:lnTo>
                  <a:lnTo>
                    <a:pt x="238698" y="177106"/>
                  </a:lnTo>
                  <a:lnTo>
                    <a:pt x="239020" y="171800"/>
                  </a:lnTo>
                  <a:lnTo>
                    <a:pt x="239173" y="166487"/>
                  </a:lnTo>
                  <a:lnTo>
                    <a:pt x="239157" y="161172"/>
                  </a:lnTo>
                  <a:lnTo>
                    <a:pt x="238972" y="155860"/>
                  </a:lnTo>
                  <a:lnTo>
                    <a:pt x="238619" y="150556"/>
                  </a:lnTo>
                  <a:lnTo>
                    <a:pt x="238097" y="145266"/>
                  </a:lnTo>
                  <a:lnTo>
                    <a:pt x="237407" y="139996"/>
                  </a:lnTo>
                  <a:lnTo>
                    <a:pt x="236550" y="134750"/>
                  </a:lnTo>
                  <a:lnTo>
                    <a:pt x="235526" y="129534"/>
                  </a:lnTo>
                  <a:lnTo>
                    <a:pt x="234337" y="124354"/>
                  </a:lnTo>
                  <a:lnTo>
                    <a:pt x="232985" y="119213"/>
                  </a:lnTo>
                  <a:lnTo>
                    <a:pt x="231469" y="114118"/>
                  </a:lnTo>
                  <a:lnTo>
                    <a:pt x="229792" y="109075"/>
                  </a:lnTo>
                  <a:lnTo>
                    <a:pt x="227956" y="104086"/>
                  </a:lnTo>
                  <a:lnTo>
                    <a:pt x="225962" y="99159"/>
                  </a:lnTo>
                  <a:lnTo>
                    <a:pt x="223812" y="94298"/>
                  </a:lnTo>
                  <a:lnTo>
                    <a:pt x="221509" y="89507"/>
                  </a:lnTo>
                  <a:lnTo>
                    <a:pt x="219055" y="84793"/>
                  </a:lnTo>
                  <a:lnTo>
                    <a:pt x="216452" y="80158"/>
                  </a:lnTo>
                  <a:lnTo>
                    <a:pt x="213703" y="75609"/>
                  </a:lnTo>
                  <a:lnTo>
                    <a:pt x="210810" y="71149"/>
                  </a:lnTo>
                  <a:lnTo>
                    <a:pt x="207778" y="66784"/>
                  </a:lnTo>
                  <a:lnTo>
                    <a:pt x="204608" y="62517"/>
                  </a:lnTo>
                  <a:lnTo>
                    <a:pt x="201304" y="58353"/>
                  </a:lnTo>
                  <a:lnTo>
                    <a:pt x="197870" y="54296"/>
                  </a:lnTo>
                  <a:lnTo>
                    <a:pt x="194308" y="50351"/>
                  </a:lnTo>
                  <a:lnTo>
                    <a:pt x="190623" y="46521"/>
                  </a:lnTo>
                  <a:lnTo>
                    <a:pt x="186817" y="42809"/>
                  </a:lnTo>
                  <a:lnTo>
                    <a:pt x="182896" y="39221"/>
                  </a:lnTo>
                  <a:lnTo>
                    <a:pt x="178862" y="35759"/>
                  </a:lnTo>
                  <a:lnTo>
                    <a:pt x="174721" y="32427"/>
                  </a:lnTo>
                  <a:lnTo>
                    <a:pt x="170476" y="29229"/>
                  </a:lnTo>
                  <a:lnTo>
                    <a:pt x="166131" y="26167"/>
                  </a:lnTo>
                  <a:lnTo>
                    <a:pt x="161691" y="23245"/>
                  </a:lnTo>
                  <a:lnTo>
                    <a:pt x="157160" y="20465"/>
                  </a:lnTo>
                  <a:lnTo>
                    <a:pt x="152543" y="17831"/>
                  </a:lnTo>
                  <a:lnTo>
                    <a:pt x="147845" y="15345"/>
                  </a:lnTo>
                  <a:lnTo>
                    <a:pt x="143070" y="13010"/>
                  </a:lnTo>
                  <a:lnTo>
                    <a:pt x="138223" y="10827"/>
                  </a:lnTo>
                  <a:lnTo>
                    <a:pt x="133310" y="8800"/>
                  </a:lnTo>
                  <a:lnTo>
                    <a:pt x="128334" y="6930"/>
                  </a:lnTo>
                  <a:lnTo>
                    <a:pt x="123302" y="5219"/>
                  </a:lnTo>
                  <a:lnTo>
                    <a:pt x="118217" y="3669"/>
                  </a:lnTo>
                  <a:lnTo>
                    <a:pt x="113086" y="2282"/>
                  </a:lnTo>
                  <a:lnTo>
                    <a:pt x="107914" y="1058"/>
                  </a:lnTo>
                  <a:lnTo>
                    <a:pt x="102705" y="0"/>
                  </a:lnTo>
                  <a:lnTo>
                    <a:pt x="72019" y="164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71"/>
              <a:ext cx="30685" cy="167167"/>
            </a:xfrm>
            <a:custGeom>
              <a:avLst/>
              <a:pathLst>
                <a:path w="30685" h="167167">
                  <a:moveTo>
                    <a:pt x="30685" y="2840"/>
                  </a:moveTo>
                  <a:lnTo>
                    <a:pt x="23071" y="1599"/>
                  </a:lnTo>
                  <a:lnTo>
                    <a:pt x="15408" y="711"/>
                  </a:lnTo>
                  <a:lnTo>
                    <a:pt x="7712" y="17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378097" y="1071028"/>
              <a:ext cx="167161" cy="285010"/>
            </a:xfrm>
            <a:custGeom>
              <a:avLst/>
              <a:pathLst>
                <a:path w="167161" h="285010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0" y="781"/>
                  </a:lnTo>
                  <a:lnTo>
                    <a:pt x="145666" y="1387"/>
                  </a:lnTo>
                  <a:lnTo>
                    <a:pt x="140334" y="2166"/>
                  </a:lnTo>
                  <a:lnTo>
                    <a:pt x="135030" y="3116"/>
                  </a:lnTo>
                  <a:lnTo>
                    <a:pt x="129760" y="4237"/>
                  </a:lnTo>
                  <a:lnTo>
                    <a:pt x="124528" y="5527"/>
                  </a:lnTo>
                  <a:lnTo>
                    <a:pt x="119341" y="6985"/>
                  </a:lnTo>
                  <a:lnTo>
                    <a:pt x="114203" y="8610"/>
                  </a:lnTo>
                  <a:lnTo>
                    <a:pt x="109120" y="10399"/>
                  </a:lnTo>
                  <a:lnTo>
                    <a:pt x="104098" y="12351"/>
                  </a:lnTo>
                  <a:lnTo>
                    <a:pt x="99141" y="14464"/>
                  </a:lnTo>
                  <a:lnTo>
                    <a:pt x="94255" y="16735"/>
                  </a:lnTo>
                  <a:lnTo>
                    <a:pt x="89445" y="19163"/>
                  </a:lnTo>
                  <a:lnTo>
                    <a:pt x="84715" y="21745"/>
                  </a:lnTo>
                  <a:lnTo>
                    <a:pt x="80071" y="24477"/>
                  </a:lnTo>
                  <a:lnTo>
                    <a:pt x="75517" y="27358"/>
                  </a:lnTo>
                  <a:lnTo>
                    <a:pt x="71059" y="30384"/>
                  </a:lnTo>
                  <a:lnTo>
                    <a:pt x="66701" y="33553"/>
                  </a:lnTo>
                  <a:lnTo>
                    <a:pt x="62446" y="36860"/>
                  </a:lnTo>
                  <a:lnTo>
                    <a:pt x="58301" y="40303"/>
                  </a:lnTo>
                  <a:lnTo>
                    <a:pt x="54269" y="43877"/>
                  </a:lnTo>
                  <a:lnTo>
                    <a:pt x="50354" y="47579"/>
                  </a:lnTo>
                  <a:lnTo>
                    <a:pt x="46561" y="51406"/>
                  </a:lnTo>
                  <a:lnTo>
                    <a:pt x="42892" y="55353"/>
                  </a:lnTo>
                  <a:lnTo>
                    <a:pt x="39353" y="59416"/>
                  </a:lnTo>
                  <a:lnTo>
                    <a:pt x="35947" y="63591"/>
                  </a:lnTo>
                  <a:lnTo>
                    <a:pt x="32677" y="67874"/>
                  </a:lnTo>
                  <a:lnTo>
                    <a:pt x="29547" y="72260"/>
                  </a:lnTo>
                  <a:lnTo>
                    <a:pt x="26559" y="76744"/>
                  </a:lnTo>
                  <a:lnTo>
                    <a:pt x="23718" y="81323"/>
                  </a:lnTo>
                  <a:lnTo>
                    <a:pt x="21026" y="85990"/>
                  </a:lnTo>
                  <a:lnTo>
                    <a:pt x="18486" y="90742"/>
                  </a:lnTo>
                  <a:lnTo>
                    <a:pt x="16100" y="95574"/>
                  </a:lnTo>
                  <a:lnTo>
                    <a:pt x="13871" y="100479"/>
                  </a:lnTo>
                  <a:lnTo>
                    <a:pt x="11801" y="105454"/>
                  </a:lnTo>
                  <a:lnTo>
                    <a:pt x="9893" y="110494"/>
                  </a:lnTo>
                  <a:lnTo>
                    <a:pt x="8148" y="115592"/>
                  </a:lnTo>
                  <a:lnTo>
                    <a:pt x="6569" y="120743"/>
                  </a:lnTo>
                  <a:lnTo>
                    <a:pt x="5156" y="125943"/>
                  </a:lnTo>
                  <a:lnTo>
                    <a:pt x="3911" y="131186"/>
                  </a:lnTo>
                  <a:lnTo>
                    <a:pt x="2837" y="136466"/>
                  </a:lnTo>
                  <a:lnTo>
                    <a:pt x="1932" y="141778"/>
                  </a:lnTo>
                  <a:lnTo>
                    <a:pt x="1200" y="147116"/>
                  </a:lnTo>
                  <a:lnTo>
                    <a:pt x="640" y="152475"/>
                  </a:lnTo>
                  <a:lnTo>
                    <a:pt x="253" y="157850"/>
                  </a:lnTo>
                  <a:lnTo>
                    <a:pt x="39" y="163234"/>
                  </a:lnTo>
                  <a:lnTo>
                    <a:pt x="0" y="168622"/>
                  </a:lnTo>
                  <a:lnTo>
                    <a:pt x="133" y="174009"/>
                  </a:lnTo>
                  <a:lnTo>
                    <a:pt x="441" y="179389"/>
                  </a:lnTo>
                  <a:lnTo>
                    <a:pt x="921" y="184755"/>
                  </a:lnTo>
                  <a:lnTo>
                    <a:pt x="1574" y="190104"/>
                  </a:lnTo>
                  <a:lnTo>
                    <a:pt x="2400" y="195429"/>
                  </a:lnTo>
                  <a:lnTo>
                    <a:pt x="3396" y="200724"/>
                  </a:lnTo>
                  <a:lnTo>
                    <a:pt x="4563" y="205985"/>
                  </a:lnTo>
                  <a:lnTo>
                    <a:pt x="5898" y="211205"/>
                  </a:lnTo>
                  <a:lnTo>
                    <a:pt x="7401" y="216380"/>
                  </a:lnTo>
                  <a:lnTo>
                    <a:pt x="9070" y="221503"/>
                  </a:lnTo>
                  <a:lnTo>
                    <a:pt x="10904" y="226570"/>
                  </a:lnTo>
                  <a:lnTo>
                    <a:pt x="12899" y="231575"/>
                  </a:lnTo>
                  <a:lnTo>
                    <a:pt x="15055" y="236513"/>
                  </a:lnTo>
                  <a:lnTo>
                    <a:pt x="17369" y="241379"/>
                  </a:lnTo>
                  <a:lnTo>
                    <a:pt x="19839" y="246169"/>
                  </a:lnTo>
                  <a:lnTo>
                    <a:pt x="22462" y="250876"/>
                  </a:lnTo>
                  <a:lnTo>
                    <a:pt x="25235" y="255496"/>
                  </a:lnTo>
                  <a:lnTo>
                    <a:pt x="28155" y="260024"/>
                  </a:lnTo>
                  <a:lnTo>
                    <a:pt x="31220" y="264456"/>
                  </a:lnTo>
                  <a:lnTo>
                    <a:pt x="34426" y="268786"/>
                  </a:lnTo>
                  <a:lnTo>
                    <a:pt x="37770" y="273011"/>
                  </a:lnTo>
                  <a:lnTo>
                    <a:pt x="41249" y="277127"/>
                  </a:lnTo>
                  <a:lnTo>
                    <a:pt x="44858" y="281128"/>
                  </a:lnTo>
                  <a:lnTo>
                    <a:pt x="48594" y="28501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6692" y="1238196"/>
              <a:ext cx="118566" cy="117843"/>
            </a:xfrm>
            <a:custGeom>
              <a:avLst/>
              <a:pathLst>
                <a:path w="118566" h="117843">
                  <a:moveTo>
                    <a:pt x="0" y="117843"/>
                  </a:moveTo>
                  <a:lnTo>
                    <a:pt x="1185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6692" y="1112841"/>
              <a:ext cx="285726" cy="292519"/>
            </a:xfrm>
            <a:custGeom>
              <a:avLst/>
              <a:pathLst>
                <a:path w="285726" h="292519">
                  <a:moveTo>
                    <a:pt x="0" y="243197"/>
                  </a:moveTo>
                  <a:lnTo>
                    <a:pt x="3801" y="246902"/>
                  </a:lnTo>
                  <a:lnTo>
                    <a:pt x="7717" y="250484"/>
                  </a:lnTo>
                  <a:lnTo>
                    <a:pt x="11746" y="253941"/>
                  </a:lnTo>
                  <a:lnTo>
                    <a:pt x="15882" y="257267"/>
                  </a:lnTo>
                  <a:lnTo>
                    <a:pt x="20122" y="260461"/>
                  </a:lnTo>
                  <a:lnTo>
                    <a:pt x="24461" y="263518"/>
                  </a:lnTo>
                  <a:lnTo>
                    <a:pt x="28895" y="266436"/>
                  </a:lnTo>
                  <a:lnTo>
                    <a:pt x="33419" y="269212"/>
                  </a:lnTo>
                  <a:lnTo>
                    <a:pt x="38029" y="271843"/>
                  </a:lnTo>
                  <a:lnTo>
                    <a:pt x="42721" y="274326"/>
                  </a:lnTo>
                  <a:lnTo>
                    <a:pt x="47489" y="276658"/>
                  </a:lnTo>
                  <a:lnTo>
                    <a:pt x="52328" y="278839"/>
                  </a:lnTo>
                  <a:lnTo>
                    <a:pt x="57234" y="280864"/>
                  </a:lnTo>
                  <a:lnTo>
                    <a:pt x="62203" y="282733"/>
                  </a:lnTo>
                  <a:lnTo>
                    <a:pt x="67228" y="284443"/>
                  </a:lnTo>
                  <a:lnTo>
                    <a:pt x="72304" y="285993"/>
                  </a:lnTo>
                  <a:lnTo>
                    <a:pt x="77428" y="287381"/>
                  </a:lnTo>
                  <a:lnTo>
                    <a:pt x="82592" y="288605"/>
                  </a:lnTo>
                  <a:lnTo>
                    <a:pt x="87793" y="289665"/>
                  </a:lnTo>
                  <a:lnTo>
                    <a:pt x="93026" y="290559"/>
                  </a:lnTo>
                  <a:lnTo>
                    <a:pt x="98283" y="291287"/>
                  </a:lnTo>
                  <a:lnTo>
                    <a:pt x="103562" y="291847"/>
                  </a:lnTo>
                  <a:lnTo>
                    <a:pt x="108855" y="292239"/>
                  </a:lnTo>
                  <a:lnTo>
                    <a:pt x="114158" y="292463"/>
                  </a:lnTo>
                  <a:lnTo>
                    <a:pt x="119466" y="292519"/>
                  </a:lnTo>
                  <a:lnTo>
                    <a:pt x="124773" y="292406"/>
                  </a:lnTo>
                  <a:lnTo>
                    <a:pt x="130073" y="292125"/>
                  </a:lnTo>
                  <a:lnTo>
                    <a:pt x="135362" y="291676"/>
                  </a:lnTo>
                  <a:lnTo>
                    <a:pt x="140634" y="291058"/>
                  </a:lnTo>
                  <a:lnTo>
                    <a:pt x="145884" y="290274"/>
                  </a:lnTo>
                  <a:lnTo>
                    <a:pt x="151106" y="289324"/>
                  </a:lnTo>
                  <a:lnTo>
                    <a:pt x="156296" y="288208"/>
                  </a:lnTo>
                  <a:lnTo>
                    <a:pt x="161447" y="286928"/>
                  </a:lnTo>
                  <a:lnTo>
                    <a:pt x="166555" y="285485"/>
                  </a:lnTo>
                  <a:lnTo>
                    <a:pt x="171615" y="283881"/>
                  </a:lnTo>
                  <a:lnTo>
                    <a:pt x="176621" y="282117"/>
                  </a:lnTo>
                  <a:lnTo>
                    <a:pt x="181569" y="280195"/>
                  </a:lnTo>
                  <a:lnTo>
                    <a:pt x="186453" y="278116"/>
                  </a:lnTo>
                  <a:lnTo>
                    <a:pt x="191269" y="275884"/>
                  </a:lnTo>
                  <a:lnTo>
                    <a:pt x="196011" y="273500"/>
                  </a:lnTo>
                  <a:lnTo>
                    <a:pt x="200675" y="270967"/>
                  </a:lnTo>
                  <a:lnTo>
                    <a:pt x="205257" y="268286"/>
                  </a:lnTo>
                  <a:lnTo>
                    <a:pt x="209751" y="265462"/>
                  </a:lnTo>
                  <a:lnTo>
                    <a:pt x="214153" y="262496"/>
                  </a:lnTo>
                  <a:lnTo>
                    <a:pt x="218459" y="259392"/>
                  </a:lnTo>
                  <a:lnTo>
                    <a:pt x="222664" y="256153"/>
                  </a:lnTo>
                  <a:lnTo>
                    <a:pt x="226764" y="252783"/>
                  </a:lnTo>
                  <a:lnTo>
                    <a:pt x="230756" y="249283"/>
                  </a:lnTo>
                  <a:lnTo>
                    <a:pt x="234634" y="245659"/>
                  </a:lnTo>
                  <a:lnTo>
                    <a:pt x="238395" y="241913"/>
                  </a:lnTo>
                  <a:lnTo>
                    <a:pt x="242035" y="238050"/>
                  </a:lnTo>
                  <a:lnTo>
                    <a:pt x="245550" y="234073"/>
                  </a:lnTo>
                  <a:lnTo>
                    <a:pt x="248938" y="229987"/>
                  </a:lnTo>
                  <a:lnTo>
                    <a:pt x="252194" y="225795"/>
                  </a:lnTo>
                  <a:lnTo>
                    <a:pt x="255316" y="221502"/>
                  </a:lnTo>
                  <a:lnTo>
                    <a:pt x="258299" y="217112"/>
                  </a:lnTo>
                  <a:lnTo>
                    <a:pt x="261142" y="212629"/>
                  </a:lnTo>
                  <a:lnTo>
                    <a:pt x="263841" y="208059"/>
                  </a:lnTo>
                  <a:lnTo>
                    <a:pt x="266393" y="203405"/>
                  </a:lnTo>
                  <a:lnTo>
                    <a:pt x="268797" y="198672"/>
                  </a:lnTo>
                  <a:lnTo>
                    <a:pt x="271049" y="193866"/>
                  </a:lnTo>
                  <a:lnTo>
                    <a:pt x="273147" y="188990"/>
                  </a:lnTo>
                  <a:lnTo>
                    <a:pt x="275090" y="184050"/>
                  </a:lnTo>
                  <a:lnTo>
                    <a:pt x="276874" y="179051"/>
                  </a:lnTo>
                  <a:lnTo>
                    <a:pt x="278499" y="173998"/>
                  </a:lnTo>
                  <a:lnTo>
                    <a:pt x="279963" y="168896"/>
                  </a:lnTo>
                  <a:lnTo>
                    <a:pt x="281264" y="163750"/>
                  </a:lnTo>
                  <a:lnTo>
                    <a:pt x="282401" y="158565"/>
                  </a:lnTo>
                  <a:lnTo>
                    <a:pt x="283373" y="153347"/>
                  </a:lnTo>
                  <a:lnTo>
                    <a:pt x="284178" y="148100"/>
                  </a:lnTo>
                  <a:lnTo>
                    <a:pt x="284817" y="142831"/>
                  </a:lnTo>
                  <a:lnTo>
                    <a:pt x="285288" y="137544"/>
                  </a:lnTo>
                  <a:lnTo>
                    <a:pt x="285591" y="132245"/>
                  </a:lnTo>
                  <a:lnTo>
                    <a:pt x="285726" y="126938"/>
                  </a:lnTo>
                  <a:lnTo>
                    <a:pt x="285692" y="121631"/>
                  </a:lnTo>
                  <a:lnTo>
                    <a:pt x="285489" y="116327"/>
                  </a:lnTo>
                  <a:lnTo>
                    <a:pt x="285118" y="111032"/>
                  </a:lnTo>
                  <a:lnTo>
                    <a:pt x="284580" y="105751"/>
                  </a:lnTo>
                  <a:lnTo>
                    <a:pt x="283874" y="100490"/>
                  </a:lnTo>
                  <a:lnTo>
                    <a:pt x="283001" y="95254"/>
                  </a:lnTo>
                  <a:lnTo>
                    <a:pt x="281962" y="90049"/>
                  </a:lnTo>
                  <a:lnTo>
                    <a:pt x="280759" y="84879"/>
                  </a:lnTo>
                  <a:lnTo>
                    <a:pt x="279392" y="79750"/>
                  </a:lnTo>
                  <a:lnTo>
                    <a:pt x="277864" y="74667"/>
                  </a:lnTo>
                  <a:lnTo>
                    <a:pt x="276174" y="69635"/>
                  </a:lnTo>
                  <a:lnTo>
                    <a:pt x="274326" y="64660"/>
                  </a:lnTo>
                  <a:lnTo>
                    <a:pt x="272320" y="59745"/>
                  </a:lnTo>
                  <a:lnTo>
                    <a:pt x="270160" y="54897"/>
                  </a:lnTo>
                  <a:lnTo>
                    <a:pt x="267846" y="50119"/>
                  </a:lnTo>
                  <a:lnTo>
                    <a:pt x="265382" y="45418"/>
                  </a:lnTo>
                  <a:lnTo>
                    <a:pt x="262771" y="40797"/>
                  </a:lnTo>
                  <a:lnTo>
                    <a:pt x="260013" y="36261"/>
                  </a:lnTo>
                  <a:lnTo>
                    <a:pt x="257114" y="31816"/>
                  </a:lnTo>
                  <a:lnTo>
                    <a:pt x="254074" y="27464"/>
                  </a:lnTo>
                  <a:lnTo>
                    <a:pt x="250898" y="23211"/>
                  </a:lnTo>
                  <a:lnTo>
                    <a:pt x="247588" y="19061"/>
                  </a:lnTo>
                  <a:lnTo>
                    <a:pt x="244149" y="15019"/>
                  </a:lnTo>
                  <a:lnTo>
                    <a:pt x="240582" y="11087"/>
                  </a:lnTo>
                  <a:lnTo>
                    <a:pt x="236893" y="7271"/>
                  </a:lnTo>
                  <a:lnTo>
                    <a:pt x="233084" y="3574"/>
                  </a:lnTo>
                  <a:lnTo>
                    <a:pt x="229160" y="0"/>
                  </a:lnTo>
                  <a:lnTo>
                    <a:pt x="118566" y="125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071028"/>
              <a:ext cx="110594" cy="167167"/>
            </a:xfrm>
            <a:custGeom>
              <a:avLst/>
              <a:pathLst>
                <a:path w="110594" h="167167">
                  <a:moveTo>
                    <a:pt x="110594" y="41812"/>
                  </a:moveTo>
                  <a:lnTo>
                    <a:pt x="106416" y="38246"/>
                  </a:lnTo>
                  <a:lnTo>
                    <a:pt x="102123" y="34820"/>
                  </a:lnTo>
                  <a:lnTo>
                    <a:pt x="97720" y="31536"/>
                  </a:lnTo>
                  <a:lnTo>
                    <a:pt x="93211" y="28399"/>
                  </a:lnTo>
                  <a:lnTo>
                    <a:pt x="88601" y="25411"/>
                  </a:lnTo>
                  <a:lnTo>
                    <a:pt x="83896" y="22577"/>
                  </a:lnTo>
                  <a:lnTo>
                    <a:pt x="79101" y="19899"/>
                  </a:lnTo>
                  <a:lnTo>
                    <a:pt x="74220" y="17379"/>
                  </a:lnTo>
                  <a:lnTo>
                    <a:pt x="69258" y="15022"/>
                  </a:lnTo>
                  <a:lnTo>
                    <a:pt x="64222" y="12828"/>
                  </a:lnTo>
                  <a:lnTo>
                    <a:pt x="59117" y="10802"/>
                  </a:lnTo>
                  <a:lnTo>
                    <a:pt x="53948" y="8944"/>
                  </a:lnTo>
                  <a:lnTo>
                    <a:pt x="48720" y="7257"/>
                  </a:lnTo>
                  <a:lnTo>
                    <a:pt x="43440" y="5742"/>
                  </a:lnTo>
                  <a:lnTo>
                    <a:pt x="38113" y="4402"/>
                  </a:lnTo>
                  <a:lnTo>
                    <a:pt x="32745" y="3238"/>
                  </a:lnTo>
                  <a:lnTo>
                    <a:pt x="27342" y="2251"/>
                  </a:lnTo>
                  <a:lnTo>
                    <a:pt x="21909" y="1441"/>
                  </a:lnTo>
                  <a:lnTo>
                    <a:pt x="16452" y="811"/>
                  </a:lnTo>
                  <a:lnTo>
                    <a:pt x="10978" y="360"/>
                  </a:lnTo>
                  <a:lnTo>
                    <a:pt x="549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6144" y="941493"/>
              <a:ext cx="77399" cy="167167"/>
            </a:xfrm>
            <a:custGeom>
              <a:avLst/>
              <a:pathLst>
                <a:path w="77399" h="167167">
                  <a:moveTo>
                    <a:pt x="77399" y="0"/>
                  </a:moveTo>
                  <a:lnTo>
                    <a:pt x="71652" y="98"/>
                  </a:lnTo>
                  <a:lnTo>
                    <a:pt x="65912" y="395"/>
                  </a:lnTo>
                  <a:lnTo>
                    <a:pt x="60186" y="888"/>
                  </a:lnTo>
                  <a:lnTo>
                    <a:pt x="54480" y="1578"/>
                  </a:lnTo>
                  <a:lnTo>
                    <a:pt x="48801" y="2464"/>
                  </a:lnTo>
                  <a:lnTo>
                    <a:pt x="43155" y="3544"/>
                  </a:lnTo>
                  <a:lnTo>
                    <a:pt x="37551" y="4818"/>
                  </a:lnTo>
                  <a:lnTo>
                    <a:pt x="31993" y="6284"/>
                  </a:lnTo>
                  <a:lnTo>
                    <a:pt x="26489" y="7940"/>
                  </a:lnTo>
                  <a:lnTo>
                    <a:pt x="21045" y="9785"/>
                  </a:lnTo>
                  <a:lnTo>
                    <a:pt x="15668" y="11815"/>
                  </a:lnTo>
                  <a:lnTo>
                    <a:pt x="10364" y="14029"/>
                  </a:lnTo>
                  <a:lnTo>
                    <a:pt x="5139" y="16424"/>
                  </a:lnTo>
                  <a:lnTo>
                    <a:pt x="0" y="18997"/>
                  </a:lnTo>
                  <a:lnTo>
                    <a:pt x="7739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6144" y="960491"/>
              <a:ext cx="77399" cy="148169"/>
            </a:xfrm>
            <a:custGeom>
              <a:avLst/>
              <a:pathLst>
                <a:path w="77399" h="148169">
                  <a:moveTo>
                    <a:pt x="0" y="0"/>
                  </a:moveTo>
                  <a:lnTo>
                    <a:pt x="77399" y="148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856387" y="949841"/>
              <a:ext cx="334305" cy="325985"/>
            </a:xfrm>
            <a:custGeom>
              <a:avLst/>
              <a:pathLst>
                <a:path w="334305" h="325985">
                  <a:moveTo>
                    <a:pt x="89756" y="10649"/>
                  </a:moveTo>
                  <a:lnTo>
                    <a:pt x="85099" y="13177"/>
                  </a:lnTo>
                  <a:lnTo>
                    <a:pt x="80524" y="15851"/>
                  </a:lnTo>
                  <a:lnTo>
                    <a:pt x="76035" y="18668"/>
                  </a:lnTo>
                  <a:lnTo>
                    <a:pt x="71639" y="21627"/>
                  </a:lnTo>
                  <a:lnTo>
                    <a:pt x="67338" y="24724"/>
                  </a:lnTo>
                  <a:lnTo>
                    <a:pt x="63138" y="27955"/>
                  </a:lnTo>
                  <a:lnTo>
                    <a:pt x="59043" y="31318"/>
                  </a:lnTo>
                  <a:lnTo>
                    <a:pt x="55056" y="34809"/>
                  </a:lnTo>
                  <a:lnTo>
                    <a:pt x="51181" y="38424"/>
                  </a:lnTo>
                  <a:lnTo>
                    <a:pt x="47423" y="42161"/>
                  </a:lnTo>
                  <a:lnTo>
                    <a:pt x="43786" y="46014"/>
                  </a:lnTo>
                  <a:lnTo>
                    <a:pt x="40272" y="49981"/>
                  </a:lnTo>
                  <a:lnTo>
                    <a:pt x="36886" y="54058"/>
                  </a:lnTo>
                  <a:lnTo>
                    <a:pt x="33631" y="58240"/>
                  </a:lnTo>
                  <a:lnTo>
                    <a:pt x="30510" y="62522"/>
                  </a:lnTo>
                  <a:lnTo>
                    <a:pt x="27527" y="66902"/>
                  </a:lnTo>
                  <a:lnTo>
                    <a:pt x="24683" y="71374"/>
                  </a:lnTo>
                  <a:lnTo>
                    <a:pt x="21983" y="75934"/>
                  </a:lnTo>
                  <a:lnTo>
                    <a:pt x="19429" y="80577"/>
                  </a:lnTo>
                  <a:lnTo>
                    <a:pt x="17023" y="85299"/>
                  </a:lnTo>
                  <a:lnTo>
                    <a:pt x="14768" y="90094"/>
                  </a:lnTo>
                  <a:lnTo>
                    <a:pt x="12667" y="94959"/>
                  </a:lnTo>
                  <a:lnTo>
                    <a:pt x="10720" y="99888"/>
                  </a:lnTo>
                  <a:lnTo>
                    <a:pt x="8931" y="104876"/>
                  </a:lnTo>
                  <a:lnTo>
                    <a:pt x="7301" y="109918"/>
                  </a:lnTo>
                  <a:lnTo>
                    <a:pt x="5831" y="115010"/>
                  </a:lnTo>
                  <a:lnTo>
                    <a:pt x="4523" y="120145"/>
                  </a:lnTo>
                  <a:lnTo>
                    <a:pt x="3379" y="125319"/>
                  </a:lnTo>
                  <a:lnTo>
                    <a:pt x="2400" y="130527"/>
                  </a:lnTo>
                  <a:lnTo>
                    <a:pt x="1586" y="135764"/>
                  </a:lnTo>
                  <a:lnTo>
                    <a:pt x="938" y="141023"/>
                  </a:lnTo>
                  <a:lnTo>
                    <a:pt x="458" y="146301"/>
                  </a:lnTo>
                  <a:lnTo>
                    <a:pt x="145" y="151591"/>
                  </a:lnTo>
                  <a:lnTo>
                    <a:pt x="0" y="156888"/>
                  </a:lnTo>
                  <a:lnTo>
                    <a:pt x="22" y="162188"/>
                  </a:lnTo>
                  <a:lnTo>
                    <a:pt x="213" y="167483"/>
                  </a:lnTo>
                  <a:lnTo>
                    <a:pt x="572" y="172771"/>
                  </a:lnTo>
                  <a:lnTo>
                    <a:pt x="1098" y="178044"/>
                  </a:lnTo>
                  <a:lnTo>
                    <a:pt x="1790" y="183298"/>
                  </a:lnTo>
                  <a:lnTo>
                    <a:pt x="2649" y="188527"/>
                  </a:lnTo>
                  <a:lnTo>
                    <a:pt x="3674" y="193726"/>
                  </a:lnTo>
                  <a:lnTo>
                    <a:pt x="4862" y="198890"/>
                  </a:lnTo>
                  <a:lnTo>
                    <a:pt x="6214" y="204014"/>
                  </a:lnTo>
                  <a:lnTo>
                    <a:pt x="7727" y="209093"/>
                  </a:lnTo>
                  <a:lnTo>
                    <a:pt x="9401" y="214121"/>
                  </a:lnTo>
                  <a:lnTo>
                    <a:pt x="11233" y="219094"/>
                  </a:lnTo>
                  <a:lnTo>
                    <a:pt x="13222" y="224006"/>
                  </a:lnTo>
                  <a:lnTo>
                    <a:pt x="15366" y="228852"/>
                  </a:lnTo>
                  <a:lnTo>
                    <a:pt x="17662" y="233628"/>
                  </a:lnTo>
                  <a:lnTo>
                    <a:pt x="20108" y="238329"/>
                  </a:lnTo>
                  <a:lnTo>
                    <a:pt x="22702" y="242950"/>
                  </a:lnTo>
                  <a:lnTo>
                    <a:pt x="25441" y="247486"/>
                  </a:lnTo>
                  <a:lnTo>
                    <a:pt x="28323" y="251934"/>
                  </a:lnTo>
                  <a:lnTo>
                    <a:pt x="31344" y="256287"/>
                  </a:lnTo>
                  <a:lnTo>
                    <a:pt x="34502" y="260543"/>
                  </a:lnTo>
                  <a:lnTo>
                    <a:pt x="37793" y="264697"/>
                  </a:lnTo>
                  <a:lnTo>
                    <a:pt x="41214" y="268744"/>
                  </a:lnTo>
                  <a:lnTo>
                    <a:pt x="44761" y="272681"/>
                  </a:lnTo>
                  <a:lnTo>
                    <a:pt x="48432" y="276503"/>
                  </a:lnTo>
                  <a:lnTo>
                    <a:pt x="52222" y="280207"/>
                  </a:lnTo>
                  <a:lnTo>
                    <a:pt x="56127" y="283789"/>
                  </a:lnTo>
                  <a:lnTo>
                    <a:pt x="60144" y="287245"/>
                  </a:lnTo>
                  <a:lnTo>
                    <a:pt x="64268" y="290573"/>
                  </a:lnTo>
                  <a:lnTo>
                    <a:pt x="68496" y="293768"/>
                  </a:lnTo>
                  <a:lnTo>
                    <a:pt x="72823" y="296827"/>
                  </a:lnTo>
                  <a:lnTo>
                    <a:pt x="77245" y="299748"/>
                  </a:lnTo>
                  <a:lnTo>
                    <a:pt x="81757" y="302527"/>
                  </a:lnTo>
                  <a:lnTo>
                    <a:pt x="86355" y="305161"/>
                  </a:lnTo>
                  <a:lnTo>
                    <a:pt x="91034" y="307649"/>
                  </a:lnTo>
                  <a:lnTo>
                    <a:pt x="95790" y="309987"/>
                  </a:lnTo>
                  <a:lnTo>
                    <a:pt x="100618" y="312173"/>
                  </a:lnTo>
                  <a:lnTo>
                    <a:pt x="105512" y="314205"/>
                  </a:lnTo>
                  <a:lnTo>
                    <a:pt x="110468" y="316081"/>
                  </a:lnTo>
                  <a:lnTo>
                    <a:pt x="115481" y="317799"/>
                  </a:lnTo>
                  <a:lnTo>
                    <a:pt x="120546" y="319357"/>
                  </a:lnTo>
                  <a:lnTo>
                    <a:pt x="125658" y="320753"/>
                  </a:lnTo>
                  <a:lnTo>
                    <a:pt x="130812" y="321987"/>
                  </a:lnTo>
                  <a:lnTo>
                    <a:pt x="136002" y="323057"/>
                  </a:lnTo>
                  <a:lnTo>
                    <a:pt x="141223" y="323962"/>
                  </a:lnTo>
                  <a:lnTo>
                    <a:pt x="146471" y="324701"/>
                  </a:lnTo>
                  <a:lnTo>
                    <a:pt x="151739" y="325274"/>
                  </a:lnTo>
                  <a:lnTo>
                    <a:pt x="157023" y="325679"/>
                  </a:lnTo>
                  <a:lnTo>
                    <a:pt x="162317" y="325916"/>
                  </a:lnTo>
                  <a:lnTo>
                    <a:pt x="167616" y="325985"/>
                  </a:lnTo>
                  <a:lnTo>
                    <a:pt x="172914" y="325887"/>
                  </a:lnTo>
                  <a:lnTo>
                    <a:pt x="178207" y="325620"/>
                  </a:lnTo>
                  <a:lnTo>
                    <a:pt x="183488" y="325186"/>
                  </a:lnTo>
                  <a:lnTo>
                    <a:pt x="188753" y="324585"/>
                  </a:lnTo>
                  <a:lnTo>
                    <a:pt x="193997" y="323817"/>
                  </a:lnTo>
                  <a:lnTo>
                    <a:pt x="199213" y="322883"/>
                  </a:lnTo>
                  <a:lnTo>
                    <a:pt x="204397" y="321785"/>
                  </a:lnTo>
                  <a:lnTo>
                    <a:pt x="209544" y="320523"/>
                  </a:lnTo>
                  <a:lnTo>
                    <a:pt x="214648" y="319098"/>
                  </a:lnTo>
                  <a:lnTo>
                    <a:pt x="219705" y="317512"/>
                  </a:lnTo>
                  <a:lnTo>
                    <a:pt x="224708" y="315766"/>
                  </a:lnTo>
                  <a:lnTo>
                    <a:pt x="229654" y="313863"/>
                  </a:lnTo>
                  <a:lnTo>
                    <a:pt x="234537" y="311804"/>
                  </a:lnTo>
                  <a:lnTo>
                    <a:pt x="239353" y="309592"/>
                  </a:lnTo>
                  <a:lnTo>
                    <a:pt x="244095" y="307228"/>
                  </a:lnTo>
                  <a:lnTo>
                    <a:pt x="248761" y="304714"/>
                  </a:lnTo>
                  <a:lnTo>
                    <a:pt x="253344" y="302054"/>
                  </a:lnTo>
                  <a:lnTo>
                    <a:pt x="257841" y="299251"/>
                  </a:lnTo>
                  <a:lnTo>
                    <a:pt x="262247" y="296306"/>
                  </a:lnTo>
                  <a:lnTo>
                    <a:pt x="266557" y="293223"/>
                  </a:lnTo>
                  <a:lnTo>
                    <a:pt x="270767" y="290004"/>
                  </a:lnTo>
                  <a:lnTo>
                    <a:pt x="274873" y="286654"/>
                  </a:lnTo>
                  <a:lnTo>
                    <a:pt x="278871" y="283176"/>
                  </a:lnTo>
                  <a:lnTo>
                    <a:pt x="282756" y="279572"/>
                  </a:lnTo>
                  <a:lnTo>
                    <a:pt x="286526" y="275847"/>
                  </a:lnTo>
                  <a:lnTo>
                    <a:pt x="290175" y="272005"/>
                  </a:lnTo>
                  <a:lnTo>
                    <a:pt x="293701" y="268049"/>
                  </a:lnTo>
                  <a:lnTo>
                    <a:pt x="297100" y="263983"/>
                  </a:lnTo>
                  <a:lnTo>
                    <a:pt x="300368" y="259811"/>
                  </a:lnTo>
                  <a:lnTo>
                    <a:pt x="303502" y="255538"/>
                  </a:lnTo>
                  <a:lnTo>
                    <a:pt x="306499" y="251168"/>
                  </a:lnTo>
                  <a:lnTo>
                    <a:pt x="309356" y="246705"/>
                  </a:lnTo>
                  <a:lnTo>
                    <a:pt x="312070" y="242153"/>
                  </a:lnTo>
                  <a:lnTo>
                    <a:pt x="314639" y="237518"/>
                  </a:lnTo>
                  <a:lnTo>
                    <a:pt x="317059" y="232804"/>
                  </a:lnTo>
                  <a:lnTo>
                    <a:pt x="319329" y="228015"/>
                  </a:lnTo>
                  <a:lnTo>
                    <a:pt x="321446" y="223157"/>
                  </a:lnTo>
                  <a:lnTo>
                    <a:pt x="323408" y="218234"/>
                  </a:lnTo>
                  <a:lnTo>
                    <a:pt x="325213" y="213252"/>
                  </a:lnTo>
                  <a:lnTo>
                    <a:pt x="326859" y="208215"/>
                  </a:lnTo>
                  <a:lnTo>
                    <a:pt x="328344" y="203128"/>
                  </a:lnTo>
                  <a:lnTo>
                    <a:pt x="329667" y="197996"/>
                  </a:lnTo>
                  <a:lnTo>
                    <a:pt x="330828" y="192826"/>
                  </a:lnTo>
                  <a:lnTo>
                    <a:pt x="331823" y="187621"/>
                  </a:lnTo>
                  <a:lnTo>
                    <a:pt x="332653" y="182387"/>
                  </a:lnTo>
                  <a:lnTo>
                    <a:pt x="333317" y="177129"/>
                  </a:lnTo>
                  <a:lnTo>
                    <a:pt x="333814" y="171853"/>
                  </a:lnTo>
                  <a:lnTo>
                    <a:pt x="334144" y="166564"/>
                  </a:lnTo>
                  <a:lnTo>
                    <a:pt x="334305" y="161267"/>
                  </a:lnTo>
                  <a:lnTo>
                    <a:pt x="334299" y="155968"/>
                  </a:lnTo>
                  <a:lnTo>
                    <a:pt x="334125" y="150672"/>
                  </a:lnTo>
                  <a:lnTo>
                    <a:pt x="333782" y="145383"/>
                  </a:lnTo>
                  <a:lnTo>
                    <a:pt x="333273" y="140109"/>
                  </a:lnTo>
                  <a:lnTo>
                    <a:pt x="332596" y="134853"/>
                  </a:lnTo>
                  <a:lnTo>
                    <a:pt x="331754" y="129621"/>
                  </a:lnTo>
                  <a:lnTo>
                    <a:pt x="330745" y="124418"/>
                  </a:lnTo>
                  <a:lnTo>
                    <a:pt x="329573" y="119250"/>
                  </a:lnTo>
                  <a:lnTo>
                    <a:pt x="328237" y="114122"/>
                  </a:lnTo>
                  <a:lnTo>
                    <a:pt x="326739" y="109039"/>
                  </a:lnTo>
                  <a:lnTo>
                    <a:pt x="325081" y="104006"/>
                  </a:lnTo>
                  <a:lnTo>
                    <a:pt x="323265" y="99028"/>
                  </a:lnTo>
                  <a:lnTo>
                    <a:pt x="321291" y="94109"/>
                  </a:lnTo>
                  <a:lnTo>
                    <a:pt x="319163" y="89256"/>
                  </a:lnTo>
                  <a:lnTo>
                    <a:pt x="316881" y="84473"/>
                  </a:lnTo>
                  <a:lnTo>
                    <a:pt x="314450" y="79765"/>
                  </a:lnTo>
                  <a:lnTo>
                    <a:pt x="311870" y="75136"/>
                  </a:lnTo>
                  <a:lnTo>
                    <a:pt x="309145" y="70591"/>
                  </a:lnTo>
                  <a:lnTo>
                    <a:pt x="306277" y="66135"/>
                  </a:lnTo>
                  <a:lnTo>
                    <a:pt x="303269" y="61772"/>
                  </a:lnTo>
                  <a:lnTo>
                    <a:pt x="300125" y="57506"/>
                  </a:lnTo>
                  <a:lnTo>
                    <a:pt x="296847" y="53342"/>
                  </a:lnTo>
                  <a:lnTo>
                    <a:pt x="293438" y="49284"/>
                  </a:lnTo>
                  <a:lnTo>
                    <a:pt x="289903" y="45337"/>
                  </a:lnTo>
                  <a:lnTo>
                    <a:pt x="286244" y="41503"/>
                  </a:lnTo>
                  <a:lnTo>
                    <a:pt x="282466" y="37787"/>
                  </a:lnTo>
                  <a:lnTo>
                    <a:pt x="278572" y="34193"/>
                  </a:lnTo>
                  <a:lnTo>
                    <a:pt x="274565" y="30724"/>
                  </a:lnTo>
                  <a:lnTo>
                    <a:pt x="270451" y="27384"/>
                  </a:lnTo>
                  <a:lnTo>
                    <a:pt x="266233" y="24176"/>
                  </a:lnTo>
                  <a:lnTo>
                    <a:pt x="261916" y="21103"/>
                  </a:lnTo>
                  <a:lnTo>
                    <a:pt x="257503" y="18169"/>
                  </a:lnTo>
                  <a:lnTo>
                    <a:pt x="253000" y="15376"/>
                  </a:lnTo>
                  <a:lnTo>
                    <a:pt x="248410" y="12727"/>
                  </a:lnTo>
                  <a:lnTo>
                    <a:pt x="243739" y="10225"/>
                  </a:lnTo>
                  <a:lnTo>
                    <a:pt x="238990" y="7872"/>
                  </a:lnTo>
                  <a:lnTo>
                    <a:pt x="234170" y="5671"/>
                  </a:lnTo>
                  <a:lnTo>
                    <a:pt x="229282" y="3624"/>
                  </a:lnTo>
                  <a:lnTo>
                    <a:pt x="224331" y="1733"/>
                  </a:lnTo>
                  <a:lnTo>
                    <a:pt x="219323" y="0"/>
                  </a:lnTo>
                  <a:lnTo>
                    <a:pt x="167156" y="158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23544" y="941493"/>
              <a:ext cx="52167" cy="167167"/>
            </a:xfrm>
            <a:custGeom>
              <a:avLst/>
              <a:pathLst>
                <a:path w="52167" h="167167">
                  <a:moveTo>
                    <a:pt x="52167" y="8348"/>
                  </a:moveTo>
                  <a:lnTo>
                    <a:pt x="46535" y="6607"/>
                  </a:lnTo>
                  <a:lnTo>
                    <a:pt x="40846" y="5067"/>
                  </a:lnTo>
                  <a:lnTo>
                    <a:pt x="35105" y="3727"/>
                  </a:lnTo>
                  <a:lnTo>
                    <a:pt x="29321" y="2591"/>
                  </a:lnTo>
                  <a:lnTo>
                    <a:pt x="23501" y="1660"/>
                  </a:lnTo>
                  <a:lnTo>
                    <a:pt x="17651" y="934"/>
                  </a:lnTo>
                  <a:lnTo>
                    <a:pt x="11779" y="415"/>
                  </a:lnTo>
                  <a:lnTo>
                    <a:pt x="589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4031" y="941493"/>
              <a:ext cx="42184" cy="167167"/>
            </a:xfrm>
            <a:custGeom>
              <a:avLst/>
              <a:pathLst>
                <a:path w="42184" h="167167">
                  <a:moveTo>
                    <a:pt x="42184" y="0"/>
                  </a:moveTo>
                  <a:lnTo>
                    <a:pt x="36093" y="110"/>
                  </a:lnTo>
                  <a:lnTo>
                    <a:pt x="30010" y="443"/>
                  </a:lnTo>
                  <a:lnTo>
                    <a:pt x="23944" y="998"/>
                  </a:lnTo>
                  <a:lnTo>
                    <a:pt x="17901" y="1773"/>
                  </a:lnTo>
                  <a:lnTo>
                    <a:pt x="11891" y="2767"/>
                  </a:lnTo>
                  <a:lnTo>
                    <a:pt x="5921" y="3980"/>
                  </a:lnTo>
                  <a:lnTo>
                    <a:pt x="0" y="5410"/>
                  </a:lnTo>
                  <a:lnTo>
                    <a:pt x="4218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4031" y="946903"/>
              <a:ext cx="42184" cy="161757"/>
            </a:xfrm>
            <a:custGeom>
              <a:avLst/>
              <a:pathLst>
                <a:path w="42184" h="161757">
                  <a:moveTo>
                    <a:pt x="0" y="0"/>
                  </a:moveTo>
                  <a:lnTo>
                    <a:pt x="42184" y="1617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49" y="946903"/>
              <a:ext cx="192802" cy="328921"/>
            </a:xfrm>
            <a:custGeom>
              <a:avLst/>
              <a:pathLst>
                <a:path w="192802" h="328921">
                  <a:moveTo>
                    <a:pt x="124981" y="0"/>
                  </a:moveTo>
                  <a:lnTo>
                    <a:pt x="119827" y="1432"/>
                  </a:lnTo>
                  <a:lnTo>
                    <a:pt x="114721" y="3029"/>
                  </a:lnTo>
                  <a:lnTo>
                    <a:pt x="109669" y="4789"/>
                  </a:lnTo>
                  <a:lnTo>
                    <a:pt x="104675" y="6709"/>
                  </a:lnTo>
                  <a:lnTo>
                    <a:pt x="99746" y="8788"/>
                  </a:lnTo>
                  <a:lnTo>
                    <a:pt x="94885" y="11024"/>
                  </a:lnTo>
                  <a:lnTo>
                    <a:pt x="90099" y="13414"/>
                  </a:lnTo>
                  <a:lnTo>
                    <a:pt x="85392" y="15956"/>
                  </a:lnTo>
                  <a:lnTo>
                    <a:pt x="80768" y="18647"/>
                  </a:lnTo>
                  <a:lnTo>
                    <a:pt x="76233" y="21485"/>
                  </a:lnTo>
                  <a:lnTo>
                    <a:pt x="71791" y="24467"/>
                  </a:lnTo>
                  <a:lnTo>
                    <a:pt x="67447" y="27589"/>
                  </a:lnTo>
                  <a:lnTo>
                    <a:pt x="63204" y="30849"/>
                  </a:lnTo>
                  <a:lnTo>
                    <a:pt x="59069" y="34242"/>
                  </a:lnTo>
                  <a:lnTo>
                    <a:pt x="55044" y="37767"/>
                  </a:lnTo>
                  <a:lnTo>
                    <a:pt x="51133" y="41418"/>
                  </a:lnTo>
                  <a:lnTo>
                    <a:pt x="47342" y="45193"/>
                  </a:lnTo>
                  <a:lnTo>
                    <a:pt x="43674" y="49087"/>
                  </a:lnTo>
                  <a:lnTo>
                    <a:pt x="40131" y="53096"/>
                  </a:lnTo>
                  <a:lnTo>
                    <a:pt x="36719" y="57217"/>
                  </a:lnTo>
                  <a:lnTo>
                    <a:pt x="33441" y="61444"/>
                  </a:lnTo>
                  <a:lnTo>
                    <a:pt x="30300" y="65775"/>
                  </a:lnTo>
                  <a:lnTo>
                    <a:pt x="27298" y="70204"/>
                  </a:lnTo>
                  <a:lnTo>
                    <a:pt x="24440" y="74726"/>
                  </a:lnTo>
                  <a:lnTo>
                    <a:pt x="21728" y="79338"/>
                  </a:lnTo>
                  <a:lnTo>
                    <a:pt x="19166" y="84034"/>
                  </a:lnTo>
                  <a:lnTo>
                    <a:pt x="16754" y="88810"/>
                  </a:lnTo>
                  <a:lnTo>
                    <a:pt x="14497" y="93660"/>
                  </a:lnTo>
                  <a:lnTo>
                    <a:pt x="12396" y="98580"/>
                  </a:lnTo>
                  <a:lnTo>
                    <a:pt x="10454" y="103565"/>
                  </a:lnTo>
                  <a:lnTo>
                    <a:pt x="8672" y="108609"/>
                  </a:lnTo>
                  <a:lnTo>
                    <a:pt x="7053" y="113708"/>
                  </a:lnTo>
                  <a:lnTo>
                    <a:pt x="5597" y="118856"/>
                  </a:lnTo>
                  <a:lnTo>
                    <a:pt x="4307" y="124049"/>
                  </a:lnTo>
                  <a:lnTo>
                    <a:pt x="3184" y="129279"/>
                  </a:lnTo>
                  <a:lnTo>
                    <a:pt x="2228" y="134543"/>
                  </a:lnTo>
                  <a:lnTo>
                    <a:pt x="1442" y="139835"/>
                  </a:lnTo>
                  <a:lnTo>
                    <a:pt x="825" y="145149"/>
                  </a:lnTo>
                  <a:lnTo>
                    <a:pt x="379" y="150481"/>
                  </a:lnTo>
                  <a:lnTo>
                    <a:pt x="104" y="155823"/>
                  </a:lnTo>
                  <a:lnTo>
                    <a:pt x="0" y="161172"/>
                  </a:lnTo>
                  <a:lnTo>
                    <a:pt x="66" y="166522"/>
                  </a:lnTo>
                  <a:lnTo>
                    <a:pt x="304" y="171866"/>
                  </a:lnTo>
                  <a:lnTo>
                    <a:pt x="713" y="177201"/>
                  </a:lnTo>
                  <a:lnTo>
                    <a:pt x="1293" y="182519"/>
                  </a:lnTo>
                  <a:lnTo>
                    <a:pt x="2042" y="187816"/>
                  </a:lnTo>
                  <a:lnTo>
                    <a:pt x="2961" y="193087"/>
                  </a:lnTo>
                  <a:lnTo>
                    <a:pt x="4047" y="198325"/>
                  </a:lnTo>
                  <a:lnTo>
                    <a:pt x="5301" y="203526"/>
                  </a:lnTo>
                  <a:lnTo>
                    <a:pt x="6720" y="208684"/>
                  </a:lnTo>
                  <a:lnTo>
                    <a:pt x="8304" y="213794"/>
                  </a:lnTo>
                  <a:lnTo>
                    <a:pt x="10051" y="218851"/>
                  </a:lnTo>
                  <a:lnTo>
                    <a:pt x="11958" y="223849"/>
                  </a:lnTo>
                  <a:lnTo>
                    <a:pt x="14025" y="228784"/>
                  </a:lnTo>
                  <a:lnTo>
                    <a:pt x="16248" y="233650"/>
                  </a:lnTo>
                  <a:lnTo>
                    <a:pt x="18626" y="238443"/>
                  </a:lnTo>
                  <a:lnTo>
                    <a:pt x="21156" y="243157"/>
                  </a:lnTo>
                  <a:lnTo>
                    <a:pt x="23835" y="247787"/>
                  </a:lnTo>
                  <a:lnTo>
                    <a:pt x="26661" y="252330"/>
                  </a:lnTo>
                  <a:lnTo>
                    <a:pt x="29632" y="256779"/>
                  </a:lnTo>
                  <a:lnTo>
                    <a:pt x="32743" y="261132"/>
                  </a:lnTo>
                  <a:lnTo>
                    <a:pt x="35991" y="265382"/>
                  </a:lnTo>
                  <a:lnTo>
                    <a:pt x="39375" y="269527"/>
                  </a:lnTo>
                  <a:lnTo>
                    <a:pt x="42889" y="273561"/>
                  </a:lnTo>
                  <a:lnTo>
                    <a:pt x="46530" y="277480"/>
                  </a:lnTo>
                  <a:lnTo>
                    <a:pt x="50295" y="281281"/>
                  </a:lnTo>
                  <a:lnTo>
                    <a:pt x="54179" y="284960"/>
                  </a:lnTo>
                  <a:lnTo>
                    <a:pt x="58179" y="288512"/>
                  </a:lnTo>
                  <a:lnTo>
                    <a:pt x="62291" y="291935"/>
                  </a:lnTo>
                  <a:lnTo>
                    <a:pt x="66511" y="295224"/>
                  </a:lnTo>
                  <a:lnTo>
                    <a:pt x="70833" y="298376"/>
                  </a:lnTo>
                  <a:lnTo>
                    <a:pt x="75254" y="301389"/>
                  </a:lnTo>
                  <a:lnTo>
                    <a:pt x="79769" y="304259"/>
                  </a:lnTo>
                  <a:lnTo>
                    <a:pt x="84374" y="306982"/>
                  </a:lnTo>
                  <a:lnTo>
                    <a:pt x="89063" y="309557"/>
                  </a:lnTo>
                  <a:lnTo>
                    <a:pt x="93833" y="311981"/>
                  </a:lnTo>
                  <a:lnTo>
                    <a:pt x="98678" y="314250"/>
                  </a:lnTo>
                  <a:lnTo>
                    <a:pt x="103592" y="316364"/>
                  </a:lnTo>
                  <a:lnTo>
                    <a:pt x="108572" y="318319"/>
                  </a:lnTo>
                  <a:lnTo>
                    <a:pt x="113612" y="320114"/>
                  </a:lnTo>
                  <a:lnTo>
                    <a:pt x="118707" y="321746"/>
                  </a:lnTo>
                  <a:lnTo>
                    <a:pt x="123851" y="323215"/>
                  </a:lnTo>
                  <a:lnTo>
                    <a:pt x="129040" y="324518"/>
                  </a:lnTo>
                  <a:lnTo>
                    <a:pt x="134268" y="325655"/>
                  </a:lnTo>
                  <a:lnTo>
                    <a:pt x="139529" y="326624"/>
                  </a:lnTo>
                  <a:lnTo>
                    <a:pt x="144819" y="327424"/>
                  </a:lnTo>
                  <a:lnTo>
                    <a:pt x="150132" y="328054"/>
                  </a:lnTo>
                  <a:lnTo>
                    <a:pt x="155462" y="328514"/>
                  </a:lnTo>
                  <a:lnTo>
                    <a:pt x="160804" y="328803"/>
                  </a:lnTo>
                  <a:lnTo>
                    <a:pt x="166152" y="328921"/>
                  </a:lnTo>
                  <a:lnTo>
                    <a:pt x="171502" y="328868"/>
                  </a:lnTo>
                  <a:lnTo>
                    <a:pt x="176847" y="328644"/>
                  </a:lnTo>
                  <a:lnTo>
                    <a:pt x="182183" y="328248"/>
                  </a:lnTo>
                  <a:lnTo>
                    <a:pt x="187502" y="327683"/>
                  </a:lnTo>
                  <a:lnTo>
                    <a:pt x="192802" y="326947"/>
                  </a:lnTo>
                  <a:lnTo>
                    <a:pt x="167166" y="1617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86215" y="941493"/>
              <a:ext cx="167152" cy="332357"/>
            </a:xfrm>
            <a:custGeom>
              <a:avLst/>
              <a:pathLst>
                <a:path w="167152" h="332357">
                  <a:moveTo>
                    <a:pt x="25635" y="332357"/>
                  </a:moveTo>
                  <a:lnTo>
                    <a:pt x="30872" y="331459"/>
                  </a:lnTo>
                  <a:lnTo>
                    <a:pt x="36077" y="330395"/>
                  </a:lnTo>
                  <a:lnTo>
                    <a:pt x="41246" y="329166"/>
                  </a:lnTo>
                  <a:lnTo>
                    <a:pt x="46373" y="327773"/>
                  </a:lnTo>
                  <a:lnTo>
                    <a:pt x="51453" y="326219"/>
                  </a:lnTo>
                  <a:lnTo>
                    <a:pt x="56482" y="324503"/>
                  </a:lnTo>
                  <a:lnTo>
                    <a:pt x="61453" y="322629"/>
                  </a:lnTo>
                  <a:lnTo>
                    <a:pt x="66362" y="320598"/>
                  </a:lnTo>
                  <a:lnTo>
                    <a:pt x="71204" y="318411"/>
                  </a:lnTo>
                  <a:lnTo>
                    <a:pt x="75975" y="316072"/>
                  </a:lnTo>
                  <a:lnTo>
                    <a:pt x="80668" y="313583"/>
                  </a:lnTo>
                  <a:lnTo>
                    <a:pt x="85280" y="310945"/>
                  </a:lnTo>
                  <a:lnTo>
                    <a:pt x="89806" y="308162"/>
                  </a:lnTo>
                  <a:lnTo>
                    <a:pt x="94241" y="305237"/>
                  </a:lnTo>
                  <a:lnTo>
                    <a:pt x="98581" y="302173"/>
                  </a:lnTo>
                  <a:lnTo>
                    <a:pt x="102822" y="298972"/>
                  </a:lnTo>
                  <a:lnTo>
                    <a:pt x="106958" y="295638"/>
                  </a:lnTo>
                  <a:lnTo>
                    <a:pt x="110987" y="292174"/>
                  </a:lnTo>
                  <a:lnTo>
                    <a:pt x="114903" y="288584"/>
                  </a:lnTo>
                  <a:lnTo>
                    <a:pt x="118704" y="284871"/>
                  </a:lnTo>
                  <a:lnTo>
                    <a:pt x="122384" y="281040"/>
                  </a:lnTo>
                  <a:lnTo>
                    <a:pt x="125941" y="277093"/>
                  </a:lnTo>
                  <a:lnTo>
                    <a:pt x="129370" y="273035"/>
                  </a:lnTo>
                  <a:lnTo>
                    <a:pt x="132669" y="268871"/>
                  </a:lnTo>
                  <a:lnTo>
                    <a:pt x="135834" y="264603"/>
                  </a:lnTo>
                  <a:lnTo>
                    <a:pt x="138862" y="260238"/>
                  </a:lnTo>
                  <a:lnTo>
                    <a:pt x="141750" y="255778"/>
                  </a:lnTo>
                  <a:lnTo>
                    <a:pt x="144494" y="251229"/>
                  </a:lnTo>
                  <a:lnTo>
                    <a:pt x="147092" y="246594"/>
                  </a:lnTo>
                  <a:lnTo>
                    <a:pt x="149542" y="241880"/>
                  </a:lnTo>
                  <a:lnTo>
                    <a:pt x="151841" y="237090"/>
                  </a:lnTo>
                  <a:lnTo>
                    <a:pt x="153986" y="232230"/>
                  </a:lnTo>
                  <a:lnTo>
                    <a:pt x="155976" y="227303"/>
                  </a:lnTo>
                  <a:lnTo>
                    <a:pt x="157808" y="222316"/>
                  </a:lnTo>
                  <a:lnTo>
                    <a:pt x="159481" y="217274"/>
                  </a:lnTo>
                  <a:lnTo>
                    <a:pt x="160993" y="212180"/>
                  </a:lnTo>
                  <a:lnTo>
                    <a:pt x="162342" y="207042"/>
                  </a:lnTo>
                  <a:lnTo>
                    <a:pt x="163527" y="201863"/>
                  </a:lnTo>
                  <a:lnTo>
                    <a:pt x="164547" y="196648"/>
                  </a:lnTo>
                  <a:lnTo>
                    <a:pt x="165400" y="191405"/>
                  </a:lnTo>
                  <a:lnTo>
                    <a:pt x="166087" y="186136"/>
                  </a:lnTo>
                  <a:lnTo>
                    <a:pt x="166606" y="180849"/>
                  </a:lnTo>
                  <a:lnTo>
                    <a:pt x="166957" y="175547"/>
                  </a:lnTo>
                  <a:lnTo>
                    <a:pt x="167139" y="170238"/>
                  </a:lnTo>
                  <a:lnTo>
                    <a:pt x="167152" y="164925"/>
                  </a:lnTo>
                  <a:lnTo>
                    <a:pt x="166996" y="159614"/>
                  </a:lnTo>
                  <a:lnTo>
                    <a:pt x="166672" y="154311"/>
                  </a:lnTo>
                  <a:lnTo>
                    <a:pt x="166179" y="149021"/>
                  </a:lnTo>
                  <a:lnTo>
                    <a:pt x="165519" y="143749"/>
                  </a:lnTo>
                  <a:lnTo>
                    <a:pt x="164691" y="138501"/>
                  </a:lnTo>
                  <a:lnTo>
                    <a:pt x="163697" y="133282"/>
                  </a:lnTo>
                  <a:lnTo>
                    <a:pt x="162537" y="128097"/>
                  </a:lnTo>
                  <a:lnTo>
                    <a:pt x="161214" y="122952"/>
                  </a:lnTo>
                  <a:lnTo>
                    <a:pt x="159727" y="117851"/>
                  </a:lnTo>
                  <a:lnTo>
                    <a:pt x="158079" y="112800"/>
                  </a:lnTo>
                  <a:lnTo>
                    <a:pt x="156272" y="107804"/>
                  </a:lnTo>
                  <a:lnTo>
                    <a:pt x="154306" y="102868"/>
                  </a:lnTo>
                  <a:lnTo>
                    <a:pt x="152185" y="97997"/>
                  </a:lnTo>
                  <a:lnTo>
                    <a:pt x="149910" y="93196"/>
                  </a:lnTo>
                  <a:lnTo>
                    <a:pt x="147484" y="88470"/>
                  </a:lnTo>
                  <a:lnTo>
                    <a:pt x="144909" y="83823"/>
                  </a:lnTo>
                  <a:lnTo>
                    <a:pt x="142187" y="79260"/>
                  </a:lnTo>
                  <a:lnTo>
                    <a:pt x="139322" y="74786"/>
                  </a:lnTo>
                  <a:lnTo>
                    <a:pt x="136316" y="70405"/>
                  </a:lnTo>
                  <a:lnTo>
                    <a:pt x="133172" y="66122"/>
                  </a:lnTo>
                  <a:lnTo>
                    <a:pt x="129894" y="61941"/>
                  </a:lnTo>
                  <a:lnTo>
                    <a:pt x="126484" y="57866"/>
                  </a:lnTo>
                  <a:lnTo>
                    <a:pt x="122947" y="53902"/>
                  </a:lnTo>
                  <a:lnTo>
                    <a:pt x="119285" y="50052"/>
                  </a:lnTo>
                  <a:lnTo>
                    <a:pt x="115504" y="46321"/>
                  </a:lnTo>
                  <a:lnTo>
                    <a:pt x="111605" y="42711"/>
                  </a:lnTo>
                  <a:lnTo>
                    <a:pt x="107594" y="39228"/>
                  </a:lnTo>
                  <a:lnTo>
                    <a:pt x="103474" y="35873"/>
                  </a:lnTo>
                  <a:lnTo>
                    <a:pt x="99249" y="32651"/>
                  </a:lnTo>
                  <a:lnTo>
                    <a:pt x="94924" y="29565"/>
                  </a:lnTo>
                  <a:lnTo>
                    <a:pt x="90504" y="26618"/>
                  </a:lnTo>
                  <a:lnTo>
                    <a:pt x="85992" y="23813"/>
                  </a:lnTo>
                  <a:lnTo>
                    <a:pt x="81393" y="21153"/>
                  </a:lnTo>
                  <a:lnTo>
                    <a:pt x="76712" y="18640"/>
                  </a:lnTo>
                  <a:lnTo>
                    <a:pt x="71953" y="16277"/>
                  </a:lnTo>
                  <a:lnTo>
                    <a:pt x="67122" y="14067"/>
                  </a:lnTo>
                  <a:lnTo>
                    <a:pt x="62223" y="12011"/>
                  </a:lnTo>
                  <a:lnTo>
                    <a:pt x="57261" y="10112"/>
                  </a:lnTo>
                  <a:lnTo>
                    <a:pt x="52241" y="8372"/>
                  </a:lnTo>
                  <a:lnTo>
                    <a:pt x="47168" y="6792"/>
                  </a:lnTo>
                  <a:lnTo>
                    <a:pt x="42048" y="5374"/>
                  </a:lnTo>
                  <a:lnTo>
                    <a:pt x="36885" y="4120"/>
                  </a:lnTo>
                  <a:lnTo>
                    <a:pt x="31685" y="3030"/>
                  </a:lnTo>
                  <a:lnTo>
                    <a:pt x="26454" y="2106"/>
                  </a:lnTo>
                  <a:lnTo>
                    <a:pt x="21195" y="1349"/>
                  </a:lnTo>
                  <a:lnTo>
                    <a:pt x="15915" y="759"/>
                  </a:lnTo>
                  <a:lnTo>
                    <a:pt x="10619" y="337"/>
                  </a:lnTo>
                  <a:lnTo>
                    <a:pt x="531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0947" y="1071028"/>
              <a:ext cx="163554" cy="167167"/>
            </a:xfrm>
            <a:custGeom>
              <a:avLst/>
              <a:pathLst>
                <a:path w="163554" h="167167">
                  <a:moveTo>
                    <a:pt x="163554" y="0"/>
                  </a:moveTo>
                  <a:lnTo>
                    <a:pt x="158132" y="87"/>
                  </a:lnTo>
                  <a:lnTo>
                    <a:pt x="152715" y="351"/>
                  </a:lnTo>
                  <a:lnTo>
                    <a:pt x="147310" y="791"/>
                  </a:lnTo>
                  <a:lnTo>
                    <a:pt x="141923" y="1405"/>
                  </a:lnTo>
                  <a:lnTo>
                    <a:pt x="136557" y="2194"/>
                  </a:lnTo>
                  <a:lnTo>
                    <a:pt x="131221" y="3156"/>
                  </a:lnTo>
                  <a:lnTo>
                    <a:pt x="125918" y="4291"/>
                  </a:lnTo>
                  <a:lnTo>
                    <a:pt x="120655" y="5598"/>
                  </a:lnTo>
                  <a:lnTo>
                    <a:pt x="115437" y="7074"/>
                  </a:lnTo>
                  <a:lnTo>
                    <a:pt x="110270" y="8719"/>
                  </a:lnTo>
                  <a:lnTo>
                    <a:pt x="105159" y="10531"/>
                  </a:lnTo>
                  <a:lnTo>
                    <a:pt x="100109" y="12507"/>
                  </a:lnTo>
                  <a:lnTo>
                    <a:pt x="95126" y="14646"/>
                  </a:lnTo>
                  <a:lnTo>
                    <a:pt x="90215" y="16946"/>
                  </a:lnTo>
                  <a:lnTo>
                    <a:pt x="85381" y="19404"/>
                  </a:lnTo>
                  <a:lnTo>
                    <a:pt x="80629" y="22017"/>
                  </a:lnTo>
                  <a:lnTo>
                    <a:pt x="75965" y="24783"/>
                  </a:lnTo>
                  <a:lnTo>
                    <a:pt x="71393" y="27699"/>
                  </a:lnTo>
                  <a:lnTo>
                    <a:pt x="66918" y="30762"/>
                  </a:lnTo>
                  <a:lnTo>
                    <a:pt x="62544" y="33968"/>
                  </a:lnTo>
                  <a:lnTo>
                    <a:pt x="58277" y="37314"/>
                  </a:lnTo>
                  <a:lnTo>
                    <a:pt x="54121" y="40797"/>
                  </a:lnTo>
                  <a:lnTo>
                    <a:pt x="50080" y="44413"/>
                  </a:lnTo>
                  <a:lnTo>
                    <a:pt x="46158" y="48158"/>
                  </a:lnTo>
                  <a:lnTo>
                    <a:pt x="42359" y="52028"/>
                  </a:lnTo>
                  <a:lnTo>
                    <a:pt x="38689" y="56020"/>
                  </a:lnTo>
                  <a:lnTo>
                    <a:pt x="35149" y="60128"/>
                  </a:lnTo>
                  <a:lnTo>
                    <a:pt x="31745" y="64349"/>
                  </a:lnTo>
                  <a:lnTo>
                    <a:pt x="28480" y="68679"/>
                  </a:lnTo>
                  <a:lnTo>
                    <a:pt x="25356" y="73112"/>
                  </a:lnTo>
                  <a:lnTo>
                    <a:pt x="22378" y="77644"/>
                  </a:lnTo>
                  <a:lnTo>
                    <a:pt x="19549" y="82270"/>
                  </a:lnTo>
                  <a:lnTo>
                    <a:pt x="16871" y="86985"/>
                  </a:lnTo>
                  <a:lnTo>
                    <a:pt x="14347" y="91785"/>
                  </a:lnTo>
                  <a:lnTo>
                    <a:pt x="11981" y="96664"/>
                  </a:lnTo>
                  <a:lnTo>
                    <a:pt x="9774" y="101618"/>
                  </a:lnTo>
                  <a:lnTo>
                    <a:pt x="7729" y="106640"/>
                  </a:lnTo>
                  <a:lnTo>
                    <a:pt x="5848" y="111726"/>
                  </a:lnTo>
                  <a:lnTo>
                    <a:pt x="4132" y="116870"/>
                  </a:lnTo>
                  <a:lnTo>
                    <a:pt x="2585" y="122068"/>
                  </a:lnTo>
                  <a:lnTo>
                    <a:pt x="1207" y="127312"/>
                  </a:lnTo>
                  <a:lnTo>
                    <a:pt x="0" y="132599"/>
                  </a:lnTo>
                  <a:lnTo>
                    <a:pt x="1635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947" y="1203628"/>
              <a:ext cx="163554" cy="34567"/>
            </a:xfrm>
            <a:custGeom>
              <a:avLst/>
              <a:pathLst>
                <a:path w="163554" h="34567">
                  <a:moveTo>
                    <a:pt x="0" y="0"/>
                  </a:moveTo>
                  <a:lnTo>
                    <a:pt x="163554" y="345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51" y="1074822"/>
              <a:ext cx="334308" cy="330541"/>
            </a:xfrm>
            <a:custGeom>
              <a:avLst/>
              <a:pathLst>
                <a:path w="334308" h="330541">
                  <a:moveTo>
                    <a:pt x="3595" y="128806"/>
                  </a:moveTo>
                  <a:lnTo>
                    <a:pt x="2579" y="134024"/>
                  </a:lnTo>
                  <a:lnTo>
                    <a:pt x="1729" y="139273"/>
                  </a:lnTo>
                  <a:lnTo>
                    <a:pt x="1046" y="144545"/>
                  </a:lnTo>
                  <a:lnTo>
                    <a:pt x="531" y="149837"/>
                  </a:lnTo>
                  <a:lnTo>
                    <a:pt x="185" y="155142"/>
                  </a:lnTo>
                  <a:lnTo>
                    <a:pt x="8" y="160456"/>
                  </a:lnTo>
                  <a:lnTo>
                    <a:pt x="0" y="165773"/>
                  </a:lnTo>
                  <a:lnTo>
                    <a:pt x="160" y="171087"/>
                  </a:lnTo>
                  <a:lnTo>
                    <a:pt x="490" y="176393"/>
                  </a:lnTo>
                  <a:lnTo>
                    <a:pt x="988" y="181687"/>
                  </a:lnTo>
                  <a:lnTo>
                    <a:pt x="1655" y="186961"/>
                  </a:lnTo>
                  <a:lnTo>
                    <a:pt x="2489" y="192212"/>
                  </a:lnTo>
                  <a:lnTo>
                    <a:pt x="3489" y="197434"/>
                  </a:lnTo>
                  <a:lnTo>
                    <a:pt x="4655" y="202621"/>
                  </a:lnTo>
                  <a:lnTo>
                    <a:pt x="5985" y="207769"/>
                  </a:lnTo>
                  <a:lnTo>
                    <a:pt x="7478" y="212871"/>
                  </a:lnTo>
                  <a:lnTo>
                    <a:pt x="9133" y="217924"/>
                  </a:lnTo>
                  <a:lnTo>
                    <a:pt x="10948" y="222921"/>
                  </a:lnTo>
                  <a:lnTo>
                    <a:pt x="12920" y="227858"/>
                  </a:lnTo>
                  <a:lnTo>
                    <a:pt x="15049" y="232730"/>
                  </a:lnTo>
                  <a:lnTo>
                    <a:pt x="17332" y="237532"/>
                  </a:lnTo>
                  <a:lnTo>
                    <a:pt x="19766" y="242259"/>
                  </a:lnTo>
                  <a:lnTo>
                    <a:pt x="22349" y="246906"/>
                  </a:lnTo>
                  <a:lnTo>
                    <a:pt x="25078" y="251468"/>
                  </a:lnTo>
                  <a:lnTo>
                    <a:pt x="27952" y="255942"/>
                  </a:lnTo>
                  <a:lnTo>
                    <a:pt x="30966" y="260321"/>
                  </a:lnTo>
                  <a:lnTo>
                    <a:pt x="34117" y="264603"/>
                  </a:lnTo>
                  <a:lnTo>
                    <a:pt x="37404" y="268782"/>
                  </a:lnTo>
                  <a:lnTo>
                    <a:pt x="40822" y="272855"/>
                  </a:lnTo>
                  <a:lnTo>
                    <a:pt x="44367" y="276817"/>
                  </a:lnTo>
                  <a:lnTo>
                    <a:pt x="48037" y="280664"/>
                  </a:lnTo>
                  <a:lnTo>
                    <a:pt x="51827" y="284392"/>
                  </a:lnTo>
                  <a:lnTo>
                    <a:pt x="55733" y="287999"/>
                  </a:lnTo>
                  <a:lnTo>
                    <a:pt x="59753" y="291479"/>
                  </a:lnTo>
                  <a:lnTo>
                    <a:pt x="63881" y="294829"/>
                  </a:lnTo>
                  <a:lnTo>
                    <a:pt x="68114" y="298047"/>
                  </a:lnTo>
                  <a:lnTo>
                    <a:pt x="72446" y="301128"/>
                  </a:lnTo>
                  <a:lnTo>
                    <a:pt x="76875" y="304070"/>
                  </a:lnTo>
                  <a:lnTo>
                    <a:pt x="81395" y="306869"/>
                  </a:lnTo>
                  <a:lnTo>
                    <a:pt x="86001" y="309524"/>
                  </a:lnTo>
                  <a:lnTo>
                    <a:pt x="90690" y="312030"/>
                  </a:lnTo>
                  <a:lnTo>
                    <a:pt x="95456" y="314387"/>
                  </a:lnTo>
                  <a:lnTo>
                    <a:pt x="100294" y="316590"/>
                  </a:lnTo>
                  <a:lnTo>
                    <a:pt x="105201" y="318639"/>
                  </a:lnTo>
                  <a:lnTo>
                    <a:pt x="110169" y="320530"/>
                  </a:lnTo>
                  <a:lnTo>
                    <a:pt x="115196" y="322263"/>
                  </a:lnTo>
                  <a:lnTo>
                    <a:pt x="120275" y="323835"/>
                  </a:lnTo>
                  <a:lnTo>
                    <a:pt x="125401" y="325244"/>
                  </a:lnTo>
                  <a:lnTo>
                    <a:pt x="130570" y="326490"/>
                  </a:lnTo>
                  <a:lnTo>
                    <a:pt x="135776" y="327571"/>
                  </a:lnTo>
                  <a:lnTo>
                    <a:pt x="141013" y="328485"/>
                  </a:lnTo>
                  <a:lnTo>
                    <a:pt x="146277" y="329233"/>
                  </a:lnTo>
                  <a:lnTo>
                    <a:pt x="151562" y="329813"/>
                  </a:lnTo>
                  <a:lnTo>
                    <a:pt x="156862" y="330224"/>
                  </a:lnTo>
                  <a:lnTo>
                    <a:pt x="162173" y="330467"/>
                  </a:lnTo>
                  <a:lnTo>
                    <a:pt x="167490" y="330541"/>
                  </a:lnTo>
                  <a:lnTo>
                    <a:pt x="172805" y="330445"/>
                  </a:lnTo>
                  <a:lnTo>
                    <a:pt x="178115" y="330181"/>
                  </a:lnTo>
                  <a:lnTo>
                    <a:pt x="183414" y="329748"/>
                  </a:lnTo>
                  <a:lnTo>
                    <a:pt x="188697" y="329147"/>
                  </a:lnTo>
                  <a:lnTo>
                    <a:pt x="193958" y="328378"/>
                  </a:lnTo>
                  <a:lnTo>
                    <a:pt x="199191" y="327442"/>
                  </a:lnTo>
                  <a:lnTo>
                    <a:pt x="204393" y="326340"/>
                  </a:lnTo>
                  <a:lnTo>
                    <a:pt x="209556" y="325073"/>
                  </a:lnTo>
                  <a:lnTo>
                    <a:pt x="214677" y="323643"/>
                  </a:lnTo>
                  <a:lnTo>
                    <a:pt x="219749" y="322050"/>
                  </a:lnTo>
                  <a:lnTo>
                    <a:pt x="224769" y="320297"/>
                  </a:lnTo>
                  <a:lnTo>
                    <a:pt x="229730" y="318386"/>
                  </a:lnTo>
                  <a:lnTo>
                    <a:pt x="234627" y="316317"/>
                  </a:lnTo>
                  <a:lnTo>
                    <a:pt x="239457" y="314094"/>
                  </a:lnTo>
                  <a:lnTo>
                    <a:pt x="244213" y="311718"/>
                  </a:lnTo>
                  <a:lnTo>
                    <a:pt x="248892" y="309193"/>
                  </a:lnTo>
                  <a:lnTo>
                    <a:pt x="253488" y="306520"/>
                  </a:lnTo>
                  <a:lnTo>
                    <a:pt x="257996" y="303702"/>
                  </a:lnTo>
                  <a:lnTo>
                    <a:pt x="262413" y="300742"/>
                  </a:lnTo>
                  <a:lnTo>
                    <a:pt x="266733" y="297643"/>
                  </a:lnTo>
                  <a:lnTo>
                    <a:pt x="270952" y="294408"/>
                  </a:lnTo>
                  <a:lnTo>
                    <a:pt x="275067" y="291041"/>
                  </a:lnTo>
                  <a:lnTo>
                    <a:pt x="279072" y="287545"/>
                  </a:lnTo>
                  <a:lnTo>
                    <a:pt x="282964" y="283923"/>
                  </a:lnTo>
                  <a:lnTo>
                    <a:pt x="286739" y="280179"/>
                  </a:lnTo>
                  <a:lnTo>
                    <a:pt x="290393" y="276317"/>
                  </a:lnTo>
                  <a:lnTo>
                    <a:pt x="293922" y="272340"/>
                  </a:lnTo>
                  <a:lnTo>
                    <a:pt x="297323" y="268254"/>
                  </a:lnTo>
                  <a:lnTo>
                    <a:pt x="300593" y="264061"/>
                  </a:lnTo>
                  <a:lnTo>
                    <a:pt x="303727" y="259767"/>
                  </a:lnTo>
                  <a:lnTo>
                    <a:pt x="306723" y="255375"/>
                  </a:lnTo>
                  <a:lnTo>
                    <a:pt x="309578" y="250890"/>
                  </a:lnTo>
                  <a:lnTo>
                    <a:pt x="312289" y="246316"/>
                  </a:lnTo>
                  <a:lnTo>
                    <a:pt x="314853" y="241659"/>
                  </a:lnTo>
                  <a:lnTo>
                    <a:pt x="317268" y="236922"/>
                  </a:lnTo>
                  <a:lnTo>
                    <a:pt x="319531" y="232111"/>
                  </a:lnTo>
                  <a:lnTo>
                    <a:pt x="321640" y="227231"/>
                  </a:lnTo>
                  <a:lnTo>
                    <a:pt x="323593" y="222286"/>
                  </a:lnTo>
                  <a:lnTo>
                    <a:pt x="325387" y="217281"/>
                  </a:lnTo>
                  <a:lnTo>
                    <a:pt x="327021" y="212222"/>
                  </a:lnTo>
                  <a:lnTo>
                    <a:pt x="328494" y="207113"/>
                  </a:lnTo>
                  <a:lnTo>
                    <a:pt x="329803" y="201960"/>
                  </a:lnTo>
                  <a:lnTo>
                    <a:pt x="330948" y="196768"/>
                  </a:lnTo>
                  <a:lnTo>
                    <a:pt x="331927" y="191542"/>
                  </a:lnTo>
                  <a:lnTo>
                    <a:pt x="332739" y="186288"/>
                  </a:lnTo>
                  <a:lnTo>
                    <a:pt x="333384" y="181011"/>
                  </a:lnTo>
                  <a:lnTo>
                    <a:pt x="333861" y="175715"/>
                  </a:lnTo>
                  <a:lnTo>
                    <a:pt x="334169" y="170408"/>
                  </a:lnTo>
                  <a:lnTo>
                    <a:pt x="334308" y="165093"/>
                  </a:lnTo>
                  <a:lnTo>
                    <a:pt x="334278" y="159776"/>
                  </a:lnTo>
                  <a:lnTo>
                    <a:pt x="334080" y="154463"/>
                  </a:lnTo>
                  <a:lnTo>
                    <a:pt x="333712" y="149160"/>
                  </a:lnTo>
                  <a:lnTo>
                    <a:pt x="333176" y="143870"/>
                  </a:lnTo>
                  <a:lnTo>
                    <a:pt x="332471" y="138600"/>
                  </a:lnTo>
                  <a:lnTo>
                    <a:pt x="331600" y="133355"/>
                  </a:lnTo>
                  <a:lnTo>
                    <a:pt x="330562" y="128141"/>
                  </a:lnTo>
                  <a:lnTo>
                    <a:pt x="329359" y="122962"/>
                  </a:lnTo>
                  <a:lnTo>
                    <a:pt x="327992" y="117824"/>
                  </a:lnTo>
                  <a:lnTo>
                    <a:pt x="326462" y="112733"/>
                  </a:lnTo>
                  <a:lnTo>
                    <a:pt x="324771" y="107692"/>
                  </a:lnTo>
                  <a:lnTo>
                    <a:pt x="322921" y="102708"/>
                  </a:lnTo>
                  <a:lnTo>
                    <a:pt x="320913" y="97785"/>
                  </a:lnTo>
                  <a:lnTo>
                    <a:pt x="318749" y="92928"/>
                  </a:lnTo>
                  <a:lnTo>
                    <a:pt x="316432" y="88143"/>
                  </a:lnTo>
                  <a:lnTo>
                    <a:pt x="313965" y="83434"/>
                  </a:lnTo>
                  <a:lnTo>
                    <a:pt x="311348" y="78806"/>
                  </a:lnTo>
                  <a:lnTo>
                    <a:pt x="308586" y="74263"/>
                  </a:lnTo>
                  <a:lnTo>
                    <a:pt x="305681" y="69810"/>
                  </a:lnTo>
                  <a:lnTo>
                    <a:pt x="302635" y="65452"/>
                  </a:lnTo>
                  <a:lnTo>
                    <a:pt x="299453" y="61193"/>
                  </a:lnTo>
                  <a:lnTo>
                    <a:pt x="296137" y="57038"/>
                  </a:lnTo>
                  <a:lnTo>
                    <a:pt x="292690" y="52990"/>
                  </a:lnTo>
                  <a:lnTo>
                    <a:pt x="289116" y="49053"/>
                  </a:lnTo>
                  <a:lnTo>
                    <a:pt x="285419" y="45232"/>
                  </a:lnTo>
                  <a:lnTo>
                    <a:pt x="281602" y="41531"/>
                  </a:lnTo>
                  <a:lnTo>
                    <a:pt x="277670" y="37953"/>
                  </a:lnTo>
                  <a:lnTo>
                    <a:pt x="273625" y="34502"/>
                  </a:lnTo>
                  <a:lnTo>
                    <a:pt x="269473" y="31181"/>
                  </a:lnTo>
                  <a:lnTo>
                    <a:pt x="265218" y="27994"/>
                  </a:lnTo>
                  <a:lnTo>
                    <a:pt x="260863" y="24944"/>
                  </a:lnTo>
                  <a:lnTo>
                    <a:pt x="256414" y="22034"/>
                  </a:lnTo>
                  <a:lnTo>
                    <a:pt x="251874" y="19267"/>
                  </a:lnTo>
                  <a:lnTo>
                    <a:pt x="247248" y="16645"/>
                  </a:lnTo>
                  <a:lnTo>
                    <a:pt x="242542" y="14173"/>
                  </a:lnTo>
                  <a:lnTo>
                    <a:pt x="237759" y="11850"/>
                  </a:lnTo>
                  <a:lnTo>
                    <a:pt x="232905" y="9682"/>
                  </a:lnTo>
                  <a:lnTo>
                    <a:pt x="227984" y="7668"/>
                  </a:lnTo>
                  <a:lnTo>
                    <a:pt x="223002" y="5813"/>
                  </a:lnTo>
                  <a:lnTo>
                    <a:pt x="217963" y="4116"/>
                  </a:lnTo>
                  <a:lnTo>
                    <a:pt x="212873" y="2581"/>
                  </a:lnTo>
                  <a:lnTo>
                    <a:pt x="207737" y="1208"/>
                  </a:lnTo>
                  <a:lnTo>
                    <a:pt x="202559" y="0"/>
                  </a:lnTo>
                  <a:lnTo>
                    <a:pt x="167150" y="1633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071028"/>
              <a:ext cx="35409" cy="167167"/>
            </a:xfrm>
            <a:custGeom>
              <a:avLst/>
              <a:pathLst>
                <a:path w="35409" h="167167">
                  <a:moveTo>
                    <a:pt x="35409" y="3793"/>
                  </a:moveTo>
                  <a:lnTo>
                    <a:pt x="28405" y="2431"/>
                  </a:lnTo>
                  <a:lnTo>
                    <a:pt x="21349" y="1368"/>
                  </a:lnTo>
                  <a:lnTo>
                    <a:pt x="14254" y="608"/>
                  </a:lnTo>
                  <a:lnTo>
                    <a:pt x="7133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3332" y="1322571"/>
              <a:ext cx="55388" cy="167167"/>
            </a:xfrm>
            <a:custGeom>
              <a:avLst/>
              <a:pathLst>
                <a:path w="55388" h="167167">
                  <a:moveTo>
                    <a:pt x="55388" y="0"/>
                  </a:moveTo>
                  <a:lnTo>
                    <a:pt x="49117" y="117"/>
                  </a:lnTo>
                  <a:lnTo>
                    <a:pt x="42854" y="470"/>
                  </a:lnTo>
                  <a:lnTo>
                    <a:pt x="36609" y="1058"/>
                  </a:lnTo>
                  <a:lnTo>
                    <a:pt x="30391" y="1879"/>
                  </a:lnTo>
                  <a:lnTo>
                    <a:pt x="24208" y="2933"/>
                  </a:lnTo>
                  <a:lnTo>
                    <a:pt x="18068" y="4219"/>
                  </a:lnTo>
                  <a:lnTo>
                    <a:pt x="11981" y="5733"/>
                  </a:lnTo>
                  <a:lnTo>
                    <a:pt x="5956" y="7475"/>
                  </a:lnTo>
                  <a:lnTo>
                    <a:pt x="0" y="9442"/>
                  </a:lnTo>
                  <a:lnTo>
                    <a:pt x="5538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3332" y="1332014"/>
              <a:ext cx="55388" cy="157724"/>
            </a:xfrm>
            <a:custGeom>
              <a:avLst/>
              <a:pathLst>
                <a:path w="55388" h="157724">
                  <a:moveTo>
                    <a:pt x="0" y="0"/>
                  </a:moveTo>
                  <a:lnTo>
                    <a:pt x="55388" y="1577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21553" y="1332014"/>
              <a:ext cx="334330" cy="324878"/>
            </a:xfrm>
            <a:custGeom>
              <a:avLst/>
              <a:pathLst>
                <a:path w="334330" h="324878">
                  <a:moveTo>
                    <a:pt x="111778" y="0"/>
                  </a:moveTo>
                  <a:lnTo>
                    <a:pt x="106815" y="1831"/>
                  </a:lnTo>
                  <a:lnTo>
                    <a:pt x="101913" y="3819"/>
                  </a:lnTo>
                  <a:lnTo>
                    <a:pt x="97076" y="5960"/>
                  </a:lnTo>
                  <a:lnTo>
                    <a:pt x="92309" y="8254"/>
                  </a:lnTo>
                  <a:lnTo>
                    <a:pt x="87617" y="10697"/>
                  </a:lnTo>
                  <a:lnTo>
                    <a:pt x="83005" y="13288"/>
                  </a:lnTo>
                  <a:lnTo>
                    <a:pt x="78477" y="16023"/>
                  </a:lnTo>
                  <a:lnTo>
                    <a:pt x="74038" y="18901"/>
                  </a:lnTo>
                  <a:lnTo>
                    <a:pt x="69692" y="21917"/>
                  </a:lnTo>
                  <a:lnTo>
                    <a:pt x="65444" y="25069"/>
                  </a:lnTo>
                  <a:lnTo>
                    <a:pt x="61298" y="28354"/>
                  </a:lnTo>
                  <a:lnTo>
                    <a:pt x="57257" y="31768"/>
                  </a:lnTo>
                  <a:lnTo>
                    <a:pt x="53327" y="35309"/>
                  </a:lnTo>
                  <a:lnTo>
                    <a:pt x="49511" y="38972"/>
                  </a:lnTo>
                  <a:lnTo>
                    <a:pt x="45812" y="42755"/>
                  </a:lnTo>
                  <a:lnTo>
                    <a:pt x="42235" y="46652"/>
                  </a:lnTo>
                  <a:lnTo>
                    <a:pt x="38783" y="50661"/>
                  </a:lnTo>
                  <a:lnTo>
                    <a:pt x="35460" y="54776"/>
                  </a:lnTo>
                  <a:lnTo>
                    <a:pt x="32269" y="58995"/>
                  </a:lnTo>
                  <a:lnTo>
                    <a:pt x="29212" y="63313"/>
                  </a:lnTo>
                  <a:lnTo>
                    <a:pt x="26294" y="67725"/>
                  </a:lnTo>
                  <a:lnTo>
                    <a:pt x="23517" y="72228"/>
                  </a:lnTo>
                  <a:lnTo>
                    <a:pt x="20884" y="76816"/>
                  </a:lnTo>
                  <a:lnTo>
                    <a:pt x="18397" y="81485"/>
                  </a:lnTo>
                  <a:lnTo>
                    <a:pt x="16059" y="86230"/>
                  </a:lnTo>
                  <a:lnTo>
                    <a:pt x="13873" y="91047"/>
                  </a:lnTo>
                  <a:lnTo>
                    <a:pt x="11840" y="95931"/>
                  </a:lnTo>
                  <a:lnTo>
                    <a:pt x="9962" y="100876"/>
                  </a:lnTo>
                  <a:lnTo>
                    <a:pt x="8242" y="105879"/>
                  </a:lnTo>
                  <a:lnTo>
                    <a:pt x="6681" y="110933"/>
                  </a:lnTo>
                  <a:lnTo>
                    <a:pt x="5281" y="116035"/>
                  </a:lnTo>
                  <a:lnTo>
                    <a:pt x="4043" y="121178"/>
                  </a:lnTo>
                  <a:lnTo>
                    <a:pt x="2969" y="126357"/>
                  </a:lnTo>
                  <a:lnTo>
                    <a:pt x="2058" y="131568"/>
                  </a:lnTo>
                  <a:lnTo>
                    <a:pt x="1313" y="136806"/>
                  </a:lnTo>
                  <a:lnTo>
                    <a:pt x="735" y="142064"/>
                  </a:lnTo>
                  <a:lnTo>
                    <a:pt x="322" y="147338"/>
                  </a:lnTo>
                  <a:lnTo>
                    <a:pt x="77" y="152622"/>
                  </a:lnTo>
                  <a:lnTo>
                    <a:pt x="0" y="157911"/>
                  </a:lnTo>
                  <a:lnTo>
                    <a:pt x="89" y="163201"/>
                  </a:lnTo>
                  <a:lnTo>
                    <a:pt x="346" y="168484"/>
                  </a:lnTo>
                  <a:lnTo>
                    <a:pt x="770" y="173757"/>
                  </a:lnTo>
                  <a:lnTo>
                    <a:pt x="1361" y="179014"/>
                  </a:lnTo>
                  <a:lnTo>
                    <a:pt x="2117" y="184250"/>
                  </a:lnTo>
                  <a:lnTo>
                    <a:pt x="3039" y="189459"/>
                  </a:lnTo>
                  <a:lnTo>
                    <a:pt x="4126" y="194636"/>
                  </a:lnTo>
                  <a:lnTo>
                    <a:pt x="5375" y="199776"/>
                  </a:lnTo>
                  <a:lnTo>
                    <a:pt x="6787" y="204874"/>
                  </a:lnTo>
                  <a:lnTo>
                    <a:pt x="8359" y="209925"/>
                  </a:lnTo>
                  <a:lnTo>
                    <a:pt x="10090" y="214924"/>
                  </a:lnTo>
                  <a:lnTo>
                    <a:pt x="11979" y="219865"/>
                  </a:lnTo>
                  <a:lnTo>
                    <a:pt x="14022" y="224745"/>
                  </a:lnTo>
                  <a:lnTo>
                    <a:pt x="16220" y="229557"/>
                  </a:lnTo>
                  <a:lnTo>
                    <a:pt x="18568" y="234297"/>
                  </a:lnTo>
                  <a:lnTo>
                    <a:pt x="21065" y="238960"/>
                  </a:lnTo>
                  <a:lnTo>
                    <a:pt x="23709" y="243542"/>
                  </a:lnTo>
                  <a:lnTo>
                    <a:pt x="26496" y="248039"/>
                  </a:lnTo>
                  <a:lnTo>
                    <a:pt x="29424" y="252444"/>
                  </a:lnTo>
                  <a:lnTo>
                    <a:pt x="32490" y="256755"/>
                  </a:lnTo>
                  <a:lnTo>
                    <a:pt x="35691" y="260967"/>
                  </a:lnTo>
                  <a:lnTo>
                    <a:pt x="39023" y="265075"/>
                  </a:lnTo>
                  <a:lnTo>
                    <a:pt x="42484" y="269076"/>
                  </a:lnTo>
                  <a:lnTo>
                    <a:pt x="46070" y="272965"/>
                  </a:lnTo>
                  <a:lnTo>
                    <a:pt x="49777" y="276739"/>
                  </a:lnTo>
                  <a:lnTo>
                    <a:pt x="53601" y="280394"/>
                  </a:lnTo>
                  <a:lnTo>
                    <a:pt x="57540" y="283926"/>
                  </a:lnTo>
                  <a:lnTo>
                    <a:pt x="61588" y="287331"/>
                  </a:lnTo>
                  <a:lnTo>
                    <a:pt x="65741" y="290607"/>
                  </a:lnTo>
                  <a:lnTo>
                    <a:pt x="69997" y="293750"/>
                  </a:lnTo>
                  <a:lnTo>
                    <a:pt x="74349" y="296756"/>
                  </a:lnTo>
                  <a:lnTo>
                    <a:pt x="78795" y="299623"/>
                  </a:lnTo>
                  <a:lnTo>
                    <a:pt x="83329" y="302348"/>
                  </a:lnTo>
                  <a:lnTo>
                    <a:pt x="87947" y="304929"/>
                  </a:lnTo>
                  <a:lnTo>
                    <a:pt x="92644" y="307361"/>
                  </a:lnTo>
                  <a:lnTo>
                    <a:pt x="97416" y="309645"/>
                  </a:lnTo>
                  <a:lnTo>
                    <a:pt x="102258" y="311775"/>
                  </a:lnTo>
                  <a:lnTo>
                    <a:pt x="107165" y="313752"/>
                  </a:lnTo>
                  <a:lnTo>
                    <a:pt x="112132" y="315572"/>
                  </a:lnTo>
                  <a:lnTo>
                    <a:pt x="117154" y="317235"/>
                  </a:lnTo>
                  <a:lnTo>
                    <a:pt x="122226" y="318737"/>
                  </a:lnTo>
                  <a:lnTo>
                    <a:pt x="127343" y="320079"/>
                  </a:lnTo>
                  <a:lnTo>
                    <a:pt x="132500" y="321257"/>
                  </a:lnTo>
                  <a:lnTo>
                    <a:pt x="137692" y="322272"/>
                  </a:lnTo>
                  <a:lnTo>
                    <a:pt x="142913" y="323123"/>
                  </a:lnTo>
                  <a:lnTo>
                    <a:pt x="148158" y="323807"/>
                  </a:lnTo>
                  <a:lnTo>
                    <a:pt x="153423" y="324326"/>
                  </a:lnTo>
                  <a:lnTo>
                    <a:pt x="158701" y="324677"/>
                  </a:lnTo>
                  <a:lnTo>
                    <a:pt x="163988" y="324861"/>
                  </a:lnTo>
                  <a:lnTo>
                    <a:pt x="169278" y="324878"/>
                  </a:lnTo>
                  <a:lnTo>
                    <a:pt x="174566" y="324728"/>
                  </a:lnTo>
                  <a:lnTo>
                    <a:pt x="179846" y="324410"/>
                  </a:lnTo>
                  <a:lnTo>
                    <a:pt x="185114" y="323925"/>
                  </a:lnTo>
                  <a:lnTo>
                    <a:pt x="190364" y="323274"/>
                  </a:lnTo>
                  <a:lnTo>
                    <a:pt x="195590" y="322457"/>
                  </a:lnTo>
                  <a:lnTo>
                    <a:pt x="200788" y="321476"/>
                  </a:lnTo>
                  <a:lnTo>
                    <a:pt x="205953" y="320330"/>
                  </a:lnTo>
                  <a:lnTo>
                    <a:pt x="211078" y="319021"/>
                  </a:lnTo>
                  <a:lnTo>
                    <a:pt x="216160" y="317551"/>
                  </a:lnTo>
                  <a:lnTo>
                    <a:pt x="221192" y="315921"/>
                  </a:lnTo>
                  <a:lnTo>
                    <a:pt x="226171" y="314132"/>
                  </a:lnTo>
                  <a:lnTo>
                    <a:pt x="231090" y="312187"/>
                  </a:lnTo>
                  <a:lnTo>
                    <a:pt x="235945" y="310087"/>
                  </a:lnTo>
                  <a:lnTo>
                    <a:pt x="240732" y="307835"/>
                  </a:lnTo>
                  <a:lnTo>
                    <a:pt x="245444" y="305432"/>
                  </a:lnTo>
                  <a:lnTo>
                    <a:pt x="250079" y="302881"/>
                  </a:lnTo>
                  <a:lnTo>
                    <a:pt x="254630" y="300185"/>
                  </a:lnTo>
                  <a:lnTo>
                    <a:pt x="259094" y="297346"/>
                  </a:lnTo>
                  <a:lnTo>
                    <a:pt x="263466" y="294368"/>
                  </a:lnTo>
                  <a:lnTo>
                    <a:pt x="267741" y="291252"/>
                  </a:lnTo>
                  <a:lnTo>
                    <a:pt x="271916" y="288003"/>
                  </a:lnTo>
                  <a:lnTo>
                    <a:pt x="275985" y="284624"/>
                  </a:lnTo>
                  <a:lnTo>
                    <a:pt x="279946" y="281117"/>
                  </a:lnTo>
                  <a:lnTo>
                    <a:pt x="283794" y="277487"/>
                  </a:lnTo>
                  <a:lnTo>
                    <a:pt x="287525" y="273737"/>
                  </a:lnTo>
                  <a:lnTo>
                    <a:pt x="291135" y="269870"/>
                  </a:lnTo>
                  <a:lnTo>
                    <a:pt x="294622" y="265892"/>
                  </a:lnTo>
                  <a:lnTo>
                    <a:pt x="297980" y="261805"/>
                  </a:lnTo>
                  <a:lnTo>
                    <a:pt x="301208" y="257614"/>
                  </a:lnTo>
                  <a:lnTo>
                    <a:pt x="304301" y="253322"/>
                  </a:lnTo>
                  <a:lnTo>
                    <a:pt x="307258" y="248936"/>
                  </a:lnTo>
                  <a:lnTo>
                    <a:pt x="310073" y="244457"/>
                  </a:lnTo>
                  <a:lnTo>
                    <a:pt x="312746" y="239892"/>
                  </a:lnTo>
                  <a:lnTo>
                    <a:pt x="315273" y="235245"/>
                  </a:lnTo>
                  <a:lnTo>
                    <a:pt x="317652" y="230520"/>
                  </a:lnTo>
                  <a:lnTo>
                    <a:pt x="319880" y="225722"/>
                  </a:lnTo>
                  <a:lnTo>
                    <a:pt x="321955" y="220856"/>
                  </a:lnTo>
                  <a:lnTo>
                    <a:pt x="323875" y="215927"/>
                  </a:lnTo>
                  <a:lnTo>
                    <a:pt x="325638" y="210939"/>
                  </a:lnTo>
                  <a:lnTo>
                    <a:pt x="327242" y="205898"/>
                  </a:lnTo>
                  <a:lnTo>
                    <a:pt x="328687" y="200809"/>
                  </a:lnTo>
                  <a:lnTo>
                    <a:pt x="329969" y="195677"/>
                  </a:lnTo>
                  <a:lnTo>
                    <a:pt x="331088" y="190507"/>
                  </a:lnTo>
                  <a:lnTo>
                    <a:pt x="332043" y="185304"/>
                  </a:lnTo>
                  <a:lnTo>
                    <a:pt x="332834" y="180073"/>
                  </a:lnTo>
                  <a:lnTo>
                    <a:pt x="333458" y="174820"/>
                  </a:lnTo>
                  <a:lnTo>
                    <a:pt x="333915" y="169550"/>
                  </a:lnTo>
                  <a:lnTo>
                    <a:pt x="334206" y="164268"/>
                  </a:lnTo>
                  <a:lnTo>
                    <a:pt x="334330" y="158980"/>
                  </a:lnTo>
                  <a:lnTo>
                    <a:pt x="334286" y="153690"/>
                  </a:lnTo>
                  <a:lnTo>
                    <a:pt x="334074" y="148404"/>
                  </a:lnTo>
                  <a:lnTo>
                    <a:pt x="333696" y="143128"/>
                  </a:lnTo>
                  <a:lnTo>
                    <a:pt x="333151" y="137866"/>
                  </a:lnTo>
                  <a:lnTo>
                    <a:pt x="332439" y="132624"/>
                  </a:lnTo>
                  <a:lnTo>
                    <a:pt x="331562" y="127407"/>
                  </a:lnTo>
                  <a:lnTo>
                    <a:pt x="330521" y="122221"/>
                  </a:lnTo>
                  <a:lnTo>
                    <a:pt x="329315" y="117070"/>
                  </a:lnTo>
                  <a:lnTo>
                    <a:pt x="327948" y="111960"/>
                  </a:lnTo>
                  <a:lnTo>
                    <a:pt x="326419" y="106895"/>
                  </a:lnTo>
                  <a:lnTo>
                    <a:pt x="324731" y="101882"/>
                  </a:lnTo>
                  <a:lnTo>
                    <a:pt x="322886" y="96924"/>
                  </a:lnTo>
                  <a:lnTo>
                    <a:pt x="320884" y="92028"/>
                  </a:lnTo>
                  <a:lnTo>
                    <a:pt x="318728" y="87197"/>
                  </a:lnTo>
                  <a:lnTo>
                    <a:pt x="316421" y="82437"/>
                  </a:lnTo>
                  <a:lnTo>
                    <a:pt x="313964" y="77752"/>
                  </a:lnTo>
                  <a:lnTo>
                    <a:pt x="311360" y="73147"/>
                  </a:lnTo>
                  <a:lnTo>
                    <a:pt x="308612" y="68627"/>
                  </a:lnTo>
                  <a:lnTo>
                    <a:pt x="305722" y="64196"/>
                  </a:lnTo>
                  <a:lnTo>
                    <a:pt x="302693" y="59859"/>
                  </a:lnTo>
                  <a:lnTo>
                    <a:pt x="299529" y="55620"/>
                  </a:lnTo>
                  <a:lnTo>
                    <a:pt x="296232" y="51483"/>
                  </a:lnTo>
                  <a:lnTo>
                    <a:pt x="292806" y="47453"/>
                  </a:lnTo>
                  <a:lnTo>
                    <a:pt x="289254" y="43532"/>
                  </a:lnTo>
                  <a:lnTo>
                    <a:pt x="285580" y="39727"/>
                  </a:lnTo>
                  <a:lnTo>
                    <a:pt x="281787" y="36039"/>
                  </a:lnTo>
                  <a:lnTo>
                    <a:pt x="277879" y="32473"/>
                  </a:lnTo>
                  <a:lnTo>
                    <a:pt x="273861" y="29033"/>
                  </a:lnTo>
                  <a:lnTo>
                    <a:pt x="269735" y="25722"/>
                  </a:lnTo>
                  <a:lnTo>
                    <a:pt x="265507" y="22542"/>
                  </a:lnTo>
                  <a:lnTo>
                    <a:pt x="261181" y="19498"/>
                  </a:lnTo>
                  <a:lnTo>
                    <a:pt x="256760" y="16593"/>
                  </a:lnTo>
                  <a:lnTo>
                    <a:pt x="252250" y="13829"/>
                  </a:lnTo>
                  <a:lnTo>
                    <a:pt x="247654" y="11209"/>
                  </a:lnTo>
                  <a:lnTo>
                    <a:pt x="242978" y="8735"/>
                  </a:lnTo>
                  <a:lnTo>
                    <a:pt x="238226" y="6411"/>
                  </a:lnTo>
                  <a:lnTo>
                    <a:pt x="233403" y="4239"/>
                  </a:lnTo>
                  <a:lnTo>
                    <a:pt x="228513" y="2220"/>
                  </a:lnTo>
                  <a:lnTo>
                    <a:pt x="167167" y="1577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88720" y="1322571"/>
              <a:ext cx="61346" cy="167167"/>
            </a:xfrm>
            <a:custGeom>
              <a:avLst/>
              <a:pathLst>
                <a:path w="61346" h="167167">
                  <a:moveTo>
                    <a:pt x="61346" y="11663"/>
                  </a:moveTo>
                  <a:lnTo>
                    <a:pt x="55461" y="9468"/>
                  </a:lnTo>
                  <a:lnTo>
                    <a:pt x="49497" y="7496"/>
                  </a:lnTo>
                  <a:lnTo>
                    <a:pt x="43464" y="5749"/>
                  </a:lnTo>
                  <a:lnTo>
                    <a:pt x="37369" y="4230"/>
                  </a:lnTo>
                  <a:lnTo>
                    <a:pt x="31222" y="2941"/>
                  </a:lnTo>
                  <a:lnTo>
                    <a:pt x="25031" y="1884"/>
                  </a:lnTo>
                  <a:lnTo>
                    <a:pt x="18804" y="1060"/>
                  </a:lnTo>
                  <a:lnTo>
                    <a:pt x="12550" y="471"/>
                  </a:lnTo>
                  <a:lnTo>
                    <a:pt x="627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277" y="1681503"/>
              <a:ext cx="7247" cy="167167"/>
            </a:xfrm>
            <a:custGeom>
              <a:avLst/>
              <a:pathLst>
                <a:path w="7247" h="167167">
                  <a:moveTo>
                    <a:pt x="7247" y="0"/>
                  </a:moveTo>
                  <a:lnTo>
                    <a:pt x="0" y="157"/>
                  </a:lnTo>
                  <a:lnTo>
                    <a:pt x="72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9277" y="1681660"/>
              <a:ext cx="7247" cy="167010"/>
            </a:xfrm>
            <a:custGeom>
              <a:avLst/>
              <a:pathLst>
                <a:path w="7247" h="167010">
                  <a:moveTo>
                    <a:pt x="0" y="0"/>
                  </a:moveTo>
                  <a:lnTo>
                    <a:pt x="7247" y="167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50909" y="1681660"/>
              <a:ext cx="135615" cy="167010"/>
            </a:xfrm>
            <a:custGeom>
              <a:avLst/>
              <a:pathLst>
                <a:path w="135615" h="167010">
                  <a:moveTo>
                    <a:pt x="128368" y="0"/>
                  </a:moveTo>
                  <a:lnTo>
                    <a:pt x="122788" y="335"/>
                  </a:lnTo>
                  <a:lnTo>
                    <a:pt x="117222" y="857"/>
                  </a:lnTo>
                  <a:lnTo>
                    <a:pt x="111677" y="1565"/>
                  </a:lnTo>
                  <a:lnTo>
                    <a:pt x="106159" y="2458"/>
                  </a:lnTo>
                  <a:lnTo>
                    <a:pt x="100673" y="3535"/>
                  </a:lnTo>
                  <a:lnTo>
                    <a:pt x="95227" y="4795"/>
                  </a:lnTo>
                  <a:lnTo>
                    <a:pt x="89826" y="6236"/>
                  </a:lnTo>
                  <a:lnTo>
                    <a:pt x="84476" y="7857"/>
                  </a:lnTo>
                  <a:lnTo>
                    <a:pt x="79183" y="9655"/>
                  </a:lnTo>
                  <a:lnTo>
                    <a:pt x="73953" y="11630"/>
                  </a:lnTo>
                  <a:lnTo>
                    <a:pt x="68792" y="13779"/>
                  </a:lnTo>
                  <a:lnTo>
                    <a:pt x="63706" y="16099"/>
                  </a:lnTo>
                  <a:lnTo>
                    <a:pt x="58701" y="18587"/>
                  </a:lnTo>
                  <a:lnTo>
                    <a:pt x="53781" y="21242"/>
                  </a:lnTo>
                  <a:lnTo>
                    <a:pt x="48953" y="24060"/>
                  </a:lnTo>
                  <a:lnTo>
                    <a:pt x="44222" y="27037"/>
                  </a:lnTo>
                  <a:lnTo>
                    <a:pt x="39593" y="30171"/>
                  </a:lnTo>
                  <a:lnTo>
                    <a:pt x="35072" y="33458"/>
                  </a:lnTo>
                  <a:lnTo>
                    <a:pt x="30662" y="36895"/>
                  </a:lnTo>
                  <a:lnTo>
                    <a:pt x="26371" y="40477"/>
                  </a:lnTo>
                  <a:lnTo>
                    <a:pt x="22201" y="44200"/>
                  </a:lnTo>
                  <a:lnTo>
                    <a:pt x="18158" y="48061"/>
                  </a:lnTo>
                  <a:lnTo>
                    <a:pt x="14247" y="52054"/>
                  </a:lnTo>
                  <a:lnTo>
                    <a:pt x="10471" y="56177"/>
                  </a:lnTo>
                  <a:lnTo>
                    <a:pt x="6835" y="60423"/>
                  </a:lnTo>
                  <a:lnTo>
                    <a:pt x="3343" y="64788"/>
                  </a:lnTo>
                  <a:lnTo>
                    <a:pt x="0" y="69268"/>
                  </a:lnTo>
                  <a:lnTo>
                    <a:pt x="135615" y="167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19367" y="1681503"/>
              <a:ext cx="334308" cy="334333"/>
            </a:xfrm>
            <a:custGeom>
              <a:avLst/>
              <a:pathLst>
                <a:path w="334308" h="334333">
                  <a:moveTo>
                    <a:pt x="31542" y="69425"/>
                  </a:moveTo>
                  <a:lnTo>
                    <a:pt x="28506" y="73782"/>
                  </a:lnTo>
                  <a:lnTo>
                    <a:pt x="25610" y="78233"/>
                  </a:lnTo>
                  <a:lnTo>
                    <a:pt x="22856" y="82773"/>
                  </a:lnTo>
                  <a:lnTo>
                    <a:pt x="20249" y="87399"/>
                  </a:lnTo>
                  <a:lnTo>
                    <a:pt x="17789" y="92106"/>
                  </a:lnTo>
                  <a:lnTo>
                    <a:pt x="15481" y="96888"/>
                  </a:lnTo>
                  <a:lnTo>
                    <a:pt x="13325" y="101741"/>
                  </a:lnTo>
                  <a:lnTo>
                    <a:pt x="11324" y="106660"/>
                  </a:lnTo>
                  <a:lnTo>
                    <a:pt x="9481" y="111640"/>
                  </a:lnTo>
                  <a:lnTo>
                    <a:pt x="7797" y="116676"/>
                  </a:lnTo>
                  <a:lnTo>
                    <a:pt x="6274" y="121763"/>
                  </a:lnTo>
                  <a:lnTo>
                    <a:pt x="4913" y="126896"/>
                  </a:lnTo>
                  <a:lnTo>
                    <a:pt x="3716" y="132069"/>
                  </a:lnTo>
                  <a:lnTo>
                    <a:pt x="2683" y="137278"/>
                  </a:lnTo>
                  <a:lnTo>
                    <a:pt x="1817" y="142517"/>
                  </a:lnTo>
                  <a:lnTo>
                    <a:pt x="1118" y="147781"/>
                  </a:lnTo>
                  <a:lnTo>
                    <a:pt x="586" y="153065"/>
                  </a:lnTo>
                  <a:lnTo>
                    <a:pt x="222" y="158362"/>
                  </a:lnTo>
                  <a:lnTo>
                    <a:pt x="26" y="163669"/>
                  </a:lnTo>
                  <a:lnTo>
                    <a:pt x="0" y="168979"/>
                  </a:lnTo>
                  <a:lnTo>
                    <a:pt x="141" y="174288"/>
                  </a:lnTo>
                  <a:lnTo>
                    <a:pt x="452" y="179589"/>
                  </a:lnTo>
                  <a:lnTo>
                    <a:pt x="930" y="184877"/>
                  </a:lnTo>
                  <a:lnTo>
                    <a:pt x="1577" y="190148"/>
                  </a:lnTo>
                  <a:lnTo>
                    <a:pt x="2390" y="195396"/>
                  </a:lnTo>
                  <a:lnTo>
                    <a:pt x="3370" y="200615"/>
                  </a:lnTo>
                  <a:lnTo>
                    <a:pt x="4515" y="205800"/>
                  </a:lnTo>
                  <a:lnTo>
                    <a:pt x="5824" y="210946"/>
                  </a:lnTo>
                  <a:lnTo>
                    <a:pt x="7296" y="216048"/>
                  </a:lnTo>
                  <a:lnTo>
                    <a:pt x="8929" y="221101"/>
                  </a:lnTo>
                  <a:lnTo>
                    <a:pt x="10722" y="226100"/>
                  </a:lnTo>
                  <a:lnTo>
                    <a:pt x="12673" y="231039"/>
                  </a:lnTo>
                  <a:lnTo>
                    <a:pt x="14780" y="235913"/>
                  </a:lnTo>
                  <a:lnTo>
                    <a:pt x="17040" y="240718"/>
                  </a:lnTo>
                  <a:lnTo>
                    <a:pt x="19452" y="245449"/>
                  </a:lnTo>
                  <a:lnTo>
                    <a:pt x="22013" y="250101"/>
                  </a:lnTo>
                  <a:lnTo>
                    <a:pt x="24720" y="254669"/>
                  </a:lnTo>
                  <a:lnTo>
                    <a:pt x="27571" y="259149"/>
                  </a:lnTo>
                  <a:lnTo>
                    <a:pt x="30563" y="263536"/>
                  </a:lnTo>
                  <a:lnTo>
                    <a:pt x="33693" y="267826"/>
                  </a:lnTo>
                  <a:lnTo>
                    <a:pt x="36957" y="272014"/>
                  </a:lnTo>
                  <a:lnTo>
                    <a:pt x="40353" y="276097"/>
                  </a:lnTo>
                  <a:lnTo>
                    <a:pt x="43877" y="280069"/>
                  </a:lnTo>
                  <a:lnTo>
                    <a:pt x="47525" y="283928"/>
                  </a:lnTo>
                  <a:lnTo>
                    <a:pt x="51294" y="287669"/>
                  </a:lnTo>
                  <a:lnTo>
                    <a:pt x="55180" y="291288"/>
                  </a:lnTo>
                  <a:lnTo>
                    <a:pt x="59179" y="294782"/>
                  </a:lnTo>
                  <a:lnTo>
                    <a:pt x="63287" y="298147"/>
                  </a:lnTo>
                  <a:lnTo>
                    <a:pt x="67499" y="301380"/>
                  </a:lnTo>
                  <a:lnTo>
                    <a:pt x="71812" y="304478"/>
                  </a:lnTo>
                  <a:lnTo>
                    <a:pt x="76222" y="307437"/>
                  </a:lnTo>
                  <a:lnTo>
                    <a:pt x="80723" y="310255"/>
                  </a:lnTo>
                  <a:lnTo>
                    <a:pt x="85311" y="312928"/>
                  </a:lnTo>
                  <a:lnTo>
                    <a:pt x="89982" y="315454"/>
                  </a:lnTo>
                  <a:lnTo>
                    <a:pt x="94731" y="317830"/>
                  </a:lnTo>
                  <a:lnTo>
                    <a:pt x="99553" y="320054"/>
                  </a:lnTo>
                  <a:lnTo>
                    <a:pt x="104443" y="322125"/>
                  </a:lnTo>
                  <a:lnTo>
                    <a:pt x="109396" y="324038"/>
                  </a:lnTo>
                  <a:lnTo>
                    <a:pt x="114408" y="325794"/>
                  </a:lnTo>
                  <a:lnTo>
                    <a:pt x="119473" y="327389"/>
                  </a:lnTo>
                  <a:lnTo>
                    <a:pt x="124586" y="328823"/>
                  </a:lnTo>
                  <a:lnTo>
                    <a:pt x="129742" y="330093"/>
                  </a:lnTo>
                  <a:lnTo>
                    <a:pt x="134935" y="331200"/>
                  </a:lnTo>
                  <a:lnTo>
                    <a:pt x="140162" y="332140"/>
                  </a:lnTo>
                  <a:lnTo>
                    <a:pt x="145415" y="332914"/>
                  </a:lnTo>
                  <a:lnTo>
                    <a:pt x="150691" y="333521"/>
                  </a:lnTo>
                  <a:lnTo>
                    <a:pt x="155983" y="333960"/>
                  </a:lnTo>
                  <a:lnTo>
                    <a:pt x="161286" y="334231"/>
                  </a:lnTo>
                  <a:lnTo>
                    <a:pt x="166595" y="334333"/>
                  </a:lnTo>
                  <a:lnTo>
                    <a:pt x="171905" y="334267"/>
                  </a:lnTo>
                  <a:lnTo>
                    <a:pt x="177210" y="334032"/>
                  </a:lnTo>
                  <a:lnTo>
                    <a:pt x="182505" y="333628"/>
                  </a:lnTo>
                  <a:lnTo>
                    <a:pt x="187784" y="333057"/>
                  </a:lnTo>
                  <a:lnTo>
                    <a:pt x="193043" y="332318"/>
                  </a:lnTo>
                  <a:lnTo>
                    <a:pt x="198275" y="331413"/>
                  </a:lnTo>
                  <a:lnTo>
                    <a:pt x="203476" y="330341"/>
                  </a:lnTo>
                  <a:lnTo>
                    <a:pt x="208641" y="329105"/>
                  </a:lnTo>
                  <a:lnTo>
                    <a:pt x="213763" y="327706"/>
                  </a:lnTo>
                  <a:lnTo>
                    <a:pt x="218839" y="326145"/>
                  </a:lnTo>
                  <a:lnTo>
                    <a:pt x="223862" y="324423"/>
                  </a:lnTo>
                  <a:lnTo>
                    <a:pt x="228828" y="322543"/>
                  </a:lnTo>
                  <a:lnTo>
                    <a:pt x="233732" y="320506"/>
                  </a:lnTo>
                  <a:lnTo>
                    <a:pt x="238569" y="318314"/>
                  </a:lnTo>
                  <a:lnTo>
                    <a:pt x="243334" y="315969"/>
                  </a:lnTo>
                  <a:lnTo>
                    <a:pt x="248021" y="313475"/>
                  </a:lnTo>
                  <a:lnTo>
                    <a:pt x="252628" y="310832"/>
                  </a:lnTo>
                  <a:lnTo>
                    <a:pt x="257148" y="308045"/>
                  </a:lnTo>
                  <a:lnTo>
                    <a:pt x="261577" y="305116"/>
                  </a:lnTo>
                  <a:lnTo>
                    <a:pt x="265911" y="302047"/>
                  </a:lnTo>
                  <a:lnTo>
                    <a:pt x="270145" y="298843"/>
                  </a:lnTo>
                  <a:lnTo>
                    <a:pt x="274275" y="295505"/>
                  </a:lnTo>
                  <a:lnTo>
                    <a:pt x="278297" y="292038"/>
                  </a:lnTo>
                  <a:lnTo>
                    <a:pt x="282207" y="288445"/>
                  </a:lnTo>
                  <a:lnTo>
                    <a:pt x="286001" y="284730"/>
                  </a:lnTo>
                  <a:lnTo>
                    <a:pt x="289675" y="280896"/>
                  </a:lnTo>
                  <a:lnTo>
                    <a:pt x="293226" y="276947"/>
                  </a:lnTo>
                  <a:lnTo>
                    <a:pt x="296649" y="272887"/>
                  </a:lnTo>
                  <a:lnTo>
                    <a:pt x="299942" y="268721"/>
                  </a:lnTo>
                  <a:lnTo>
                    <a:pt x="303100" y="264452"/>
                  </a:lnTo>
                  <a:lnTo>
                    <a:pt x="306122" y="260085"/>
                  </a:lnTo>
                  <a:lnTo>
                    <a:pt x="309003" y="255625"/>
                  </a:lnTo>
                  <a:lnTo>
                    <a:pt x="311741" y="251075"/>
                  </a:lnTo>
                  <a:lnTo>
                    <a:pt x="314333" y="246440"/>
                  </a:lnTo>
                  <a:lnTo>
                    <a:pt x="316776" y="241726"/>
                  </a:lnTo>
                  <a:lnTo>
                    <a:pt x="319069" y="236936"/>
                  </a:lnTo>
                  <a:lnTo>
                    <a:pt x="321208" y="232076"/>
                  </a:lnTo>
                  <a:lnTo>
                    <a:pt x="323192" y="227150"/>
                  </a:lnTo>
                  <a:lnTo>
                    <a:pt x="325019" y="222164"/>
                  </a:lnTo>
                  <a:lnTo>
                    <a:pt x="326686" y="217122"/>
                  </a:lnTo>
                  <a:lnTo>
                    <a:pt x="328192" y="212030"/>
                  </a:lnTo>
                  <a:lnTo>
                    <a:pt x="329536" y="206892"/>
                  </a:lnTo>
                  <a:lnTo>
                    <a:pt x="330716" y="201715"/>
                  </a:lnTo>
                  <a:lnTo>
                    <a:pt x="331730" y="196503"/>
                  </a:lnTo>
                  <a:lnTo>
                    <a:pt x="332579" y="191261"/>
                  </a:lnTo>
                  <a:lnTo>
                    <a:pt x="333261" y="185994"/>
                  </a:lnTo>
                  <a:lnTo>
                    <a:pt x="333775" y="180709"/>
                  </a:lnTo>
                  <a:lnTo>
                    <a:pt x="334121" y="175410"/>
                  </a:lnTo>
                  <a:lnTo>
                    <a:pt x="334299" y="170103"/>
                  </a:lnTo>
                  <a:lnTo>
                    <a:pt x="334308" y="164793"/>
                  </a:lnTo>
                  <a:lnTo>
                    <a:pt x="334148" y="159485"/>
                  </a:lnTo>
                  <a:lnTo>
                    <a:pt x="333820" y="154185"/>
                  </a:lnTo>
                  <a:lnTo>
                    <a:pt x="333323" y="148898"/>
                  </a:lnTo>
                  <a:lnTo>
                    <a:pt x="332659" y="143629"/>
                  </a:lnTo>
                  <a:lnTo>
                    <a:pt x="331828" y="138385"/>
                  </a:lnTo>
                  <a:lnTo>
                    <a:pt x="330831" y="133169"/>
                  </a:lnTo>
                  <a:lnTo>
                    <a:pt x="329668" y="127987"/>
                  </a:lnTo>
                  <a:lnTo>
                    <a:pt x="328342" y="122846"/>
                  </a:lnTo>
                  <a:lnTo>
                    <a:pt x="326853" y="117748"/>
                  </a:lnTo>
                  <a:lnTo>
                    <a:pt x="325203" y="112701"/>
                  </a:lnTo>
                  <a:lnTo>
                    <a:pt x="323393" y="107709"/>
                  </a:lnTo>
                  <a:lnTo>
                    <a:pt x="321426" y="102776"/>
                  </a:lnTo>
                  <a:lnTo>
                    <a:pt x="319303" y="97909"/>
                  </a:lnTo>
                  <a:lnTo>
                    <a:pt x="317026" y="93112"/>
                  </a:lnTo>
                  <a:lnTo>
                    <a:pt x="314598" y="88389"/>
                  </a:lnTo>
                  <a:lnTo>
                    <a:pt x="312022" y="83745"/>
                  </a:lnTo>
                  <a:lnTo>
                    <a:pt x="309299" y="79186"/>
                  </a:lnTo>
                  <a:lnTo>
                    <a:pt x="306433" y="74716"/>
                  </a:lnTo>
                  <a:lnTo>
                    <a:pt x="303426" y="70339"/>
                  </a:lnTo>
                  <a:lnTo>
                    <a:pt x="300282" y="66060"/>
                  </a:lnTo>
                  <a:lnTo>
                    <a:pt x="297004" y="61882"/>
                  </a:lnTo>
                  <a:lnTo>
                    <a:pt x="293594" y="57811"/>
                  </a:lnTo>
                  <a:lnTo>
                    <a:pt x="290057" y="53851"/>
                  </a:lnTo>
                  <a:lnTo>
                    <a:pt x="286396" y="50004"/>
                  </a:lnTo>
                  <a:lnTo>
                    <a:pt x="282614" y="46276"/>
                  </a:lnTo>
                  <a:lnTo>
                    <a:pt x="278716" y="42670"/>
                  </a:lnTo>
                  <a:lnTo>
                    <a:pt x="274706" y="39190"/>
                  </a:lnTo>
                  <a:lnTo>
                    <a:pt x="270587" y="35838"/>
                  </a:lnTo>
                  <a:lnTo>
                    <a:pt x="266363" y="32619"/>
                  </a:lnTo>
                  <a:lnTo>
                    <a:pt x="262040" y="29536"/>
                  </a:lnTo>
                  <a:lnTo>
                    <a:pt x="257621" y="26592"/>
                  </a:lnTo>
                  <a:lnTo>
                    <a:pt x="253110" y="23790"/>
                  </a:lnTo>
                  <a:lnTo>
                    <a:pt x="248513" y="21132"/>
                  </a:lnTo>
                  <a:lnTo>
                    <a:pt x="243833" y="18622"/>
                  </a:lnTo>
                  <a:lnTo>
                    <a:pt x="239077" y="16261"/>
                  </a:lnTo>
                  <a:lnTo>
                    <a:pt x="234247" y="14053"/>
                  </a:lnTo>
                  <a:lnTo>
                    <a:pt x="229350" y="11999"/>
                  </a:lnTo>
                  <a:lnTo>
                    <a:pt x="224390" y="10102"/>
                  </a:lnTo>
                  <a:lnTo>
                    <a:pt x="219373" y="8364"/>
                  </a:lnTo>
                  <a:lnTo>
                    <a:pt x="214303" y="6785"/>
                  </a:lnTo>
                  <a:lnTo>
                    <a:pt x="209185" y="5369"/>
                  </a:lnTo>
                  <a:lnTo>
                    <a:pt x="204025" y="4116"/>
                  </a:lnTo>
                  <a:lnTo>
                    <a:pt x="198827" y="3027"/>
                  </a:lnTo>
                  <a:lnTo>
                    <a:pt x="193598" y="2104"/>
                  </a:lnTo>
                  <a:lnTo>
                    <a:pt x="188342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7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480" y="2126963"/>
              <a:ext cx="21807" cy="167167"/>
            </a:xfrm>
            <a:custGeom>
              <a:avLst/>
              <a:pathLst>
                <a:path w="21807" h="167167">
                  <a:moveTo>
                    <a:pt x="21807" y="0"/>
                  </a:moveTo>
                  <a:lnTo>
                    <a:pt x="14519" y="158"/>
                  </a:lnTo>
                  <a:lnTo>
                    <a:pt x="7245" y="635"/>
                  </a:lnTo>
                  <a:lnTo>
                    <a:pt x="0" y="1428"/>
                  </a:lnTo>
                  <a:lnTo>
                    <a:pt x="218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480" y="2128392"/>
              <a:ext cx="21807" cy="165738"/>
            </a:xfrm>
            <a:custGeom>
              <a:avLst/>
              <a:pathLst>
                <a:path w="21807" h="165738">
                  <a:moveTo>
                    <a:pt x="0" y="0"/>
                  </a:moveTo>
                  <a:lnTo>
                    <a:pt x="21807" y="165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14134" y="2127744"/>
              <a:ext cx="334299" cy="333554"/>
            </a:xfrm>
            <a:custGeom>
              <a:avLst/>
              <a:pathLst>
                <a:path w="334299" h="333554">
                  <a:moveTo>
                    <a:pt x="145345" y="648"/>
                  </a:moveTo>
                  <a:lnTo>
                    <a:pt x="140102" y="1422"/>
                  </a:lnTo>
                  <a:lnTo>
                    <a:pt x="134886" y="2363"/>
                  </a:lnTo>
                  <a:lnTo>
                    <a:pt x="129703" y="3468"/>
                  </a:lnTo>
                  <a:lnTo>
                    <a:pt x="124557" y="4737"/>
                  </a:lnTo>
                  <a:lnTo>
                    <a:pt x="119455" y="6168"/>
                  </a:lnTo>
                  <a:lnTo>
                    <a:pt x="114400" y="7761"/>
                  </a:lnTo>
                  <a:lnTo>
                    <a:pt x="109398" y="9513"/>
                  </a:lnTo>
                  <a:lnTo>
                    <a:pt x="104454" y="11423"/>
                  </a:lnTo>
                  <a:lnTo>
                    <a:pt x="99573" y="13488"/>
                  </a:lnTo>
                  <a:lnTo>
                    <a:pt x="94760" y="15707"/>
                  </a:lnTo>
                  <a:lnTo>
                    <a:pt x="90020" y="18078"/>
                  </a:lnTo>
                  <a:lnTo>
                    <a:pt x="85357" y="20597"/>
                  </a:lnTo>
                  <a:lnTo>
                    <a:pt x="80777" y="23263"/>
                  </a:lnTo>
                  <a:lnTo>
                    <a:pt x="76283" y="26073"/>
                  </a:lnTo>
                  <a:lnTo>
                    <a:pt x="71881" y="29024"/>
                  </a:lnTo>
                  <a:lnTo>
                    <a:pt x="67575" y="32114"/>
                  </a:lnTo>
                  <a:lnTo>
                    <a:pt x="63368" y="35338"/>
                  </a:lnTo>
                  <a:lnTo>
                    <a:pt x="59266" y="38693"/>
                  </a:lnTo>
                  <a:lnTo>
                    <a:pt x="55272" y="42178"/>
                  </a:lnTo>
                  <a:lnTo>
                    <a:pt x="51391" y="45787"/>
                  </a:lnTo>
                  <a:lnTo>
                    <a:pt x="47626" y="49517"/>
                  </a:lnTo>
                  <a:lnTo>
                    <a:pt x="43982" y="53365"/>
                  </a:lnTo>
                  <a:lnTo>
                    <a:pt x="40461" y="57326"/>
                  </a:lnTo>
                  <a:lnTo>
                    <a:pt x="37067" y="61397"/>
                  </a:lnTo>
                  <a:lnTo>
                    <a:pt x="33805" y="65573"/>
                  </a:lnTo>
                  <a:lnTo>
                    <a:pt x="30676" y="69851"/>
                  </a:lnTo>
                  <a:lnTo>
                    <a:pt x="27684" y="74226"/>
                  </a:lnTo>
                  <a:lnTo>
                    <a:pt x="24833" y="78693"/>
                  </a:lnTo>
                  <a:lnTo>
                    <a:pt x="22124" y="83249"/>
                  </a:lnTo>
                  <a:lnTo>
                    <a:pt x="19562" y="87888"/>
                  </a:lnTo>
                  <a:lnTo>
                    <a:pt x="17148" y="92606"/>
                  </a:lnTo>
                  <a:lnTo>
                    <a:pt x="14884" y="97398"/>
                  </a:lnTo>
                  <a:lnTo>
                    <a:pt x="12774" y="102260"/>
                  </a:lnTo>
                  <a:lnTo>
                    <a:pt x="10819" y="107186"/>
                  </a:lnTo>
                  <a:lnTo>
                    <a:pt x="9021" y="112171"/>
                  </a:lnTo>
                  <a:lnTo>
                    <a:pt x="7381" y="117211"/>
                  </a:lnTo>
                  <a:lnTo>
                    <a:pt x="5903" y="122301"/>
                  </a:lnTo>
                  <a:lnTo>
                    <a:pt x="4586" y="127434"/>
                  </a:lnTo>
                  <a:lnTo>
                    <a:pt x="3433" y="132607"/>
                  </a:lnTo>
                  <a:lnTo>
                    <a:pt x="2445" y="137814"/>
                  </a:lnTo>
                  <a:lnTo>
                    <a:pt x="1622" y="143050"/>
                  </a:lnTo>
                  <a:lnTo>
                    <a:pt x="965" y="148309"/>
                  </a:lnTo>
                  <a:lnTo>
                    <a:pt x="476" y="153586"/>
                  </a:lnTo>
                  <a:lnTo>
                    <a:pt x="154" y="158876"/>
                  </a:lnTo>
                  <a:lnTo>
                    <a:pt x="0" y="164174"/>
                  </a:lnTo>
                  <a:lnTo>
                    <a:pt x="13" y="169474"/>
                  </a:lnTo>
                  <a:lnTo>
                    <a:pt x="195" y="174770"/>
                  </a:lnTo>
                  <a:lnTo>
                    <a:pt x="545" y="180059"/>
                  </a:lnTo>
                  <a:lnTo>
                    <a:pt x="1062" y="185333"/>
                  </a:lnTo>
                  <a:lnTo>
                    <a:pt x="1746" y="190589"/>
                  </a:lnTo>
                  <a:lnTo>
                    <a:pt x="2596" y="195820"/>
                  </a:lnTo>
                  <a:lnTo>
                    <a:pt x="3612" y="201022"/>
                  </a:lnTo>
                  <a:lnTo>
                    <a:pt x="4792" y="206188"/>
                  </a:lnTo>
                  <a:lnTo>
                    <a:pt x="6136" y="211315"/>
                  </a:lnTo>
                  <a:lnTo>
                    <a:pt x="7641" y="216397"/>
                  </a:lnTo>
                  <a:lnTo>
                    <a:pt x="9306" y="221428"/>
                  </a:lnTo>
                  <a:lnTo>
                    <a:pt x="11130" y="226404"/>
                  </a:lnTo>
                  <a:lnTo>
                    <a:pt x="13111" y="231320"/>
                  </a:lnTo>
                  <a:lnTo>
                    <a:pt x="15247" y="236170"/>
                  </a:lnTo>
                  <a:lnTo>
                    <a:pt x="17536" y="240951"/>
                  </a:lnTo>
                  <a:lnTo>
                    <a:pt x="19974" y="245656"/>
                  </a:lnTo>
                  <a:lnTo>
                    <a:pt x="22561" y="250282"/>
                  </a:lnTo>
                  <a:lnTo>
                    <a:pt x="25293" y="254823"/>
                  </a:lnTo>
                  <a:lnTo>
                    <a:pt x="28168" y="259276"/>
                  </a:lnTo>
                  <a:lnTo>
                    <a:pt x="31183" y="263635"/>
                  </a:lnTo>
                  <a:lnTo>
                    <a:pt x="34334" y="267896"/>
                  </a:lnTo>
                  <a:lnTo>
                    <a:pt x="37618" y="272055"/>
                  </a:lnTo>
                  <a:lnTo>
                    <a:pt x="41033" y="276108"/>
                  </a:lnTo>
                  <a:lnTo>
                    <a:pt x="44575" y="280051"/>
                  </a:lnTo>
                  <a:lnTo>
                    <a:pt x="48239" y="283880"/>
                  </a:lnTo>
                  <a:lnTo>
                    <a:pt x="52024" y="287590"/>
                  </a:lnTo>
                  <a:lnTo>
                    <a:pt x="55924" y="291179"/>
                  </a:lnTo>
                  <a:lnTo>
                    <a:pt x="59935" y="294642"/>
                  </a:lnTo>
                  <a:lnTo>
                    <a:pt x="64055" y="297976"/>
                  </a:lnTo>
                  <a:lnTo>
                    <a:pt x="68278" y="301179"/>
                  </a:lnTo>
                  <a:lnTo>
                    <a:pt x="72601" y="304245"/>
                  </a:lnTo>
                  <a:lnTo>
                    <a:pt x="77018" y="307173"/>
                  </a:lnTo>
                  <a:lnTo>
                    <a:pt x="81527" y="309960"/>
                  </a:lnTo>
                  <a:lnTo>
                    <a:pt x="86121" y="312602"/>
                  </a:lnTo>
                  <a:lnTo>
                    <a:pt x="90797" y="315097"/>
                  </a:lnTo>
                  <a:lnTo>
                    <a:pt x="95549" y="317443"/>
                  </a:lnTo>
                  <a:lnTo>
                    <a:pt x="100374" y="319637"/>
                  </a:lnTo>
                  <a:lnTo>
                    <a:pt x="105265" y="321676"/>
                  </a:lnTo>
                  <a:lnTo>
                    <a:pt x="110219" y="323560"/>
                  </a:lnTo>
                  <a:lnTo>
                    <a:pt x="115230" y="325286"/>
                  </a:lnTo>
                  <a:lnTo>
                    <a:pt x="120293" y="326852"/>
                  </a:lnTo>
                  <a:lnTo>
                    <a:pt x="125403" y="328257"/>
                  </a:lnTo>
                  <a:lnTo>
                    <a:pt x="130556" y="329499"/>
                  </a:lnTo>
                  <a:lnTo>
                    <a:pt x="135745" y="330577"/>
                  </a:lnTo>
                  <a:lnTo>
                    <a:pt x="140965" y="331490"/>
                  </a:lnTo>
                  <a:lnTo>
                    <a:pt x="146212" y="332237"/>
                  </a:lnTo>
                  <a:lnTo>
                    <a:pt x="151480" y="332818"/>
                  </a:lnTo>
                  <a:lnTo>
                    <a:pt x="156764" y="333231"/>
                  </a:lnTo>
                  <a:lnTo>
                    <a:pt x="162058" y="333476"/>
                  </a:lnTo>
                  <a:lnTo>
                    <a:pt x="167357" y="333554"/>
                  </a:lnTo>
                  <a:lnTo>
                    <a:pt x="172657" y="333463"/>
                  </a:lnTo>
                  <a:lnTo>
                    <a:pt x="177950" y="333205"/>
                  </a:lnTo>
                  <a:lnTo>
                    <a:pt x="183233" y="332779"/>
                  </a:lnTo>
                  <a:lnTo>
                    <a:pt x="188499" y="332185"/>
                  </a:lnTo>
                  <a:lnTo>
                    <a:pt x="193744" y="331425"/>
                  </a:lnTo>
                  <a:lnTo>
                    <a:pt x="198963" y="330499"/>
                  </a:lnTo>
                  <a:lnTo>
                    <a:pt x="204149" y="329409"/>
                  </a:lnTo>
                  <a:lnTo>
                    <a:pt x="209298" y="328154"/>
                  </a:lnTo>
                  <a:lnTo>
                    <a:pt x="214405" y="326737"/>
                  </a:lnTo>
                  <a:lnTo>
                    <a:pt x="219464" y="325158"/>
                  </a:lnTo>
                  <a:lnTo>
                    <a:pt x="224471" y="323420"/>
                  </a:lnTo>
                  <a:lnTo>
                    <a:pt x="229420" y="321524"/>
                  </a:lnTo>
                  <a:lnTo>
                    <a:pt x="234307" y="319472"/>
                  </a:lnTo>
                  <a:lnTo>
                    <a:pt x="239126" y="317266"/>
                  </a:lnTo>
                  <a:lnTo>
                    <a:pt x="243873" y="314909"/>
                  </a:lnTo>
                  <a:lnTo>
                    <a:pt x="248542" y="312402"/>
                  </a:lnTo>
                  <a:lnTo>
                    <a:pt x="253130" y="309749"/>
                  </a:lnTo>
                  <a:lnTo>
                    <a:pt x="257631" y="306951"/>
                  </a:lnTo>
                  <a:lnTo>
                    <a:pt x="262042" y="304013"/>
                  </a:lnTo>
                  <a:lnTo>
                    <a:pt x="266357" y="300935"/>
                  </a:lnTo>
                  <a:lnTo>
                    <a:pt x="270572" y="297723"/>
                  </a:lnTo>
                  <a:lnTo>
                    <a:pt x="274684" y="294379"/>
                  </a:lnTo>
                  <a:lnTo>
                    <a:pt x="278687" y="290906"/>
                  </a:lnTo>
                  <a:lnTo>
                    <a:pt x="282578" y="287307"/>
                  </a:lnTo>
                  <a:lnTo>
                    <a:pt x="286353" y="283588"/>
                  </a:lnTo>
                  <a:lnTo>
                    <a:pt x="290009" y="279750"/>
                  </a:lnTo>
                  <a:lnTo>
                    <a:pt x="293540" y="275799"/>
                  </a:lnTo>
                  <a:lnTo>
                    <a:pt x="296945" y="271737"/>
                  </a:lnTo>
                  <a:lnTo>
                    <a:pt x="300220" y="267570"/>
                  </a:lnTo>
                  <a:lnTo>
                    <a:pt x="303360" y="263301"/>
                  </a:lnTo>
                  <a:lnTo>
                    <a:pt x="306364" y="258934"/>
                  </a:lnTo>
                  <a:lnTo>
                    <a:pt x="309228" y="254475"/>
                  </a:lnTo>
                  <a:lnTo>
                    <a:pt x="311949" y="249927"/>
                  </a:lnTo>
                  <a:lnTo>
                    <a:pt x="314524" y="245295"/>
                  </a:lnTo>
                  <a:lnTo>
                    <a:pt x="316952" y="240583"/>
                  </a:lnTo>
                  <a:lnTo>
                    <a:pt x="319228" y="235797"/>
                  </a:lnTo>
                  <a:lnTo>
                    <a:pt x="321352" y="230942"/>
                  </a:lnTo>
                  <a:lnTo>
                    <a:pt x="323321" y="226021"/>
                  </a:lnTo>
                  <a:lnTo>
                    <a:pt x="325133" y="221041"/>
                  </a:lnTo>
                  <a:lnTo>
                    <a:pt x="326786" y="216005"/>
                  </a:lnTo>
                  <a:lnTo>
                    <a:pt x="328279" y="210920"/>
                  </a:lnTo>
                  <a:lnTo>
                    <a:pt x="329610" y="205790"/>
                  </a:lnTo>
                  <a:lnTo>
                    <a:pt x="330777" y="200620"/>
                  </a:lnTo>
                  <a:lnTo>
                    <a:pt x="331780" y="195416"/>
                  </a:lnTo>
                  <a:lnTo>
                    <a:pt x="332617" y="190183"/>
                  </a:lnTo>
                  <a:lnTo>
                    <a:pt x="333289" y="184925"/>
                  </a:lnTo>
                  <a:lnTo>
                    <a:pt x="333793" y="179650"/>
                  </a:lnTo>
                  <a:lnTo>
                    <a:pt x="334129" y="174361"/>
                  </a:lnTo>
                  <a:lnTo>
                    <a:pt x="334298" y="169063"/>
                  </a:lnTo>
                  <a:lnTo>
                    <a:pt x="334299" y="163763"/>
                  </a:lnTo>
                  <a:lnTo>
                    <a:pt x="334132" y="158466"/>
                  </a:lnTo>
                  <a:lnTo>
                    <a:pt x="333797" y="153177"/>
                  </a:lnTo>
                  <a:lnTo>
                    <a:pt x="333295" y="147901"/>
                  </a:lnTo>
                  <a:lnTo>
                    <a:pt x="332625" y="142644"/>
                  </a:lnTo>
                  <a:lnTo>
                    <a:pt x="331789" y="137410"/>
                  </a:lnTo>
                  <a:lnTo>
                    <a:pt x="330788" y="132206"/>
                  </a:lnTo>
                  <a:lnTo>
                    <a:pt x="329622" y="127036"/>
                  </a:lnTo>
                  <a:lnTo>
                    <a:pt x="328293" y="121905"/>
                  </a:lnTo>
                  <a:lnTo>
                    <a:pt x="326802" y="116819"/>
                  </a:lnTo>
                  <a:lnTo>
                    <a:pt x="325151" y="111783"/>
                  </a:lnTo>
                  <a:lnTo>
                    <a:pt x="323340" y="106802"/>
                  </a:lnTo>
                  <a:lnTo>
                    <a:pt x="321373" y="101881"/>
                  </a:lnTo>
                  <a:lnTo>
                    <a:pt x="319251" y="97025"/>
                  </a:lnTo>
                  <a:lnTo>
                    <a:pt x="316975" y="92238"/>
                  </a:lnTo>
                  <a:lnTo>
                    <a:pt x="314550" y="87526"/>
                  </a:lnTo>
                  <a:lnTo>
                    <a:pt x="311976" y="82893"/>
                  </a:lnTo>
                  <a:lnTo>
                    <a:pt x="309256" y="78344"/>
                  </a:lnTo>
                  <a:lnTo>
                    <a:pt x="306394" y="73884"/>
                  </a:lnTo>
                  <a:lnTo>
                    <a:pt x="303391" y="69516"/>
                  </a:lnTo>
                  <a:lnTo>
                    <a:pt x="300252" y="65246"/>
                  </a:lnTo>
                  <a:lnTo>
                    <a:pt x="296979" y="61078"/>
                  </a:lnTo>
                  <a:lnTo>
                    <a:pt x="293576" y="57015"/>
                  </a:lnTo>
                  <a:lnTo>
                    <a:pt x="290045" y="53063"/>
                  </a:lnTo>
                  <a:lnTo>
                    <a:pt x="286391" y="49224"/>
                  </a:lnTo>
                  <a:lnTo>
                    <a:pt x="282617" y="45503"/>
                  </a:lnTo>
                  <a:lnTo>
                    <a:pt x="278727" y="41903"/>
                  </a:lnTo>
                  <a:lnTo>
                    <a:pt x="274725" y="38429"/>
                  </a:lnTo>
                  <a:lnTo>
                    <a:pt x="270614" y="35083"/>
                  </a:lnTo>
                  <a:lnTo>
                    <a:pt x="266400" y="31870"/>
                  </a:lnTo>
                  <a:lnTo>
                    <a:pt x="262086" y="28791"/>
                  </a:lnTo>
                  <a:lnTo>
                    <a:pt x="257677" y="25851"/>
                  </a:lnTo>
                  <a:lnTo>
                    <a:pt x="253176" y="23052"/>
                  </a:lnTo>
                  <a:lnTo>
                    <a:pt x="248589" y="20397"/>
                  </a:lnTo>
                  <a:lnTo>
                    <a:pt x="243920" y="17889"/>
                  </a:lnTo>
                  <a:lnTo>
                    <a:pt x="239174" y="15530"/>
                  </a:lnTo>
                  <a:lnTo>
                    <a:pt x="234356" y="13323"/>
                  </a:lnTo>
                  <a:lnTo>
                    <a:pt x="229470" y="11269"/>
                  </a:lnTo>
                  <a:lnTo>
                    <a:pt x="224522" y="9372"/>
                  </a:lnTo>
                  <a:lnTo>
                    <a:pt x="219516" y="7632"/>
                  </a:lnTo>
                  <a:lnTo>
                    <a:pt x="214457" y="6052"/>
                  </a:lnTo>
                  <a:lnTo>
                    <a:pt x="209350" y="4633"/>
                  </a:lnTo>
                  <a:lnTo>
                    <a:pt x="204202" y="3376"/>
                  </a:lnTo>
                  <a:lnTo>
                    <a:pt x="199016" y="2284"/>
                  </a:lnTo>
                  <a:lnTo>
                    <a:pt x="193797" y="1356"/>
                  </a:lnTo>
                  <a:lnTo>
                    <a:pt x="188553" y="595"/>
                  </a:lnTo>
                  <a:lnTo>
                    <a:pt x="183286" y="0"/>
                  </a:lnTo>
                  <a:lnTo>
                    <a:pt x="167152" y="1663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81287" y="2126963"/>
              <a:ext cx="16133" cy="167167"/>
            </a:xfrm>
            <a:custGeom>
              <a:avLst/>
              <a:pathLst>
                <a:path w="16133" h="167167">
                  <a:moveTo>
                    <a:pt x="16133" y="780"/>
                  </a:moveTo>
                  <a:lnTo>
                    <a:pt x="8076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549" y="2633064"/>
              <a:ext cx="3199" cy="167167"/>
            </a:xfrm>
            <a:custGeom>
              <a:avLst/>
              <a:pathLst>
                <a:path w="3199" h="167167">
                  <a:moveTo>
                    <a:pt x="3199" y="0"/>
                  </a:moveTo>
                  <a:lnTo>
                    <a:pt x="0" y="30"/>
                  </a:lnTo>
                  <a:lnTo>
                    <a:pt x="319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549" y="2633094"/>
              <a:ext cx="3199" cy="167136"/>
            </a:xfrm>
            <a:custGeom>
              <a:avLst/>
              <a:pathLst>
                <a:path w="3199" h="167136">
                  <a:moveTo>
                    <a:pt x="0" y="0"/>
                  </a:moveTo>
                  <a:lnTo>
                    <a:pt x="3199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423582" y="2633094"/>
              <a:ext cx="334332" cy="334291"/>
            </a:xfrm>
            <a:custGeom>
              <a:avLst/>
              <a:pathLst>
                <a:path w="334332" h="334291">
                  <a:moveTo>
                    <a:pt x="163967" y="0"/>
                  </a:moveTo>
                  <a:lnTo>
                    <a:pt x="158665" y="185"/>
                  </a:lnTo>
                  <a:lnTo>
                    <a:pt x="153371" y="539"/>
                  </a:lnTo>
                  <a:lnTo>
                    <a:pt x="148092" y="1061"/>
                  </a:lnTo>
                  <a:lnTo>
                    <a:pt x="142832" y="1750"/>
                  </a:lnTo>
                  <a:lnTo>
                    <a:pt x="137596" y="2605"/>
                  </a:lnTo>
                  <a:lnTo>
                    <a:pt x="132390" y="3626"/>
                  </a:lnTo>
                  <a:lnTo>
                    <a:pt x="127219" y="4812"/>
                  </a:lnTo>
                  <a:lnTo>
                    <a:pt x="122088" y="6161"/>
                  </a:lnTo>
                  <a:lnTo>
                    <a:pt x="117003" y="7673"/>
                  </a:lnTo>
                  <a:lnTo>
                    <a:pt x="111968" y="9345"/>
                  </a:lnTo>
                  <a:lnTo>
                    <a:pt x="106989" y="11176"/>
                  </a:lnTo>
                  <a:lnTo>
                    <a:pt x="102071" y="13164"/>
                  </a:lnTo>
                  <a:lnTo>
                    <a:pt x="97218" y="15307"/>
                  </a:lnTo>
                  <a:lnTo>
                    <a:pt x="92435" y="17603"/>
                  </a:lnTo>
                  <a:lnTo>
                    <a:pt x="87728" y="20050"/>
                  </a:lnTo>
                  <a:lnTo>
                    <a:pt x="83100" y="22644"/>
                  </a:lnTo>
                  <a:lnTo>
                    <a:pt x="78558" y="25385"/>
                  </a:lnTo>
                  <a:lnTo>
                    <a:pt x="74104" y="28268"/>
                  </a:lnTo>
                  <a:lnTo>
                    <a:pt x="69745" y="31291"/>
                  </a:lnTo>
                  <a:lnTo>
                    <a:pt x="65483" y="34450"/>
                  </a:lnTo>
                  <a:lnTo>
                    <a:pt x="61324" y="37744"/>
                  </a:lnTo>
                  <a:lnTo>
                    <a:pt x="57272" y="41167"/>
                  </a:lnTo>
                  <a:lnTo>
                    <a:pt x="53330" y="44718"/>
                  </a:lnTo>
                  <a:lnTo>
                    <a:pt x="49502" y="48392"/>
                  </a:lnTo>
                  <a:lnTo>
                    <a:pt x="45794" y="52185"/>
                  </a:lnTo>
                  <a:lnTo>
                    <a:pt x="42207" y="56094"/>
                  </a:lnTo>
                  <a:lnTo>
                    <a:pt x="38747" y="60116"/>
                  </a:lnTo>
                  <a:lnTo>
                    <a:pt x="35415" y="64244"/>
                  </a:lnTo>
                  <a:lnTo>
                    <a:pt x="32217" y="68477"/>
                  </a:lnTo>
                  <a:lnTo>
                    <a:pt x="29154" y="72809"/>
                  </a:lnTo>
                  <a:lnTo>
                    <a:pt x="26231" y="77236"/>
                  </a:lnTo>
                  <a:lnTo>
                    <a:pt x="23449" y="81753"/>
                  </a:lnTo>
                  <a:lnTo>
                    <a:pt x="20812" y="86356"/>
                  </a:lnTo>
                  <a:lnTo>
                    <a:pt x="18322" y="91041"/>
                  </a:lnTo>
                  <a:lnTo>
                    <a:pt x="15983" y="95802"/>
                  </a:lnTo>
                  <a:lnTo>
                    <a:pt x="13795" y="100636"/>
                  </a:lnTo>
                  <a:lnTo>
                    <a:pt x="11762" y="105536"/>
                  </a:lnTo>
                  <a:lnTo>
                    <a:pt x="9886" y="110498"/>
                  </a:lnTo>
                  <a:lnTo>
                    <a:pt x="8168" y="115517"/>
                  </a:lnTo>
                  <a:lnTo>
                    <a:pt x="6610" y="120589"/>
                  </a:lnTo>
                  <a:lnTo>
                    <a:pt x="5214" y="125707"/>
                  </a:lnTo>
                  <a:lnTo>
                    <a:pt x="3981" y="130867"/>
                  </a:lnTo>
                  <a:lnTo>
                    <a:pt x="2912" y="136063"/>
                  </a:lnTo>
                  <a:lnTo>
                    <a:pt x="2009" y="141291"/>
                  </a:lnTo>
                  <a:lnTo>
                    <a:pt x="1272" y="146544"/>
                  </a:lnTo>
                  <a:lnTo>
                    <a:pt x="702" y="151819"/>
                  </a:lnTo>
                  <a:lnTo>
                    <a:pt x="300" y="157109"/>
                  </a:lnTo>
                  <a:lnTo>
                    <a:pt x="65" y="162409"/>
                  </a:lnTo>
                  <a:lnTo>
                    <a:pt x="0" y="167713"/>
                  </a:lnTo>
                  <a:lnTo>
                    <a:pt x="102" y="173018"/>
                  </a:lnTo>
                  <a:lnTo>
                    <a:pt x="373" y="178316"/>
                  </a:lnTo>
                  <a:lnTo>
                    <a:pt x="811" y="183603"/>
                  </a:lnTo>
                  <a:lnTo>
                    <a:pt x="1418" y="188873"/>
                  </a:lnTo>
                  <a:lnTo>
                    <a:pt x="2191" y="194122"/>
                  </a:lnTo>
                  <a:lnTo>
                    <a:pt x="3130" y="199343"/>
                  </a:lnTo>
                  <a:lnTo>
                    <a:pt x="4235" y="204532"/>
                  </a:lnTo>
                  <a:lnTo>
                    <a:pt x="5504" y="209683"/>
                  </a:lnTo>
                  <a:lnTo>
                    <a:pt x="6935" y="214792"/>
                  </a:lnTo>
                  <a:lnTo>
                    <a:pt x="8528" y="219852"/>
                  </a:lnTo>
                  <a:lnTo>
                    <a:pt x="10281" y="224859"/>
                  </a:lnTo>
                  <a:lnTo>
                    <a:pt x="12191" y="229808"/>
                  </a:lnTo>
                  <a:lnTo>
                    <a:pt x="14258" y="234694"/>
                  </a:lnTo>
                  <a:lnTo>
                    <a:pt x="16479" y="239512"/>
                  </a:lnTo>
                  <a:lnTo>
                    <a:pt x="18851" y="244258"/>
                  </a:lnTo>
                  <a:lnTo>
                    <a:pt x="21373" y="248925"/>
                  </a:lnTo>
                  <a:lnTo>
                    <a:pt x="24042" y="253510"/>
                  </a:lnTo>
                  <a:lnTo>
                    <a:pt x="26855" y="258008"/>
                  </a:lnTo>
                  <a:lnTo>
                    <a:pt x="29809" y="262415"/>
                  </a:lnTo>
                  <a:lnTo>
                    <a:pt x="32901" y="266725"/>
                  </a:lnTo>
                  <a:lnTo>
                    <a:pt x="36129" y="270936"/>
                  </a:lnTo>
                  <a:lnTo>
                    <a:pt x="39489" y="275041"/>
                  </a:lnTo>
                  <a:lnTo>
                    <a:pt x="42977" y="279038"/>
                  </a:lnTo>
                  <a:lnTo>
                    <a:pt x="46590" y="282923"/>
                  </a:lnTo>
                  <a:lnTo>
                    <a:pt x="50325" y="286690"/>
                  </a:lnTo>
                  <a:lnTo>
                    <a:pt x="54178" y="290338"/>
                  </a:lnTo>
                  <a:lnTo>
                    <a:pt x="58144" y="293861"/>
                  </a:lnTo>
                  <a:lnTo>
                    <a:pt x="62220" y="297257"/>
                  </a:lnTo>
                  <a:lnTo>
                    <a:pt x="66402" y="300521"/>
                  </a:lnTo>
                  <a:lnTo>
                    <a:pt x="70685" y="303651"/>
                  </a:lnTo>
                  <a:lnTo>
                    <a:pt x="75065" y="306644"/>
                  </a:lnTo>
                  <a:lnTo>
                    <a:pt x="79539" y="309496"/>
                  </a:lnTo>
                  <a:lnTo>
                    <a:pt x="84100" y="312205"/>
                  </a:lnTo>
                  <a:lnTo>
                    <a:pt x="88745" y="314768"/>
                  </a:lnTo>
                  <a:lnTo>
                    <a:pt x="93469" y="317182"/>
                  </a:lnTo>
                  <a:lnTo>
                    <a:pt x="98268" y="319445"/>
                  </a:lnTo>
                  <a:lnTo>
                    <a:pt x="103135" y="321555"/>
                  </a:lnTo>
                  <a:lnTo>
                    <a:pt x="108067" y="323509"/>
                  </a:lnTo>
                  <a:lnTo>
                    <a:pt x="113059" y="325305"/>
                  </a:lnTo>
                  <a:lnTo>
                    <a:pt x="118105" y="326943"/>
                  </a:lnTo>
                  <a:lnTo>
                    <a:pt x="123201" y="328419"/>
                  </a:lnTo>
                  <a:lnTo>
                    <a:pt x="128341" y="329733"/>
                  </a:lnTo>
                  <a:lnTo>
                    <a:pt x="133520" y="330883"/>
                  </a:lnTo>
                  <a:lnTo>
                    <a:pt x="138733" y="331868"/>
                  </a:lnTo>
                  <a:lnTo>
                    <a:pt x="143974" y="332687"/>
                  </a:lnTo>
                  <a:lnTo>
                    <a:pt x="149239" y="333340"/>
                  </a:lnTo>
                  <a:lnTo>
                    <a:pt x="154522" y="333825"/>
                  </a:lnTo>
                  <a:lnTo>
                    <a:pt x="159818" y="334142"/>
                  </a:lnTo>
                  <a:lnTo>
                    <a:pt x="165121" y="334291"/>
                  </a:lnTo>
                  <a:lnTo>
                    <a:pt x="170426" y="334272"/>
                  </a:lnTo>
                  <a:lnTo>
                    <a:pt x="175728" y="334084"/>
                  </a:lnTo>
                  <a:lnTo>
                    <a:pt x="181021" y="333729"/>
                  </a:lnTo>
                  <a:lnTo>
                    <a:pt x="186300" y="333205"/>
                  </a:lnTo>
                  <a:lnTo>
                    <a:pt x="191560" y="332514"/>
                  </a:lnTo>
                  <a:lnTo>
                    <a:pt x="196796" y="331657"/>
                  </a:lnTo>
                  <a:lnTo>
                    <a:pt x="202001" y="330634"/>
                  </a:lnTo>
                  <a:lnTo>
                    <a:pt x="207172" y="329446"/>
                  </a:lnTo>
                  <a:lnTo>
                    <a:pt x="212302" y="328095"/>
                  </a:lnTo>
                  <a:lnTo>
                    <a:pt x="217387" y="326582"/>
                  </a:lnTo>
                  <a:lnTo>
                    <a:pt x="222421" y="324908"/>
                  </a:lnTo>
                  <a:lnTo>
                    <a:pt x="227399" y="323075"/>
                  </a:lnTo>
                  <a:lnTo>
                    <a:pt x="232317" y="321085"/>
                  </a:lnTo>
                  <a:lnTo>
                    <a:pt x="237169" y="318940"/>
                  </a:lnTo>
                  <a:lnTo>
                    <a:pt x="241951" y="316643"/>
                  </a:lnTo>
                  <a:lnTo>
                    <a:pt x="246658" y="314194"/>
                  </a:lnTo>
                  <a:lnTo>
                    <a:pt x="251284" y="311598"/>
                  </a:lnTo>
                  <a:lnTo>
                    <a:pt x="255826" y="308856"/>
                  </a:lnTo>
                  <a:lnTo>
                    <a:pt x="260278" y="305971"/>
                  </a:lnTo>
                  <a:lnTo>
                    <a:pt x="264636" y="302947"/>
                  </a:lnTo>
                  <a:lnTo>
                    <a:pt x="268897" y="299785"/>
                  </a:lnTo>
                  <a:lnTo>
                    <a:pt x="273055" y="296490"/>
                  </a:lnTo>
                  <a:lnTo>
                    <a:pt x="277106" y="293065"/>
                  </a:lnTo>
                  <a:lnTo>
                    <a:pt x="281047" y="289513"/>
                  </a:lnTo>
                  <a:lnTo>
                    <a:pt x="284873" y="285838"/>
                  </a:lnTo>
                  <a:lnTo>
                    <a:pt x="288580" y="282043"/>
                  </a:lnTo>
                  <a:lnTo>
                    <a:pt x="292165" y="278133"/>
                  </a:lnTo>
                  <a:lnTo>
                    <a:pt x="295624" y="274110"/>
                  </a:lnTo>
                  <a:lnTo>
                    <a:pt x="298954" y="269980"/>
                  </a:lnTo>
                  <a:lnTo>
                    <a:pt x="302151" y="265747"/>
                  </a:lnTo>
                  <a:lnTo>
                    <a:pt x="305212" y="261414"/>
                  </a:lnTo>
                  <a:lnTo>
                    <a:pt x="308134" y="256986"/>
                  </a:lnTo>
                  <a:lnTo>
                    <a:pt x="310914" y="252468"/>
                  </a:lnTo>
                  <a:lnTo>
                    <a:pt x="313549" y="247863"/>
                  </a:lnTo>
                  <a:lnTo>
                    <a:pt x="316037" y="243178"/>
                  </a:lnTo>
                  <a:lnTo>
                    <a:pt x="318375" y="238415"/>
                  </a:lnTo>
                  <a:lnTo>
                    <a:pt x="320561" y="233581"/>
                  </a:lnTo>
                  <a:lnTo>
                    <a:pt x="322592" y="228680"/>
                  </a:lnTo>
                  <a:lnTo>
                    <a:pt x="324467" y="223718"/>
                  </a:lnTo>
                  <a:lnTo>
                    <a:pt x="326183" y="218698"/>
                  </a:lnTo>
                  <a:lnTo>
                    <a:pt x="327739" y="213626"/>
                  </a:lnTo>
                  <a:lnTo>
                    <a:pt x="329133" y="208507"/>
                  </a:lnTo>
                  <a:lnTo>
                    <a:pt x="330364" y="203347"/>
                  </a:lnTo>
                  <a:lnTo>
                    <a:pt x="331431" y="198150"/>
                  </a:lnTo>
                  <a:lnTo>
                    <a:pt x="332333" y="192922"/>
                  </a:lnTo>
                  <a:lnTo>
                    <a:pt x="333068" y="187668"/>
                  </a:lnTo>
                  <a:lnTo>
                    <a:pt x="333636" y="182393"/>
                  </a:lnTo>
                  <a:lnTo>
                    <a:pt x="334036" y="177103"/>
                  </a:lnTo>
                  <a:lnTo>
                    <a:pt x="334268" y="171803"/>
                  </a:lnTo>
                  <a:lnTo>
                    <a:pt x="334332" y="166498"/>
                  </a:lnTo>
                  <a:lnTo>
                    <a:pt x="334228" y="161194"/>
                  </a:lnTo>
                  <a:lnTo>
                    <a:pt x="333955" y="155896"/>
                  </a:lnTo>
                  <a:lnTo>
                    <a:pt x="333514" y="150609"/>
                  </a:lnTo>
                  <a:lnTo>
                    <a:pt x="332906" y="145339"/>
                  </a:lnTo>
                  <a:lnTo>
                    <a:pt x="332131" y="140091"/>
                  </a:lnTo>
                  <a:lnTo>
                    <a:pt x="331190" y="134870"/>
                  </a:lnTo>
                  <a:lnTo>
                    <a:pt x="330083" y="129681"/>
                  </a:lnTo>
                  <a:lnTo>
                    <a:pt x="328813" y="124531"/>
                  </a:lnTo>
                  <a:lnTo>
                    <a:pt x="327379" y="119423"/>
                  </a:lnTo>
                  <a:lnTo>
                    <a:pt x="325785" y="114363"/>
                  </a:lnTo>
                  <a:lnTo>
                    <a:pt x="324030" y="109356"/>
                  </a:lnTo>
                  <a:lnTo>
                    <a:pt x="322118" y="104408"/>
                  </a:lnTo>
                  <a:lnTo>
                    <a:pt x="320049" y="99523"/>
                  </a:lnTo>
                  <a:lnTo>
                    <a:pt x="317827" y="94705"/>
                  </a:lnTo>
                  <a:lnTo>
                    <a:pt x="315453" y="89961"/>
                  </a:lnTo>
                  <a:lnTo>
                    <a:pt x="312929" y="85295"/>
                  </a:lnTo>
                  <a:lnTo>
                    <a:pt x="310259" y="80711"/>
                  </a:lnTo>
                  <a:lnTo>
                    <a:pt x="307444" y="76214"/>
                  </a:lnTo>
                  <a:lnTo>
                    <a:pt x="304488" y="71808"/>
                  </a:lnTo>
                  <a:lnTo>
                    <a:pt x="301394" y="67499"/>
                  </a:lnTo>
                  <a:lnTo>
                    <a:pt x="298165" y="63290"/>
                  </a:lnTo>
                  <a:lnTo>
                    <a:pt x="294804" y="59185"/>
                  </a:lnTo>
                  <a:lnTo>
                    <a:pt x="291314" y="55189"/>
                  </a:lnTo>
                  <a:lnTo>
                    <a:pt x="287699" y="51306"/>
                  </a:lnTo>
                  <a:lnTo>
                    <a:pt x="283963" y="47540"/>
                  </a:lnTo>
                  <a:lnTo>
                    <a:pt x="280109" y="43894"/>
                  </a:lnTo>
                  <a:lnTo>
                    <a:pt x="276142" y="40372"/>
                  </a:lnTo>
                  <a:lnTo>
                    <a:pt x="272065" y="36978"/>
                  </a:lnTo>
                  <a:lnTo>
                    <a:pt x="267882" y="33715"/>
                  </a:lnTo>
                  <a:lnTo>
                    <a:pt x="263597" y="30586"/>
                  </a:lnTo>
                  <a:lnTo>
                    <a:pt x="259216" y="27595"/>
                  </a:lnTo>
                  <a:lnTo>
                    <a:pt x="254742" y="24744"/>
                  </a:lnTo>
                  <a:lnTo>
                    <a:pt x="250179" y="22037"/>
                  </a:lnTo>
                  <a:lnTo>
                    <a:pt x="245533" y="19476"/>
                  </a:lnTo>
                  <a:lnTo>
                    <a:pt x="240808" y="17064"/>
                  </a:lnTo>
                  <a:lnTo>
                    <a:pt x="236009" y="14803"/>
                  </a:lnTo>
                  <a:lnTo>
                    <a:pt x="231140" y="12695"/>
                  </a:lnTo>
                  <a:lnTo>
                    <a:pt x="167166" y="167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633064"/>
              <a:ext cx="63974" cy="167167"/>
            </a:xfrm>
            <a:custGeom>
              <a:avLst/>
              <a:pathLst>
                <a:path w="63974" h="167167">
                  <a:moveTo>
                    <a:pt x="63974" y="12725"/>
                  </a:moveTo>
                  <a:lnTo>
                    <a:pt x="58421" y="10540"/>
                  </a:lnTo>
                  <a:lnTo>
                    <a:pt x="52793" y="8555"/>
                  </a:lnTo>
                  <a:lnTo>
                    <a:pt x="47098" y="6771"/>
                  </a:lnTo>
                  <a:lnTo>
                    <a:pt x="41343" y="5193"/>
                  </a:lnTo>
                  <a:lnTo>
                    <a:pt x="35535" y="3820"/>
                  </a:lnTo>
                  <a:lnTo>
                    <a:pt x="29682" y="2656"/>
                  </a:lnTo>
                  <a:lnTo>
                    <a:pt x="23791" y="1701"/>
                  </a:lnTo>
                  <a:lnTo>
                    <a:pt x="17870" y="957"/>
                  </a:lnTo>
                  <a:lnTo>
                    <a:pt x="11926" y="425"/>
                  </a:lnTo>
                  <a:lnTo>
                    <a:pt x="5966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000" y="3170392"/>
              <a:ext cx="16980" cy="167167"/>
            </a:xfrm>
            <a:custGeom>
              <a:avLst/>
              <a:pathLst>
                <a:path w="16980" h="167167">
                  <a:moveTo>
                    <a:pt x="16980" y="0"/>
                  </a:moveTo>
                  <a:lnTo>
                    <a:pt x="8479" y="216"/>
                  </a:lnTo>
                  <a:lnTo>
                    <a:pt x="0" y="864"/>
                  </a:lnTo>
                  <a:lnTo>
                    <a:pt x="169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20" y="3171257"/>
              <a:ext cx="334319" cy="333466"/>
            </a:xfrm>
            <a:custGeom>
              <a:avLst/>
              <a:pathLst>
                <a:path w="334319" h="333466">
                  <a:moveTo>
                    <a:pt x="150179" y="0"/>
                  </a:moveTo>
                  <a:lnTo>
                    <a:pt x="144912" y="622"/>
                  </a:lnTo>
                  <a:lnTo>
                    <a:pt x="139666" y="1411"/>
                  </a:lnTo>
                  <a:lnTo>
                    <a:pt x="134449" y="2366"/>
                  </a:lnTo>
                  <a:lnTo>
                    <a:pt x="129264" y="3487"/>
                  </a:lnTo>
                  <a:lnTo>
                    <a:pt x="124118" y="4771"/>
                  </a:lnTo>
                  <a:lnTo>
                    <a:pt x="119015" y="6218"/>
                  </a:lnTo>
                  <a:lnTo>
                    <a:pt x="113960" y="7826"/>
                  </a:lnTo>
                  <a:lnTo>
                    <a:pt x="108959" y="9593"/>
                  </a:lnTo>
                  <a:lnTo>
                    <a:pt x="104017" y="11519"/>
                  </a:lnTo>
                  <a:lnTo>
                    <a:pt x="99138" y="13600"/>
                  </a:lnTo>
                  <a:lnTo>
                    <a:pt x="94327" y="15835"/>
                  </a:lnTo>
                  <a:lnTo>
                    <a:pt x="89590" y="18221"/>
                  </a:lnTo>
                  <a:lnTo>
                    <a:pt x="84931" y="20757"/>
                  </a:lnTo>
                  <a:lnTo>
                    <a:pt x="80355" y="23439"/>
                  </a:lnTo>
                  <a:lnTo>
                    <a:pt x="75866" y="26265"/>
                  </a:lnTo>
                  <a:lnTo>
                    <a:pt x="71470" y="29232"/>
                  </a:lnTo>
                  <a:lnTo>
                    <a:pt x="67169" y="32336"/>
                  </a:lnTo>
                  <a:lnTo>
                    <a:pt x="62969" y="35576"/>
                  </a:lnTo>
                  <a:lnTo>
                    <a:pt x="58874" y="38948"/>
                  </a:lnTo>
                  <a:lnTo>
                    <a:pt x="54888" y="42447"/>
                  </a:lnTo>
                  <a:lnTo>
                    <a:pt x="51015" y="46071"/>
                  </a:lnTo>
                  <a:lnTo>
                    <a:pt x="47259" y="49817"/>
                  </a:lnTo>
                  <a:lnTo>
                    <a:pt x="43624" y="53679"/>
                  </a:lnTo>
                  <a:lnTo>
                    <a:pt x="40113" y="57655"/>
                  </a:lnTo>
                  <a:lnTo>
                    <a:pt x="36730" y="61741"/>
                  </a:lnTo>
                  <a:lnTo>
                    <a:pt x="33478" y="65931"/>
                  </a:lnTo>
                  <a:lnTo>
                    <a:pt x="30361" y="70223"/>
                  </a:lnTo>
                  <a:lnTo>
                    <a:pt x="27382" y="74612"/>
                  </a:lnTo>
                  <a:lnTo>
                    <a:pt x="24543" y="79092"/>
                  </a:lnTo>
                  <a:lnTo>
                    <a:pt x="21848" y="83661"/>
                  </a:lnTo>
                  <a:lnTo>
                    <a:pt x="19300" y="88313"/>
                  </a:lnTo>
                  <a:lnTo>
                    <a:pt x="16900" y="93043"/>
                  </a:lnTo>
                  <a:lnTo>
                    <a:pt x="14651" y="97847"/>
                  </a:lnTo>
                  <a:lnTo>
                    <a:pt x="12556" y="102720"/>
                  </a:lnTo>
                  <a:lnTo>
                    <a:pt x="10617" y="107657"/>
                  </a:lnTo>
                  <a:lnTo>
                    <a:pt x="8835" y="112653"/>
                  </a:lnTo>
                  <a:lnTo>
                    <a:pt x="7213" y="117703"/>
                  </a:lnTo>
                  <a:lnTo>
                    <a:pt x="5751" y="122802"/>
                  </a:lnTo>
                  <a:lnTo>
                    <a:pt x="4452" y="127945"/>
                  </a:lnTo>
                  <a:lnTo>
                    <a:pt x="3317" y="133126"/>
                  </a:lnTo>
                  <a:lnTo>
                    <a:pt x="2347" y="138341"/>
                  </a:lnTo>
                  <a:lnTo>
                    <a:pt x="1543" y="143584"/>
                  </a:lnTo>
                  <a:lnTo>
                    <a:pt x="906" y="148849"/>
                  </a:lnTo>
                  <a:lnTo>
                    <a:pt x="436" y="154133"/>
                  </a:lnTo>
                  <a:lnTo>
                    <a:pt x="134" y="159428"/>
                  </a:lnTo>
                  <a:lnTo>
                    <a:pt x="0" y="164731"/>
                  </a:lnTo>
                  <a:lnTo>
                    <a:pt x="34" y="170035"/>
                  </a:lnTo>
                  <a:lnTo>
                    <a:pt x="236" y="175335"/>
                  </a:lnTo>
                  <a:lnTo>
                    <a:pt x="607" y="180627"/>
                  </a:lnTo>
                  <a:lnTo>
                    <a:pt x="1145" y="185904"/>
                  </a:lnTo>
                  <a:lnTo>
                    <a:pt x="1851" y="191161"/>
                  </a:lnTo>
                  <a:lnTo>
                    <a:pt x="2723" y="196393"/>
                  </a:lnTo>
                  <a:lnTo>
                    <a:pt x="3760" y="201595"/>
                  </a:lnTo>
                  <a:lnTo>
                    <a:pt x="4962" y="206761"/>
                  </a:lnTo>
                  <a:lnTo>
                    <a:pt x="6327" y="211886"/>
                  </a:lnTo>
                  <a:lnTo>
                    <a:pt x="7854" y="216966"/>
                  </a:lnTo>
                  <a:lnTo>
                    <a:pt x="9542" y="221995"/>
                  </a:lnTo>
                  <a:lnTo>
                    <a:pt x="11388" y="226967"/>
                  </a:lnTo>
                  <a:lnTo>
                    <a:pt x="13391" y="231879"/>
                  </a:lnTo>
                  <a:lnTo>
                    <a:pt x="15549" y="236724"/>
                  </a:lnTo>
                  <a:lnTo>
                    <a:pt x="17860" y="241499"/>
                  </a:lnTo>
                  <a:lnTo>
                    <a:pt x="20320" y="246197"/>
                  </a:lnTo>
                  <a:lnTo>
                    <a:pt x="22929" y="250816"/>
                  </a:lnTo>
                  <a:lnTo>
                    <a:pt x="25683" y="255349"/>
                  </a:lnTo>
                  <a:lnTo>
                    <a:pt x="28579" y="259793"/>
                  </a:lnTo>
                  <a:lnTo>
                    <a:pt x="31615" y="264142"/>
                  </a:lnTo>
                  <a:lnTo>
                    <a:pt x="34787" y="268393"/>
                  </a:lnTo>
                  <a:lnTo>
                    <a:pt x="38093" y="272542"/>
                  </a:lnTo>
                  <a:lnTo>
                    <a:pt x="41529" y="276583"/>
                  </a:lnTo>
                  <a:lnTo>
                    <a:pt x="45091" y="280513"/>
                  </a:lnTo>
                  <a:lnTo>
                    <a:pt x="48776" y="284328"/>
                  </a:lnTo>
                  <a:lnTo>
                    <a:pt x="52580" y="288025"/>
                  </a:lnTo>
                  <a:lnTo>
                    <a:pt x="56499" y="291599"/>
                  </a:lnTo>
                  <a:lnTo>
                    <a:pt x="60530" y="295047"/>
                  </a:lnTo>
                  <a:lnTo>
                    <a:pt x="64668" y="298365"/>
                  </a:lnTo>
                  <a:lnTo>
                    <a:pt x="68910" y="301550"/>
                  </a:lnTo>
                  <a:lnTo>
                    <a:pt x="73250" y="304599"/>
                  </a:lnTo>
                  <a:lnTo>
                    <a:pt x="77685" y="307509"/>
                  </a:lnTo>
                  <a:lnTo>
                    <a:pt x="82210" y="310276"/>
                  </a:lnTo>
                  <a:lnTo>
                    <a:pt x="86820" y="312899"/>
                  </a:lnTo>
                  <a:lnTo>
                    <a:pt x="91512" y="315374"/>
                  </a:lnTo>
                  <a:lnTo>
                    <a:pt x="96279" y="317699"/>
                  </a:lnTo>
                  <a:lnTo>
                    <a:pt x="101118" y="319871"/>
                  </a:lnTo>
                  <a:lnTo>
                    <a:pt x="106023" y="321889"/>
                  </a:lnTo>
                  <a:lnTo>
                    <a:pt x="110990" y="323751"/>
                  </a:lnTo>
                  <a:lnTo>
                    <a:pt x="116014" y="325453"/>
                  </a:lnTo>
                  <a:lnTo>
                    <a:pt x="121089" y="326996"/>
                  </a:lnTo>
                  <a:lnTo>
                    <a:pt x="126210" y="328377"/>
                  </a:lnTo>
                  <a:lnTo>
                    <a:pt x="131373" y="329594"/>
                  </a:lnTo>
                  <a:lnTo>
                    <a:pt x="136571" y="330647"/>
                  </a:lnTo>
                  <a:lnTo>
                    <a:pt x="141801" y="331535"/>
                  </a:lnTo>
                  <a:lnTo>
                    <a:pt x="147056" y="332257"/>
                  </a:lnTo>
                  <a:lnTo>
                    <a:pt x="152331" y="332811"/>
                  </a:lnTo>
                  <a:lnTo>
                    <a:pt x="157621" y="333197"/>
                  </a:lnTo>
                  <a:lnTo>
                    <a:pt x="162921" y="333416"/>
                  </a:lnTo>
                  <a:lnTo>
                    <a:pt x="168225" y="333466"/>
                  </a:lnTo>
                  <a:lnTo>
                    <a:pt x="173528" y="333348"/>
                  </a:lnTo>
                  <a:lnTo>
                    <a:pt x="178824" y="333062"/>
                  </a:lnTo>
                  <a:lnTo>
                    <a:pt x="184109" y="332608"/>
                  </a:lnTo>
                  <a:lnTo>
                    <a:pt x="189377" y="331987"/>
                  </a:lnTo>
                  <a:lnTo>
                    <a:pt x="194622" y="331199"/>
                  </a:lnTo>
                  <a:lnTo>
                    <a:pt x="199840" y="330244"/>
                  </a:lnTo>
                  <a:lnTo>
                    <a:pt x="205025" y="329125"/>
                  </a:lnTo>
                  <a:lnTo>
                    <a:pt x="210171" y="327842"/>
                  </a:lnTo>
                  <a:lnTo>
                    <a:pt x="215275" y="326396"/>
                  </a:lnTo>
                  <a:lnTo>
                    <a:pt x="220330" y="324789"/>
                  </a:lnTo>
                  <a:lnTo>
                    <a:pt x="225331" y="323022"/>
                  </a:lnTo>
                  <a:lnTo>
                    <a:pt x="230274" y="321098"/>
                  </a:lnTo>
                  <a:lnTo>
                    <a:pt x="235153" y="319017"/>
                  </a:lnTo>
                  <a:lnTo>
                    <a:pt x="239964" y="316783"/>
                  </a:lnTo>
                  <a:lnTo>
                    <a:pt x="244701" y="314398"/>
                  </a:lnTo>
                  <a:lnTo>
                    <a:pt x="249361" y="311863"/>
                  </a:lnTo>
                  <a:lnTo>
                    <a:pt x="253937" y="309182"/>
                  </a:lnTo>
                  <a:lnTo>
                    <a:pt x="258427" y="306357"/>
                  </a:lnTo>
                  <a:lnTo>
                    <a:pt x="262824" y="303391"/>
                  </a:lnTo>
                  <a:lnTo>
                    <a:pt x="267125" y="300287"/>
                  </a:lnTo>
                  <a:lnTo>
                    <a:pt x="271326" y="297048"/>
                  </a:lnTo>
                  <a:lnTo>
                    <a:pt x="275421" y="293677"/>
                  </a:lnTo>
                  <a:lnTo>
                    <a:pt x="279408" y="290178"/>
                  </a:lnTo>
                  <a:lnTo>
                    <a:pt x="283282" y="286555"/>
                  </a:lnTo>
                  <a:lnTo>
                    <a:pt x="287038" y="282810"/>
                  </a:lnTo>
                  <a:lnTo>
                    <a:pt x="290674" y="278948"/>
                  </a:lnTo>
                  <a:lnTo>
                    <a:pt x="294186" y="274973"/>
                  </a:lnTo>
                  <a:lnTo>
                    <a:pt x="297570" y="270888"/>
                  </a:lnTo>
                  <a:lnTo>
                    <a:pt x="300822" y="266698"/>
                  </a:lnTo>
                  <a:lnTo>
                    <a:pt x="303940" y="262407"/>
                  </a:lnTo>
                  <a:lnTo>
                    <a:pt x="306920" y="258019"/>
                  </a:lnTo>
                  <a:lnTo>
                    <a:pt x="309760" y="253539"/>
                  </a:lnTo>
                  <a:lnTo>
                    <a:pt x="312455" y="248971"/>
                  </a:lnTo>
                  <a:lnTo>
                    <a:pt x="315005" y="244319"/>
                  </a:lnTo>
                  <a:lnTo>
                    <a:pt x="317406" y="239590"/>
                  </a:lnTo>
                  <a:lnTo>
                    <a:pt x="319655" y="234786"/>
                  </a:lnTo>
                  <a:lnTo>
                    <a:pt x="321751" y="229913"/>
                  </a:lnTo>
                  <a:lnTo>
                    <a:pt x="323692" y="224977"/>
                  </a:lnTo>
                  <a:lnTo>
                    <a:pt x="325474" y="219981"/>
                  </a:lnTo>
                  <a:lnTo>
                    <a:pt x="327098" y="214931"/>
                  </a:lnTo>
                  <a:lnTo>
                    <a:pt x="328560" y="209833"/>
                  </a:lnTo>
                  <a:lnTo>
                    <a:pt x="329860" y="204690"/>
                  </a:lnTo>
                  <a:lnTo>
                    <a:pt x="330996" y="199509"/>
                  </a:lnTo>
                  <a:lnTo>
                    <a:pt x="331967" y="194294"/>
                  </a:lnTo>
                  <a:lnTo>
                    <a:pt x="332772" y="189052"/>
                  </a:lnTo>
                  <a:lnTo>
                    <a:pt x="333410" y="183786"/>
                  </a:lnTo>
                  <a:lnTo>
                    <a:pt x="333881" y="178503"/>
                  </a:lnTo>
                  <a:lnTo>
                    <a:pt x="334184" y="173207"/>
                  </a:lnTo>
                  <a:lnTo>
                    <a:pt x="334319" y="167905"/>
                  </a:lnTo>
                  <a:lnTo>
                    <a:pt x="334286" y="162600"/>
                  </a:lnTo>
                  <a:lnTo>
                    <a:pt x="334084" y="157300"/>
                  </a:lnTo>
                  <a:lnTo>
                    <a:pt x="333715" y="152009"/>
                  </a:lnTo>
                  <a:lnTo>
                    <a:pt x="333177" y="146732"/>
                  </a:lnTo>
                  <a:lnTo>
                    <a:pt x="332473" y="141475"/>
                  </a:lnTo>
                  <a:lnTo>
                    <a:pt x="331602" y="136242"/>
                  </a:lnTo>
                  <a:lnTo>
                    <a:pt x="330566" y="131040"/>
                  </a:lnTo>
                  <a:lnTo>
                    <a:pt x="329365" y="125874"/>
                  </a:lnTo>
                  <a:lnTo>
                    <a:pt x="328000" y="120748"/>
                  </a:lnTo>
                  <a:lnTo>
                    <a:pt x="326474" y="115668"/>
                  </a:lnTo>
                  <a:lnTo>
                    <a:pt x="324788" y="110639"/>
                  </a:lnTo>
                  <a:lnTo>
                    <a:pt x="322942" y="105666"/>
                  </a:lnTo>
                  <a:lnTo>
                    <a:pt x="320940" y="100754"/>
                  </a:lnTo>
                  <a:lnTo>
                    <a:pt x="318783" y="95909"/>
                  </a:lnTo>
                  <a:lnTo>
                    <a:pt x="316473" y="91134"/>
                  </a:lnTo>
                  <a:lnTo>
                    <a:pt x="314013" y="86434"/>
                  </a:lnTo>
                  <a:lnTo>
                    <a:pt x="311406" y="81815"/>
                  </a:lnTo>
                  <a:lnTo>
                    <a:pt x="308653" y="77282"/>
                  </a:lnTo>
                  <a:lnTo>
                    <a:pt x="305757" y="72837"/>
                  </a:lnTo>
                  <a:lnTo>
                    <a:pt x="302722" y="68487"/>
                  </a:lnTo>
                  <a:lnTo>
                    <a:pt x="299550" y="64236"/>
                  </a:lnTo>
                  <a:lnTo>
                    <a:pt x="296246" y="60087"/>
                  </a:lnTo>
                  <a:lnTo>
                    <a:pt x="292811" y="56045"/>
                  </a:lnTo>
                  <a:lnTo>
                    <a:pt x="289250" y="52114"/>
                  </a:lnTo>
                  <a:lnTo>
                    <a:pt x="285565" y="48298"/>
                  </a:lnTo>
                  <a:lnTo>
                    <a:pt x="281762" y="44601"/>
                  </a:lnTo>
                  <a:lnTo>
                    <a:pt x="277843" y="41026"/>
                  </a:lnTo>
                  <a:lnTo>
                    <a:pt x="273813" y="37578"/>
                  </a:lnTo>
                  <a:lnTo>
                    <a:pt x="269675" y="34259"/>
                  </a:lnTo>
                  <a:lnTo>
                    <a:pt x="265434" y="31073"/>
                  </a:lnTo>
                  <a:lnTo>
                    <a:pt x="167160" y="1663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170392"/>
              <a:ext cx="98274" cy="167167"/>
            </a:xfrm>
            <a:custGeom>
              <a:avLst/>
              <a:pathLst>
                <a:path w="98274" h="167167">
                  <a:moveTo>
                    <a:pt x="98274" y="31938"/>
                  </a:moveTo>
                  <a:lnTo>
                    <a:pt x="93749" y="28762"/>
                  </a:lnTo>
                  <a:lnTo>
                    <a:pt x="89120" y="25737"/>
                  </a:lnTo>
                  <a:lnTo>
                    <a:pt x="84395" y="22867"/>
                  </a:lnTo>
                  <a:lnTo>
                    <a:pt x="79576" y="20155"/>
                  </a:lnTo>
                  <a:lnTo>
                    <a:pt x="74671" y="17604"/>
                  </a:lnTo>
                  <a:lnTo>
                    <a:pt x="69684" y="15216"/>
                  </a:lnTo>
                  <a:lnTo>
                    <a:pt x="64621" y="12995"/>
                  </a:lnTo>
                  <a:lnTo>
                    <a:pt x="59488" y="10942"/>
                  </a:lnTo>
                  <a:lnTo>
                    <a:pt x="54289" y="9061"/>
                  </a:lnTo>
                  <a:lnTo>
                    <a:pt x="49031" y="7352"/>
                  </a:lnTo>
                  <a:lnTo>
                    <a:pt x="43719" y="5818"/>
                  </a:lnTo>
                  <a:lnTo>
                    <a:pt x="38359" y="4460"/>
                  </a:lnTo>
                  <a:lnTo>
                    <a:pt x="32957" y="3281"/>
                  </a:lnTo>
                  <a:lnTo>
                    <a:pt x="27520" y="2280"/>
                  </a:lnTo>
                  <a:lnTo>
                    <a:pt x="22052" y="1460"/>
                  </a:lnTo>
                  <a:lnTo>
                    <a:pt x="16560" y="822"/>
                  </a:lnTo>
                  <a:lnTo>
                    <a:pt x="11050" y="365"/>
                  </a:lnTo>
                  <a:lnTo>
                    <a:pt x="552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7225" y="3707720"/>
              <a:ext cx="3523" cy="167167"/>
            </a:xfrm>
            <a:custGeom>
              <a:avLst/>
              <a:pathLst>
                <a:path w="3523" h="167167">
                  <a:moveTo>
                    <a:pt x="3523" y="0"/>
                  </a:moveTo>
                  <a:lnTo>
                    <a:pt x="0" y="37"/>
                  </a:lnTo>
                  <a:lnTo>
                    <a:pt x="35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225" y="3707757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423581" y="3707757"/>
              <a:ext cx="334333" cy="334277"/>
            </a:xfrm>
            <a:custGeom>
              <a:avLst/>
              <a:pathLst>
                <a:path w="334333" h="334277">
                  <a:moveTo>
                    <a:pt x="163643" y="0"/>
                  </a:moveTo>
                  <a:lnTo>
                    <a:pt x="158350" y="195"/>
                  </a:lnTo>
                  <a:lnTo>
                    <a:pt x="153066" y="558"/>
                  </a:lnTo>
                  <a:lnTo>
                    <a:pt x="147796" y="1088"/>
                  </a:lnTo>
                  <a:lnTo>
                    <a:pt x="142546" y="1785"/>
                  </a:lnTo>
                  <a:lnTo>
                    <a:pt x="137320" y="2648"/>
                  </a:lnTo>
                  <a:lnTo>
                    <a:pt x="132125" y="3676"/>
                  </a:lnTo>
                  <a:lnTo>
                    <a:pt x="126964" y="4868"/>
                  </a:lnTo>
                  <a:lnTo>
                    <a:pt x="121844" y="6223"/>
                  </a:lnTo>
                  <a:lnTo>
                    <a:pt x="116769" y="7740"/>
                  </a:lnTo>
                  <a:lnTo>
                    <a:pt x="111745" y="9417"/>
                  </a:lnTo>
                  <a:lnTo>
                    <a:pt x="106777" y="11251"/>
                  </a:lnTo>
                  <a:lnTo>
                    <a:pt x="101869" y="13243"/>
                  </a:lnTo>
                  <a:lnTo>
                    <a:pt x="97027" y="15389"/>
                  </a:lnTo>
                  <a:lnTo>
                    <a:pt x="92255" y="17687"/>
                  </a:lnTo>
                  <a:lnTo>
                    <a:pt x="87558" y="20135"/>
                  </a:lnTo>
                  <a:lnTo>
                    <a:pt x="82941" y="22731"/>
                  </a:lnTo>
                  <a:lnTo>
                    <a:pt x="78409" y="25471"/>
                  </a:lnTo>
                  <a:lnTo>
                    <a:pt x="73966" y="28354"/>
                  </a:lnTo>
                  <a:lnTo>
                    <a:pt x="69617" y="31376"/>
                  </a:lnTo>
                  <a:lnTo>
                    <a:pt x="65365" y="34535"/>
                  </a:lnTo>
                  <a:lnTo>
                    <a:pt x="61215" y="37826"/>
                  </a:lnTo>
                  <a:lnTo>
                    <a:pt x="57172" y="41248"/>
                  </a:lnTo>
                  <a:lnTo>
                    <a:pt x="53240" y="44795"/>
                  </a:lnTo>
                  <a:lnTo>
                    <a:pt x="49421" y="48466"/>
                  </a:lnTo>
                  <a:lnTo>
                    <a:pt x="45721" y="52256"/>
                  </a:lnTo>
                  <a:lnTo>
                    <a:pt x="42143" y="56161"/>
                  </a:lnTo>
                  <a:lnTo>
                    <a:pt x="38690" y="60177"/>
                  </a:lnTo>
                  <a:lnTo>
                    <a:pt x="35367" y="64301"/>
                  </a:lnTo>
                  <a:lnTo>
                    <a:pt x="32175" y="68528"/>
                  </a:lnTo>
                  <a:lnTo>
                    <a:pt x="29119" y="72854"/>
                  </a:lnTo>
                  <a:lnTo>
                    <a:pt x="26202" y="77274"/>
                  </a:lnTo>
                  <a:lnTo>
                    <a:pt x="23426" y="81785"/>
                  </a:lnTo>
                  <a:lnTo>
                    <a:pt x="20795" y="86381"/>
                  </a:lnTo>
                  <a:lnTo>
                    <a:pt x="18310" y="91059"/>
                  </a:lnTo>
                  <a:lnTo>
                    <a:pt x="15975" y="95813"/>
                  </a:lnTo>
                  <a:lnTo>
                    <a:pt x="13792" y="100638"/>
                  </a:lnTo>
                  <a:lnTo>
                    <a:pt x="11762" y="105530"/>
                  </a:lnTo>
                  <a:lnTo>
                    <a:pt x="9889" y="110484"/>
                  </a:lnTo>
                  <a:lnTo>
                    <a:pt x="8173" y="115495"/>
                  </a:lnTo>
                  <a:lnTo>
                    <a:pt x="6617" y="120558"/>
                  </a:lnTo>
                  <a:lnTo>
                    <a:pt x="5222" y="125668"/>
                  </a:lnTo>
                  <a:lnTo>
                    <a:pt x="3990" y="130819"/>
                  </a:lnTo>
                  <a:lnTo>
                    <a:pt x="2922" y="136006"/>
                  </a:lnTo>
                  <a:lnTo>
                    <a:pt x="2018" y="141225"/>
                  </a:lnTo>
                  <a:lnTo>
                    <a:pt x="1280" y="146470"/>
                  </a:lnTo>
                  <a:lnTo>
                    <a:pt x="709" y="151735"/>
                  </a:lnTo>
                  <a:lnTo>
                    <a:pt x="305" y="157016"/>
                  </a:lnTo>
                  <a:lnTo>
                    <a:pt x="68" y="162308"/>
                  </a:lnTo>
                  <a:lnTo>
                    <a:pt x="0" y="167603"/>
                  </a:lnTo>
                  <a:lnTo>
                    <a:pt x="98" y="172899"/>
                  </a:lnTo>
                  <a:lnTo>
                    <a:pt x="365" y="178189"/>
                  </a:lnTo>
                  <a:lnTo>
                    <a:pt x="799" y="183467"/>
                  </a:lnTo>
                  <a:lnTo>
                    <a:pt x="1400" y="188730"/>
                  </a:lnTo>
                  <a:lnTo>
                    <a:pt x="2168" y="193970"/>
                  </a:lnTo>
                  <a:lnTo>
                    <a:pt x="3101" y="199184"/>
                  </a:lnTo>
                  <a:lnTo>
                    <a:pt x="4199" y="204365"/>
                  </a:lnTo>
                  <a:lnTo>
                    <a:pt x="5460" y="209509"/>
                  </a:lnTo>
                  <a:lnTo>
                    <a:pt x="6884" y="214611"/>
                  </a:lnTo>
                  <a:lnTo>
                    <a:pt x="8468" y="219664"/>
                  </a:lnTo>
                  <a:lnTo>
                    <a:pt x="10212" y="224666"/>
                  </a:lnTo>
                  <a:lnTo>
                    <a:pt x="12114" y="229609"/>
                  </a:lnTo>
                  <a:lnTo>
                    <a:pt x="14171" y="234490"/>
                  </a:lnTo>
                  <a:lnTo>
                    <a:pt x="16381" y="239303"/>
                  </a:lnTo>
                  <a:lnTo>
                    <a:pt x="18744" y="244043"/>
                  </a:lnTo>
                  <a:lnTo>
                    <a:pt x="21255" y="248706"/>
                  </a:lnTo>
                  <a:lnTo>
                    <a:pt x="23912" y="253288"/>
                  </a:lnTo>
                  <a:lnTo>
                    <a:pt x="26714" y="257783"/>
                  </a:lnTo>
                  <a:lnTo>
                    <a:pt x="29656" y="262187"/>
                  </a:lnTo>
                  <a:lnTo>
                    <a:pt x="32736" y="266495"/>
                  </a:lnTo>
                  <a:lnTo>
                    <a:pt x="35952" y="270704"/>
                  </a:lnTo>
                  <a:lnTo>
                    <a:pt x="39299" y="274809"/>
                  </a:lnTo>
                  <a:lnTo>
                    <a:pt x="42774" y="278806"/>
                  </a:lnTo>
                  <a:lnTo>
                    <a:pt x="46374" y="282690"/>
                  </a:lnTo>
                  <a:lnTo>
                    <a:pt x="50096" y="286459"/>
                  </a:lnTo>
                  <a:lnTo>
                    <a:pt x="53935" y="290108"/>
                  </a:lnTo>
                  <a:lnTo>
                    <a:pt x="57888" y="293633"/>
                  </a:lnTo>
                  <a:lnTo>
                    <a:pt x="61950" y="297032"/>
                  </a:lnTo>
                  <a:lnTo>
                    <a:pt x="66118" y="300300"/>
                  </a:lnTo>
                  <a:lnTo>
                    <a:pt x="70387" y="303434"/>
                  </a:lnTo>
                  <a:lnTo>
                    <a:pt x="74754" y="306431"/>
                  </a:lnTo>
                  <a:lnTo>
                    <a:pt x="79213" y="309289"/>
                  </a:lnTo>
                  <a:lnTo>
                    <a:pt x="83761" y="312004"/>
                  </a:lnTo>
                  <a:lnTo>
                    <a:pt x="88392" y="314574"/>
                  </a:lnTo>
                  <a:lnTo>
                    <a:pt x="93103" y="316995"/>
                  </a:lnTo>
                  <a:lnTo>
                    <a:pt x="97888" y="319266"/>
                  </a:lnTo>
                  <a:lnTo>
                    <a:pt x="102742" y="321384"/>
                  </a:lnTo>
                  <a:lnTo>
                    <a:pt x="107661" y="323348"/>
                  </a:lnTo>
                  <a:lnTo>
                    <a:pt x="112640" y="325155"/>
                  </a:lnTo>
                  <a:lnTo>
                    <a:pt x="117673" y="326803"/>
                  </a:lnTo>
                  <a:lnTo>
                    <a:pt x="122757" y="328290"/>
                  </a:lnTo>
                  <a:lnTo>
                    <a:pt x="127884" y="329616"/>
                  </a:lnTo>
                  <a:lnTo>
                    <a:pt x="133052" y="330779"/>
                  </a:lnTo>
                  <a:lnTo>
                    <a:pt x="138253" y="331778"/>
                  </a:lnTo>
                  <a:lnTo>
                    <a:pt x="143484" y="332611"/>
                  </a:lnTo>
                  <a:lnTo>
                    <a:pt x="148738" y="333278"/>
                  </a:lnTo>
                  <a:lnTo>
                    <a:pt x="154011" y="333779"/>
                  </a:lnTo>
                  <a:lnTo>
                    <a:pt x="159296" y="334112"/>
                  </a:lnTo>
                  <a:lnTo>
                    <a:pt x="164590" y="334277"/>
                  </a:lnTo>
                  <a:lnTo>
                    <a:pt x="169887" y="334275"/>
                  </a:lnTo>
                  <a:lnTo>
                    <a:pt x="175180" y="334105"/>
                  </a:lnTo>
                  <a:lnTo>
                    <a:pt x="180466" y="333767"/>
                  </a:lnTo>
                  <a:lnTo>
                    <a:pt x="185738" y="333262"/>
                  </a:lnTo>
                  <a:lnTo>
                    <a:pt x="190992" y="332591"/>
                  </a:lnTo>
                  <a:lnTo>
                    <a:pt x="196222" y="331753"/>
                  </a:lnTo>
                  <a:lnTo>
                    <a:pt x="201422" y="330750"/>
                  </a:lnTo>
                  <a:lnTo>
                    <a:pt x="206589" y="329582"/>
                  </a:lnTo>
                  <a:lnTo>
                    <a:pt x="211715" y="328252"/>
                  </a:lnTo>
                  <a:lnTo>
                    <a:pt x="216797" y="326760"/>
                  </a:lnTo>
                  <a:lnTo>
                    <a:pt x="221829" y="325107"/>
                  </a:lnTo>
                  <a:lnTo>
                    <a:pt x="226806" y="323296"/>
                  </a:lnTo>
                  <a:lnTo>
                    <a:pt x="231724" y="321329"/>
                  </a:lnTo>
                  <a:lnTo>
                    <a:pt x="236576" y="319206"/>
                  </a:lnTo>
                  <a:lnTo>
                    <a:pt x="241359" y="316931"/>
                  </a:lnTo>
                  <a:lnTo>
                    <a:pt x="246068" y="314505"/>
                  </a:lnTo>
                  <a:lnTo>
                    <a:pt x="250697" y="311932"/>
                  </a:lnTo>
                  <a:lnTo>
                    <a:pt x="255242" y="309213"/>
                  </a:lnTo>
                  <a:lnTo>
                    <a:pt x="259699" y="306351"/>
                  </a:lnTo>
                  <a:lnTo>
                    <a:pt x="264063" y="303350"/>
                  </a:lnTo>
                  <a:lnTo>
                    <a:pt x="268330" y="300212"/>
                  </a:lnTo>
                  <a:lnTo>
                    <a:pt x="272495" y="296941"/>
                  </a:lnTo>
                  <a:lnTo>
                    <a:pt x="276554" y="293539"/>
                  </a:lnTo>
                  <a:lnTo>
                    <a:pt x="280504" y="290010"/>
                  </a:lnTo>
                  <a:lnTo>
                    <a:pt x="284340" y="286358"/>
                  </a:lnTo>
                  <a:lnTo>
                    <a:pt x="288058" y="282586"/>
                  </a:lnTo>
                  <a:lnTo>
                    <a:pt x="291655" y="278698"/>
                  </a:lnTo>
                  <a:lnTo>
                    <a:pt x="295127" y="274698"/>
                  </a:lnTo>
                  <a:lnTo>
                    <a:pt x="298471" y="270591"/>
                  </a:lnTo>
                  <a:lnTo>
                    <a:pt x="301682" y="266379"/>
                  </a:lnTo>
                  <a:lnTo>
                    <a:pt x="304759" y="262068"/>
                  </a:lnTo>
                  <a:lnTo>
                    <a:pt x="307697" y="257661"/>
                  </a:lnTo>
                  <a:lnTo>
                    <a:pt x="310495" y="253164"/>
                  </a:lnTo>
                  <a:lnTo>
                    <a:pt x="313148" y="248580"/>
                  </a:lnTo>
                  <a:lnTo>
                    <a:pt x="315655" y="243915"/>
                  </a:lnTo>
                  <a:lnTo>
                    <a:pt x="318013" y="239172"/>
                  </a:lnTo>
                  <a:lnTo>
                    <a:pt x="320220" y="234357"/>
                  </a:lnTo>
                  <a:lnTo>
                    <a:pt x="322273" y="229475"/>
                  </a:lnTo>
                  <a:lnTo>
                    <a:pt x="324170" y="224530"/>
                  </a:lnTo>
                  <a:lnTo>
                    <a:pt x="325910" y="219527"/>
                  </a:lnTo>
                  <a:lnTo>
                    <a:pt x="327490" y="214472"/>
                  </a:lnTo>
                  <a:lnTo>
                    <a:pt x="328909" y="209369"/>
                  </a:lnTo>
                  <a:lnTo>
                    <a:pt x="330166" y="204224"/>
                  </a:lnTo>
                  <a:lnTo>
                    <a:pt x="331259" y="199042"/>
                  </a:lnTo>
                  <a:lnTo>
                    <a:pt x="332188" y="193827"/>
                  </a:lnTo>
                  <a:lnTo>
                    <a:pt x="332951" y="188586"/>
                  </a:lnTo>
                  <a:lnTo>
                    <a:pt x="333548" y="183323"/>
                  </a:lnTo>
                  <a:lnTo>
                    <a:pt x="333977" y="178044"/>
                  </a:lnTo>
                  <a:lnTo>
                    <a:pt x="334239" y="172755"/>
                  </a:lnTo>
                  <a:lnTo>
                    <a:pt x="334333" y="167459"/>
                  </a:lnTo>
                  <a:lnTo>
                    <a:pt x="334260" y="162163"/>
                  </a:lnTo>
                  <a:lnTo>
                    <a:pt x="334019" y="156872"/>
                  </a:lnTo>
                  <a:lnTo>
                    <a:pt x="333610" y="151591"/>
                  </a:lnTo>
                  <a:lnTo>
                    <a:pt x="333034" y="146326"/>
                  </a:lnTo>
                  <a:lnTo>
                    <a:pt x="332292" y="141082"/>
                  </a:lnTo>
                  <a:lnTo>
                    <a:pt x="331384" y="135864"/>
                  </a:lnTo>
                  <a:lnTo>
                    <a:pt x="330311" y="130678"/>
                  </a:lnTo>
                  <a:lnTo>
                    <a:pt x="329074" y="125528"/>
                  </a:lnTo>
                  <a:lnTo>
                    <a:pt x="327675" y="120419"/>
                  </a:lnTo>
                  <a:lnTo>
                    <a:pt x="326115" y="115358"/>
                  </a:lnTo>
                  <a:lnTo>
                    <a:pt x="324395" y="110348"/>
                  </a:lnTo>
                  <a:lnTo>
                    <a:pt x="322517" y="105396"/>
                  </a:lnTo>
                  <a:lnTo>
                    <a:pt x="320483" y="100506"/>
                  </a:lnTo>
                  <a:lnTo>
                    <a:pt x="318296" y="95682"/>
                  </a:lnTo>
                  <a:lnTo>
                    <a:pt x="315957" y="90930"/>
                  </a:lnTo>
                  <a:lnTo>
                    <a:pt x="313468" y="86255"/>
                  </a:lnTo>
                  <a:lnTo>
                    <a:pt x="310832" y="81661"/>
                  </a:lnTo>
                  <a:lnTo>
                    <a:pt x="308053" y="77152"/>
                  </a:lnTo>
                  <a:lnTo>
                    <a:pt x="305132" y="72734"/>
                  </a:lnTo>
                  <a:lnTo>
                    <a:pt x="302072" y="68411"/>
                  </a:lnTo>
                  <a:lnTo>
                    <a:pt x="298877" y="64187"/>
                  </a:lnTo>
                  <a:lnTo>
                    <a:pt x="295550" y="60066"/>
                  </a:lnTo>
                  <a:lnTo>
                    <a:pt x="292093" y="56053"/>
                  </a:lnTo>
                  <a:lnTo>
                    <a:pt x="288512" y="52151"/>
                  </a:lnTo>
                  <a:lnTo>
                    <a:pt x="284808" y="48364"/>
                  </a:lnTo>
                  <a:lnTo>
                    <a:pt x="280987" y="44697"/>
                  </a:lnTo>
                  <a:lnTo>
                    <a:pt x="277051" y="41153"/>
                  </a:lnTo>
                  <a:lnTo>
                    <a:pt x="273005" y="37735"/>
                  </a:lnTo>
                  <a:lnTo>
                    <a:pt x="268853" y="34447"/>
                  </a:lnTo>
                  <a:lnTo>
                    <a:pt x="264599" y="31292"/>
                  </a:lnTo>
                  <a:lnTo>
                    <a:pt x="260246" y="28274"/>
                  </a:lnTo>
                  <a:lnTo>
                    <a:pt x="255801" y="25395"/>
                  </a:lnTo>
                  <a:lnTo>
                    <a:pt x="251266" y="22658"/>
                  </a:lnTo>
                  <a:lnTo>
                    <a:pt x="246647" y="20066"/>
                  </a:lnTo>
                  <a:lnTo>
                    <a:pt x="241948" y="17622"/>
                  </a:lnTo>
                  <a:lnTo>
                    <a:pt x="237175" y="15328"/>
                  </a:lnTo>
                  <a:lnTo>
                    <a:pt x="232330" y="13186"/>
                  </a:lnTo>
                  <a:lnTo>
                    <a:pt x="227421" y="11199"/>
                  </a:lnTo>
                  <a:lnTo>
                    <a:pt x="222451" y="9369"/>
                  </a:lnTo>
                  <a:lnTo>
                    <a:pt x="217425" y="7697"/>
                  </a:lnTo>
                  <a:lnTo>
                    <a:pt x="212349" y="6184"/>
                  </a:lnTo>
                  <a:lnTo>
                    <a:pt x="207228" y="4834"/>
                  </a:lnTo>
                  <a:lnTo>
                    <a:pt x="202066" y="3646"/>
                  </a:lnTo>
                  <a:lnTo>
                    <a:pt x="196870" y="2623"/>
                  </a:lnTo>
                  <a:lnTo>
                    <a:pt x="191643" y="1764"/>
                  </a:lnTo>
                  <a:lnTo>
                    <a:pt x="186392" y="1072"/>
                  </a:lnTo>
                  <a:lnTo>
                    <a:pt x="181122" y="546"/>
                  </a:lnTo>
                  <a:lnTo>
                    <a:pt x="167166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3707720"/>
              <a:ext cx="13955" cy="167167"/>
            </a:xfrm>
            <a:custGeom>
              <a:avLst/>
              <a:pathLst>
                <a:path w="13955" h="167167">
                  <a:moveTo>
                    <a:pt x="13955" y="5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764" y="4213821"/>
              <a:ext cx="3523" cy="167167"/>
            </a:xfrm>
            <a:custGeom>
              <a:avLst/>
              <a:pathLst>
                <a:path w="3523" h="167167">
                  <a:moveTo>
                    <a:pt x="3523" y="0"/>
                  </a:moveTo>
                  <a:lnTo>
                    <a:pt x="0" y="37"/>
                  </a:lnTo>
                  <a:lnTo>
                    <a:pt x="35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764" y="4213858"/>
              <a:ext cx="3523" cy="167130"/>
            </a:xfrm>
            <a:custGeom>
              <a:avLst/>
              <a:pathLst>
                <a:path w="3523" h="167130">
                  <a:moveTo>
                    <a:pt x="0" y="0"/>
                  </a:moveTo>
                  <a:lnTo>
                    <a:pt x="3523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14120" y="4213858"/>
              <a:ext cx="334333" cy="334277"/>
            </a:xfrm>
            <a:custGeom>
              <a:avLst/>
              <a:pathLst>
                <a:path w="334333" h="334277">
                  <a:moveTo>
                    <a:pt x="163643" y="0"/>
                  </a:moveTo>
                  <a:lnTo>
                    <a:pt x="158350" y="195"/>
                  </a:lnTo>
                  <a:lnTo>
                    <a:pt x="153066" y="558"/>
                  </a:lnTo>
                  <a:lnTo>
                    <a:pt x="147796" y="1088"/>
                  </a:lnTo>
                  <a:lnTo>
                    <a:pt x="142546" y="1785"/>
                  </a:lnTo>
                  <a:lnTo>
                    <a:pt x="137320" y="2648"/>
                  </a:lnTo>
                  <a:lnTo>
                    <a:pt x="132125" y="3676"/>
                  </a:lnTo>
                  <a:lnTo>
                    <a:pt x="126964" y="4868"/>
                  </a:lnTo>
                  <a:lnTo>
                    <a:pt x="121844" y="6223"/>
                  </a:lnTo>
                  <a:lnTo>
                    <a:pt x="116769" y="7740"/>
                  </a:lnTo>
                  <a:lnTo>
                    <a:pt x="111745" y="9417"/>
                  </a:lnTo>
                  <a:lnTo>
                    <a:pt x="106777" y="11251"/>
                  </a:lnTo>
                  <a:lnTo>
                    <a:pt x="101869" y="13243"/>
                  </a:lnTo>
                  <a:lnTo>
                    <a:pt x="97027" y="15389"/>
                  </a:lnTo>
                  <a:lnTo>
                    <a:pt x="92255" y="17687"/>
                  </a:lnTo>
                  <a:lnTo>
                    <a:pt x="87558" y="20135"/>
                  </a:lnTo>
                  <a:lnTo>
                    <a:pt x="82941" y="22731"/>
                  </a:lnTo>
                  <a:lnTo>
                    <a:pt x="78409" y="25471"/>
                  </a:lnTo>
                  <a:lnTo>
                    <a:pt x="73966" y="28354"/>
                  </a:lnTo>
                  <a:lnTo>
                    <a:pt x="69617" y="31376"/>
                  </a:lnTo>
                  <a:lnTo>
                    <a:pt x="65365" y="34535"/>
                  </a:lnTo>
                  <a:lnTo>
                    <a:pt x="61215" y="37826"/>
                  </a:lnTo>
                  <a:lnTo>
                    <a:pt x="57172" y="41248"/>
                  </a:lnTo>
                  <a:lnTo>
                    <a:pt x="53240" y="44795"/>
                  </a:lnTo>
                  <a:lnTo>
                    <a:pt x="49421" y="48466"/>
                  </a:lnTo>
                  <a:lnTo>
                    <a:pt x="45721" y="52256"/>
                  </a:lnTo>
                  <a:lnTo>
                    <a:pt x="42143" y="56161"/>
                  </a:lnTo>
                  <a:lnTo>
                    <a:pt x="38690" y="60177"/>
                  </a:lnTo>
                  <a:lnTo>
                    <a:pt x="35367" y="64301"/>
                  </a:lnTo>
                  <a:lnTo>
                    <a:pt x="32175" y="68528"/>
                  </a:lnTo>
                  <a:lnTo>
                    <a:pt x="29119" y="72854"/>
                  </a:lnTo>
                  <a:lnTo>
                    <a:pt x="26202" y="77274"/>
                  </a:lnTo>
                  <a:lnTo>
                    <a:pt x="23426" y="81785"/>
                  </a:lnTo>
                  <a:lnTo>
                    <a:pt x="20795" y="86381"/>
                  </a:lnTo>
                  <a:lnTo>
                    <a:pt x="18310" y="91059"/>
                  </a:lnTo>
                  <a:lnTo>
                    <a:pt x="15975" y="95813"/>
                  </a:lnTo>
                  <a:lnTo>
                    <a:pt x="13792" y="100638"/>
                  </a:lnTo>
                  <a:lnTo>
                    <a:pt x="11762" y="105530"/>
                  </a:lnTo>
                  <a:lnTo>
                    <a:pt x="9889" y="110484"/>
                  </a:lnTo>
                  <a:lnTo>
                    <a:pt x="8173" y="115495"/>
                  </a:lnTo>
                  <a:lnTo>
                    <a:pt x="6617" y="120558"/>
                  </a:lnTo>
                  <a:lnTo>
                    <a:pt x="5222" y="125668"/>
                  </a:lnTo>
                  <a:lnTo>
                    <a:pt x="3990" y="130819"/>
                  </a:lnTo>
                  <a:lnTo>
                    <a:pt x="2922" y="136006"/>
                  </a:lnTo>
                  <a:lnTo>
                    <a:pt x="2018" y="141225"/>
                  </a:lnTo>
                  <a:lnTo>
                    <a:pt x="1280" y="146470"/>
                  </a:lnTo>
                  <a:lnTo>
                    <a:pt x="709" y="151735"/>
                  </a:lnTo>
                  <a:lnTo>
                    <a:pt x="305" y="157016"/>
                  </a:lnTo>
                  <a:lnTo>
                    <a:pt x="68" y="162308"/>
                  </a:lnTo>
                  <a:lnTo>
                    <a:pt x="0" y="167603"/>
                  </a:lnTo>
                  <a:lnTo>
                    <a:pt x="98" y="172899"/>
                  </a:lnTo>
                  <a:lnTo>
                    <a:pt x="365" y="178189"/>
                  </a:lnTo>
                  <a:lnTo>
                    <a:pt x="799" y="183467"/>
                  </a:lnTo>
                  <a:lnTo>
                    <a:pt x="1400" y="188730"/>
                  </a:lnTo>
                  <a:lnTo>
                    <a:pt x="2168" y="193970"/>
                  </a:lnTo>
                  <a:lnTo>
                    <a:pt x="3101" y="199184"/>
                  </a:lnTo>
                  <a:lnTo>
                    <a:pt x="4199" y="204365"/>
                  </a:lnTo>
                  <a:lnTo>
                    <a:pt x="5460" y="209509"/>
                  </a:lnTo>
                  <a:lnTo>
                    <a:pt x="6884" y="214611"/>
                  </a:lnTo>
                  <a:lnTo>
                    <a:pt x="8468" y="219664"/>
                  </a:lnTo>
                  <a:lnTo>
                    <a:pt x="10212" y="224666"/>
                  </a:lnTo>
                  <a:lnTo>
                    <a:pt x="12114" y="229609"/>
                  </a:lnTo>
                  <a:lnTo>
                    <a:pt x="14171" y="234490"/>
                  </a:lnTo>
                  <a:lnTo>
                    <a:pt x="16381" y="239303"/>
                  </a:lnTo>
                  <a:lnTo>
                    <a:pt x="18744" y="244043"/>
                  </a:lnTo>
                  <a:lnTo>
                    <a:pt x="21255" y="248706"/>
                  </a:lnTo>
                  <a:lnTo>
                    <a:pt x="23912" y="253288"/>
                  </a:lnTo>
                  <a:lnTo>
                    <a:pt x="26714" y="257783"/>
                  </a:lnTo>
                  <a:lnTo>
                    <a:pt x="29656" y="262187"/>
                  </a:lnTo>
                  <a:lnTo>
                    <a:pt x="32736" y="266495"/>
                  </a:lnTo>
                  <a:lnTo>
                    <a:pt x="35952" y="270704"/>
                  </a:lnTo>
                  <a:lnTo>
                    <a:pt x="39299" y="274809"/>
                  </a:lnTo>
                  <a:lnTo>
                    <a:pt x="42774" y="278806"/>
                  </a:lnTo>
                  <a:lnTo>
                    <a:pt x="46374" y="282690"/>
                  </a:lnTo>
                  <a:lnTo>
                    <a:pt x="50096" y="286459"/>
                  </a:lnTo>
                  <a:lnTo>
                    <a:pt x="53935" y="290108"/>
                  </a:lnTo>
                  <a:lnTo>
                    <a:pt x="57888" y="293633"/>
                  </a:lnTo>
                  <a:lnTo>
                    <a:pt x="61950" y="297032"/>
                  </a:lnTo>
                  <a:lnTo>
                    <a:pt x="66118" y="300300"/>
                  </a:lnTo>
                  <a:lnTo>
                    <a:pt x="70387" y="303434"/>
                  </a:lnTo>
                  <a:lnTo>
                    <a:pt x="74754" y="306431"/>
                  </a:lnTo>
                  <a:lnTo>
                    <a:pt x="79213" y="309289"/>
                  </a:lnTo>
                  <a:lnTo>
                    <a:pt x="83761" y="312004"/>
                  </a:lnTo>
                  <a:lnTo>
                    <a:pt x="88392" y="314574"/>
                  </a:lnTo>
                  <a:lnTo>
                    <a:pt x="93103" y="316995"/>
                  </a:lnTo>
                  <a:lnTo>
                    <a:pt x="97888" y="319266"/>
                  </a:lnTo>
                  <a:lnTo>
                    <a:pt x="102742" y="321384"/>
                  </a:lnTo>
                  <a:lnTo>
                    <a:pt x="107661" y="323348"/>
                  </a:lnTo>
                  <a:lnTo>
                    <a:pt x="112640" y="325155"/>
                  </a:lnTo>
                  <a:lnTo>
                    <a:pt x="117673" y="326803"/>
                  </a:lnTo>
                  <a:lnTo>
                    <a:pt x="122757" y="328290"/>
                  </a:lnTo>
                  <a:lnTo>
                    <a:pt x="127884" y="329616"/>
                  </a:lnTo>
                  <a:lnTo>
                    <a:pt x="133052" y="330779"/>
                  </a:lnTo>
                  <a:lnTo>
                    <a:pt x="138253" y="331778"/>
                  </a:lnTo>
                  <a:lnTo>
                    <a:pt x="143484" y="332611"/>
                  </a:lnTo>
                  <a:lnTo>
                    <a:pt x="148738" y="333278"/>
                  </a:lnTo>
                  <a:lnTo>
                    <a:pt x="154011" y="333779"/>
                  </a:lnTo>
                  <a:lnTo>
                    <a:pt x="159296" y="334112"/>
                  </a:lnTo>
                  <a:lnTo>
                    <a:pt x="164590" y="334277"/>
                  </a:lnTo>
                  <a:lnTo>
                    <a:pt x="169887" y="334275"/>
                  </a:lnTo>
                  <a:lnTo>
                    <a:pt x="175180" y="334105"/>
                  </a:lnTo>
                  <a:lnTo>
                    <a:pt x="180466" y="333767"/>
                  </a:lnTo>
                  <a:lnTo>
                    <a:pt x="185738" y="333262"/>
                  </a:lnTo>
                  <a:lnTo>
                    <a:pt x="190992" y="332591"/>
                  </a:lnTo>
                  <a:lnTo>
                    <a:pt x="196222" y="331753"/>
                  </a:lnTo>
                  <a:lnTo>
                    <a:pt x="201422" y="330750"/>
                  </a:lnTo>
                  <a:lnTo>
                    <a:pt x="206589" y="329582"/>
                  </a:lnTo>
                  <a:lnTo>
                    <a:pt x="211715" y="328252"/>
                  </a:lnTo>
                  <a:lnTo>
                    <a:pt x="216797" y="326760"/>
                  </a:lnTo>
                  <a:lnTo>
                    <a:pt x="221829" y="325107"/>
                  </a:lnTo>
                  <a:lnTo>
                    <a:pt x="226806" y="323296"/>
                  </a:lnTo>
                  <a:lnTo>
                    <a:pt x="231724" y="321329"/>
                  </a:lnTo>
                  <a:lnTo>
                    <a:pt x="236576" y="319206"/>
                  </a:lnTo>
                  <a:lnTo>
                    <a:pt x="241359" y="316931"/>
                  </a:lnTo>
                  <a:lnTo>
                    <a:pt x="246068" y="314505"/>
                  </a:lnTo>
                  <a:lnTo>
                    <a:pt x="250697" y="311932"/>
                  </a:lnTo>
                  <a:lnTo>
                    <a:pt x="255242" y="309213"/>
                  </a:lnTo>
                  <a:lnTo>
                    <a:pt x="259699" y="306351"/>
                  </a:lnTo>
                  <a:lnTo>
                    <a:pt x="264063" y="303350"/>
                  </a:lnTo>
                  <a:lnTo>
                    <a:pt x="268330" y="300212"/>
                  </a:lnTo>
                  <a:lnTo>
                    <a:pt x="272495" y="296941"/>
                  </a:lnTo>
                  <a:lnTo>
                    <a:pt x="276554" y="293539"/>
                  </a:lnTo>
                  <a:lnTo>
                    <a:pt x="280504" y="290010"/>
                  </a:lnTo>
                  <a:lnTo>
                    <a:pt x="284340" y="286358"/>
                  </a:lnTo>
                  <a:lnTo>
                    <a:pt x="288058" y="282586"/>
                  </a:lnTo>
                  <a:lnTo>
                    <a:pt x="291655" y="278698"/>
                  </a:lnTo>
                  <a:lnTo>
                    <a:pt x="295127" y="274698"/>
                  </a:lnTo>
                  <a:lnTo>
                    <a:pt x="298471" y="270591"/>
                  </a:lnTo>
                  <a:lnTo>
                    <a:pt x="301682" y="266379"/>
                  </a:lnTo>
                  <a:lnTo>
                    <a:pt x="304759" y="262068"/>
                  </a:lnTo>
                  <a:lnTo>
                    <a:pt x="307697" y="257661"/>
                  </a:lnTo>
                  <a:lnTo>
                    <a:pt x="310495" y="253164"/>
                  </a:lnTo>
                  <a:lnTo>
                    <a:pt x="313148" y="248580"/>
                  </a:lnTo>
                  <a:lnTo>
                    <a:pt x="315655" y="243915"/>
                  </a:lnTo>
                  <a:lnTo>
                    <a:pt x="318013" y="239172"/>
                  </a:lnTo>
                  <a:lnTo>
                    <a:pt x="320220" y="234357"/>
                  </a:lnTo>
                  <a:lnTo>
                    <a:pt x="322273" y="229475"/>
                  </a:lnTo>
                  <a:lnTo>
                    <a:pt x="324170" y="224530"/>
                  </a:lnTo>
                  <a:lnTo>
                    <a:pt x="325910" y="219527"/>
                  </a:lnTo>
                  <a:lnTo>
                    <a:pt x="327490" y="214472"/>
                  </a:lnTo>
                  <a:lnTo>
                    <a:pt x="328909" y="209369"/>
                  </a:lnTo>
                  <a:lnTo>
                    <a:pt x="330166" y="204224"/>
                  </a:lnTo>
                  <a:lnTo>
                    <a:pt x="331259" y="199042"/>
                  </a:lnTo>
                  <a:lnTo>
                    <a:pt x="332188" y="193827"/>
                  </a:lnTo>
                  <a:lnTo>
                    <a:pt x="332951" y="188586"/>
                  </a:lnTo>
                  <a:lnTo>
                    <a:pt x="333548" y="183323"/>
                  </a:lnTo>
                  <a:lnTo>
                    <a:pt x="333977" y="178044"/>
                  </a:lnTo>
                  <a:lnTo>
                    <a:pt x="334239" y="172755"/>
                  </a:lnTo>
                  <a:lnTo>
                    <a:pt x="334333" y="167459"/>
                  </a:lnTo>
                  <a:lnTo>
                    <a:pt x="334260" y="162163"/>
                  </a:lnTo>
                  <a:lnTo>
                    <a:pt x="334019" y="156872"/>
                  </a:lnTo>
                  <a:lnTo>
                    <a:pt x="333610" y="151591"/>
                  </a:lnTo>
                  <a:lnTo>
                    <a:pt x="333034" y="146326"/>
                  </a:lnTo>
                  <a:lnTo>
                    <a:pt x="332292" y="141082"/>
                  </a:lnTo>
                  <a:lnTo>
                    <a:pt x="331384" y="135864"/>
                  </a:lnTo>
                  <a:lnTo>
                    <a:pt x="330311" y="130678"/>
                  </a:lnTo>
                  <a:lnTo>
                    <a:pt x="329074" y="125528"/>
                  </a:lnTo>
                  <a:lnTo>
                    <a:pt x="327675" y="120419"/>
                  </a:lnTo>
                  <a:lnTo>
                    <a:pt x="326115" y="115358"/>
                  </a:lnTo>
                  <a:lnTo>
                    <a:pt x="324395" y="110348"/>
                  </a:lnTo>
                  <a:lnTo>
                    <a:pt x="322517" y="105396"/>
                  </a:lnTo>
                  <a:lnTo>
                    <a:pt x="320483" y="100506"/>
                  </a:lnTo>
                  <a:lnTo>
                    <a:pt x="318296" y="95682"/>
                  </a:lnTo>
                  <a:lnTo>
                    <a:pt x="315957" y="90930"/>
                  </a:lnTo>
                  <a:lnTo>
                    <a:pt x="313468" y="86255"/>
                  </a:lnTo>
                  <a:lnTo>
                    <a:pt x="310832" y="81661"/>
                  </a:lnTo>
                  <a:lnTo>
                    <a:pt x="308053" y="77152"/>
                  </a:lnTo>
                  <a:lnTo>
                    <a:pt x="305132" y="72734"/>
                  </a:lnTo>
                  <a:lnTo>
                    <a:pt x="302072" y="68411"/>
                  </a:lnTo>
                  <a:lnTo>
                    <a:pt x="298877" y="64187"/>
                  </a:lnTo>
                  <a:lnTo>
                    <a:pt x="295550" y="60066"/>
                  </a:lnTo>
                  <a:lnTo>
                    <a:pt x="292093" y="56053"/>
                  </a:lnTo>
                  <a:lnTo>
                    <a:pt x="288512" y="52151"/>
                  </a:lnTo>
                  <a:lnTo>
                    <a:pt x="284808" y="48364"/>
                  </a:lnTo>
                  <a:lnTo>
                    <a:pt x="280987" y="44697"/>
                  </a:lnTo>
                  <a:lnTo>
                    <a:pt x="277051" y="41153"/>
                  </a:lnTo>
                  <a:lnTo>
                    <a:pt x="273005" y="37735"/>
                  </a:lnTo>
                  <a:lnTo>
                    <a:pt x="268853" y="34447"/>
                  </a:lnTo>
                  <a:lnTo>
                    <a:pt x="264599" y="31292"/>
                  </a:lnTo>
                  <a:lnTo>
                    <a:pt x="260246" y="28274"/>
                  </a:lnTo>
                  <a:lnTo>
                    <a:pt x="255801" y="25395"/>
                  </a:lnTo>
                  <a:lnTo>
                    <a:pt x="251266" y="22658"/>
                  </a:lnTo>
                  <a:lnTo>
                    <a:pt x="246647" y="20066"/>
                  </a:lnTo>
                  <a:lnTo>
                    <a:pt x="241948" y="17622"/>
                  </a:lnTo>
                  <a:lnTo>
                    <a:pt x="237175" y="15328"/>
                  </a:lnTo>
                  <a:lnTo>
                    <a:pt x="232330" y="13186"/>
                  </a:lnTo>
                  <a:lnTo>
                    <a:pt x="227421" y="11199"/>
                  </a:lnTo>
                  <a:lnTo>
                    <a:pt x="222451" y="9369"/>
                  </a:lnTo>
                  <a:lnTo>
                    <a:pt x="217425" y="7697"/>
                  </a:lnTo>
                  <a:lnTo>
                    <a:pt x="212349" y="6184"/>
                  </a:lnTo>
                  <a:lnTo>
                    <a:pt x="207228" y="4834"/>
                  </a:lnTo>
                  <a:lnTo>
                    <a:pt x="202066" y="3646"/>
                  </a:lnTo>
                  <a:lnTo>
                    <a:pt x="196870" y="2623"/>
                  </a:lnTo>
                  <a:lnTo>
                    <a:pt x="191643" y="1764"/>
                  </a:lnTo>
                  <a:lnTo>
                    <a:pt x="186392" y="1072"/>
                  </a:lnTo>
                  <a:lnTo>
                    <a:pt x="181122" y="546"/>
                  </a:lnTo>
                  <a:lnTo>
                    <a:pt x="167166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13955" cy="167167"/>
            </a:xfrm>
            <a:custGeom>
              <a:avLst/>
              <a:pathLst>
                <a:path w="13955" h="167167">
                  <a:moveTo>
                    <a:pt x="13955" y="5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431" y="4659281"/>
              <a:ext cx="1093" cy="167167"/>
            </a:xfrm>
            <a:custGeom>
              <a:avLst/>
              <a:pathLst>
                <a:path w="1093" h="167167">
                  <a:moveTo>
                    <a:pt x="1093" y="0"/>
                  </a:moveTo>
                  <a:lnTo>
                    <a:pt x="0" y="3"/>
                  </a:lnTo>
                  <a:lnTo>
                    <a:pt x="109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22643" y="4659285"/>
              <a:ext cx="163881" cy="167163"/>
            </a:xfrm>
            <a:custGeom>
              <a:avLst/>
              <a:pathLst>
                <a:path w="163881" h="167163">
                  <a:moveTo>
                    <a:pt x="162788" y="0"/>
                  </a:moveTo>
                  <a:lnTo>
                    <a:pt x="157354" y="123"/>
                  </a:lnTo>
                  <a:lnTo>
                    <a:pt x="151927" y="424"/>
                  </a:lnTo>
                  <a:lnTo>
                    <a:pt x="146512" y="901"/>
                  </a:lnTo>
                  <a:lnTo>
                    <a:pt x="141116" y="1553"/>
                  </a:lnTo>
                  <a:lnTo>
                    <a:pt x="135744" y="2381"/>
                  </a:lnTo>
                  <a:lnTo>
                    <a:pt x="130402" y="3383"/>
                  </a:lnTo>
                  <a:lnTo>
                    <a:pt x="125095" y="4558"/>
                  </a:lnTo>
                  <a:lnTo>
                    <a:pt x="119830" y="5905"/>
                  </a:lnTo>
                  <a:lnTo>
                    <a:pt x="114610" y="7422"/>
                  </a:lnTo>
                  <a:lnTo>
                    <a:pt x="109443" y="9108"/>
                  </a:lnTo>
                  <a:lnTo>
                    <a:pt x="104334" y="10961"/>
                  </a:lnTo>
                  <a:lnTo>
                    <a:pt x="99287" y="12980"/>
                  </a:lnTo>
                  <a:lnTo>
                    <a:pt x="94309" y="15161"/>
                  </a:lnTo>
                  <a:lnTo>
                    <a:pt x="89404" y="17503"/>
                  </a:lnTo>
                  <a:lnTo>
                    <a:pt x="84578" y="20004"/>
                  </a:lnTo>
                  <a:lnTo>
                    <a:pt x="79836" y="22660"/>
                  </a:lnTo>
                  <a:lnTo>
                    <a:pt x="75182" y="25468"/>
                  </a:lnTo>
                  <a:lnTo>
                    <a:pt x="70623" y="28427"/>
                  </a:lnTo>
                  <a:lnTo>
                    <a:pt x="66162" y="31532"/>
                  </a:lnTo>
                  <a:lnTo>
                    <a:pt x="61804" y="34781"/>
                  </a:lnTo>
                  <a:lnTo>
                    <a:pt x="57554" y="38169"/>
                  </a:lnTo>
                  <a:lnTo>
                    <a:pt x="53417" y="41694"/>
                  </a:lnTo>
                  <a:lnTo>
                    <a:pt x="49396" y="45351"/>
                  </a:lnTo>
                  <a:lnTo>
                    <a:pt x="45497" y="49138"/>
                  </a:lnTo>
                  <a:lnTo>
                    <a:pt x="41722" y="53049"/>
                  </a:lnTo>
                  <a:lnTo>
                    <a:pt x="38077" y="57081"/>
                  </a:lnTo>
                  <a:lnTo>
                    <a:pt x="34565" y="61229"/>
                  </a:lnTo>
                  <a:lnTo>
                    <a:pt x="31189" y="65489"/>
                  </a:lnTo>
                  <a:lnTo>
                    <a:pt x="27954" y="69856"/>
                  </a:lnTo>
                  <a:lnTo>
                    <a:pt x="24862" y="74327"/>
                  </a:lnTo>
                  <a:lnTo>
                    <a:pt x="21917" y="78895"/>
                  </a:lnTo>
                  <a:lnTo>
                    <a:pt x="19123" y="83557"/>
                  </a:lnTo>
                  <a:lnTo>
                    <a:pt x="16481" y="88307"/>
                  </a:lnTo>
                  <a:lnTo>
                    <a:pt x="13996" y="93141"/>
                  </a:lnTo>
                  <a:lnTo>
                    <a:pt x="11668" y="98053"/>
                  </a:lnTo>
                  <a:lnTo>
                    <a:pt x="9502" y="103038"/>
                  </a:lnTo>
                  <a:lnTo>
                    <a:pt x="7499" y="108091"/>
                  </a:lnTo>
                  <a:lnTo>
                    <a:pt x="5661" y="113206"/>
                  </a:lnTo>
                  <a:lnTo>
                    <a:pt x="3991" y="118378"/>
                  </a:lnTo>
                  <a:lnTo>
                    <a:pt x="2489" y="123602"/>
                  </a:lnTo>
                  <a:lnTo>
                    <a:pt x="1158" y="128872"/>
                  </a:lnTo>
                  <a:lnTo>
                    <a:pt x="0" y="134182"/>
                  </a:lnTo>
                  <a:lnTo>
                    <a:pt x="163881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363" y="4659281"/>
              <a:ext cx="334313" cy="334332"/>
            </a:xfrm>
            <a:custGeom>
              <a:avLst/>
              <a:pathLst>
                <a:path w="334313" h="334332">
                  <a:moveTo>
                    <a:pt x="3279" y="134186"/>
                  </a:moveTo>
                  <a:lnTo>
                    <a:pt x="2317" y="139394"/>
                  </a:lnTo>
                  <a:lnTo>
                    <a:pt x="1520" y="144630"/>
                  </a:lnTo>
                  <a:lnTo>
                    <a:pt x="889" y="149888"/>
                  </a:lnTo>
                  <a:lnTo>
                    <a:pt x="425" y="155164"/>
                  </a:lnTo>
                  <a:lnTo>
                    <a:pt x="128" y="160452"/>
                  </a:lnTo>
                  <a:lnTo>
                    <a:pt x="0" y="165747"/>
                  </a:lnTo>
                  <a:lnTo>
                    <a:pt x="38" y="171043"/>
                  </a:lnTo>
                  <a:lnTo>
                    <a:pt x="245" y="176335"/>
                  </a:lnTo>
                  <a:lnTo>
                    <a:pt x="619" y="181618"/>
                  </a:lnTo>
                  <a:lnTo>
                    <a:pt x="1161" y="186887"/>
                  </a:lnTo>
                  <a:lnTo>
                    <a:pt x="1869" y="192136"/>
                  </a:lnTo>
                  <a:lnTo>
                    <a:pt x="2743" y="197359"/>
                  </a:lnTo>
                  <a:lnTo>
                    <a:pt x="3782" y="202553"/>
                  </a:lnTo>
                  <a:lnTo>
                    <a:pt x="4985" y="207710"/>
                  </a:lnTo>
                  <a:lnTo>
                    <a:pt x="6350" y="212828"/>
                  </a:lnTo>
                  <a:lnTo>
                    <a:pt x="7877" y="217899"/>
                  </a:lnTo>
                  <a:lnTo>
                    <a:pt x="9564" y="222919"/>
                  </a:lnTo>
                  <a:lnTo>
                    <a:pt x="11410" y="227884"/>
                  </a:lnTo>
                  <a:lnTo>
                    <a:pt x="13411" y="232787"/>
                  </a:lnTo>
                  <a:lnTo>
                    <a:pt x="15567" y="237625"/>
                  </a:lnTo>
                  <a:lnTo>
                    <a:pt x="17875" y="242392"/>
                  </a:lnTo>
                  <a:lnTo>
                    <a:pt x="20333" y="247083"/>
                  </a:lnTo>
                  <a:lnTo>
                    <a:pt x="22939" y="251694"/>
                  </a:lnTo>
                  <a:lnTo>
                    <a:pt x="25689" y="256221"/>
                  </a:lnTo>
                  <a:lnTo>
                    <a:pt x="28581" y="260658"/>
                  </a:lnTo>
                  <a:lnTo>
                    <a:pt x="31612" y="265001"/>
                  </a:lnTo>
                  <a:lnTo>
                    <a:pt x="34779" y="269245"/>
                  </a:lnTo>
                  <a:lnTo>
                    <a:pt x="38079" y="273388"/>
                  </a:lnTo>
                  <a:lnTo>
                    <a:pt x="41509" y="277424"/>
                  </a:lnTo>
                  <a:lnTo>
                    <a:pt x="45065" y="281349"/>
                  </a:lnTo>
                  <a:lnTo>
                    <a:pt x="48743" y="285159"/>
                  </a:lnTo>
                  <a:lnTo>
                    <a:pt x="52540" y="288851"/>
                  </a:lnTo>
                  <a:lnTo>
                    <a:pt x="56453" y="292421"/>
                  </a:lnTo>
                  <a:lnTo>
                    <a:pt x="60476" y="295866"/>
                  </a:lnTo>
                  <a:lnTo>
                    <a:pt x="64607" y="299181"/>
                  </a:lnTo>
                  <a:lnTo>
                    <a:pt x="68840" y="302363"/>
                  </a:lnTo>
                  <a:lnTo>
                    <a:pt x="73172" y="305410"/>
                  </a:lnTo>
                  <a:lnTo>
                    <a:pt x="77599" y="308318"/>
                  </a:lnTo>
                  <a:lnTo>
                    <a:pt x="82115" y="311084"/>
                  </a:lnTo>
                  <a:lnTo>
                    <a:pt x="86717" y="313706"/>
                  </a:lnTo>
                  <a:lnTo>
                    <a:pt x="91400" y="316181"/>
                  </a:lnTo>
                  <a:lnTo>
                    <a:pt x="96158" y="318506"/>
                  </a:lnTo>
                  <a:lnTo>
                    <a:pt x="100988" y="320679"/>
                  </a:lnTo>
                  <a:lnTo>
                    <a:pt x="105884" y="322699"/>
                  </a:lnTo>
                  <a:lnTo>
                    <a:pt x="110842" y="324562"/>
                  </a:lnTo>
                  <a:lnTo>
                    <a:pt x="115856" y="326267"/>
                  </a:lnTo>
                  <a:lnTo>
                    <a:pt x="120922" y="327812"/>
                  </a:lnTo>
                  <a:lnTo>
                    <a:pt x="126034" y="329196"/>
                  </a:lnTo>
                  <a:lnTo>
                    <a:pt x="131188" y="330418"/>
                  </a:lnTo>
                  <a:lnTo>
                    <a:pt x="136377" y="331476"/>
                  </a:lnTo>
                  <a:lnTo>
                    <a:pt x="141598" y="332368"/>
                  </a:lnTo>
                  <a:lnTo>
                    <a:pt x="146844" y="333095"/>
                  </a:lnTo>
                  <a:lnTo>
                    <a:pt x="152111" y="333656"/>
                  </a:lnTo>
                  <a:lnTo>
                    <a:pt x="157392" y="334049"/>
                  </a:lnTo>
                  <a:lnTo>
                    <a:pt x="162684" y="334274"/>
                  </a:lnTo>
                  <a:lnTo>
                    <a:pt x="167980" y="334332"/>
                  </a:lnTo>
                  <a:lnTo>
                    <a:pt x="173275" y="334223"/>
                  </a:lnTo>
                  <a:lnTo>
                    <a:pt x="178564" y="333945"/>
                  </a:lnTo>
                  <a:lnTo>
                    <a:pt x="183841" y="333500"/>
                  </a:lnTo>
                  <a:lnTo>
                    <a:pt x="189102" y="332888"/>
                  </a:lnTo>
                  <a:lnTo>
                    <a:pt x="194341" y="332110"/>
                  </a:lnTo>
                  <a:lnTo>
                    <a:pt x="199552" y="331166"/>
                  </a:lnTo>
                  <a:lnTo>
                    <a:pt x="204731" y="330058"/>
                  </a:lnTo>
                  <a:lnTo>
                    <a:pt x="209873" y="328786"/>
                  </a:lnTo>
                  <a:lnTo>
                    <a:pt x="214971" y="327352"/>
                  </a:lnTo>
                  <a:lnTo>
                    <a:pt x="220022" y="325757"/>
                  </a:lnTo>
                  <a:lnTo>
                    <a:pt x="225019" y="324003"/>
                  </a:lnTo>
                  <a:lnTo>
                    <a:pt x="229958" y="322091"/>
                  </a:lnTo>
                  <a:lnTo>
                    <a:pt x="234834" y="320024"/>
                  </a:lnTo>
                  <a:lnTo>
                    <a:pt x="239643" y="317803"/>
                  </a:lnTo>
                  <a:lnTo>
                    <a:pt x="244378" y="315432"/>
                  </a:lnTo>
                  <a:lnTo>
                    <a:pt x="249036" y="312911"/>
                  </a:lnTo>
                  <a:lnTo>
                    <a:pt x="253612" y="310244"/>
                  </a:lnTo>
                  <a:lnTo>
                    <a:pt x="258101" y="307434"/>
                  </a:lnTo>
                  <a:lnTo>
                    <a:pt x="262499" y="304483"/>
                  </a:lnTo>
                  <a:lnTo>
                    <a:pt x="266801" y="301394"/>
                  </a:lnTo>
                  <a:lnTo>
                    <a:pt x="271003" y="298170"/>
                  </a:lnTo>
                  <a:lnTo>
                    <a:pt x="275101" y="294814"/>
                  </a:lnTo>
                  <a:lnTo>
                    <a:pt x="279091" y="291331"/>
                  </a:lnTo>
                  <a:lnTo>
                    <a:pt x="282968" y="287723"/>
                  </a:lnTo>
                  <a:lnTo>
                    <a:pt x="286729" y="283994"/>
                  </a:lnTo>
                  <a:lnTo>
                    <a:pt x="290370" y="280147"/>
                  </a:lnTo>
                  <a:lnTo>
                    <a:pt x="293887" y="276188"/>
                  </a:lnTo>
                  <a:lnTo>
                    <a:pt x="297277" y="272118"/>
                  </a:lnTo>
                  <a:lnTo>
                    <a:pt x="300536" y="267944"/>
                  </a:lnTo>
                  <a:lnTo>
                    <a:pt x="303662" y="263668"/>
                  </a:lnTo>
                  <a:lnTo>
                    <a:pt x="306650" y="259296"/>
                  </a:lnTo>
                  <a:lnTo>
                    <a:pt x="309499" y="254831"/>
                  </a:lnTo>
                  <a:lnTo>
                    <a:pt x="312204" y="250278"/>
                  </a:lnTo>
                  <a:lnTo>
                    <a:pt x="314764" y="245641"/>
                  </a:lnTo>
                  <a:lnTo>
                    <a:pt x="317176" y="240926"/>
                  </a:lnTo>
                  <a:lnTo>
                    <a:pt x="319437" y="236137"/>
                  </a:lnTo>
                  <a:lnTo>
                    <a:pt x="321546" y="231278"/>
                  </a:lnTo>
                  <a:lnTo>
                    <a:pt x="323499" y="226355"/>
                  </a:lnTo>
                  <a:lnTo>
                    <a:pt x="325296" y="221373"/>
                  </a:lnTo>
                  <a:lnTo>
                    <a:pt x="326934" y="216336"/>
                  </a:lnTo>
                  <a:lnTo>
                    <a:pt x="328411" y="211250"/>
                  </a:lnTo>
                  <a:lnTo>
                    <a:pt x="329727" y="206120"/>
                  </a:lnTo>
                  <a:lnTo>
                    <a:pt x="330879" y="200951"/>
                  </a:lnTo>
                  <a:lnTo>
                    <a:pt x="331867" y="195747"/>
                  </a:lnTo>
                  <a:lnTo>
                    <a:pt x="332690" y="190515"/>
                  </a:lnTo>
                  <a:lnTo>
                    <a:pt x="333346" y="185260"/>
                  </a:lnTo>
                  <a:lnTo>
                    <a:pt x="333836" y="179986"/>
                  </a:lnTo>
                  <a:lnTo>
                    <a:pt x="334159" y="174700"/>
                  </a:lnTo>
                  <a:lnTo>
                    <a:pt x="334313" y="169406"/>
                  </a:lnTo>
                  <a:lnTo>
                    <a:pt x="334300" y="164109"/>
                  </a:lnTo>
                  <a:lnTo>
                    <a:pt x="334120" y="158816"/>
                  </a:lnTo>
                  <a:lnTo>
                    <a:pt x="333771" y="153531"/>
                  </a:lnTo>
                  <a:lnTo>
                    <a:pt x="333256" y="148260"/>
                  </a:lnTo>
                  <a:lnTo>
                    <a:pt x="332573" y="143008"/>
                  </a:lnTo>
                  <a:lnTo>
                    <a:pt x="331725" y="137780"/>
                  </a:lnTo>
                  <a:lnTo>
                    <a:pt x="330712" y="132582"/>
                  </a:lnTo>
                  <a:lnTo>
                    <a:pt x="329534" y="127418"/>
                  </a:lnTo>
                  <a:lnTo>
                    <a:pt x="328193" y="122294"/>
                  </a:lnTo>
                  <a:lnTo>
                    <a:pt x="326691" y="117216"/>
                  </a:lnTo>
                  <a:lnTo>
                    <a:pt x="325028" y="112187"/>
                  </a:lnTo>
                  <a:lnTo>
                    <a:pt x="323208" y="107214"/>
                  </a:lnTo>
                  <a:lnTo>
                    <a:pt x="321230" y="102300"/>
                  </a:lnTo>
                  <a:lnTo>
                    <a:pt x="319098" y="97452"/>
                  </a:lnTo>
                  <a:lnTo>
                    <a:pt x="316813" y="92674"/>
                  </a:lnTo>
                  <a:lnTo>
                    <a:pt x="314378" y="87971"/>
                  </a:lnTo>
                  <a:lnTo>
                    <a:pt x="311796" y="83347"/>
                  </a:lnTo>
                  <a:lnTo>
                    <a:pt x="309068" y="78807"/>
                  </a:lnTo>
                  <a:lnTo>
                    <a:pt x="306197" y="74356"/>
                  </a:lnTo>
                  <a:lnTo>
                    <a:pt x="303187" y="69998"/>
                  </a:lnTo>
                  <a:lnTo>
                    <a:pt x="300041" y="65738"/>
                  </a:lnTo>
                  <a:lnTo>
                    <a:pt x="296761" y="61579"/>
                  </a:lnTo>
                  <a:lnTo>
                    <a:pt x="293351" y="57527"/>
                  </a:lnTo>
                  <a:lnTo>
                    <a:pt x="289815" y="53584"/>
                  </a:lnTo>
                  <a:lnTo>
                    <a:pt x="286155" y="49756"/>
                  </a:lnTo>
                  <a:lnTo>
                    <a:pt x="282376" y="46045"/>
                  </a:lnTo>
                  <a:lnTo>
                    <a:pt x="278481" y="42456"/>
                  </a:lnTo>
                  <a:lnTo>
                    <a:pt x="274475" y="38992"/>
                  </a:lnTo>
                  <a:lnTo>
                    <a:pt x="270360" y="35657"/>
                  </a:lnTo>
                  <a:lnTo>
                    <a:pt x="266143" y="32454"/>
                  </a:lnTo>
                  <a:lnTo>
                    <a:pt x="261825" y="29386"/>
                  </a:lnTo>
                  <a:lnTo>
                    <a:pt x="257413" y="26456"/>
                  </a:lnTo>
                  <a:lnTo>
                    <a:pt x="252910" y="23668"/>
                  </a:lnTo>
                  <a:lnTo>
                    <a:pt x="248322" y="21023"/>
                  </a:lnTo>
                  <a:lnTo>
                    <a:pt x="243651" y="18526"/>
                  </a:lnTo>
                  <a:lnTo>
                    <a:pt x="238904" y="16177"/>
                  </a:lnTo>
                  <a:lnTo>
                    <a:pt x="234085" y="13980"/>
                  </a:lnTo>
                  <a:lnTo>
                    <a:pt x="229199" y="11937"/>
                  </a:lnTo>
                  <a:lnTo>
                    <a:pt x="224250" y="10050"/>
                  </a:lnTo>
                  <a:lnTo>
                    <a:pt x="219244" y="8320"/>
                  </a:lnTo>
                  <a:lnTo>
                    <a:pt x="214186" y="6750"/>
                  </a:lnTo>
                  <a:lnTo>
                    <a:pt x="209081" y="5341"/>
                  </a:lnTo>
                  <a:lnTo>
                    <a:pt x="203933" y="4094"/>
                  </a:lnTo>
                  <a:lnTo>
                    <a:pt x="198749" y="3011"/>
                  </a:lnTo>
                  <a:lnTo>
                    <a:pt x="193533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321574" y="5018213"/>
              <a:ext cx="334293" cy="334334"/>
            </a:xfrm>
            <a:custGeom>
              <a:avLst/>
              <a:pathLst>
                <a:path w="334293" h="334334">
                  <a:moveTo>
                    <a:pt x="167106" y="0"/>
                  </a:moveTo>
                  <a:lnTo>
                    <a:pt x="161802" y="85"/>
                  </a:lnTo>
                  <a:lnTo>
                    <a:pt x="156504" y="339"/>
                  </a:lnTo>
                  <a:lnTo>
                    <a:pt x="151217" y="760"/>
                  </a:lnTo>
                  <a:lnTo>
                    <a:pt x="145946" y="1349"/>
                  </a:lnTo>
                  <a:lnTo>
                    <a:pt x="140697" y="2105"/>
                  </a:lnTo>
                  <a:lnTo>
                    <a:pt x="135473" y="3027"/>
                  </a:lnTo>
                  <a:lnTo>
                    <a:pt x="130282" y="4115"/>
                  </a:lnTo>
                  <a:lnTo>
                    <a:pt x="125128" y="5366"/>
                  </a:lnTo>
                  <a:lnTo>
                    <a:pt x="120016" y="6781"/>
                  </a:lnTo>
                  <a:lnTo>
                    <a:pt x="114952" y="8357"/>
                  </a:lnTo>
                  <a:lnTo>
                    <a:pt x="109940" y="10092"/>
                  </a:lnTo>
                  <a:lnTo>
                    <a:pt x="104986" y="11986"/>
                  </a:lnTo>
                  <a:lnTo>
                    <a:pt x="100094" y="14036"/>
                  </a:lnTo>
                  <a:lnTo>
                    <a:pt x="95270" y="16241"/>
                  </a:lnTo>
                  <a:lnTo>
                    <a:pt x="90518" y="18597"/>
                  </a:lnTo>
                  <a:lnTo>
                    <a:pt x="85843" y="21102"/>
                  </a:lnTo>
                  <a:lnTo>
                    <a:pt x="81250" y="23755"/>
                  </a:lnTo>
                  <a:lnTo>
                    <a:pt x="76744" y="26552"/>
                  </a:lnTo>
                  <a:lnTo>
                    <a:pt x="72329" y="29491"/>
                  </a:lnTo>
                  <a:lnTo>
                    <a:pt x="68009" y="32568"/>
                  </a:lnTo>
                  <a:lnTo>
                    <a:pt x="63789" y="35781"/>
                  </a:lnTo>
                  <a:lnTo>
                    <a:pt x="59673" y="39126"/>
                  </a:lnTo>
                  <a:lnTo>
                    <a:pt x="55665" y="42600"/>
                  </a:lnTo>
                  <a:lnTo>
                    <a:pt x="51769" y="46200"/>
                  </a:lnTo>
                  <a:lnTo>
                    <a:pt x="47990" y="49921"/>
                  </a:lnTo>
                  <a:lnTo>
                    <a:pt x="44330" y="53760"/>
                  </a:lnTo>
                  <a:lnTo>
                    <a:pt x="40794" y="57713"/>
                  </a:lnTo>
                  <a:lnTo>
                    <a:pt x="37385" y="61777"/>
                  </a:lnTo>
                  <a:lnTo>
                    <a:pt x="34107" y="65946"/>
                  </a:lnTo>
                  <a:lnTo>
                    <a:pt x="30963" y="70218"/>
                  </a:lnTo>
                  <a:lnTo>
                    <a:pt x="27956" y="74587"/>
                  </a:lnTo>
                  <a:lnTo>
                    <a:pt x="25089" y="79049"/>
                  </a:lnTo>
                  <a:lnTo>
                    <a:pt x="22365" y="83600"/>
                  </a:lnTo>
                  <a:lnTo>
                    <a:pt x="19787" y="88235"/>
                  </a:lnTo>
                  <a:lnTo>
                    <a:pt x="17357" y="92950"/>
                  </a:lnTo>
                  <a:lnTo>
                    <a:pt x="15078" y="97739"/>
                  </a:lnTo>
                  <a:lnTo>
                    <a:pt x="12952" y="102598"/>
                  </a:lnTo>
                  <a:lnTo>
                    <a:pt x="10981" y="107522"/>
                  </a:lnTo>
                  <a:lnTo>
                    <a:pt x="9168" y="112507"/>
                  </a:lnTo>
                  <a:lnTo>
                    <a:pt x="7513" y="117546"/>
                  </a:lnTo>
                  <a:lnTo>
                    <a:pt x="6019" y="122635"/>
                  </a:lnTo>
                  <a:lnTo>
                    <a:pt x="4688" y="127769"/>
                  </a:lnTo>
                  <a:lnTo>
                    <a:pt x="3519" y="132943"/>
                  </a:lnTo>
                  <a:lnTo>
                    <a:pt x="2516" y="138151"/>
                  </a:lnTo>
                  <a:lnTo>
                    <a:pt x="1678" y="143388"/>
                  </a:lnTo>
                  <a:lnTo>
                    <a:pt x="1007" y="148649"/>
                  </a:lnTo>
                  <a:lnTo>
                    <a:pt x="504" y="153929"/>
                  </a:lnTo>
                  <a:lnTo>
                    <a:pt x="167" y="159223"/>
                  </a:lnTo>
                  <a:lnTo>
                    <a:pt x="0" y="164524"/>
                  </a:lnTo>
                  <a:lnTo>
                    <a:pt x="0" y="169828"/>
                  </a:lnTo>
                  <a:lnTo>
                    <a:pt x="168" y="175129"/>
                  </a:lnTo>
                  <a:lnTo>
                    <a:pt x="505" y="180422"/>
                  </a:lnTo>
                  <a:lnTo>
                    <a:pt x="1009" y="185702"/>
                  </a:lnTo>
                  <a:lnTo>
                    <a:pt x="1681" y="190963"/>
                  </a:lnTo>
                  <a:lnTo>
                    <a:pt x="2519" y="196201"/>
                  </a:lnTo>
                  <a:lnTo>
                    <a:pt x="3523" y="201409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5"/>
                  </a:lnTo>
                  <a:lnTo>
                    <a:pt x="9173" y="221844"/>
                  </a:lnTo>
                  <a:lnTo>
                    <a:pt x="10987" y="226828"/>
                  </a:lnTo>
                  <a:lnTo>
                    <a:pt x="12959" y="231752"/>
                  </a:lnTo>
                  <a:lnTo>
                    <a:pt x="15085" y="236611"/>
                  </a:lnTo>
                  <a:lnTo>
                    <a:pt x="17365" y="241400"/>
                  </a:lnTo>
                  <a:lnTo>
                    <a:pt x="19795" y="246114"/>
                  </a:lnTo>
                  <a:lnTo>
                    <a:pt x="22374" y="250749"/>
                  </a:lnTo>
                  <a:lnTo>
                    <a:pt x="25098" y="255300"/>
                  </a:lnTo>
                  <a:lnTo>
                    <a:pt x="27966" y="259762"/>
                  </a:lnTo>
                  <a:lnTo>
                    <a:pt x="30973" y="264131"/>
                  </a:lnTo>
                  <a:lnTo>
                    <a:pt x="34118" y="268402"/>
                  </a:lnTo>
                  <a:lnTo>
                    <a:pt x="37397" y="272571"/>
                  </a:lnTo>
                  <a:lnTo>
                    <a:pt x="40806" y="276634"/>
                  </a:lnTo>
                  <a:lnTo>
                    <a:pt x="44342" y="280587"/>
                  </a:lnTo>
                  <a:lnTo>
                    <a:pt x="48002" y="284426"/>
                  </a:lnTo>
                  <a:lnTo>
                    <a:pt x="51782" y="288147"/>
                  </a:lnTo>
                  <a:lnTo>
                    <a:pt x="55678" y="291746"/>
                  </a:lnTo>
                  <a:lnTo>
                    <a:pt x="59686" y="295219"/>
                  </a:lnTo>
                  <a:lnTo>
                    <a:pt x="63803" y="298564"/>
                  </a:lnTo>
                  <a:lnTo>
                    <a:pt x="68023" y="301776"/>
                  </a:lnTo>
                  <a:lnTo>
                    <a:pt x="72343" y="304853"/>
                  </a:lnTo>
                  <a:lnTo>
                    <a:pt x="76759" y="307791"/>
                  </a:lnTo>
                  <a:lnTo>
                    <a:pt x="81266" y="310588"/>
                  </a:lnTo>
                  <a:lnTo>
                    <a:pt x="85859" y="313240"/>
                  </a:lnTo>
                  <a:lnTo>
                    <a:pt x="90534" y="315745"/>
                  </a:lnTo>
                  <a:lnTo>
                    <a:pt x="95286" y="318101"/>
                  </a:lnTo>
                  <a:lnTo>
                    <a:pt x="100110" y="320305"/>
                  </a:lnTo>
                  <a:lnTo>
                    <a:pt x="105002" y="322354"/>
                  </a:lnTo>
                  <a:lnTo>
                    <a:pt x="109957" y="324248"/>
                  </a:lnTo>
                  <a:lnTo>
                    <a:pt x="114969" y="325983"/>
                  </a:lnTo>
                  <a:lnTo>
                    <a:pt x="120033" y="327558"/>
                  </a:lnTo>
                  <a:lnTo>
                    <a:pt x="125145" y="328972"/>
                  </a:lnTo>
                  <a:lnTo>
                    <a:pt x="130299" y="330223"/>
                  </a:lnTo>
                  <a:lnTo>
                    <a:pt x="135491" y="331310"/>
                  </a:lnTo>
                  <a:lnTo>
                    <a:pt x="140714" y="332231"/>
                  </a:lnTo>
                  <a:lnTo>
                    <a:pt x="145964" y="332987"/>
                  </a:lnTo>
                  <a:lnTo>
                    <a:pt x="151235" y="333575"/>
                  </a:lnTo>
                  <a:lnTo>
                    <a:pt x="156522" y="333996"/>
                  </a:lnTo>
                  <a:lnTo>
                    <a:pt x="161820" y="334250"/>
                  </a:lnTo>
                  <a:lnTo>
                    <a:pt x="167123" y="334334"/>
                  </a:lnTo>
                  <a:lnTo>
                    <a:pt x="172427" y="334251"/>
                  </a:lnTo>
                  <a:lnTo>
                    <a:pt x="177724" y="333999"/>
                  </a:lnTo>
                  <a:lnTo>
                    <a:pt x="183012" y="333580"/>
                  </a:lnTo>
                  <a:lnTo>
                    <a:pt x="188283" y="332993"/>
                  </a:lnTo>
                  <a:lnTo>
                    <a:pt x="193533" y="332239"/>
                  </a:lnTo>
                  <a:lnTo>
                    <a:pt x="198757" y="331318"/>
                  </a:lnTo>
                  <a:lnTo>
                    <a:pt x="203948" y="330233"/>
                  </a:lnTo>
                  <a:lnTo>
                    <a:pt x="209103" y="328983"/>
                  </a:lnTo>
                  <a:lnTo>
                    <a:pt x="214215" y="327571"/>
                  </a:lnTo>
                  <a:lnTo>
                    <a:pt x="219280" y="325997"/>
                  </a:lnTo>
                  <a:lnTo>
                    <a:pt x="224293" y="324263"/>
                  </a:lnTo>
                  <a:lnTo>
                    <a:pt x="229248" y="322371"/>
                  </a:lnTo>
                  <a:lnTo>
                    <a:pt x="234140" y="320323"/>
                  </a:lnTo>
                  <a:lnTo>
                    <a:pt x="238965" y="318120"/>
                  </a:lnTo>
                  <a:lnTo>
                    <a:pt x="243718" y="315766"/>
                  </a:lnTo>
                  <a:lnTo>
                    <a:pt x="248393" y="313262"/>
                  </a:lnTo>
                  <a:lnTo>
                    <a:pt x="252987" y="310611"/>
                  </a:lnTo>
                  <a:lnTo>
                    <a:pt x="257495" y="307816"/>
                  </a:lnTo>
                  <a:lnTo>
                    <a:pt x="261911" y="304879"/>
                  </a:lnTo>
                  <a:lnTo>
                    <a:pt x="266232" y="301803"/>
                  </a:lnTo>
                  <a:lnTo>
                    <a:pt x="270454" y="298592"/>
                  </a:lnTo>
                  <a:lnTo>
                    <a:pt x="274571" y="295248"/>
                  </a:lnTo>
                  <a:lnTo>
                    <a:pt x="278580" y="291776"/>
                  </a:lnTo>
                  <a:lnTo>
                    <a:pt x="282477" y="288178"/>
                  </a:lnTo>
                  <a:lnTo>
                    <a:pt x="286258" y="284458"/>
                  </a:lnTo>
                  <a:lnTo>
                    <a:pt x="289919" y="280621"/>
                  </a:lnTo>
                  <a:lnTo>
                    <a:pt x="293457" y="276669"/>
                  </a:lnTo>
                  <a:lnTo>
                    <a:pt x="296867" y="272606"/>
                  </a:lnTo>
                  <a:lnTo>
                    <a:pt x="300147" y="268438"/>
                  </a:lnTo>
                  <a:lnTo>
                    <a:pt x="303292" y="264168"/>
                  </a:lnTo>
                  <a:lnTo>
                    <a:pt x="306301" y="259800"/>
                  </a:lnTo>
                  <a:lnTo>
                    <a:pt x="309170" y="255339"/>
                  </a:lnTo>
                  <a:lnTo>
                    <a:pt x="311895" y="250789"/>
                  </a:lnTo>
                  <a:lnTo>
                    <a:pt x="314475" y="246154"/>
                  </a:lnTo>
                  <a:lnTo>
                    <a:pt x="316907" y="241441"/>
                  </a:lnTo>
                  <a:lnTo>
                    <a:pt x="319188" y="236652"/>
                  </a:lnTo>
                  <a:lnTo>
                    <a:pt x="321316" y="231794"/>
                  </a:lnTo>
                  <a:lnTo>
                    <a:pt x="323288" y="226871"/>
                  </a:lnTo>
                  <a:lnTo>
                    <a:pt x="325104" y="221887"/>
                  </a:lnTo>
                  <a:lnTo>
                    <a:pt x="326760" y="216848"/>
                  </a:lnTo>
                  <a:lnTo>
                    <a:pt x="328256" y="211760"/>
                  </a:lnTo>
                  <a:lnTo>
                    <a:pt x="329590" y="206626"/>
                  </a:lnTo>
                  <a:lnTo>
                    <a:pt x="330760" y="201453"/>
                  </a:lnTo>
                  <a:lnTo>
                    <a:pt x="331765" y="196245"/>
                  </a:lnTo>
                  <a:lnTo>
                    <a:pt x="332605" y="191008"/>
                  </a:lnTo>
                  <a:lnTo>
                    <a:pt x="333278" y="185747"/>
                  </a:lnTo>
                  <a:lnTo>
                    <a:pt x="333784" y="180468"/>
                  </a:lnTo>
                  <a:lnTo>
                    <a:pt x="334122" y="175174"/>
                  </a:lnTo>
                  <a:lnTo>
                    <a:pt x="334292" y="169873"/>
                  </a:lnTo>
                  <a:lnTo>
                    <a:pt x="334293" y="164569"/>
                  </a:lnTo>
                  <a:lnTo>
                    <a:pt x="334127" y="159268"/>
                  </a:lnTo>
                  <a:lnTo>
                    <a:pt x="333792" y="153975"/>
                  </a:lnTo>
                  <a:lnTo>
                    <a:pt x="333290" y="148695"/>
                  </a:lnTo>
                  <a:lnTo>
                    <a:pt x="332620" y="143433"/>
                  </a:lnTo>
                  <a:lnTo>
                    <a:pt x="331784" y="138196"/>
                  </a:lnTo>
                  <a:lnTo>
                    <a:pt x="330782" y="132987"/>
                  </a:lnTo>
                  <a:lnTo>
                    <a:pt x="329615" y="127813"/>
                  </a:lnTo>
                  <a:lnTo>
                    <a:pt x="328285" y="122679"/>
                  </a:lnTo>
                  <a:lnTo>
                    <a:pt x="326793" y="117589"/>
                  </a:lnTo>
                  <a:lnTo>
                    <a:pt x="325139" y="112550"/>
                  </a:lnTo>
                  <a:lnTo>
                    <a:pt x="323327" y="107565"/>
                  </a:lnTo>
                  <a:lnTo>
                    <a:pt x="321358" y="102640"/>
                  </a:lnTo>
                  <a:lnTo>
                    <a:pt x="319233" y="97780"/>
                  </a:lnTo>
                  <a:lnTo>
                    <a:pt x="316955" y="92990"/>
                  </a:lnTo>
                  <a:lnTo>
                    <a:pt x="314527" y="88275"/>
                  </a:lnTo>
                  <a:lnTo>
                    <a:pt x="311950" y="83639"/>
                  </a:lnTo>
                  <a:lnTo>
                    <a:pt x="309227" y="79088"/>
                  </a:lnTo>
                  <a:lnTo>
                    <a:pt x="306361" y="74625"/>
                  </a:lnTo>
                  <a:lnTo>
                    <a:pt x="303355" y="70255"/>
                  </a:lnTo>
                  <a:lnTo>
                    <a:pt x="300212" y="65982"/>
                  </a:lnTo>
                  <a:lnTo>
                    <a:pt x="296935" y="61812"/>
                  </a:lnTo>
                  <a:lnTo>
                    <a:pt x="293528" y="57748"/>
                  </a:lnTo>
                  <a:lnTo>
                    <a:pt x="289993" y="53793"/>
                  </a:lnTo>
                  <a:lnTo>
                    <a:pt x="286334" y="49953"/>
                  </a:lnTo>
                  <a:lnTo>
                    <a:pt x="282556" y="46231"/>
                  </a:lnTo>
                  <a:lnTo>
                    <a:pt x="278661" y="42631"/>
                  </a:lnTo>
                  <a:lnTo>
                    <a:pt x="274654" y="39156"/>
                  </a:lnTo>
                  <a:lnTo>
                    <a:pt x="270539" y="35809"/>
                  </a:lnTo>
                  <a:lnTo>
                    <a:pt x="266320" y="32595"/>
                  </a:lnTo>
                  <a:lnTo>
                    <a:pt x="262001" y="29517"/>
                  </a:lnTo>
                  <a:lnTo>
                    <a:pt x="257586" y="26577"/>
                  </a:lnTo>
                  <a:lnTo>
                    <a:pt x="253081" y="23779"/>
                  </a:lnTo>
                  <a:lnTo>
                    <a:pt x="248489" y="21125"/>
                  </a:lnTo>
                  <a:lnTo>
                    <a:pt x="243815" y="18618"/>
                  </a:lnTo>
                  <a:lnTo>
                    <a:pt x="239063" y="16260"/>
                  </a:lnTo>
                  <a:lnTo>
                    <a:pt x="234240" y="14055"/>
                  </a:lnTo>
                  <a:lnTo>
                    <a:pt x="229349" y="12003"/>
                  </a:lnTo>
                  <a:lnTo>
                    <a:pt x="224395" y="10108"/>
                  </a:lnTo>
                  <a:lnTo>
                    <a:pt x="219384" y="8371"/>
                  </a:lnTo>
                  <a:lnTo>
                    <a:pt x="214320" y="6794"/>
                  </a:lnTo>
                  <a:lnTo>
                    <a:pt x="209208" y="5378"/>
                  </a:lnTo>
                  <a:lnTo>
                    <a:pt x="204054" y="4125"/>
                  </a:lnTo>
                  <a:lnTo>
                    <a:pt x="198863" y="3036"/>
                  </a:lnTo>
                  <a:lnTo>
                    <a:pt x="193641" y="2112"/>
                  </a:lnTo>
                  <a:lnTo>
                    <a:pt x="188391" y="135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21244" cy="167167"/>
            </a:xfrm>
            <a:custGeom>
              <a:avLst/>
              <a:pathLst>
                <a:path w="21244" h="167167">
                  <a:moveTo>
                    <a:pt x="21244" y="1355"/>
                  </a:moveTo>
                  <a:lnTo>
                    <a:pt x="14184" y="602"/>
                  </a:lnTo>
                  <a:lnTo>
                    <a:pt x="7098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799516" y="5269756"/>
              <a:ext cx="164984" cy="167167"/>
            </a:xfrm>
            <a:custGeom>
              <a:avLst/>
              <a:pathLst>
                <a:path w="164984" h="167167">
                  <a:moveTo>
                    <a:pt x="164984" y="0"/>
                  </a:moveTo>
                  <a:lnTo>
                    <a:pt x="159508" y="89"/>
                  </a:lnTo>
                  <a:lnTo>
                    <a:pt x="154037" y="358"/>
                  </a:lnTo>
                  <a:lnTo>
                    <a:pt x="148578" y="807"/>
                  </a:lnTo>
                  <a:lnTo>
                    <a:pt x="143136" y="1433"/>
                  </a:lnTo>
                  <a:lnTo>
                    <a:pt x="137718" y="2238"/>
                  </a:lnTo>
                  <a:lnTo>
                    <a:pt x="132329" y="3220"/>
                  </a:lnTo>
                  <a:lnTo>
                    <a:pt x="126975" y="4378"/>
                  </a:lnTo>
                  <a:lnTo>
                    <a:pt x="121663" y="5711"/>
                  </a:lnTo>
                  <a:lnTo>
                    <a:pt x="116396" y="7216"/>
                  </a:lnTo>
                  <a:lnTo>
                    <a:pt x="111182" y="8894"/>
                  </a:lnTo>
                  <a:lnTo>
                    <a:pt x="106025" y="10742"/>
                  </a:lnTo>
                  <a:lnTo>
                    <a:pt x="100932" y="12757"/>
                  </a:lnTo>
                  <a:lnTo>
                    <a:pt x="95908" y="14939"/>
                  </a:lnTo>
                  <a:lnTo>
                    <a:pt x="90958" y="17284"/>
                  </a:lnTo>
                  <a:lnTo>
                    <a:pt x="86087" y="19789"/>
                  </a:lnTo>
                  <a:lnTo>
                    <a:pt x="81301" y="22453"/>
                  </a:lnTo>
                  <a:lnTo>
                    <a:pt x="76605" y="25273"/>
                  </a:lnTo>
                  <a:lnTo>
                    <a:pt x="72003" y="28244"/>
                  </a:lnTo>
                  <a:lnTo>
                    <a:pt x="67502" y="31365"/>
                  </a:lnTo>
                  <a:lnTo>
                    <a:pt x="63105" y="34632"/>
                  </a:lnTo>
                  <a:lnTo>
                    <a:pt x="58818" y="38041"/>
                  </a:lnTo>
                  <a:lnTo>
                    <a:pt x="54644" y="41588"/>
                  </a:lnTo>
                  <a:lnTo>
                    <a:pt x="50589" y="45271"/>
                  </a:lnTo>
                  <a:lnTo>
                    <a:pt x="46657" y="49084"/>
                  </a:lnTo>
                  <a:lnTo>
                    <a:pt x="42852" y="53024"/>
                  </a:lnTo>
                  <a:lnTo>
                    <a:pt x="39178" y="57087"/>
                  </a:lnTo>
                  <a:lnTo>
                    <a:pt x="35639" y="61267"/>
                  </a:lnTo>
                  <a:lnTo>
                    <a:pt x="32239" y="65562"/>
                  </a:lnTo>
                  <a:lnTo>
                    <a:pt x="28981" y="69965"/>
                  </a:lnTo>
                  <a:lnTo>
                    <a:pt x="25870" y="74473"/>
                  </a:lnTo>
                  <a:lnTo>
                    <a:pt x="22908" y="79081"/>
                  </a:lnTo>
                  <a:lnTo>
                    <a:pt x="20098" y="83783"/>
                  </a:lnTo>
                  <a:lnTo>
                    <a:pt x="17444" y="88574"/>
                  </a:lnTo>
                  <a:lnTo>
                    <a:pt x="14948" y="93450"/>
                  </a:lnTo>
                  <a:lnTo>
                    <a:pt x="12614" y="98405"/>
                  </a:lnTo>
                  <a:lnTo>
                    <a:pt x="10443" y="103434"/>
                  </a:lnTo>
                  <a:lnTo>
                    <a:pt x="8438" y="108531"/>
                  </a:lnTo>
                  <a:lnTo>
                    <a:pt x="6601" y="113692"/>
                  </a:lnTo>
                  <a:lnTo>
                    <a:pt x="4934" y="118909"/>
                  </a:lnTo>
                  <a:lnTo>
                    <a:pt x="3439" y="124179"/>
                  </a:lnTo>
                  <a:lnTo>
                    <a:pt x="2117" y="129495"/>
                  </a:lnTo>
                  <a:lnTo>
                    <a:pt x="970" y="134851"/>
                  </a:lnTo>
                  <a:lnTo>
                    <a:pt x="0" y="140241"/>
                  </a:lnTo>
                  <a:lnTo>
                    <a:pt x="16498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35" y="5269756"/>
              <a:ext cx="334322" cy="334329"/>
            </a:xfrm>
            <a:custGeom>
              <a:avLst/>
              <a:pathLst>
                <a:path w="334322" h="334329">
                  <a:moveTo>
                    <a:pt x="2181" y="140241"/>
                  </a:moveTo>
                  <a:lnTo>
                    <a:pt x="1412" y="145476"/>
                  </a:lnTo>
                  <a:lnTo>
                    <a:pt x="808" y="150732"/>
                  </a:lnTo>
                  <a:lnTo>
                    <a:pt x="372" y="156005"/>
                  </a:lnTo>
                  <a:lnTo>
                    <a:pt x="102" y="161289"/>
                  </a:lnTo>
                  <a:lnTo>
                    <a:pt x="0" y="166578"/>
                  </a:lnTo>
                  <a:lnTo>
                    <a:pt x="65" y="171869"/>
                  </a:lnTo>
                  <a:lnTo>
                    <a:pt x="297" y="177154"/>
                  </a:lnTo>
                  <a:lnTo>
                    <a:pt x="697" y="182430"/>
                  </a:lnTo>
                  <a:lnTo>
                    <a:pt x="1263" y="187690"/>
                  </a:lnTo>
                  <a:lnTo>
                    <a:pt x="1996" y="192930"/>
                  </a:lnTo>
                  <a:lnTo>
                    <a:pt x="2894" y="198144"/>
                  </a:lnTo>
                  <a:lnTo>
                    <a:pt x="3956" y="203327"/>
                  </a:lnTo>
                  <a:lnTo>
                    <a:pt x="5182" y="208473"/>
                  </a:lnTo>
                  <a:lnTo>
                    <a:pt x="6570" y="213579"/>
                  </a:lnTo>
                  <a:lnTo>
                    <a:pt x="8120" y="218637"/>
                  </a:lnTo>
                  <a:lnTo>
                    <a:pt x="9828" y="223645"/>
                  </a:lnTo>
                  <a:lnTo>
                    <a:pt x="11694" y="228595"/>
                  </a:lnTo>
                  <a:lnTo>
                    <a:pt x="13716" y="233485"/>
                  </a:lnTo>
                  <a:lnTo>
                    <a:pt x="15891" y="238307"/>
                  </a:lnTo>
                  <a:lnTo>
                    <a:pt x="18218" y="243059"/>
                  </a:lnTo>
                  <a:lnTo>
                    <a:pt x="20694" y="247734"/>
                  </a:lnTo>
                  <a:lnTo>
                    <a:pt x="23317" y="252329"/>
                  </a:lnTo>
                  <a:lnTo>
                    <a:pt x="26084" y="256838"/>
                  </a:lnTo>
                  <a:lnTo>
                    <a:pt x="28993" y="261258"/>
                  </a:lnTo>
                  <a:lnTo>
                    <a:pt x="32039" y="265583"/>
                  </a:lnTo>
                  <a:lnTo>
                    <a:pt x="35222" y="269810"/>
                  </a:lnTo>
                  <a:lnTo>
                    <a:pt x="38536" y="273934"/>
                  </a:lnTo>
                  <a:lnTo>
                    <a:pt x="41979" y="277951"/>
                  </a:lnTo>
                  <a:lnTo>
                    <a:pt x="45547" y="281857"/>
                  </a:lnTo>
                  <a:lnTo>
                    <a:pt x="49238" y="285649"/>
                  </a:lnTo>
                  <a:lnTo>
                    <a:pt x="53046" y="289321"/>
                  </a:lnTo>
                  <a:lnTo>
                    <a:pt x="56969" y="292871"/>
                  </a:lnTo>
                  <a:lnTo>
                    <a:pt x="61002" y="296295"/>
                  </a:lnTo>
                  <a:lnTo>
                    <a:pt x="65141" y="299590"/>
                  </a:lnTo>
                  <a:lnTo>
                    <a:pt x="69383" y="302753"/>
                  </a:lnTo>
                  <a:lnTo>
                    <a:pt x="73723" y="305779"/>
                  </a:lnTo>
                  <a:lnTo>
                    <a:pt x="78156" y="308667"/>
                  </a:lnTo>
                  <a:lnTo>
                    <a:pt x="82678" y="311412"/>
                  </a:lnTo>
                  <a:lnTo>
                    <a:pt x="87285" y="314014"/>
                  </a:lnTo>
                  <a:lnTo>
                    <a:pt x="91972" y="316468"/>
                  </a:lnTo>
                  <a:lnTo>
                    <a:pt x="96734" y="318773"/>
                  </a:lnTo>
                  <a:lnTo>
                    <a:pt x="101567" y="320926"/>
                  </a:lnTo>
                  <a:lnTo>
                    <a:pt x="106466" y="322925"/>
                  </a:lnTo>
                  <a:lnTo>
                    <a:pt x="111425" y="324768"/>
                  </a:lnTo>
                  <a:lnTo>
                    <a:pt x="116440" y="326452"/>
                  </a:lnTo>
                  <a:lnTo>
                    <a:pt x="121507" y="327978"/>
                  </a:lnTo>
                  <a:lnTo>
                    <a:pt x="126618" y="329342"/>
                  </a:lnTo>
                  <a:lnTo>
                    <a:pt x="131771" y="330544"/>
                  </a:lnTo>
                  <a:lnTo>
                    <a:pt x="136958" y="331582"/>
                  </a:lnTo>
                  <a:lnTo>
                    <a:pt x="142177" y="332456"/>
                  </a:lnTo>
                  <a:lnTo>
                    <a:pt x="147420" y="333164"/>
                  </a:lnTo>
                  <a:lnTo>
                    <a:pt x="152683" y="333706"/>
                  </a:lnTo>
                  <a:lnTo>
                    <a:pt x="157960" y="334081"/>
                  </a:lnTo>
                  <a:lnTo>
                    <a:pt x="163247" y="334288"/>
                  </a:lnTo>
                  <a:lnTo>
                    <a:pt x="168537" y="334329"/>
                  </a:lnTo>
                  <a:lnTo>
                    <a:pt x="173826" y="334202"/>
                  </a:lnTo>
                  <a:lnTo>
                    <a:pt x="179109" y="333907"/>
                  </a:lnTo>
                  <a:lnTo>
                    <a:pt x="184379" y="333446"/>
                  </a:lnTo>
                  <a:lnTo>
                    <a:pt x="189633" y="332818"/>
                  </a:lnTo>
                  <a:lnTo>
                    <a:pt x="194863" y="332024"/>
                  </a:lnTo>
                  <a:lnTo>
                    <a:pt x="200066" y="331065"/>
                  </a:lnTo>
                  <a:lnTo>
                    <a:pt x="205236" y="329942"/>
                  </a:lnTo>
                  <a:lnTo>
                    <a:pt x="210368" y="328655"/>
                  </a:lnTo>
                  <a:lnTo>
                    <a:pt x="215457" y="327207"/>
                  </a:lnTo>
                  <a:lnTo>
                    <a:pt x="220497" y="325599"/>
                  </a:lnTo>
                  <a:lnTo>
                    <a:pt x="225484" y="323832"/>
                  </a:lnTo>
                  <a:lnTo>
                    <a:pt x="230413" y="321908"/>
                  </a:lnTo>
                  <a:lnTo>
                    <a:pt x="235278" y="319829"/>
                  </a:lnTo>
                  <a:lnTo>
                    <a:pt x="240075" y="317597"/>
                  </a:lnTo>
                  <a:lnTo>
                    <a:pt x="244799" y="315215"/>
                  </a:lnTo>
                  <a:lnTo>
                    <a:pt x="249445" y="312684"/>
                  </a:lnTo>
                  <a:lnTo>
                    <a:pt x="254008" y="310007"/>
                  </a:lnTo>
                  <a:lnTo>
                    <a:pt x="258485" y="307187"/>
                  </a:lnTo>
                  <a:lnTo>
                    <a:pt x="262870" y="304228"/>
                  </a:lnTo>
                  <a:lnTo>
                    <a:pt x="267160" y="301130"/>
                  </a:lnTo>
                  <a:lnTo>
                    <a:pt x="271349" y="297899"/>
                  </a:lnTo>
                  <a:lnTo>
                    <a:pt x="275434" y="294537"/>
                  </a:lnTo>
                  <a:lnTo>
                    <a:pt x="279410" y="291047"/>
                  </a:lnTo>
                  <a:lnTo>
                    <a:pt x="283274" y="287433"/>
                  </a:lnTo>
                  <a:lnTo>
                    <a:pt x="287022" y="283698"/>
                  </a:lnTo>
                  <a:lnTo>
                    <a:pt x="290649" y="279847"/>
                  </a:lnTo>
                  <a:lnTo>
                    <a:pt x="294153" y="275883"/>
                  </a:lnTo>
                  <a:lnTo>
                    <a:pt x="297530" y="271810"/>
                  </a:lnTo>
                  <a:lnTo>
                    <a:pt x="300776" y="267632"/>
                  </a:lnTo>
                  <a:lnTo>
                    <a:pt x="303889" y="263354"/>
                  </a:lnTo>
                  <a:lnTo>
                    <a:pt x="306864" y="258979"/>
                  </a:lnTo>
                  <a:lnTo>
                    <a:pt x="309699" y="254512"/>
                  </a:lnTo>
                  <a:lnTo>
                    <a:pt x="312392" y="249958"/>
                  </a:lnTo>
                  <a:lnTo>
                    <a:pt x="314939" y="245321"/>
                  </a:lnTo>
                  <a:lnTo>
                    <a:pt x="317338" y="240605"/>
                  </a:lnTo>
                  <a:lnTo>
                    <a:pt x="319587" y="235816"/>
                  </a:lnTo>
                  <a:lnTo>
                    <a:pt x="321683" y="230958"/>
                  </a:lnTo>
                  <a:lnTo>
                    <a:pt x="323625" y="226037"/>
                  </a:lnTo>
                  <a:lnTo>
                    <a:pt x="325409" y="221056"/>
                  </a:lnTo>
                  <a:lnTo>
                    <a:pt x="327035" y="216021"/>
                  </a:lnTo>
                  <a:lnTo>
                    <a:pt x="328501" y="210938"/>
                  </a:lnTo>
                  <a:lnTo>
                    <a:pt x="329805" y="205811"/>
                  </a:lnTo>
                  <a:lnTo>
                    <a:pt x="330947" y="200644"/>
                  </a:lnTo>
                  <a:lnTo>
                    <a:pt x="331924" y="195445"/>
                  </a:lnTo>
                  <a:lnTo>
                    <a:pt x="332737" y="190217"/>
                  </a:lnTo>
                  <a:lnTo>
                    <a:pt x="333383" y="184966"/>
                  </a:lnTo>
                  <a:lnTo>
                    <a:pt x="333863" y="179697"/>
                  </a:lnTo>
                  <a:lnTo>
                    <a:pt x="334176" y="174415"/>
                  </a:lnTo>
                  <a:lnTo>
                    <a:pt x="334322" y="169127"/>
                  </a:lnTo>
                  <a:lnTo>
                    <a:pt x="334300" y="163836"/>
                  </a:lnTo>
                  <a:lnTo>
                    <a:pt x="334111" y="158549"/>
                  </a:lnTo>
                  <a:lnTo>
                    <a:pt x="333755" y="153270"/>
                  </a:lnTo>
                  <a:lnTo>
                    <a:pt x="333232" y="148005"/>
                  </a:lnTo>
                  <a:lnTo>
                    <a:pt x="332542" y="142760"/>
                  </a:lnTo>
                  <a:lnTo>
                    <a:pt x="331687" y="137539"/>
                  </a:lnTo>
                  <a:lnTo>
                    <a:pt x="330667" y="132347"/>
                  </a:lnTo>
                  <a:lnTo>
                    <a:pt x="329483" y="127191"/>
                  </a:lnTo>
                  <a:lnTo>
                    <a:pt x="328137" y="122074"/>
                  </a:lnTo>
                  <a:lnTo>
                    <a:pt x="326629" y="117003"/>
                  </a:lnTo>
                  <a:lnTo>
                    <a:pt x="324962" y="111982"/>
                  </a:lnTo>
                  <a:lnTo>
                    <a:pt x="323136" y="107016"/>
                  </a:lnTo>
                  <a:lnTo>
                    <a:pt x="321155" y="102110"/>
                  </a:lnTo>
                  <a:lnTo>
                    <a:pt x="319019" y="97270"/>
                  </a:lnTo>
                  <a:lnTo>
                    <a:pt x="316731" y="92499"/>
                  </a:lnTo>
                  <a:lnTo>
                    <a:pt x="314293" y="87804"/>
                  </a:lnTo>
                  <a:lnTo>
                    <a:pt x="311708" y="83188"/>
                  </a:lnTo>
                  <a:lnTo>
                    <a:pt x="308978" y="78656"/>
                  </a:lnTo>
                  <a:lnTo>
                    <a:pt x="306106" y="74212"/>
                  </a:lnTo>
                  <a:lnTo>
                    <a:pt x="303095" y="69862"/>
                  </a:lnTo>
                  <a:lnTo>
                    <a:pt x="299948" y="65609"/>
                  </a:lnTo>
                  <a:lnTo>
                    <a:pt x="296667" y="61458"/>
                  </a:lnTo>
                  <a:lnTo>
                    <a:pt x="293257" y="57413"/>
                  </a:lnTo>
                  <a:lnTo>
                    <a:pt x="289721" y="53478"/>
                  </a:lnTo>
                  <a:lnTo>
                    <a:pt x="286062" y="49657"/>
                  </a:lnTo>
                  <a:lnTo>
                    <a:pt x="282284" y="45953"/>
                  </a:lnTo>
                  <a:lnTo>
                    <a:pt x="278390" y="42371"/>
                  </a:lnTo>
                  <a:lnTo>
                    <a:pt x="274385" y="38914"/>
                  </a:lnTo>
                  <a:lnTo>
                    <a:pt x="270273" y="35585"/>
                  </a:lnTo>
                  <a:lnTo>
                    <a:pt x="266058" y="32388"/>
                  </a:lnTo>
                  <a:lnTo>
                    <a:pt x="261743" y="29326"/>
                  </a:lnTo>
                  <a:lnTo>
                    <a:pt x="257334" y="26402"/>
                  </a:lnTo>
                  <a:lnTo>
                    <a:pt x="252834" y="23619"/>
                  </a:lnTo>
                  <a:lnTo>
                    <a:pt x="248248" y="20980"/>
                  </a:lnTo>
                  <a:lnTo>
                    <a:pt x="243582" y="18488"/>
                  </a:lnTo>
                  <a:lnTo>
                    <a:pt x="238838" y="16144"/>
                  </a:lnTo>
                  <a:lnTo>
                    <a:pt x="234023" y="13951"/>
                  </a:lnTo>
                  <a:lnTo>
                    <a:pt x="229141" y="11912"/>
                  </a:lnTo>
                  <a:lnTo>
                    <a:pt x="224197" y="10029"/>
                  </a:lnTo>
                  <a:lnTo>
                    <a:pt x="219196" y="8303"/>
                  </a:lnTo>
                  <a:lnTo>
                    <a:pt x="214143" y="6736"/>
                  </a:lnTo>
                  <a:lnTo>
                    <a:pt x="209042" y="5330"/>
                  </a:lnTo>
                  <a:lnTo>
                    <a:pt x="203900" y="4086"/>
                  </a:lnTo>
                  <a:lnTo>
                    <a:pt x="198721" y="3005"/>
                  </a:lnTo>
                  <a:lnTo>
                    <a:pt x="193510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1599" y="5399291"/>
              <a:ext cx="4616" cy="167167"/>
            </a:xfrm>
            <a:custGeom>
              <a:avLst/>
              <a:pathLst>
                <a:path w="4616" h="167167">
                  <a:moveTo>
                    <a:pt x="4616" y="0"/>
                  </a:moveTo>
                  <a:lnTo>
                    <a:pt x="0" y="63"/>
                  </a:lnTo>
                  <a:lnTo>
                    <a:pt x="461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599" y="5399355"/>
              <a:ext cx="4616" cy="167103"/>
            </a:xfrm>
            <a:custGeom>
              <a:avLst/>
              <a:pathLst>
                <a:path w="4616" h="167103">
                  <a:moveTo>
                    <a:pt x="0" y="0"/>
                  </a:moveTo>
                  <a:lnTo>
                    <a:pt x="4616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319053" y="5399355"/>
              <a:ext cx="334329" cy="334259"/>
            </a:xfrm>
            <a:custGeom>
              <a:avLst/>
              <a:pathLst>
                <a:path w="334329" h="334259">
                  <a:moveTo>
                    <a:pt x="162546" y="0"/>
                  </a:moveTo>
                  <a:lnTo>
                    <a:pt x="157259" y="229"/>
                  </a:lnTo>
                  <a:lnTo>
                    <a:pt x="151983" y="626"/>
                  </a:lnTo>
                  <a:lnTo>
                    <a:pt x="146722" y="1190"/>
                  </a:lnTo>
                  <a:lnTo>
                    <a:pt x="141482" y="1920"/>
                  </a:lnTo>
                  <a:lnTo>
                    <a:pt x="136267" y="2815"/>
                  </a:lnTo>
                  <a:lnTo>
                    <a:pt x="131083" y="3875"/>
                  </a:lnTo>
                  <a:lnTo>
                    <a:pt x="125935" y="5099"/>
                  </a:lnTo>
                  <a:lnTo>
                    <a:pt x="120829" y="6485"/>
                  </a:lnTo>
                  <a:lnTo>
                    <a:pt x="115769" y="8032"/>
                  </a:lnTo>
                  <a:lnTo>
                    <a:pt x="110761" y="9738"/>
                  </a:lnTo>
                  <a:lnTo>
                    <a:pt x="105809" y="11602"/>
                  </a:lnTo>
                  <a:lnTo>
                    <a:pt x="100918" y="13621"/>
                  </a:lnTo>
                  <a:lnTo>
                    <a:pt x="96094" y="15795"/>
                  </a:lnTo>
                  <a:lnTo>
                    <a:pt x="91341" y="18119"/>
                  </a:lnTo>
                  <a:lnTo>
                    <a:pt x="86664" y="20594"/>
                  </a:lnTo>
                  <a:lnTo>
                    <a:pt x="82068" y="23215"/>
                  </a:lnTo>
                  <a:lnTo>
                    <a:pt x="77557" y="25980"/>
                  </a:lnTo>
                  <a:lnTo>
                    <a:pt x="73135" y="28886"/>
                  </a:lnTo>
                  <a:lnTo>
                    <a:pt x="68808" y="31931"/>
                  </a:lnTo>
                  <a:lnTo>
                    <a:pt x="64580" y="35111"/>
                  </a:lnTo>
                  <a:lnTo>
                    <a:pt x="60454" y="38424"/>
                  </a:lnTo>
                  <a:lnTo>
                    <a:pt x="56435" y="41866"/>
                  </a:lnTo>
                  <a:lnTo>
                    <a:pt x="52527" y="45432"/>
                  </a:lnTo>
                  <a:lnTo>
                    <a:pt x="48734" y="49121"/>
                  </a:lnTo>
                  <a:lnTo>
                    <a:pt x="45059" y="52928"/>
                  </a:lnTo>
                  <a:lnTo>
                    <a:pt x="41507" y="56850"/>
                  </a:lnTo>
                  <a:lnTo>
                    <a:pt x="38081" y="60882"/>
                  </a:lnTo>
                  <a:lnTo>
                    <a:pt x="34784" y="65020"/>
                  </a:lnTo>
                  <a:lnTo>
                    <a:pt x="31619" y="69261"/>
                  </a:lnTo>
                  <a:lnTo>
                    <a:pt x="28591" y="73599"/>
                  </a:lnTo>
                  <a:lnTo>
                    <a:pt x="25701" y="78032"/>
                  </a:lnTo>
                  <a:lnTo>
                    <a:pt x="22953" y="82553"/>
                  </a:lnTo>
                  <a:lnTo>
                    <a:pt x="20349" y="87159"/>
                  </a:lnTo>
                  <a:lnTo>
                    <a:pt x="17893" y="91846"/>
                  </a:lnTo>
                  <a:lnTo>
                    <a:pt x="15586" y="96607"/>
                  </a:lnTo>
                  <a:lnTo>
                    <a:pt x="13431" y="101440"/>
                  </a:lnTo>
                  <a:lnTo>
                    <a:pt x="11430" y="106338"/>
                  </a:lnTo>
                  <a:lnTo>
                    <a:pt x="9585" y="111297"/>
                  </a:lnTo>
                  <a:lnTo>
                    <a:pt x="7897" y="116312"/>
                  </a:lnTo>
                  <a:lnTo>
                    <a:pt x="6370" y="121377"/>
                  </a:lnTo>
                  <a:lnTo>
                    <a:pt x="5003" y="126489"/>
                  </a:lnTo>
                  <a:lnTo>
                    <a:pt x="3799" y="131641"/>
                  </a:lnTo>
                  <a:lnTo>
                    <a:pt x="2759" y="136829"/>
                  </a:lnTo>
                  <a:lnTo>
                    <a:pt x="1883" y="142047"/>
                  </a:lnTo>
                  <a:lnTo>
                    <a:pt x="1173" y="147290"/>
                  </a:lnTo>
                  <a:lnTo>
                    <a:pt x="629" y="152553"/>
                  </a:lnTo>
                  <a:lnTo>
                    <a:pt x="252" y="157831"/>
                  </a:lnTo>
                  <a:lnTo>
                    <a:pt x="42" y="163118"/>
                  </a:lnTo>
                  <a:lnTo>
                    <a:pt x="0" y="168409"/>
                  </a:lnTo>
                  <a:lnTo>
                    <a:pt x="125" y="173698"/>
                  </a:lnTo>
                  <a:lnTo>
                    <a:pt x="417" y="178981"/>
                  </a:lnTo>
                  <a:lnTo>
                    <a:pt x="876" y="184253"/>
                  </a:lnTo>
                  <a:lnTo>
                    <a:pt x="1502" y="189507"/>
                  </a:lnTo>
                  <a:lnTo>
                    <a:pt x="2294" y="194738"/>
                  </a:lnTo>
                  <a:lnTo>
                    <a:pt x="3252" y="199942"/>
                  </a:lnTo>
                  <a:lnTo>
                    <a:pt x="4373" y="205113"/>
                  </a:lnTo>
                  <a:lnTo>
                    <a:pt x="5657" y="210246"/>
                  </a:lnTo>
                  <a:lnTo>
                    <a:pt x="7104" y="215335"/>
                  </a:lnTo>
                  <a:lnTo>
                    <a:pt x="8710" y="220376"/>
                  </a:lnTo>
                  <a:lnTo>
                    <a:pt x="10476" y="225364"/>
                  </a:lnTo>
                  <a:lnTo>
                    <a:pt x="12398" y="230294"/>
                  </a:lnTo>
                  <a:lnTo>
                    <a:pt x="14475" y="235160"/>
                  </a:lnTo>
                  <a:lnTo>
                    <a:pt x="16706" y="239958"/>
                  </a:lnTo>
                  <a:lnTo>
                    <a:pt x="19087" y="244683"/>
                  </a:lnTo>
                  <a:lnTo>
                    <a:pt x="21616" y="249331"/>
                  </a:lnTo>
                  <a:lnTo>
                    <a:pt x="24291" y="253896"/>
                  </a:lnTo>
                  <a:lnTo>
                    <a:pt x="27110" y="258374"/>
                  </a:lnTo>
                  <a:lnTo>
                    <a:pt x="30068" y="262760"/>
                  </a:lnTo>
                  <a:lnTo>
                    <a:pt x="33164" y="267051"/>
                  </a:lnTo>
                  <a:lnTo>
                    <a:pt x="36394" y="271242"/>
                  </a:lnTo>
                  <a:lnTo>
                    <a:pt x="39756" y="275328"/>
                  </a:lnTo>
                  <a:lnTo>
                    <a:pt x="43244" y="279306"/>
                  </a:lnTo>
                  <a:lnTo>
                    <a:pt x="46857" y="283171"/>
                  </a:lnTo>
                  <a:lnTo>
                    <a:pt x="50591" y="286921"/>
                  </a:lnTo>
                  <a:lnTo>
                    <a:pt x="54441" y="290550"/>
                  </a:lnTo>
                  <a:lnTo>
                    <a:pt x="58405" y="294055"/>
                  </a:lnTo>
                  <a:lnTo>
                    <a:pt x="62477" y="297434"/>
                  </a:lnTo>
                  <a:lnTo>
                    <a:pt x="66654" y="300681"/>
                  </a:lnTo>
                  <a:lnTo>
                    <a:pt x="70932" y="303795"/>
                  </a:lnTo>
                  <a:lnTo>
                    <a:pt x="75306" y="306772"/>
                  </a:lnTo>
                  <a:lnTo>
                    <a:pt x="79772" y="309609"/>
                  </a:lnTo>
                  <a:lnTo>
                    <a:pt x="84326" y="312303"/>
                  </a:lnTo>
                  <a:lnTo>
                    <a:pt x="88962" y="314852"/>
                  </a:lnTo>
                  <a:lnTo>
                    <a:pt x="93678" y="317253"/>
                  </a:lnTo>
                  <a:lnTo>
                    <a:pt x="98466" y="319504"/>
                  </a:lnTo>
                  <a:lnTo>
                    <a:pt x="103324" y="321601"/>
                  </a:lnTo>
                  <a:lnTo>
                    <a:pt x="108245" y="323544"/>
                  </a:lnTo>
                  <a:lnTo>
                    <a:pt x="113226" y="325330"/>
                  </a:lnTo>
                  <a:lnTo>
                    <a:pt x="118260" y="326958"/>
                  </a:lnTo>
                  <a:lnTo>
                    <a:pt x="123344" y="328426"/>
                  </a:lnTo>
                  <a:lnTo>
                    <a:pt x="128471" y="329732"/>
                  </a:lnTo>
                  <a:lnTo>
                    <a:pt x="133637" y="330875"/>
                  </a:lnTo>
                  <a:lnTo>
                    <a:pt x="138837" y="331853"/>
                  </a:lnTo>
                  <a:lnTo>
                    <a:pt x="144065" y="332667"/>
                  </a:lnTo>
                  <a:lnTo>
                    <a:pt x="149316" y="333315"/>
                  </a:lnTo>
                  <a:lnTo>
                    <a:pt x="154586" y="333797"/>
                  </a:lnTo>
                  <a:lnTo>
                    <a:pt x="159867" y="334111"/>
                  </a:lnTo>
                  <a:lnTo>
                    <a:pt x="165156" y="334259"/>
                  </a:lnTo>
                  <a:lnTo>
                    <a:pt x="170447" y="334238"/>
                  </a:lnTo>
                  <a:lnTo>
                    <a:pt x="175735" y="334051"/>
                  </a:lnTo>
                  <a:lnTo>
                    <a:pt x="181014" y="333696"/>
                  </a:lnTo>
                  <a:lnTo>
                    <a:pt x="186280" y="333174"/>
                  </a:lnTo>
                  <a:lnTo>
                    <a:pt x="191526" y="332486"/>
                  </a:lnTo>
                  <a:lnTo>
                    <a:pt x="196748" y="331632"/>
                  </a:lnTo>
                  <a:lnTo>
                    <a:pt x="201940" y="330613"/>
                  </a:lnTo>
                  <a:lnTo>
                    <a:pt x="207097" y="329430"/>
                  </a:lnTo>
                  <a:lnTo>
                    <a:pt x="212214" y="328085"/>
                  </a:lnTo>
                  <a:lnTo>
                    <a:pt x="217286" y="326579"/>
                  </a:lnTo>
                  <a:lnTo>
                    <a:pt x="222308" y="324913"/>
                  </a:lnTo>
                  <a:lnTo>
                    <a:pt x="227275" y="323088"/>
                  </a:lnTo>
                  <a:lnTo>
                    <a:pt x="232181" y="321108"/>
                  </a:lnTo>
                  <a:lnTo>
                    <a:pt x="237023" y="318973"/>
                  </a:lnTo>
                  <a:lnTo>
                    <a:pt x="241794" y="316686"/>
                  </a:lnTo>
                  <a:lnTo>
                    <a:pt x="246490" y="314249"/>
                  </a:lnTo>
                  <a:lnTo>
                    <a:pt x="251108" y="311665"/>
                  </a:lnTo>
                  <a:lnTo>
                    <a:pt x="255641" y="308936"/>
                  </a:lnTo>
                  <a:lnTo>
                    <a:pt x="260085" y="306065"/>
                  </a:lnTo>
                  <a:lnTo>
                    <a:pt x="264436" y="303054"/>
                  </a:lnTo>
                  <a:lnTo>
                    <a:pt x="268690" y="299908"/>
                  </a:lnTo>
                  <a:lnTo>
                    <a:pt x="272842" y="296628"/>
                  </a:lnTo>
                  <a:lnTo>
                    <a:pt x="276888" y="293219"/>
                  </a:lnTo>
                  <a:lnTo>
                    <a:pt x="280824" y="289683"/>
                  </a:lnTo>
                  <a:lnTo>
                    <a:pt x="284647" y="286024"/>
                  </a:lnTo>
                  <a:lnTo>
                    <a:pt x="288352" y="282247"/>
                  </a:lnTo>
                  <a:lnTo>
                    <a:pt x="291935" y="278354"/>
                  </a:lnTo>
                  <a:lnTo>
                    <a:pt x="295393" y="274349"/>
                  </a:lnTo>
                  <a:lnTo>
                    <a:pt x="298723" y="270237"/>
                  </a:lnTo>
                  <a:lnTo>
                    <a:pt x="301921" y="266022"/>
                  </a:lnTo>
                  <a:lnTo>
                    <a:pt x="304984" y="261708"/>
                  </a:lnTo>
                  <a:lnTo>
                    <a:pt x="307909" y="257298"/>
                  </a:lnTo>
                  <a:lnTo>
                    <a:pt x="310693" y="252799"/>
                  </a:lnTo>
                  <a:lnTo>
                    <a:pt x="313333" y="248214"/>
                  </a:lnTo>
                  <a:lnTo>
                    <a:pt x="315827" y="243547"/>
                  </a:lnTo>
                  <a:lnTo>
                    <a:pt x="318172" y="238804"/>
                  </a:lnTo>
                  <a:lnTo>
                    <a:pt x="320365" y="233989"/>
                  </a:lnTo>
                  <a:lnTo>
                    <a:pt x="322405" y="229107"/>
                  </a:lnTo>
                  <a:lnTo>
                    <a:pt x="324290" y="224163"/>
                  </a:lnTo>
                  <a:lnTo>
                    <a:pt x="326017" y="219161"/>
                  </a:lnTo>
                  <a:lnTo>
                    <a:pt x="327585" y="214108"/>
                  </a:lnTo>
                  <a:lnTo>
                    <a:pt x="328992" y="209007"/>
                  </a:lnTo>
                  <a:lnTo>
                    <a:pt x="330237" y="203865"/>
                  </a:lnTo>
                  <a:lnTo>
                    <a:pt x="331319" y="198686"/>
                  </a:lnTo>
                  <a:lnTo>
                    <a:pt x="332236" y="193475"/>
                  </a:lnTo>
                  <a:lnTo>
                    <a:pt x="332988" y="188237"/>
                  </a:lnTo>
                  <a:lnTo>
                    <a:pt x="333574" y="182979"/>
                  </a:lnTo>
                  <a:lnTo>
                    <a:pt x="333993" y="177704"/>
                  </a:lnTo>
                  <a:lnTo>
                    <a:pt x="334245" y="172419"/>
                  </a:lnTo>
                  <a:lnTo>
                    <a:pt x="334329" y="167129"/>
                  </a:lnTo>
                  <a:lnTo>
                    <a:pt x="334246" y="161838"/>
                  </a:lnTo>
                  <a:lnTo>
                    <a:pt x="333996" y="156553"/>
                  </a:lnTo>
                  <a:lnTo>
                    <a:pt x="333579" y="151278"/>
                  </a:lnTo>
                  <a:lnTo>
                    <a:pt x="332994" y="146020"/>
                  </a:lnTo>
                  <a:lnTo>
                    <a:pt x="332244" y="140782"/>
                  </a:lnTo>
                  <a:lnTo>
                    <a:pt x="331328" y="135571"/>
                  </a:lnTo>
                  <a:lnTo>
                    <a:pt x="330248" y="130391"/>
                  </a:lnTo>
                  <a:lnTo>
                    <a:pt x="329005" y="125248"/>
                  </a:lnTo>
                  <a:lnTo>
                    <a:pt x="327599" y="120147"/>
                  </a:lnTo>
                  <a:lnTo>
                    <a:pt x="326033" y="115093"/>
                  </a:lnTo>
                  <a:lnTo>
                    <a:pt x="324307" y="110091"/>
                  </a:lnTo>
                  <a:lnTo>
                    <a:pt x="322424" y="105147"/>
                  </a:lnTo>
                  <a:lnTo>
                    <a:pt x="320386" y="100264"/>
                  </a:lnTo>
                  <a:lnTo>
                    <a:pt x="318193" y="95448"/>
                  </a:lnTo>
                  <a:lnTo>
                    <a:pt x="315850" y="90705"/>
                  </a:lnTo>
                  <a:lnTo>
                    <a:pt x="313358" y="86037"/>
                  </a:lnTo>
                  <a:lnTo>
                    <a:pt x="310719" y="81451"/>
                  </a:lnTo>
                  <a:lnTo>
                    <a:pt x="307936" y="76951"/>
                  </a:lnTo>
                  <a:lnTo>
                    <a:pt x="305013" y="72541"/>
                  </a:lnTo>
                  <a:lnTo>
                    <a:pt x="301951" y="68225"/>
                  </a:lnTo>
                  <a:lnTo>
                    <a:pt x="298754" y="64009"/>
                  </a:lnTo>
                  <a:lnTo>
                    <a:pt x="295426" y="59896"/>
                  </a:lnTo>
                  <a:lnTo>
                    <a:pt x="291969" y="55891"/>
                  </a:lnTo>
                  <a:lnTo>
                    <a:pt x="288387" y="51997"/>
                  </a:lnTo>
                  <a:lnTo>
                    <a:pt x="284683" y="48218"/>
                  </a:lnTo>
                  <a:lnTo>
                    <a:pt x="280862" y="44558"/>
                  </a:lnTo>
                  <a:lnTo>
                    <a:pt x="276927" y="41021"/>
                  </a:lnTo>
                  <a:lnTo>
                    <a:pt x="272881" y="37611"/>
                  </a:lnTo>
                  <a:lnTo>
                    <a:pt x="268730" y="34330"/>
                  </a:lnTo>
                  <a:lnTo>
                    <a:pt x="264477" y="31182"/>
                  </a:lnTo>
                  <a:lnTo>
                    <a:pt x="260127" y="28170"/>
                  </a:lnTo>
                  <a:lnTo>
                    <a:pt x="255684" y="25298"/>
                  </a:lnTo>
                  <a:lnTo>
                    <a:pt x="251152" y="22567"/>
                  </a:lnTo>
                  <a:lnTo>
                    <a:pt x="246535" y="19981"/>
                  </a:lnTo>
                  <a:lnTo>
                    <a:pt x="241839" y="17543"/>
                  </a:lnTo>
                  <a:lnTo>
                    <a:pt x="237069" y="15255"/>
                  </a:lnTo>
                  <a:lnTo>
                    <a:pt x="232228" y="13118"/>
                  </a:lnTo>
                  <a:lnTo>
                    <a:pt x="227322" y="11136"/>
                  </a:lnTo>
                  <a:lnTo>
                    <a:pt x="222356" y="9311"/>
                  </a:lnTo>
                  <a:lnTo>
                    <a:pt x="217335" y="7643"/>
                  </a:lnTo>
                  <a:lnTo>
                    <a:pt x="212263" y="6135"/>
                  </a:lnTo>
                  <a:lnTo>
                    <a:pt x="207146" y="4788"/>
                  </a:lnTo>
                  <a:lnTo>
                    <a:pt x="201989" y="3604"/>
                  </a:lnTo>
                  <a:lnTo>
                    <a:pt x="196798" y="2584"/>
                  </a:lnTo>
                  <a:lnTo>
                    <a:pt x="191576" y="1728"/>
                  </a:lnTo>
                  <a:lnTo>
                    <a:pt x="167162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24414" cy="167167"/>
            </a:xfrm>
            <a:custGeom>
              <a:avLst/>
              <a:pathLst>
                <a:path w="24414" h="167167">
                  <a:moveTo>
                    <a:pt x="24414" y="1792"/>
                  </a:moveTo>
                  <a:lnTo>
                    <a:pt x="16308" y="797"/>
                  </a:lnTo>
                  <a:lnTo>
                    <a:pt x="8164" y="1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2069" y="5399291"/>
              <a:ext cx="51474" cy="167167"/>
            </a:xfrm>
            <a:custGeom>
              <a:avLst/>
              <a:pathLst>
                <a:path w="51474" h="167167">
                  <a:moveTo>
                    <a:pt x="51474" y="0"/>
                  </a:moveTo>
                  <a:lnTo>
                    <a:pt x="44935" y="127"/>
                  </a:lnTo>
                  <a:lnTo>
                    <a:pt x="38406" y="511"/>
                  </a:lnTo>
                  <a:lnTo>
                    <a:pt x="31897" y="1150"/>
                  </a:lnTo>
                  <a:lnTo>
                    <a:pt x="25418" y="2043"/>
                  </a:lnTo>
                  <a:lnTo>
                    <a:pt x="18979" y="3188"/>
                  </a:lnTo>
                  <a:lnTo>
                    <a:pt x="12590" y="4585"/>
                  </a:lnTo>
                  <a:lnTo>
                    <a:pt x="6260" y="6230"/>
                  </a:lnTo>
                  <a:lnTo>
                    <a:pt x="0" y="8122"/>
                  </a:lnTo>
                  <a:lnTo>
                    <a:pt x="514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2069" y="5407414"/>
              <a:ext cx="51474" cy="159045"/>
            </a:xfrm>
            <a:custGeom>
              <a:avLst/>
              <a:pathLst>
                <a:path w="51474" h="159045">
                  <a:moveTo>
                    <a:pt x="0" y="0"/>
                  </a:moveTo>
                  <a:lnTo>
                    <a:pt x="51474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2069" y="5407414"/>
              <a:ext cx="51474" cy="159045"/>
            </a:xfrm>
            <a:custGeom>
              <a:avLst/>
              <a:pathLst>
                <a:path w="51474" h="159045">
                  <a:moveTo>
                    <a:pt x="0" y="0"/>
                  </a:moveTo>
                  <a:lnTo>
                    <a:pt x="51474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2069" y="5407414"/>
              <a:ext cx="51474" cy="159045"/>
            </a:xfrm>
            <a:custGeom>
              <a:avLst/>
              <a:pathLst>
                <a:path w="51474" h="159045">
                  <a:moveTo>
                    <a:pt x="0" y="0"/>
                  </a:moveTo>
                  <a:lnTo>
                    <a:pt x="51474" y="159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069" y="5407414"/>
              <a:ext cx="51474" cy="159045"/>
            </a:xfrm>
            <a:custGeom>
              <a:avLst/>
              <a:pathLst>
                <a:path w="51474" h="159045">
                  <a:moveTo>
                    <a:pt x="0" y="0"/>
                  </a:moveTo>
                  <a:lnTo>
                    <a:pt x="51474" y="159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069" y="5407414"/>
              <a:ext cx="51474" cy="159045"/>
            </a:xfrm>
            <a:custGeom>
              <a:avLst/>
              <a:pathLst>
                <a:path w="51474" h="159045">
                  <a:moveTo>
                    <a:pt x="0" y="0"/>
                  </a:moveTo>
                  <a:lnTo>
                    <a:pt x="51474" y="159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856393" y="5407414"/>
              <a:ext cx="184674" cy="326205"/>
            </a:xfrm>
            <a:custGeom>
              <a:avLst/>
              <a:pathLst>
                <a:path w="184674" h="326205">
                  <a:moveTo>
                    <a:pt x="115676" y="0"/>
                  </a:moveTo>
                  <a:lnTo>
                    <a:pt x="110631" y="1721"/>
                  </a:lnTo>
                  <a:lnTo>
                    <a:pt x="105644" y="3603"/>
                  </a:lnTo>
                  <a:lnTo>
                    <a:pt x="100720" y="5643"/>
                  </a:lnTo>
                  <a:lnTo>
                    <a:pt x="95863" y="7839"/>
                  </a:lnTo>
                  <a:lnTo>
                    <a:pt x="91078" y="10189"/>
                  </a:lnTo>
                  <a:lnTo>
                    <a:pt x="86371" y="12690"/>
                  </a:lnTo>
                  <a:lnTo>
                    <a:pt x="81746" y="15340"/>
                  </a:lnTo>
                  <a:lnTo>
                    <a:pt x="77208" y="18135"/>
                  </a:lnTo>
                  <a:lnTo>
                    <a:pt x="72761" y="21075"/>
                  </a:lnTo>
                  <a:lnTo>
                    <a:pt x="68411" y="24154"/>
                  </a:lnTo>
                  <a:lnTo>
                    <a:pt x="64160" y="27370"/>
                  </a:lnTo>
                  <a:lnTo>
                    <a:pt x="60015" y="30721"/>
                  </a:lnTo>
                  <a:lnTo>
                    <a:pt x="55978" y="34202"/>
                  </a:lnTo>
                  <a:lnTo>
                    <a:pt x="52054" y="37810"/>
                  </a:lnTo>
                  <a:lnTo>
                    <a:pt x="48248" y="41541"/>
                  </a:lnTo>
                  <a:lnTo>
                    <a:pt x="44562" y="45391"/>
                  </a:lnTo>
                  <a:lnTo>
                    <a:pt x="41001" y="49357"/>
                  </a:lnTo>
                  <a:lnTo>
                    <a:pt x="37568" y="53435"/>
                  </a:lnTo>
                  <a:lnTo>
                    <a:pt x="34267" y="57620"/>
                  </a:lnTo>
                  <a:lnTo>
                    <a:pt x="31101" y="61908"/>
                  </a:lnTo>
                  <a:lnTo>
                    <a:pt x="28073" y="66295"/>
                  </a:lnTo>
                  <a:lnTo>
                    <a:pt x="25187" y="70776"/>
                  </a:lnTo>
                  <a:lnTo>
                    <a:pt x="22445" y="75347"/>
                  </a:lnTo>
                  <a:lnTo>
                    <a:pt x="19850" y="80003"/>
                  </a:lnTo>
                  <a:lnTo>
                    <a:pt x="17405" y="84739"/>
                  </a:lnTo>
                  <a:lnTo>
                    <a:pt x="15112" y="89551"/>
                  </a:lnTo>
                  <a:lnTo>
                    <a:pt x="12974" y="94434"/>
                  </a:lnTo>
                  <a:lnTo>
                    <a:pt x="10992" y="99382"/>
                  </a:lnTo>
                  <a:lnTo>
                    <a:pt x="9169" y="104391"/>
                  </a:lnTo>
                  <a:lnTo>
                    <a:pt x="7507" y="109455"/>
                  </a:lnTo>
                  <a:lnTo>
                    <a:pt x="6007" y="114570"/>
                  </a:lnTo>
                  <a:lnTo>
                    <a:pt x="4671" y="119730"/>
                  </a:lnTo>
                  <a:lnTo>
                    <a:pt x="3501" y="124930"/>
                  </a:lnTo>
                  <a:lnTo>
                    <a:pt x="2496" y="130165"/>
                  </a:lnTo>
                  <a:lnTo>
                    <a:pt x="1659" y="135429"/>
                  </a:lnTo>
                  <a:lnTo>
                    <a:pt x="990" y="140717"/>
                  </a:lnTo>
                  <a:lnTo>
                    <a:pt x="491" y="146024"/>
                  </a:lnTo>
                  <a:lnTo>
                    <a:pt x="160" y="151344"/>
                  </a:lnTo>
                  <a:lnTo>
                    <a:pt x="0" y="156672"/>
                  </a:lnTo>
                  <a:lnTo>
                    <a:pt x="9" y="162002"/>
                  </a:lnTo>
                  <a:lnTo>
                    <a:pt x="188" y="167329"/>
                  </a:lnTo>
                  <a:lnTo>
                    <a:pt x="537" y="172648"/>
                  </a:lnTo>
                  <a:lnTo>
                    <a:pt x="1055" y="177953"/>
                  </a:lnTo>
                  <a:lnTo>
                    <a:pt x="1743" y="183239"/>
                  </a:lnTo>
                  <a:lnTo>
                    <a:pt x="2598" y="188500"/>
                  </a:lnTo>
                  <a:lnTo>
                    <a:pt x="3621" y="193731"/>
                  </a:lnTo>
                  <a:lnTo>
                    <a:pt x="4810" y="198927"/>
                  </a:lnTo>
                  <a:lnTo>
                    <a:pt x="6164" y="204083"/>
                  </a:lnTo>
                  <a:lnTo>
                    <a:pt x="7682" y="209192"/>
                  </a:lnTo>
                  <a:lnTo>
                    <a:pt x="9362" y="214251"/>
                  </a:lnTo>
                  <a:lnTo>
                    <a:pt x="11202" y="219253"/>
                  </a:lnTo>
                  <a:lnTo>
                    <a:pt x="13201" y="224195"/>
                  </a:lnTo>
                  <a:lnTo>
                    <a:pt x="15356" y="229070"/>
                  </a:lnTo>
                  <a:lnTo>
                    <a:pt x="17666" y="233873"/>
                  </a:lnTo>
                  <a:lnTo>
                    <a:pt x="20127" y="238601"/>
                  </a:lnTo>
                  <a:lnTo>
                    <a:pt x="22739" y="243248"/>
                  </a:lnTo>
                  <a:lnTo>
                    <a:pt x="25496" y="247809"/>
                  </a:lnTo>
                  <a:lnTo>
                    <a:pt x="28398" y="252280"/>
                  </a:lnTo>
                  <a:lnTo>
                    <a:pt x="31441" y="256657"/>
                  </a:lnTo>
                  <a:lnTo>
                    <a:pt x="34623" y="260934"/>
                  </a:lnTo>
                  <a:lnTo>
                    <a:pt x="37938" y="265107"/>
                  </a:lnTo>
                  <a:lnTo>
                    <a:pt x="41385" y="269173"/>
                  </a:lnTo>
                  <a:lnTo>
                    <a:pt x="44960" y="273126"/>
                  </a:lnTo>
                  <a:lnTo>
                    <a:pt x="48660" y="276964"/>
                  </a:lnTo>
                  <a:lnTo>
                    <a:pt x="52479" y="280682"/>
                  </a:lnTo>
                  <a:lnTo>
                    <a:pt x="56416" y="284276"/>
                  </a:lnTo>
                  <a:lnTo>
                    <a:pt x="60464" y="287742"/>
                  </a:lnTo>
                  <a:lnTo>
                    <a:pt x="64622" y="291078"/>
                  </a:lnTo>
                  <a:lnTo>
                    <a:pt x="68883" y="294280"/>
                  </a:lnTo>
                  <a:lnTo>
                    <a:pt x="73245" y="297344"/>
                  </a:lnTo>
                  <a:lnTo>
                    <a:pt x="77702" y="300268"/>
                  </a:lnTo>
                  <a:lnTo>
                    <a:pt x="82250" y="303048"/>
                  </a:lnTo>
                  <a:lnTo>
                    <a:pt x="86884" y="305681"/>
                  </a:lnTo>
                  <a:lnTo>
                    <a:pt x="91600" y="308166"/>
                  </a:lnTo>
                  <a:lnTo>
                    <a:pt x="96392" y="310498"/>
                  </a:lnTo>
                  <a:lnTo>
                    <a:pt x="101257" y="312677"/>
                  </a:lnTo>
                  <a:lnTo>
                    <a:pt x="106188" y="314700"/>
                  </a:lnTo>
                  <a:lnTo>
                    <a:pt x="111182" y="316564"/>
                  </a:lnTo>
                  <a:lnTo>
                    <a:pt x="116232" y="318269"/>
                  </a:lnTo>
                  <a:lnTo>
                    <a:pt x="121335" y="319811"/>
                  </a:lnTo>
                  <a:lnTo>
                    <a:pt x="126483" y="321190"/>
                  </a:lnTo>
                  <a:lnTo>
                    <a:pt x="131674" y="322404"/>
                  </a:lnTo>
                  <a:lnTo>
                    <a:pt x="136900" y="323452"/>
                  </a:lnTo>
                  <a:lnTo>
                    <a:pt x="142157" y="324333"/>
                  </a:lnTo>
                  <a:lnTo>
                    <a:pt x="147439" y="325046"/>
                  </a:lnTo>
                  <a:lnTo>
                    <a:pt x="152742" y="325590"/>
                  </a:lnTo>
                  <a:lnTo>
                    <a:pt x="158059" y="325965"/>
                  </a:lnTo>
                  <a:lnTo>
                    <a:pt x="163385" y="326170"/>
                  </a:lnTo>
                  <a:lnTo>
                    <a:pt x="168715" y="326205"/>
                  </a:lnTo>
                  <a:lnTo>
                    <a:pt x="174044" y="326070"/>
                  </a:lnTo>
                  <a:lnTo>
                    <a:pt x="179365" y="325765"/>
                  </a:lnTo>
                  <a:lnTo>
                    <a:pt x="184674" y="325291"/>
                  </a:lnTo>
                  <a:lnTo>
                    <a:pt x="167150" y="159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167165" cy="333413"/>
            </a:xfrm>
            <a:custGeom>
              <a:avLst/>
              <a:pathLst>
                <a:path w="167165" h="333413">
                  <a:moveTo>
                    <a:pt x="17524" y="333413"/>
                  </a:moveTo>
                  <a:lnTo>
                    <a:pt x="22828" y="332768"/>
                  </a:lnTo>
                  <a:lnTo>
                    <a:pt x="28108" y="331954"/>
                  </a:lnTo>
                  <a:lnTo>
                    <a:pt x="33360" y="330972"/>
                  </a:lnTo>
                  <a:lnTo>
                    <a:pt x="38578" y="329822"/>
                  </a:lnTo>
                  <a:lnTo>
                    <a:pt x="43757" y="328506"/>
                  </a:lnTo>
                  <a:lnTo>
                    <a:pt x="48891" y="327025"/>
                  </a:lnTo>
                  <a:lnTo>
                    <a:pt x="53974" y="325381"/>
                  </a:lnTo>
                  <a:lnTo>
                    <a:pt x="59003" y="323575"/>
                  </a:lnTo>
                  <a:lnTo>
                    <a:pt x="63971" y="321610"/>
                  </a:lnTo>
                  <a:lnTo>
                    <a:pt x="68875" y="319486"/>
                  </a:lnTo>
                  <a:lnTo>
                    <a:pt x="73707" y="317207"/>
                  </a:lnTo>
                  <a:lnTo>
                    <a:pt x="78465" y="314775"/>
                  </a:lnTo>
                  <a:lnTo>
                    <a:pt x="83142" y="312192"/>
                  </a:lnTo>
                  <a:lnTo>
                    <a:pt x="87734" y="309461"/>
                  </a:lnTo>
                  <a:lnTo>
                    <a:pt x="92237" y="306584"/>
                  </a:lnTo>
                  <a:lnTo>
                    <a:pt x="96645" y="303565"/>
                  </a:lnTo>
                  <a:lnTo>
                    <a:pt x="100955" y="300407"/>
                  </a:lnTo>
                  <a:lnTo>
                    <a:pt x="105162" y="297113"/>
                  </a:lnTo>
                  <a:lnTo>
                    <a:pt x="109261" y="293685"/>
                  </a:lnTo>
                  <a:lnTo>
                    <a:pt x="113248" y="290129"/>
                  </a:lnTo>
                  <a:lnTo>
                    <a:pt x="117120" y="286447"/>
                  </a:lnTo>
                  <a:lnTo>
                    <a:pt x="120872" y="282643"/>
                  </a:lnTo>
                  <a:lnTo>
                    <a:pt x="124501" y="278721"/>
                  </a:lnTo>
                  <a:lnTo>
                    <a:pt x="128003" y="274685"/>
                  </a:lnTo>
                  <a:lnTo>
                    <a:pt x="131373" y="270540"/>
                  </a:lnTo>
                  <a:lnTo>
                    <a:pt x="134610" y="266288"/>
                  </a:lnTo>
                  <a:lnTo>
                    <a:pt x="137709" y="261936"/>
                  </a:lnTo>
                  <a:lnTo>
                    <a:pt x="140667" y="257486"/>
                  </a:lnTo>
                  <a:lnTo>
                    <a:pt x="143482" y="252945"/>
                  </a:lnTo>
                  <a:lnTo>
                    <a:pt x="146150" y="248315"/>
                  </a:lnTo>
                  <a:lnTo>
                    <a:pt x="148668" y="243603"/>
                  </a:lnTo>
                  <a:lnTo>
                    <a:pt x="151035" y="238813"/>
                  </a:lnTo>
                  <a:lnTo>
                    <a:pt x="153248" y="233949"/>
                  </a:lnTo>
                  <a:lnTo>
                    <a:pt x="155304" y="229018"/>
                  </a:lnTo>
                  <a:lnTo>
                    <a:pt x="157201" y="224023"/>
                  </a:lnTo>
                  <a:lnTo>
                    <a:pt x="158938" y="218970"/>
                  </a:lnTo>
                  <a:lnTo>
                    <a:pt x="160512" y="213864"/>
                  </a:lnTo>
                  <a:lnTo>
                    <a:pt x="161923" y="208710"/>
                  </a:lnTo>
                  <a:lnTo>
                    <a:pt x="163168" y="203514"/>
                  </a:lnTo>
                  <a:lnTo>
                    <a:pt x="164246" y="198281"/>
                  </a:lnTo>
                  <a:lnTo>
                    <a:pt x="165156" y="193016"/>
                  </a:lnTo>
                  <a:lnTo>
                    <a:pt x="165898" y="187725"/>
                  </a:lnTo>
                  <a:lnTo>
                    <a:pt x="166470" y="182413"/>
                  </a:lnTo>
                  <a:lnTo>
                    <a:pt x="166872" y="177085"/>
                  </a:lnTo>
                  <a:lnTo>
                    <a:pt x="167104" y="171746"/>
                  </a:lnTo>
                  <a:lnTo>
                    <a:pt x="167165" y="166404"/>
                  </a:lnTo>
                  <a:lnTo>
                    <a:pt x="167055" y="161062"/>
                  </a:lnTo>
                  <a:lnTo>
                    <a:pt x="166775" y="155726"/>
                  </a:lnTo>
                  <a:lnTo>
                    <a:pt x="166324" y="150402"/>
                  </a:lnTo>
                  <a:lnTo>
                    <a:pt x="165703" y="145095"/>
                  </a:lnTo>
                  <a:lnTo>
                    <a:pt x="164913" y="139811"/>
                  </a:lnTo>
                  <a:lnTo>
                    <a:pt x="163955" y="134554"/>
                  </a:lnTo>
                  <a:lnTo>
                    <a:pt x="162829" y="129331"/>
                  </a:lnTo>
                  <a:lnTo>
                    <a:pt x="161537" y="124147"/>
                  </a:lnTo>
                  <a:lnTo>
                    <a:pt x="160079" y="119006"/>
                  </a:lnTo>
                  <a:lnTo>
                    <a:pt x="158458" y="113915"/>
                  </a:lnTo>
                  <a:lnTo>
                    <a:pt x="156675" y="108878"/>
                  </a:lnTo>
                  <a:lnTo>
                    <a:pt x="154733" y="103901"/>
                  </a:lnTo>
                  <a:lnTo>
                    <a:pt x="152632" y="98988"/>
                  </a:lnTo>
                  <a:lnTo>
                    <a:pt x="150375" y="94145"/>
                  </a:lnTo>
                  <a:lnTo>
                    <a:pt x="147964" y="89376"/>
                  </a:lnTo>
                  <a:lnTo>
                    <a:pt x="145403" y="84687"/>
                  </a:lnTo>
                  <a:lnTo>
                    <a:pt x="142693" y="80083"/>
                  </a:lnTo>
                  <a:lnTo>
                    <a:pt x="139837" y="75567"/>
                  </a:lnTo>
                  <a:lnTo>
                    <a:pt x="136838" y="71145"/>
                  </a:lnTo>
                  <a:lnTo>
                    <a:pt x="133699" y="66821"/>
                  </a:lnTo>
                  <a:lnTo>
                    <a:pt x="130424" y="62599"/>
                  </a:lnTo>
                  <a:lnTo>
                    <a:pt x="127015" y="58484"/>
                  </a:lnTo>
                  <a:lnTo>
                    <a:pt x="123477" y="54481"/>
                  </a:lnTo>
                  <a:lnTo>
                    <a:pt x="119813" y="50592"/>
                  </a:lnTo>
                  <a:lnTo>
                    <a:pt x="116026" y="46823"/>
                  </a:lnTo>
                  <a:lnTo>
                    <a:pt x="112121" y="43176"/>
                  </a:lnTo>
                  <a:lnTo>
                    <a:pt x="108101" y="39656"/>
                  </a:lnTo>
                  <a:lnTo>
                    <a:pt x="103971" y="36266"/>
                  </a:lnTo>
                  <a:lnTo>
                    <a:pt x="99734" y="33011"/>
                  </a:lnTo>
                  <a:lnTo>
                    <a:pt x="95396" y="29892"/>
                  </a:lnTo>
                  <a:lnTo>
                    <a:pt x="90960" y="26913"/>
                  </a:lnTo>
                  <a:lnTo>
                    <a:pt x="86431" y="24078"/>
                  </a:lnTo>
                  <a:lnTo>
                    <a:pt x="81814" y="21389"/>
                  </a:lnTo>
                  <a:lnTo>
                    <a:pt x="77114" y="18848"/>
                  </a:lnTo>
                  <a:lnTo>
                    <a:pt x="72334" y="16460"/>
                  </a:lnTo>
                  <a:lnTo>
                    <a:pt x="67481" y="14225"/>
                  </a:lnTo>
                  <a:lnTo>
                    <a:pt x="62559" y="12147"/>
                  </a:lnTo>
                  <a:lnTo>
                    <a:pt x="57572" y="10226"/>
                  </a:lnTo>
                  <a:lnTo>
                    <a:pt x="52527" y="8467"/>
                  </a:lnTo>
                  <a:lnTo>
                    <a:pt x="47429" y="6869"/>
                  </a:lnTo>
                  <a:lnTo>
                    <a:pt x="42282" y="5435"/>
                  </a:lnTo>
                  <a:lnTo>
                    <a:pt x="37091" y="4167"/>
                  </a:lnTo>
                  <a:lnTo>
                    <a:pt x="31863" y="3064"/>
                  </a:lnTo>
                  <a:lnTo>
                    <a:pt x="26603" y="2130"/>
                  </a:lnTo>
                  <a:lnTo>
                    <a:pt x="21315" y="1364"/>
                  </a:lnTo>
                  <a:lnTo>
                    <a:pt x="16005" y="767"/>
                  </a:lnTo>
                  <a:lnTo>
                    <a:pt x="10679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7432" y="5269756"/>
              <a:ext cx="17826" cy="167167"/>
            </a:xfrm>
            <a:custGeom>
              <a:avLst/>
              <a:pathLst>
                <a:path w="17826" h="167167">
                  <a:moveTo>
                    <a:pt x="17826" y="0"/>
                  </a:moveTo>
                  <a:lnTo>
                    <a:pt x="8900" y="238"/>
                  </a:lnTo>
                  <a:lnTo>
                    <a:pt x="0" y="953"/>
                  </a:lnTo>
                  <a:lnTo>
                    <a:pt x="178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7432" y="5270709"/>
              <a:ext cx="17826" cy="166214"/>
            </a:xfrm>
            <a:custGeom>
              <a:avLst/>
              <a:pathLst>
                <a:path w="17826" h="166214">
                  <a:moveTo>
                    <a:pt x="0" y="0"/>
                  </a:moveTo>
                  <a:lnTo>
                    <a:pt x="17826" y="166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7432" y="5270709"/>
              <a:ext cx="17826" cy="166214"/>
            </a:xfrm>
            <a:custGeom>
              <a:avLst/>
              <a:pathLst>
                <a:path w="17826" h="166214">
                  <a:moveTo>
                    <a:pt x="0" y="0"/>
                  </a:moveTo>
                  <a:lnTo>
                    <a:pt x="17826" y="166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432" y="5270709"/>
              <a:ext cx="17826" cy="166214"/>
            </a:xfrm>
            <a:custGeom>
              <a:avLst/>
              <a:pathLst>
                <a:path w="17826" h="166214">
                  <a:moveTo>
                    <a:pt x="0" y="0"/>
                  </a:moveTo>
                  <a:lnTo>
                    <a:pt x="17826" y="1662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432" y="5270709"/>
              <a:ext cx="17826" cy="166214"/>
            </a:xfrm>
            <a:custGeom>
              <a:avLst/>
              <a:pathLst>
                <a:path w="17826" h="166214">
                  <a:moveTo>
                    <a:pt x="0" y="0"/>
                  </a:moveTo>
                  <a:lnTo>
                    <a:pt x="17826" y="1662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81465" y="5270709"/>
              <a:ext cx="163793" cy="166214"/>
            </a:xfrm>
            <a:custGeom>
              <a:avLst/>
              <a:pathLst>
                <a:path w="163793" h="166214">
                  <a:moveTo>
                    <a:pt x="145967" y="0"/>
                  </a:moveTo>
                  <a:lnTo>
                    <a:pt x="140595" y="664"/>
                  </a:lnTo>
                  <a:lnTo>
                    <a:pt x="135248" y="1501"/>
                  </a:lnTo>
                  <a:lnTo>
                    <a:pt x="129931" y="2512"/>
                  </a:lnTo>
                  <a:lnTo>
                    <a:pt x="124650" y="3694"/>
                  </a:lnTo>
                  <a:lnTo>
                    <a:pt x="119410" y="5046"/>
                  </a:lnTo>
                  <a:lnTo>
                    <a:pt x="114216" y="6567"/>
                  </a:lnTo>
                  <a:lnTo>
                    <a:pt x="109074" y="8256"/>
                  </a:lnTo>
                  <a:lnTo>
                    <a:pt x="103989" y="10110"/>
                  </a:lnTo>
                  <a:lnTo>
                    <a:pt x="98967" y="12127"/>
                  </a:lnTo>
                  <a:lnTo>
                    <a:pt x="94013" y="14307"/>
                  </a:lnTo>
                  <a:lnTo>
                    <a:pt x="89132" y="16645"/>
                  </a:lnTo>
                  <a:lnTo>
                    <a:pt x="84330" y="19140"/>
                  </a:lnTo>
                  <a:lnTo>
                    <a:pt x="79610" y="21790"/>
                  </a:lnTo>
                  <a:lnTo>
                    <a:pt x="74979" y="24590"/>
                  </a:lnTo>
                  <a:lnTo>
                    <a:pt x="70441" y="27540"/>
                  </a:lnTo>
                  <a:lnTo>
                    <a:pt x="66001" y="30634"/>
                  </a:lnTo>
                  <a:lnTo>
                    <a:pt x="61664" y="33871"/>
                  </a:lnTo>
                  <a:lnTo>
                    <a:pt x="57433" y="37246"/>
                  </a:lnTo>
                  <a:lnTo>
                    <a:pt x="53314" y="40757"/>
                  </a:lnTo>
                  <a:lnTo>
                    <a:pt x="49311" y="44399"/>
                  </a:lnTo>
                  <a:lnTo>
                    <a:pt x="45428" y="48169"/>
                  </a:lnTo>
                  <a:lnTo>
                    <a:pt x="41668" y="52062"/>
                  </a:lnTo>
                  <a:lnTo>
                    <a:pt x="38037" y="56075"/>
                  </a:lnTo>
                  <a:lnTo>
                    <a:pt x="34538" y="60204"/>
                  </a:lnTo>
                  <a:lnTo>
                    <a:pt x="31174" y="64443"/>
                  </a:lnTo>
                  <a:lnTo>
                    <a:pt x="27949" y="68790"/>
                  </a:lnTo>
                  <a:lnTo>
                    <a:pt x="24866" y="73238"/>
                  </a:lnTo>
                  <a:lnTo>
                    <a:pt x="21929" y="77784"/>
                  </a:lnTo>
                  <a:lnTo>
                    <a:pt x="19141" y="82423"/>
                  </a:lnTo>
                  <a:lnTo>
                    <a:pt x="16505" y="87149"/>
                  </a:lnTo>
                  <a:lnTo>
                    <a:pt x="14022" y="91959"/>
                  </a:lnTo>
                  <a:lnTo>
                    <a:pt x="11697" y="96846"/>
                  </a:lnTo>
                  <a:lnTo>
                    <a:pt x="9531" y="101806"/>
                  </a:lnTo>
                  <a:lnTo>
                    <a:pt x="7527" y="106833"/>
                  </a:lnTo>
                  <a:lnTo>
                    <a:pt x="5687" y="111923"/>
                  </a:lnTo>
                  <a:lnTo>
                    <a:pt x="4012" y="117069"/>
                  </a:lnTo>
                  <a:lnTo>
                    <a:pt x="2505" y="122267"/>
                  </a:lnTo>
                  <a:lnTo>
                    <a:pt x="1167" y="127511"/>
                  </a:lnTo>
                  <a:lnTo>
                    <a:pt x="0" y="132796"/>
                  </a:lnTo>
                  <a:lnTo>
                    <a:pt x="163793" y="1662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8101" y="5269756"/>
              <a:ext cx="334307" cy="334334"/>
            </a:xfrm>
            <a:custGeom>
              <a:avLst/>
              <a:pathLst>
                <a:path w="334307" h="334334">
                  <a:moveTo>
                    <a:pt x="3364" y="133749"/>
                  </a:moveTo>
                  <a:lnTo>
                    <a:pt x="2387" y="138957"/>
                  </a:lnTo>
                  <a:lnTo>
                    <a:pt x="1575" y="144194"/>
                  </a:lnTo>
                  <a:lnTo>
                    <a:pt x="930" y="149454"/>
                  </a:lnTo>
                  <a:lnTo>
                    <a:pt x="452" y="154731"/>
                  </a:lnTo>
                  <a:lnTo>
                    <a:pt x="142" y="160021"/>
                  </a:lnTo>
                  <a:lnTo>
                    <a:pt x="0" y="165319"/>
                  </a:lnTo>
                  <a:lnTo>
                    <a:pt x="25" y="170618"/>
                  </a:lnTo>
                  <a:lnTo>
                    <a:pt x="218" y="175913"/>
                  </a:lnTo>
                  <a:lnTo>
                    <a:pt x="579" y="181200"/>
                  </a:lnTo>
                  <a:lnTo>
                    <a:pt x="1108" y="186473"/>
                  </a:lnTo>
                  <a:lnTo>
                    <a:pt x="1803" y="191726"/>
                  </a:lnTo>
                  <a:lnTo>
                    <a:pt x="2665" y="196955"/>
                  </a:lnTo>
                  <a:lnTo>
                    <a:pt x="3691" y="202154"/>
                  </a:lnTo>
                  <a:lnTo>
                    <a:pt x="4883" y="207317"/>
                  </a:lnTo>
                  <a:lnTo>
                    <a:pt x="6237" y="212440"/>
                  </a:lnTo>
                  <a:lnTo>
                    <a:pt x="7752" y="217518"/>
                  </a:lnTo>
                  <a:lnTo>
                    <a:pt x="9428" y="222545"/>
                  </a:lnTo>
                  <a:lnTo>
                    <a:pt x="11263" y="227517"/>
                  </a:lnTo>
                  <a:lnTo>
                    <a:pt x="13254" y="232428"/>
                  </a:lnTo>
                  <a:lnTo>
                    <a:pt x="15400" y="237273"/>
                  </a:lnTo>
                  <a:lnTo>
                    <a:pt x="17698" y="242048"/>
                  </a:lnTo>
                  <a:lnTo>
                    <a:pt x="20147" y="246747"/>
                  </a:lnTo>
                  <a:lnTo>
                    <a:pt x="22743" y="251367"/>
                  </a:lnTo>
                  <a:lnTo>
                    <a:pt x="25484" y="255902"/>
                  </a:lnTo>
                  <a:lnTo>
                    <a:pt x="28368" y="260348"/>
                  </a:lnTo>
                  <a:lnTo>
                    <a:pt x="31391" y="264700"/>
                  </a:lnTo>
                  <a:lnTo>
                    <a:pt x="34551" y="268954"/>
                  </a:lnTo>
                  <a:lnTo>
                    <a:pt x="37843" y="273106"/>
                  </a:lnTo>
                  <a:lnTo>
                    <a:pt x="41266" y="277151"/>
                  </a:lnTo>
                  <a:lnTo>
                    <a:pt x="44816" y="281086"/>
                  </a:lnTo>
                  <a:lnTo>
                    <a:pt x="48488" y="284907"/>
                  </a:lnTo>
                  <a:lnTo>
                    <a:pt x="52279" y="288609"/>
                  </a:lnTo>
                  <a:lnTo>
                    <a:pt x="56186" y="292189"/>
                  </a:lnTo>
                  <a:lnTo>
                    <a:pt x="60205" y="295643"/>
                  </a:lnTo>
                  <a:lnTo>
                    <a:pt x="64330" y="298969"/>
                  </a:lnTo>
                  <a:lnTo>
                    <a:pt x="68560" y="302162"/>
                  </a:lnTo>
                  <a:lnTo>
                    <a:pt x="72888" y="305219"/>
                  </a:lnTo>
                  <a:lnTo>
                    <a:pt x="77311" y="308137"/>
                  </a:lnTo>
                  <a:lnTo>
                    <a:pt x="81824" y="310914"/>
                  </a:lnTo>
                  <a:lnTo>
                    <a:pt x="86423" y="313547"/>
                  </a:lnTo>
                  <a:lnTo>
                    <a:pt x="91103" y="316032"/>
                  </a:lnTo>
                  <a:lnTo>
                    <a:pt x="95860" y="318368"/>
                  </a:lnTo>
                  <a:lnTo>
                    <a:pt x="100688" y="320552"/>
                  </a:lnTo>
                  <a:lnTo>
                    <a:pt x="105583" y="322581"/>
                  </a:lnTo>
                  <a:lnTo>
                    <a:pt x="110540" y="324455"/>
                  </a:lnTo>
                  <a:lnTo>
                    <a:pt x="115554" y="326170"/>
                  </a:lnTo>
                  <a:lnTo>
                    <a:pt x="120620" y="327726"/>
                  </a:lnTo>
                  <a:lnTo>
                    <a:pt x="125732" y="329120"/>
                  </a:lnTo>
                  <a:lnTo>
                    <a:pt x="130886" y="330352"/>
                  </a:lnTo>
                  <a:lnTo>
                    <a:pt x="136077" y="331420"/>
                  </a:lnTo>
                  <a:lnTo>
                    <a:pt x="141298" y="332322"/>
                  </a:lnTo>
                  <a:lnTo>
                    <a:pt x="146546" y="333059"/>
                  </a:lnTo>
                  <a:lnTo>
                    <a:pt x="151814" y="333629"/>
                  </a:lnTo>
                  <a:lnTo>
                    <a:pt x="157098" y="334032"/>
                  </a:lnTo>
                  <a:lnTo>
                    <a:pt x="162392" y="334266"/>
                  </a:lnTo>
                  <a:lnTo>
                    <a:pt x="167691" y="334334"/>
                  </a:lnTo>
                  <a:lnTo>
                    <a:pt x="172989" y="334233"/>
                  </a:lnTo>
                  <a:lnTo>
                    <a:pt x="178281" y="333964"/>
                  </a:lnTo>
                  <a:lnTo>
                    <a:pt x="183563" y="333527"/>
                  </a:lnTo>
                  <a:lnTo>
                    <a:pt x="188827" y="332924"/>
                  </a:lnTo>
                  <a:lnTo>
                    <a:pt x="194070" y="332154"/>
                  </a:lnTo>
                  <a:lnTo>
                    <a:pt x="199286" y="331218"/>
                  </a:lnTo>
                  <a:lnTo>
                    <a:pt x="204470" y="330117"/>
                  </a:lnTo>
                  <a:lnTo>
                    <a:pt x="209616" y="328852"/>
                  </a:lnTo>
                  <a:lnTo>
                    <a:pt x="214719" y="327425"/>
                  </a:lnTo>
                  <a:lnTo>
                    <a:pt x="219775" y="325837"/>
                  </a:lnTo>
                  <a:lnTo>
                    <a:pt x="224777" y="324090"/>
                  </a:lnTo>
                  <a:lnTo>
                    <a:pt x="229722" y="322185"/>
                  </a:lnTo>
                  <a:lnTo>
                    <a:pt x="234604" y="320124"/>
                  </a:lnTo>
                  <a:lnTo>
                    <a:pt x="239418" y="317909"/>
                  </a:lnTo>
                  <a:lnTo>
                    <a:pt x="244160" y="315543"/>
                  </a:lnTo>
                  <a:lnTo>
                    <a:pt x="248824" y="313028"/>
                  </a:lnTo>
                  <a:lnTo>
                    <a:pt x="253406" y="310366"/>
                  </a:lnTo>
                  <a:lnTo>
                    <a:pt x="257902" y="307560"/>
                  </a:lnTo>
                  <a:lnTo>
                    <a:pt x="262306" y="304614"/>
                  </a:lnTo>
                  <a:lnTo>
                    <a:pt x="266615" y="301529"/>
                  </a:lnTo>
                  <a:lnTo>
                    <a:pt x="270823" y="298309"/>
                  </a:lnTo>
                  <a:lnTo>
                    <a:pt x="274928" y="294957"/>
                  </a:lnTo>
                  <a:lnTo>
                    <a:pt x="278924" y="291477"/>
                  </a:lnTo>
                  <a:lnTo>
                    <a:pt x="282808" y="287872"/>
                  </a:lnTo>
                  <a:lnTo>
                    <a:pt x="286576" y="284146"/>
                  </a:lnTo>
                  <a:lnTo>
                    <a:pt x="290223" y="280302"/>
                  </a:lnTo>
                  <a:lnTo>
                    <a:pt x="293748" y="276344"/>
                  </a:lnTo>
                  <a:lnTo>
                    <a:pt x="297144" y="272277"/>
                  </a:lnTo>
                  <a:lnTo>
                    <a:pt x="300411" y="268104"/>
                  </a:lnTo>
                  <a:lnTo>
                    <a:pt x="303543" y="263830"/>
                  </a:lnTo>
                  <a:lnTo>
                    <a:pt x="306538" y="259459"/>
                  </a:lnTo>
                  <a:lnTo>
                    <a:pt x="309393" y="254994"/>
                  </a:lnTo>
                  <a:lnTo>
                    <a:pt x="312106" y="250442"/>
                  </a:lnTo>
                  <a:lnTo>
                    <a:pt x="314672" y="245806"/>
                  </a:lnTo>
                  <a:lnTo>
                    <a:pt x="317091" y="241091"/>
                  </a:lnTo>
                  <a:lnTo>
                    <a:pt x="319358" y="236301"/>
                  </a:lnTo>
                  <a:lnTo>
                    <a:pt x="321473" y="231443"/>
                  </a:lnTo>
                  <a:lnTo>
                    <a:pt x="323433" y="226519"/>
                  </a:lnTo>
                  <a:lnTo>
                    <a:pt x="325236" y="221536"/>
                  </a:lnTo>
                  <a:lnTo>
                    <a:pt x="326880" y="216498"/>
                  </a:lnTo>
                  <a:lnTo>
                    <a:pt x="328363" y="211411"/>
                  </a:lnTo>
                  <a:lnTo>
                    <a:pt x="329684" y="206279"/>
                  </a:lnTo>
                  <a:lnTo>
                    <a:pt x="330842" y="201108"/>
                  </a:lnTo>
                  <a:lnTo>
                    <a:pt x="331836" y="195903"/>
                  </a:lnTo>
                  <a:lnTo>
                    <a:pt x="332664" y="190669"/>
                  </a:lnTo>
                  <a:lnTo>
                    <a:pt x="333326" y="185411"/>
                  </a:lnTo>
                  <a:lnTo>
                    <a:pt x="333820" y="180135"/>
                  </a:lnTo>
                  <a:lnTo>
                    <a:pt x="334148" y="174846"/>
                  </a:lnTo>
                  <a:lnTo>
                    <a:pt x="334307" y="169549"/>
                  </a:lnTo>
                  <a:lnTo>
                    <a:pt x="334299" y="164250"/>
                  </a:lnTo>
                  <a:lnTo>
                    <a:pt x="334122" y="158954"/>
                  </a:lnTo>
                  <a:lnTo>
                    <a:pt x="333778" y="153666"/>
                  </a:lnTo>
                  <a:lnTo>
                    <a:pt x="333266" y="148392"/>
                  </a:lnTo>
                  <a:lnTo>
                    <a:pt x="332588" y="143136"/>
                  </a:lnTo>
                  <a:lnTo>
                    <a:pt x="331743" y="137905"/>
                  </a:lnTo>
                  <a:lnTo>
                    <a:pt x="330733" y="132703"/>
                  </a:lnTo>
                  <a:lnTo>
                    <a:pt x="329558" y="127536"/>
                  </a:lnTo>
                  <a:lnTo>
                    <a:pt x="328221" y="122408"/>
                  </a:lnTo>
                  <a:lnTo>
                    <a:pt x="326721" y="117325"/>
                  </a:lnTo>
                  <a:lnTo>
                    <a:pt x="325061" y="112293"/>
                  </a:lnTo>
                  <a:lnTo>
                    <a:pt x="323243" y="107316"/>
                  </a:lnTo>
                  <a:lnTo>
                    <a:pt x="321267" y="102399"/>
                  </a:lnTo>
                  <a:lnTo>
                    <a:pt x="319137" y="97546"/>
                  </a:lnTo>
                  <a:lnTo>
                    <a:pt x="316854" y="92764"/>
                  </a:lnTo>
                  <a:lnTo>
                    <a:pt x="314420" y="88057"/>
                  </a:lnTo>
                  <a:lnTo>
                    <a:pt x="311839" y="83429"/>
                  </a:lnTo>
                  <a:lnTo>
                    <a:pt x="309112" y="78885"/>
                  </a:lnTo>
                  <a:lnTo>
                    <a:pt x="306243" y="74430"/>
                  </a:lnTo>
                  <a:lnTo>
                    <a:pt x="303233" y="70068"/>
                  </a:lnTo>
                  <a:lnTo>
                    <a:pt x="300087" y="65804"/>
                  </a:lnTo>
                  <a:lnTo>
                    <a:pt x="296808" y="61642"/>
                  </a:lnTo>
                  <a:lnTo>
                    <a:pt x="293398" y="57585"/>
                  </a:lnTo>
                  <a:lnTo>
                    <a:pt x="289861" y="53639"/>
                  </a:lnTo>
                  <a:lnTo>
                    <a:pt x="286201" y="49807"/>
                  </a:lnTo>
                  <a:lnTo>
                    <a:pt x="282422" y="46093"/>
                  </a:lnTo>
                  <a:lnTo>
                    <a:pt x="278526" y="42500"/>
                  </a:lnTo>
                  <a:lnTo>
                    <a:pt x="274519" y="39033"/>
                  </a:lnTo>
                  <a:lnTo>
                    <a:pt x="270404" y="35694"/>
                  </a:lnTo>
                  <a:lnTo>
                    <a:pt x="266185" y="32488"/>
                  </a:lnTo>
                  <a:lnTo>
                    <a:pt x="261866" y="29417"/>
                  </a:lnTo>
                  <a:lnTo>
                    <a:pt x="257453" y="26484"/>
                  </a:lnTo>
                  <a:lnTo>
                    <a:pt x="252948" y="23693"/>
                  </a:lnTo>
                  <a:lnTo>
                    <a:pt x="248358" y="21046"/>
                  </a:lnTo>
                  <a:lnTo>
                    <a:pt x="243685" y="18546"/>
                  </a:lnTo>
                  <a:lnTo>
                    <a:pt x="238936" y="16195"/>
                  </a:lnTo>
                  <a:lnTo>
                    <a:pt x="234115" y="13995"/>
                  </a:lnTo>
                  <a:lnTo>
                    <a:pt x="229226" y="11950"/>
                  </a:lnTo>
                  <a:lnTo>
                    <a:pt x="224276" y="10061"/>
                  </a:lnTo>
                  <a:lnTo>
                    <a:pt x="219267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5783" y="5018213"/>
              <a:ext cx="25255" cy="167167"/>
            </a:xfrm>
            <a:custGeom>
              <a:avLst/>
              <a:pathLst>
                <a:path w="25255" h="167167">
                  <a:moveTo>
                    <a:pt x="25255" y="0"/>
                  </a:moveTo>
                  <a:lnTo>
                    <a:pt x="16808" y="213"/>
                  </a:lnTo>
                  <a:lnTo>
                    <a:pt x="8382" y="853"/>
                  </a:lnTo>
                  <a:lnTo>
                    <a:pt x="0" y="1918"/>
                  </a:lnTo>
                  <a:lnTo>
                    <a:pt x="252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5783" y="5020132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5783" y="5020132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5783" y="5020132"/>
              <a:ext cx="25255" cy="165248"/>
            </a:xfrm>
            <a:custGeom>
              <a:avLst/>
              <a:pathLst>
                <a:path w="25255" h="165248">
                  <a:moveTo>
                    <a:pt x="0" y="0"/>
                  </a:moveTo>
                  <a:lnTo>
                    <a:pt x="25255" y="1652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3875" y="5020132"/>
              <a:ext cx="167163" cy="182561"/>
            </a:xfrm>
            <a:custGeom>
              <a:avLst/>
              <a:pathLst>
                <a:path w="167163" h="182561">
                  <a:moveTo>
                    <a:pt x="141908" y="0"/>
                  </a:moveTo>
                  <a:lnTo>
                    <a:pt x="136568" y="904"/>
                  </a:lnTo>
                  <a:lnTo>
                    <a:pt x="131260" y="1982"/>
                  </a:lnTo>
                  <a:lnTo>
                    <a:pt x="125989" y="3231"/>
                  </a:lnTo>
                  <a:lnTo>
                    <a:pt x="120762" y="4650"/>
                  </a:lnTo>
                  <a:lnTo>
                    <a:pt x="115584" y="6237"/>
                  </a:lnTo>
                  <a:lnTo>
                    <a:pt x="110460" y="7992"/>
                  </a:lnTo>
                  <a:lnTo>
                    <a:pt x="105395" y="9911"/>
                  </a:lnTo>
                  <a:lnTo>
                    <a:pt x="100395" y="11994"/>
                  </a:lnTo>
                  <a:lnTo>
                    <a:pt x="95465" y="14237"/>
                  </a:lnTo>
                  <a:lnTo>
                    <a:pt x="90611" y="16639"/>
                  </a:lnTo>
                  <a:lnTo>
                    <a:pt x="85836" y="19197"/>
                  </a:lnTo>
                  <a:lnTo>
                    <a:pt x="81148" y="21909"/>
                  </a:lnTo>
                  <a:lnTo>
                    <a:pt x="76549" y="24770"/>
                  </a:lnTo>
                  <a:lnTo>
                    <a:pt x="72046" y="27780"/>
                  </a:lnTo>
                  <a:lnTo>
                    <a:pt x="67642" y="30933"/>
                  </a:lnTo>
                  <a:lnTo>
                    <a:pt x="63343" y="34228"/>
                  </a:lnTo>
                  <a:lnTo>
                    <a:pt x="59153" y="37660"/>
                  </a:lnTo>
                  <a:lnTo>
                    <a:pt x="55076" y="41226"/>
                  </a:lnTo>
                  <a:lnTo>
                    <a:pt x="51117" y="44922"/>
                  </a:lnTo>
                  <a:lnTo>
                    <a:pt x="47280" y="48745"/>
                  </a:lnTo>
                  <a:lnTo>
                    <a:pt x="43569" y="52690"/>
                  </a:lnTo>
                  <a:lnTo>
                    <a:pt x="39987" y="56753"/>
                  </a:lnTo>
                  <a:lnTo>
                    <a:pt x="36539" y="60930"/>
                  </a:lnTo>
                  <a:lnTo>
                    <a:pt x="33228" y="65217"/>
                  </a:lnTo>
                  <a:lnTo>
                    <a:pt x="30058" y="69608"/>
                  </a:lnTo>
                  <a:lnTo>
                    <a:pt x="27031" y="74100"/>
                  </a:lnTo>
                  <a:lnTo>
                    <a:pt x="24152" y="78688"/>
                  </a:lnTo>
                  <a:lnTo>
                    <a:pt x="21423" y="83366"/>
                  </a:lnTo>
                  <a:lnTo>
                    <a:pt x="18847" y="88130"/>
                  </a:lnTo>
                  <a:lnTo>
                    <a:pt x="16426" y="92976"/>
                  </a:lnTo>
                  <a:lnTo>
                    <a:pt x="14164" y="97897"/>
                  </a:lnTo>
                  <a:lnTo>
                    <a:pt x="12062" y="102889"/>
                  </a:lnTo>
                  <a:lnTo>
                    <a:pt x="10124" y="107946"/>
                  </a:lnTo>
                  <a:lnTo>
                    <a:pt x="8350" y="113064"/>
                  </a:lnTo>
                  <a:lnTo>
                    <a:pt x="6743" y="118236"/>
                  </a:lnTo>
                  <a:lnTo>
                    <a:pt x="5304" y="123458"/>
                  </a:lnTo>
                  <a:lnTo>
                    <a:pt x="4035" y="128724"/>
                  </a:lnTo>
                  <a:lnTo>
                    <a:pt x="2937" y="134027"/>
                  </a:lnTo>
                  <a:lnTo>
                    <a:pt x="2012" y="139364"/>
                  </a:lnTo>
                  <a:lnTo>
                    <a:pt x="1260" y="144728"/>
                  </a:lnTo>
                  <a:lnTo>
                    <a:pt x="682" y="150113"/>
                  </a:lnTo>
                  <a:lnTo>
                    <a:pt x="280" y="155515"/>
                  </a:lnTo>
                  <a:lnTo>
                    <a:pt x="52" y="160926"/>
                  </a:lnTo>
                  <a:lnTo>
                    <a:pt x="0" y="166342"/>
                  </a:lnTo>
                  <a:lnTo>
                    <a:pt x="123" y="171757"/>
                  </a:lnTo>
                  <a:lnTo>
                    <a:pt x="421" y="177165"/>
                  </a:lnTo>
                  <a:lnTo>
                    <a:pt x="895" y="182561"/>
                  </a:lnTo>
                  <a:lnTo>
                    <a:pt x="167163" y="1652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770" y="5018213"/>
              <a:ext cx="333420" cy="334332"/>
            </a:xfrm>
            <a:custGeom>
              <a:avLst/>
              <a:pathLst>
                <a:path w="333420" h="334332">
                  <a:moveTo>
                    <a:pt x="0" y="184480"/>
                  </a:moveTo>
                  <a:lnTo>
                    <a:pt x="634" y="189755"/>
                  </a:lnTo>
                  <a:lnTo>
                    <a:pt x="1435" y="195007"/>
                  </a:lnTo>
                  <a:lnTo>
                    <a:pt x="2403" y="200231"/>
                  </a:lnTo>
                  <a:lnTo>
                    <a:pt x="3537" y="205421"/>
                  </a:lnTo>
                  <a:lnTo>
                    <a:pt x="4834" y="210574"/>
                  </a:lnTo>
                  <a:lnTo>
                    <a:pt x="6295" y="215682"/>
                  </a:lnTo>
                  <a:lnTo>
                    <a:pt x="7918" y="220741"/>
                  </a:lnTo>
                  <a:lnTo>
                    <a:pt x="9700" y="225746"/>
                  </a:lnTo>
                  <a:lnTo>
                    <a:pt x="11641" y="230692"/>
                  </a:lnTo>
                  <a:lnTo>
                    <a:pt x="13738" y="235573"/>
                  </a:lnTo>
                  <a:lnTo>
                    <a:pt x="15989" y="240386"/>
                  </a:lnTo>
                  <a:lnTo>
                    <a:pt x="18391" y="245125"/>
                  </a:lnTo>
                  <a:lnTo>
                    <a:pt x="20943" y="249785"/>
                  </a:lnTo>
                  <a:lnTo>
                    <a:pt x="23642" y="254361"/>
                  </a:lnTo>
                  <a:lnTo>
                    <a:pt x="26485" y="258849"/>
                  </a:lnTo>
                  <a:lnTo>
                    <a:pt x="29469" y="263245"/>
                  </a:lnTo>
                  <a:lnTo>
                    <a:pt x="32592" y="267544"/>
                  </a:lnTo>
                  <a:lnTo>
                    <a:pt x="35849" y="271741"/>
                  </a:lnTo>
                  <a:lnTo>
                    <a:pt x="39238" y="275833"/>
                  </a:lnTo>
                  <a:lnTo>
                    <a:pt x="42755" y="279815"/>
                  </a:lnTo>
                  <a:lnTo>
                    <a:pt x="46397" y="283683"/>
                  </a:lnTo>
                  <a:lnTo>
                    <a:pt x="50161" y="287433"/>
                  </a:lnTo>
                  <a:lnTo>
                    <a:pt x="54041" y="291062"/>
                  </a:lnTo>
                  <a:lnTo>
                    <a:pt x="58035" y="294566"/>
                  </a:lnTo>
                  <a:lnTo>
                    <a:pt x="62138" y="297941"/>
                  </a:lnTo>
                  <a:lnTo>
                    <a:pt x="66347" y="301184"/>
                  </a:lnTo>
                  <a:lnTo>
                    <a:pt x="70656" y="304292"/>
                  </a:lnTo>
                  <a:lnTo>
                    <a:pt x="75062" y="307261"/>
                  </a:lnTo>
                  <a:lnTo>
                    <a:pt x="79560" y="310089"/>
                  </a:lnTo>
                  <a:lnTo>
                    <a:pt x="84146" y="312772"/>
                  </a:lnTo>
                  <a:lnTo>
                    <a:pt x="88814" y="315308"/>
                  </a:lnTo>
                  <a:lnTo>
                    <a:pt x="93561" y="317695"/>
                  </a:lnTo>
                  <a:lnTo>
                    <a:pt x="98381" y="319929"/>
                  </a:lnTo>
                  <a:lnTo>
                    <a:pt x="103270" y="322009"/>
                  </a:lnTo>
                  <a:lnTo>
                    <a:pt x="108222" y="323933"/>
                  </a:lnTo>
                  <a:lnTo>
                    <a:pt x="113234" y="325699"/>
                  </a:lnTo>
                  <a:lnTo>
                    <a:pt x="118298" y="327304"/>
                  </a:lnTo>
                  <a:lnTo>
                    <a:pt x="123411" y="328747"/>
                  </a:lnTo>
                  <a:lnTo>
                    <a:pt x="128568" y="330028"/>
                  </a:lnTo>
                  <a:lnTo>
                    <a:pt x="133762" y="331144"/>
                  </a:lnTo>
                  <a:lnTo>
                    <a:pt x="138990" y="332094"/>
                  </a:lnTo>
                  <a:lnTo>
                    <a:pt x="144244" y="332877"/>
                  </a:lnTo>
                  <a:lnTo>
                    <a:pt x="149522" y="333493"/>
                  </a:lnTo>
                  <a:lnTo>
                    <a:pt x="154816" y="333942"/>
                  </a:lnTo>
                  <a:lnTo>
                    <a:pt x="160121" y="334221"/>
                  </a:lnTo>
                  <a:lnTo>
                    <a:pt x="165433" y="334332"/>
                  </a:lnTo>
                  <a:lnTo>
                    <a:pt x="170746" y="334274"/>
                  </a:lnTo>
                  <a:lnTo>
                    <a:pt x="176054" y="334048"/>
                  </a:lnTo>
                  <a:lnTo>
                    <a:pt x="181352" y="333652"/>
                  </a:lnTo>
                  <a:lnTo>
                    <a:pt x="186635" y="333089"/>
                  </a:lnTo>
                  <a:lnTo>
                    <a:pt x="191898" y="332358"/>
                  </a:lnTo>
                  <a:lnTo>
                    <a:pt x="197134" y="331460"/>
                  </a:lnTo>
                  <a:lnTo>
                    <a:pt x="202340" y="330396"/>
                  </a:lnTo>
                  <a:lnTo>
                    <a:pt x="207508" y="329168"/>
                  </a:lnTo>
                  <a:lnTo>
                    <a:pt x="212636" y="327775"/>
                  </a:lnTo>
                  <a:lnTo>
                    <a:pt x="217716" y="326221"/>
                  </a:lnTo>
                  <a:lnTo>
                    <a:pt x="222745" y="324505"/>
                  </a:lnTo>
                  <a:lnTo>
                    <a:pt x="227716" y="322631"/>
                  </a:lnTo>
                  <a:lnTo>
                    <a:pt x="232625" y="320600"/>
                  </a:lnTo>
                  <a:lnTo>
                    <a:pt x="237468" y="318414"/>
                  </a:lnTo>
                  <a:lnTo>
                    <a:pt x="242238" y="316075"/>
                  </a:lnTo>
                  <a:lnTo>
                    <a:pt x="246932" y="313585"/>
                  </a:lnTo>
                  <a:lnTo>
                    <a:pt x="251544" y="310948"/>
                  </a:lnTo>
                  <a:lnTo>
                    <a:pt x="256070" y="308165"/>
                  </a:lnTo>
                  <a:lnTo>
                    <a:pt x="260505" y="305240"/>
                  </a:lnTo>
                  <a:lnTo>
                    <a:pt x="264846" y="302176"/>
                  </a:lnTo>
                  <a:lnTo>
                    <a:pt x="269086" y="298975"/>
                  </a:lnTo>
                  <a:lnTo>
                    <a:pt x="273223" y="295641"/>
                  </a:lnTo>
                  <a:lnTo>
                    <a:pt x="277252" y="292177"/>
                  </a:lnTo>
                  <a:lnTo>
                    <a:pt x="281168" y="288587"/>
                  </a:lnTo>
                  <a:lnTo>
                    <a:pt x="284969" y="284875"/>
                  </a:lnTo>
                  <a:lnTo>
                    <a:pt x="288649" y="281043"/>
                  </a:lnTo>
                  <a:lnTo>
                    <a:pt x="292206" y="277097"/>
                  </a:lnTo>
                  <a:lnTo>
                    <a:pt x="295636" y="273039"/>
                  </a:lnTo>
                  <a:lnTo>
                    <a:pt x="298935" y="268874"/>
                  </a:lnTo>
                  <a:lnTo>
                    <a:pt x="302100" y="264607"/>
                  </a:lnTo>
                  <a:lnTo>
                    <a:pt x="305128" y="260241"/>
                  </a:lnTo>
                  <a:lnTo>
                    <a:pt x="308016" y="255782"/>
                  </a:lnTo>
                  <a:lnTo>
                    <a:pt x="310760" y="251232"/>
                  </a:lnTo>
                  <a:lnTo>
                    <a:pt x="313359" y="246598"/>
                  </a:lnTo>
                  <a:lnTo>
                    <a:pt x="315809" y="241884"/>
                  </a:lnTo>
                  <a:lnTo>
                    <a:pt x="318107" y="237094"/>
                  </a:lnTo>
                  <a:lnTo>
                    <a:pt x="320253" y="232233"/>
                  </a:lnTo>
                  <a:lnTo>
                    <a:pt x="322243" y="227307"/>
                  </a:lnTo>
                  <a:lnTo>
                    <a:pt x="324075" y="222320"/>
                  </a:lnTo>
                  <a:lnTo>
                    <a:pt x="325748" y="217277"/>
                  </a:lnTo>
                  <a:lnTo>
                    <a:pt x="327260" y="212184"/>
                  </a:lnTo>
                  <a:lnTo>
                    <a:pt x="328609" y="207045"/>
                  </a:lnTo>
                  <a:lnTo>
                    <a:pt x="329795" y="201866"/>
                  </a:lnTo>
                  <a:lnTo>
                    <a:pt x="330815" y="196652"/>
                  </a:lnTo>
                  <a:lnTo>
                    <a:pt x="331669" y="191408"/>
                  </a:lnTo>
                  <a:lnTo>
                    <a:pt x="332355" y="186140"/>
                  </a:lnTo>
                  <a:lnTo>
                    <a:pt x="332874" y="180852"/>
                  </a:lnTo>
                  <a:lnTo>
                    <a:pt x="333225" y="175551"/>
                  </a:lnTo>
                  <a:lnTo>
                    <a:pt x="333407" y="170241"/>
                  </a:lnTo>
                  <a:lnTo>
                    <a:pt x="333420" y="164928"/>
                  </a:lnTo>
                  <a:lnTo>
                    <a:pt x="333265" y="159617"/>
                  </a:lnTo>
                  <a:lnTo>
                    <a:pt x="332941" y="154314"/>
                  </a:lnTo>
                  <a:lnTo>
                    <a:pt x="332448" y="149024"/>
                  </a:lnTo>
                  <a:lnTo>
                    <a:pt x="331788" y="143752"/>
                  </a:lnTo>
                  <a:lnTo>
                    <a:pt x="330960" y="138504"/>
                  </a:lnTo>
                  <a:lnTo>
                    <a:pt x="329966" y="133285"/>
                  </a:lnTo>
                  <a:lnTo>
                    <a:pt x="328806" y="128100"/>
                  </a:lnTo>
                  <a:lnTo>
                    <a:pt x="327483" y="122955"/>
                  </a:lnTo>
                  <a:lnTo>
                    <a:pt x="325996" y="117854"/>
                  </a:lnTo>
                  <a:lnTo>
                    <a:pt x="324349" y="112803"/>
                  </a:lnTo>
                  <a:lnTo>
                    <a:pt x="322541" y="107807"/>
                  </a:lnTo>
                  <a:lnTo>
                    <a:pt x="320576" y="102871"/>
                  </a:lnTo>
                  <a:lnTo>
                    <a:pt x="318455" y="97999"/>
                  </a:lnTo>
                  <a:lnTo>
                    <a:pt x="316180" y="93198"/>
                  </a:lnTo>
                  <a:lnTo>
                    <a:pt x="313754" y="88471"/>
                  </a:lnTo>
                  <a:lnTo>
                    <a:pt x="311178" y="83824"/>
                  </a:lnTo>
                  <a:lnTo>
                    <a:pt x="308457" y="79261"/>
                  </a:lnTo>
                  <a:lnTo>
                    <a:pt x="305591" y="74787"/>
                  </a:lnTo>
                  <a:lnTo>
                    <a:pt x="302585" y="70407"/>
                  </a:lnTo>
                  <a:lnTo>
                    <a:pt x="299441" y="66123"/>
                  </a:lnTo>
                  <a:lnTo>
                    <a:pt x="296163" y="61942"/>
                  </a:lnTo>
                  <a:lnTo>
                    <a:pt x="292754" y="57868"/>
                  </a:lnTo>
                  <a:lnTo>
                    <a:pt x="289217" y="53903"/>
                  </a:lnTo>
                  <a:lnTo>
                    <a:pt x="285555" y="50054"/>
                  </a:lnTo>
                  <a:lnTo>
                    <a:pt x="281773" y="46322"/>
                  </a:lnTo>
                  <a:lnTo>
                    <a:pt x="277875" y="42712"/>
                  </a:lnTo>
                  <a:lnTo>
                    <a:pt x="273863" y="39229"/>
                  </a:lnTo>
                  <a:lnTo>
                    <a:pt x="269743" y="35874"/>
                  </a:lnTo>
                  <a:lnTo>
                    <a:pt x="265519" y="32652"/>
                  </a:lnTo>
                  <a:lnTo>
                    <a:pt x="261194" y="29566"/>
                  </a:lnTo>
                  <a:lnTo>
                    <a:pt x="256773" y="26619"/>
                  </a:lnTo>
                  <a:lnTo>
                    <a:pt x="252261" y="23814"/>
                  </a:lnTo>
                  <a:lnTo>
                    <a:pt x="247662" y="21153"/>
                  </a:lnTo>
                  <a:lnTo>
                    <a:pt x="242981" y="18641"/>
                  </a:lnTo>
                  <a:lnTo>
                    <a:pt x="238222" y="16278"/>
                  </a:lnTo>
                  <a:lnTo>
                    <a:pt x="233391" y="14067"/>
                  </a:lnTo>
                  <a:lnTo>
                    <a:pt x="228492" y="12012"/>
                  </a:lnTo>
                  <a:lnTo>
                    <a:pt x="223530" y="10113"/>
                  </a:lnTo>
                  <a:lnTo>
                    <a:pt x="218510" y="8372"/>
                  </a:lnTo>
                  <a:lnTo>
                    <a:pt x="213437" y="6792"/>
                  </a:lnTo>
                  <a:lnTo>
                    <a:pt x="208317" y="5374"/>
                  </a:lnTo>
                  <a:lnTo>
                    <a:pt x="203154" y="4120"/>
                  </a:lnTo>
                  <a:lnTo>
                    <a:pt x="197954" y="3030"/>
                  </a:lnTo>
                  <a:lnTo>
                    <a:pt x="192722" y="2106"/>
                  </a:lnTo>
                  <a:lnTo>
                    <a:pt x="187464" y="1349"/>
                  </a:lnTo>
                  <a:lnTo>
                    <a:pt x="182183" y="759"/>
                  </a:lnTo>
                  <a:lnTo>
                    <a:pt x="176887" y="337"/>
                  </a:lnTo>
                  <a:lnTo>
                    <a:pt x="171580" y="84"/>
                  </a:lnTo>
                  <a:lnTo>
                    <a:pt x="166268" y="0"/>
                  </a:lnTo>
                  <a:lnTo>
                    <a:pt x="166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8295" y="4659281"/>
              <a:ext cx="84939" cy="167167"/>
            </a:xfrm>
            <a:custGeom>
              <a:avLst/>
              <a:pathLst>
                <a:path w="84939" h="167167">
                  <a:moveTo>
                    <a:pt x="84939" y="0"/>
                  </a:moveTo>
                  <a:lnTo>
                    <a:pt x="79000" y="105"/>
                  </a:lnTo>
                  <a:lnTo>
                    <a:pt x="73069" y="421"/>
                  </a:lnTo>
                  <a:lnTo>
                    <a:pt x="67153" y="948"/>
                  </a:lnTo>
                  <a:lnTo>
                    <a:pt x="61259" y="1685"/>
                  </a:lnTo>
                  <a:lnTo>
                    <a:pt x="55395" y="2631"/>
                  </a:lnTo>
                  <a:lnTo>
                    <a:pt x="49569" y="3784"/>
                  </a:lnTo>
                  <a:lnTo>
                    <a:pt x="43787" y="5144"/>
                  </a:lnTo>
                  <a:lnTo>
                    <a:pt x="38057" y="6708"/>
                  </a:lnTo>
                  <a:lnTo>
                    <a:pt x="32386" y="8475"/>
                  </a:lnTo>
                  <a:lnTo>
                    <a:pt x="26782" y="10442"/>
                  </a:lnTo>
                  <a:lnTo>
                    <a:pt x="21251" y="12607"/>
                  </a:lnTo>
                  <a:lnTo>
                    <a:pt x="15800" y="14967"/>
                  </a:lnTo>
                  <a:lnTo>
                    <a:pt x="10437" y="17519"/>
                  </a:lnTo>
                  <a:lnTo>
                    <a:pt x="5168" y="20260"/>
                  </a:lnTo>
                  <a:lnTo>
                    <a:pt x="0" y="23187"/>
                  </a:lnTo>
                  <a:lnTo>
                    <a:pt x="849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8295" y="468246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8295" y="4682469"/>
              <a:ext cx="84939" cy="143980"/>
            </a:xfrm>
            <a:custGeom>
              <a:avLst/>
              <a:pathLst>
                <a:path w="84939" h="143980">
                  <a:moveTo>
                    <a:pt x="0" y="0"/>
                  </a:moveTo>
                  <a:lnTo>
                    <a:pt x="84939" y="143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256075" y="4682469"/>
              <a:ext cx="305909" cy="311145"/>
            </a:xfrm>
            <a:custGeom>
              <a:avLst/>
              <a:pathLst>
                <a:path w="305909" h="311145">
                  <a:moveTo>
                    <a:pt x="82220" y="0"/>
                  </a:moveTo>
                  <a:lnTo>
                    <a:pt x="77692" y="2768"/>
                  </a:lnTo>
                  <a:lnTo>
                    <a:pt x="73254" y="5680"/>
                  </a:lnTo>
                  <a:lnTo>
                    <a:pt x="68911" y="8730"/>
                  </a:lnTo>
                  <a:lnTo>
                    <a:pt x="64667" y="11917"/>
                  </a:lnTo>
                  <a:lnTo>
                    <a:pt x="60527" y="15237"/>
                  </a:lnTo>
                  <a:lnTo>
                    <a:pt x="56494" y="18687"/>
                  </a:lnTo>
                  <a:lnTo>
                    <a:pt x="52572" y="22263"/>
                  </a:lnTo>
                  <a:lnTo>
                    <a:pt x="48766" y="25962"/>
                  </a:lnTo>
                  <a:lnTo>
                    <a:pt x="45079" y="29780"/>
                  </a:lnTo>
                  <a:lnTo>
                    <a:pt x="41516" y="33713"/>
                  </a:lnTo>
                  <a:lnTo>
                    <a:pt x="38079" y="37757"/>
                  </a:lnTo>
                  <a:lnTo>
                    <a:pt x="34772" y="41908"/>
                  </a:lnTo>
                  <a:lnTo>
                    <a:pt x="31598" y="46162"/>
                  </a:lnTo>
                  <a:lnTo>
                    <a:pt x="28561" y="50515"/>
                  </a:lnTo>
                  <a:lnTo>
                    <a:pt x="25664" y="54961"/>
                  </a:lnTo>
                  <a:lnTo>
                    <a:pt x="22910" y="59498"/>
                  </a:lnTo>
                  <a:lnTo>
                    <a:pt x="20301" y="64120"/>
                  </a:lnTo>
                  <a:lnTo>
                    <a:pt x="17839" y="68822"/>
                  </a:lnTo>
                  <a:lnTo>
                    <a:pt x="15529" y="73600"/>
                  </a:lnTo>
                  <a:lnTo>
                    <a:pt x="13371" y="78449"/>
                  </a:lnTo>
                  <a:lnTo>
                    <a:pt x="11368" y="83364"/>
                  </a:lnTo>
                  <a:lnTo>
                    <a:pt x="9523" y="88340"/>
                  </a:lnTo>
                  <a:lnTo>
                    <a:pt x="7836" y="93372"/>
                  </a:lnTo>
                  <a:lnTo>
                    <a:pt x="6310" y="98455"/>
                  </a:lnTo>
                  <a:lnTo>
                    <a:pt x="4945" y="103584"/>
                  </a:lnTo>
                  <a:lnTo>
                    <a:pt x="3745" y="108754"/>
                  </a:lnTo>
                  <a:lnTo>
                    <a:pt x="2709" y="113959"/>
                  </a:lnTo>
                  <a:lnTo>
                    <a:pt x="1839" y="119194"/>
                  </a:lnTo>
                  <a:lnTo>
                    <a:pt x="1135" y="124455"/>
                  </a:lnTo>
                  <a:lnTo>
                    <a:pt x="599" y="129735"/>
                  </a:lnTo>
                  <a:lnTo>
                    <a:pt x="231" y="135029"/>
                  </a:lnTo>
                  <a:lnTo>
                    <a:pt x="31" y="140333"/>
                  </a:lnTo>
                  <a:lnTo>
                    <a:pt x="0" y="145640"/>
                  </a:lnTo>
                  <a:lnTo>
                    <a:pt x="136" y="150946"/>
                  </a:lnTo>
                  <a:lnTo>
                    <a:pt x="442" y="156244"/>
                  </a:lnTo>
                  <a:lnTo>
                    <a:pt x="915" y="161530"/>
                  </a:lnTo>
                  <a:lnTo>
                    <a:pt x="1556" y="166799"/>
                  </a:lnTo>
                  <a:lnTo>
                    <a:pt x="2364" y="172044"/>
                  </a:lnTo>
                  <a:lnTo>
                    <a:pt x="3338" y="177262"/>
                  </a:lnTo>
                  <a:lnTo>
                    <a:pt x="4477" y="182445"/>
                  </a:lnTo>
                  <a:lnTo>
                    <a:pt x="5780" y="187590"/>
                  </a:lnTo>
                  <a:lnTo>
                    <a:pt x="7246" y="192691"/>
                  </a:lnTo>
                  <a:lnTo>
                    <a:pt x="8873" y="197743"/>
                  </a:lnTo>
                  <a:lnTo>
                    <a:pt x="10659" y="202740"/>
                  </a:lnTo>
                  <a:lnTo>
                    <a:pt x="12603" y="207679"/>
                  </a:lnTo>
                  <a:lnTo>
                    <a:pt x="14703" y="212553"/>
                  </a:lnTo>
                  <a:lnTo>
                    <a:pt x="16957" y="217358"/>
                  </a:lnTo>
                  <a:lnTo>
                    <a:pt x="19362" y="222089"/>
                  </a:lnTo>
                  <a:lnTo>
                    <a:pt x="21916" y="226741"/>
                  </a:lnTo>
                  <a:lnTo>
                    <a:pt x="24616" y="231310"/>
                  </a:lnTo>
                  <a:lnTo>
                    <a:pt x="27460" y="235791"/>
                  </a:lnTo>
                  <a:lnTo>
                    <a:pt x="30445" y="240180"/>
                  </a:lnTo>
                  <a:lnTo>
                    <a:pt x="33568" y="244471"/>
                  </a:lnTo>
                  <a:lnTo>
                    <a:pt x="36826" y="248661"/>
                  </a:lnTo>
                  <a:lnTo>
                    <a:pt x="40214" y="252746"/>
                  </a:lnTo>
                  <a:lnTo>
                    <a:pt x="43731" y="256721"/>
                  </a:lnTo>
                  <a:lnTo>
                    <a:pt x="47372" y="260582"/>
                  </a:lnTo>
                  <a:lnTo>
                    <a:pt x="51134" y="264326"/>
                  </a:lnTo>
                  <a:lnTo>
                    <a:pt x="55013" y="267948"/>
                  </a:lnTo>
                  <a:lnTo>
                    <a:pt x="59005" y="271446"/>
                  </a:lnTo>
                  <a:lnTo>
                    <a:pt x="63105" y="274815"/>
                  </a:lnTo>
                  <a:lnTo>
                    <a:pt x="67311" y="278052"/>
                  </a:lnTo>
                  <a:lnTo>
                    <a:pt x="71618" y="281154"/>
                  </a:lnTo>
                  <a:lnTo>
                    <a:pt x="76020" y="284118"/>
                  </a:lnTo>
                  <a:lnTo>
                    <a:pt x="80515" y="286940"/>
                  </a:lnTo>
                  <a:lnTo>
                    <a:pt x="85097" y="289619"/>
                  </a:lnTo>
                  <a:lnTo>
                    <a:pt x="89761" y="292150"/>
                  </a:lnTo>
                  <a:lnTo>
                    <a:pt x="94504" y="294533"/>
                  </a:lnTo>
                  <a:lnTo>
                    <a:pt x="99320" y="296763"/>
                  </a:lnTo>
                  <a:lnTo>
                    <a:pt x="104204" y="298840"/>
                  </a:lnTo>
                  <a:lnTo>
                    <a:pt x="109152" y="300760"/>
                  </a:lnTo>
                  <a:lnTo>
                    <a:pt x="114158" y="302523"/>
                  </a:lnTo>
                  <a:lnTo>
                    <a:pt x="119217" y="304125"/>
                  </a:lnTo>
                  <a:lnTo>
                    <a:pt x="124325" y="305566"/>
                  </a:lnTo>
                  <a:lnTo>
                    <a:pt x="129476" y="306845"/>
                  </a:lnTo>
                  <a:lnTo>
                    <a:pt x="134665" y="307959"/>
                  </a:lnTo>
                  <a:lnTo>
                    <a:pt x="139887" y="308908"/>
                  </a:lnTo>
                  <a:lnTo>
                    <a:pt x="145136" y="309690"/>
                  </a:lnTo>
                  <a:lnTo>
                    <a:pt x="150408" y="310306"/>
                  </a:lnTo>
                  <a:lnTo>
                    <a:pt x="155696" y="310754"/>
                  </a:lnTo>
                  <a:lnTo>
                    <a:pt x="160996" y="311034"/>
                  </a:lnTo>
                  <a:lnTo>
                    <a:pt x="166302" y="311145"/>
                  </a:lnTo>
                  <a:lnTo>
                    <a:pt x="171609" y="311088"/>
                  </a:lnTo>
                  <a:lnTo>
                    <a:pt x="176912" y="310862"/>
                  </a:lnTo>
                  <a:lnTo>
                    <a:pt x="182205" y="310469"/>
                  </a:lnTo>
                  <a:lnTo>
                    <a:pt x="187482" y="309907"/>
                  </a:lnTo>
                  <a:lnTo>
                    <a:pt x="192739" y="309178"/>
                  </a:lnTo>
                  <a:lnTo>
                    <a:pt x="197970" y="308283"/>
                  </a:lnTo>
                  <a:lnTo>
                    <a:pt x="203171" y="307222"/>
                  </a:lnTo>
                  <a:lnTo>
                    <a:pt x="208334" y="305997"/>
                  </a:lnTo>
                  <a:lnTo>
                    <a:pt x="213457" y="304608"/>
                  </a:lnTo>
                  <a:lnTo>
                    <a:pt x="218533" y="303057"/>
                  </a:lnTo>
                  <a:lnTo>
                    <a:pt x="223556" y="301346"/>
                  </a:lnTo>
                  <a:lnTo>
                    <a:pt x="228524" y="299477"/>
                  </a:lnTo>
                  <a:lnTo>
                    <a:pt x="233429" y="297450"/>
                  </a:lnTo>
                  <a:lnTo>
                    <a:pt x="238267" y="295269"/>
                  </a:lnTo>
                  <a:lnTo>
                    <a:pt x="243034" y="292936"/>
                  </a:lnTo>
                  <a:lnTo>
                    <a:pt x="247724" y="290452"/>
                  </a:lnTo>
                  <a:lnTo>
                    <a:pt x="252333" y="287821"/>
                  </a:lnTo>
                  <a:lnTo>
                    <a:pt x="256857" y="285044"/>
                  </a:lnTo>
                  <a:lnTo>
                    <a:pt x="261289" y="282126"/>
                  </a:lnTo>
                  <a:lnTo>
                    <a:pt x="265627" y="279068"/>
                  </a:lnTo>
                  <a:lnTo>
                    <a:pt x="269866" y="275874"/>
                  </a:lnTo>
                  <a:lnTo>
                    <a:pt x="274001" y="272547"/>
                  </a:lnTo>
                  <a:lnTo>
                    <a:pt x="278029" y="269091"/>
                  </a:lnTo>
                  <a:lnTo>
                    <a:pt x="281944" y="265508"/>
                  </a:lnTo>
                  <a:lnTo>
                    <a:pt x="285744" y="261803"/>
                  </a:lnTo>
                  <a:lnTo>
                    <a:pt x="289425" y="257979"/>
                  </a:lnTo>
                  <a:lnTo>
                    <a:pt x="292982" y="254041"/>
                  </a:lnTo>
                  <a:lnTo>
                    <a:pt x="296413" y="249991"/>
                  </a:lnTo>
                  <a:lnTo>
                    <a:pt x="299713" y="245835"/>
                  </a:lnTo>
                  <a:lnTo>
                    <a:pt x="302879" y="241575"/>
                  </a:lnTo>
                  <a:lnTo>
                    <a:pt x="305909" y="237218"/>
                  </a:lnTo>
                  <a:lnTo>
                    <a:pt x="167159" y="143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167157" cy="260405"/>
            </a:xfrm>
            <a:custGeom>
              <a:avLst/>
              <a:pathLst>
                <a:path w="167157" h="260405">
                  <a:moveTo>
                    <a:pt x="138750" y="260405"/>
                  </a:moveTo>
                  <a:lnTo>
                    <a:pt x="141686" y="255879"/>
                  </a:lnTo>
                  <a:lnTo>
                    <a:pt x="144475" y="251261"/>
                  </a:lnTo>
                  <a:lnTo>
                    <a:pt x="147114" y="246554"/>
                  </a:lnTo>
                  <a:lnTo>
                    <a:pt x="149599" y="241766"/>
                  </a:lnTo>
                  <a:lnTo>
                    <a:pt x="151928" y="236899"/>
                  </a:lnTo>
                  <a:lnTo>
                    <a:pt x="154099" y="231960"/>
                  </a:lnTo>
                  <a:lnTo>
                    <a:pt x="156110" y="226954"/>
                  </a:lnTo>
                  <a:lnTo>
                    <a:pt x="157958" y="221885"/>
                  </a:lnTo>
                  <a:lnTo>
                    <a:pt x="159642" y="216759"/>
                  </a:lnTo>
                  <a:lnTo>
                    <a:pt x="161159" y="211582"/>
                  </a:lnTo>
                  <a:lnTo>
                    <a:pt x="162508" y="206358"/>
                  </a:lnTo>
                  <a:lnTo>
                    <a:pt x="163688" y="201093"/>
                  </a:lnTo>
                  <a:lnTo>
                    <a:pt x="164698" y="195793"/>
                  </a:lnTo>
                  <a:lnTo>
                    <a:pt x="165536" y="190464"/>
                  </a:lnTo>
                  <a:lnTo>
                    <a:pt x="166201" y="185110"/>
                  </a:lnTo>
                  <a:lnTo>
                    <a:pt x="166694" y="179737"/>
                  </a:lnTo>
                  <a:lnTo>
                    <a:pt x="167013" y="174351"/>
                  </a:lnTo>
                  <a:lnTo>
                    <a:pt x="167157" y="168958"/>
                  </a:lnTo>
                  <a:lnTo>
                    <a:pt x="167128" y="163563"/>
                  </a:lnTo>
                  <a:lnTo>
                    <a:pt x="166925" y="158171"/>
                  </a:lnTo>
                  <a:lnTo>
                    <a:pt x="166547" y="152789"/>
                  </a:lnTo>
                  <a:lnTo>
                    <a:pt x="165997" y="147422"/>
                  </a:lnTo>
                  <a:lnTo>
                    <a:pt x="165273" y="142076"/>
                  </a:lnTo>
                  <a:lnTo>
                    <a:pt x="164377" y="136755"/>
                  </a:lnTo>
                  <a:lnTo>
                    <a:pt x="163310" y="131467"/>
                  </a:lnTo>
                  <a:lnTo>
                    <a:pt x="162073" y="126215"/>
                  </a:lnTo>
                  <a:lnTo>
                    <a:pt x="160667" y="121007"/>
                  </a:lnTo>
                  <a:lnTo>
                    <a:pt x="159094" y="115846"/>
                  </a:lnTo>
                  <a:lnTo>
                    <a:pt x="157355" y="110739"/>
                  </a:lnTo>
                  <a:lnTo>
                    <a:pt x="155452" y="105690"/>
                  </a:lnTo>
                  <a:lnTo>
                    <a:pt x="153387" y="100706"/>
                  </a:lnTo>
                  <a:lnTo>
                    <a:pt x="151163" y="95790"/>
                  </a:lnTo>
                  <a:lnTo>
                    <a:pt x="148781" y="90949"/>
                  </a:lnTo>
                  <a:lnTo>
                    <a:pt x="146244" y="86188"/>
                  </a:lnTo>
                  <a:lnTo>
                    <a:pt x="143554" y="81511"/>
                  </a:lnTo>
                  <a:lnTo>
                    <a:pt x="140715" y="76923"/>
                  </a:lnTo>
                  <a:lnTo>
                    <a:pt x="137730" y="72429"/>
                  </a:lnTo>
                  <a:lnTo>
                    <a:pt x="134601" y="68034"/>
                  </a:lnTo>
                  <a:lnTo>
                    <a:pt x="131332" y="63742"/>
                  </a:lnTo>
                  <a:lnTo>
                    <a:pt x="127926" y="59558"/>
                  </a:lnTo>
                  <a:lnTo>
                    <a:pt x="124387" y="55485"/>
                  </a:lnTo>
                  <a:lnTo>
                    <a:pt x="120718" y="51530"/>
                  </a:lnTo>
                  <a:lnTo>
                    <a:pt x="116923" y="47694"/>
                  </a:lnTo>
                  <a:lnTo>
                    <a:pt x="113007" y="43983"/>
                  </a:lnTo>
                  <a:lnTo>
                    <a:pt x="108973" y="40401"/>
                  </a:lnTo>
                  <a:lnTo>
                    <a:pt x="104826" y="36950"/>
                  </a:lnTo>
                  <a:lnTo>
                    <a:pt x="100569" y="33635"/>
                  </a:lnTo>
                  <a:lnTo>
                    <a:pt x="96207" y="30459"/>
                  </a:lnTo>
                  <a:lnTo>
                    <a:pt x="91746" y="27426"/>
                  </a:lnTo>
                  <a:lnTo>
                    <a:pt x="87189" y="24538"/>
                  </a:lnTo>
                  <a:lnTo>
                    <a:pt x="82541" y="21799"/>
                  </a:lnTo>
                  <a:lnTo>
                    <a:pt x="77806" y="19211"/>
                  </a:lnTo>
                  <a:lnTo>
                    <a:pt x="72991" y="16777"/>
                  </a:lnTo>
                  <a:lnTo>
                    <a:pt x="68100" y="14500"/>
                  </a:lnTo>
                  <a:lnTo>
                    <a:pt x="63138" y="12382"/>
                  </a:lnTo>
                  <a:lnTo>
                    <a:pt x="58110" y="10425"/>
                  </a:lnTo>
                  <a:lnTo>
                    <a:pt x="53022" y="8631"/>
                  </a:lnTo>
                  <a:lnTo>
                    <a:pt x="47878" y="7003"/>
                  </a:lnTo>
                  <a:lnTo>
                    <a:pt x="42685" y="5541"/>
                  </a:lnTo>
                  <a:lnTo>
                    <a:pt x="37447" y="4248"/>
                  </a:lnTo>
                  <a:lnTo>
                    <a:pt x="32170" y="3124"/>
                  </a:lnTo>
                  <a:lnTo>
                    <a:pt x="26860" y="2172"/>
                  </a:lnTo>
                  <a:lnTo>
                    <a:pt x="21521" y="1391"/>
                  </a:lnTo>
                  <a:lnTo>
                    <a:pt x="16161" y="783"/>
                  </a:lnTo>
                  <a:lnTo>
                    <a:pt x="10783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4300" y="4213821"/>
              <a:ext cx="104171" cy="167167"/>
            </a:xfrm>
            <a:custGeom>
              <a:avLst/>
              <a:pathLst>
                <a:path w="104171" h="167167">
                  <a:moveTo>
                    <a:pt x="104171" y="0"/>
                  </a:moveTo>
                  <a:lnTo>
                    <a:pt x="98549" y="94"/>
                  </a:lnTo>
                  <a:lnTo>
                    <a:pt x="92933" y="378"/>
                  </a:lnTo>
                  <a:lnTo>
                    <a:pt x="87330" y="850"/>
                  </a:lnTo>
                  <a:lnTo>
                    <a:pt x="81746" y="1511"/>
                  </a:lnTo>
                  <a:lnTo>
                    <a:pt x="76187" y="2358"/>
                  </a:lnTo>
                  <a:lnTo>
                    <a:pt x="70660" y="3393"/>
                  </a:lnTo>
                  <a:lnTo>
                    <a:pt x="65171" y="4613"/>
                  </a:lnTo>
                  <a:lnTo>
                    <a:pt x="59726" y="6016"/>
                  </a:lnTo>
                  <a:lnTo>
                    <a:pt x="54331" y="7602"/>
                  </a:lnTo>
                  <a:lnTo>
                    <a:pt x="48993" y="9369"/>
                  </a:lnTo>
                  <a:lnTo>
                    <a:pt x="43717" y="11314"/>
                  </a:lnTo>
                  <a:lnTo>
                    <a:pt x="38509" y="13435"/>
                  </a:lnTo>
                  <a:lnTo>
                    <a:pt x="33376" y="15730"/>
                  </a:lnTo>
                  <a:lnTo>
                    <a:pt x="28323" y="18197"/>
                  </a:lnTo>
                  <a:lnTo>
                    <a:pt x="23356" y="20832"/>
                  </a:lnTo>
                  <a:lnTo>
                    <a:pt x="18480" y="23633"/>
                  </a:lnTo>
                  <a:lnTo>
                    <a:pt x="13701" y="26596"/>
                  </a:lnTo>
                  <a:lnTo>
                    <a:pt x="9024" y="29719"/>
                  </a:lnTo>
                  <a:lnTo>
                    <a:pt x="4456" y="32996"/>
                  </a:lnTo>
                  <a:lnTo>
                    <a:pt x="0" y="36426"/>
                  </a:lnTo>
                  <a:lnTo>
                    <a:pt x="1041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4300" y="4250247"/>
              <a:ext cx="104171" cy="130740"/>
            </a:xfrm>
            <a:custGeom>
              <a:avLst/>
              <a:pathLst>
                <a:path w="104171" h="130740">
                  <a:moveTo>
                    <a:pt x="0" y="0"/>
                  </a:moveTo>
                  <a:lnTo>
                    <a:pt x="104171" y="130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561312" y="4250247"/>
              <a:ext cx="334318" cy="297905"/>
            </a:xfrm>
            <a:custGeom>
              <a:avLst/>
              <a:pathLst>
                <a:path w="334318" h="297905">
                  <a:moveTo>
                    <a:pt x="62987" y="0"/>
                  </a:moveTo>
                  <a:lnTo>
                    <a:pt x="58892" y="3370"/>
                  </a:lnTo>
                  <a:lnTo>
                    <a:pt x="54906" y="6869"/>
                  </a:lnTo>
                  <a:lnTo>
                    <a:pt x="51033" y="10492"/>
                  </a:lnTo>
                  <a:lnTo>
                    <a:pt x="47276" y="14237"/>
                  </a:lnTo>
                  <a:lnTo>
                    <a:pt x="43641" y="18099"/>
                  </a:lnTo>
                  <a:lnTo>
                    <a:pt x="40130" y="22074"/>
                  </a:lnTo>
                  <a:lnTo>
                    <a:pt x="36746" y="26159"/>
                  </a:lnTo>
                  <a:lnTo>
                    <a:pt x="33494" y="30349"/>
                  </a:lnTo>
                  <a:lnTo>
                    <a:pt x="30376" y="34639"/>
                  </a:lnTo>
                  <a:lnTo>
                    <a:pt x="27396" y="39027"/>
                  </a:lnTo>
                  <a:lnTo>
                    <a:pt x="24557" y="43507"/>
                  </a:lnTo>
                  <a:lnTo>
                    <a:pt x="21862" y="48075"/>
                  </a:lnTo>
                  <a:lnTo>
                    <a:pt x="19312" y="52726"/>
                  </a:lnTo>
                  <a:lnTo>
                    <a:pt x="16912" y="57456"/>
                  </a:lnTo>
                  <a:lnTo>
                    <a:pt x="14662" y="62259"/>
                  </a:lnTo>
                  <a:lnTo>
                    <a:pt x="12567" y="67131"/>
                  </a:lnTo>
                  <a:lnTo>
                    <a:pt x="10627" y="72068"/>
                  </a:lnTo>
                  <a:lnTo>
                    <a:pt x="8844" y="77063"/>
                  </a:lnTo>
                  <a:lnTo>
                    <a:pt x="7221" y="82113"/>
                  </a:lnTo>
                  <a:lnTo>
                    <a:pt x="5759" y="87211"/>
                  </a:lnTo>
                  <a:lnTo>
                    <a:pt x="4459" y="92353"/>
                  </a:lnTo>
                  <a:lnTo>
                    <a:pt x="3323" y="97534"/>
                  </a:lnTo>
                  <a:lnTo>
                    <a:pt x="2352" y="102748"/>
                  </a:lnTo>
                  <a:lnTo>
                    <a:pt x="1547" y="107991"/>
                  </a:lnTo>
                  <a:lnTo>
                    <a:pt x="909" y="113256"/>
                  </a:lnTo>
                  <a:lnTo>
                    <a:pt x="438" y="118539"/>
                  </a:lnTo>
                  <a:lnTo>
                    <a:pt x="135" y="123835"/>
                  </a:lnTo>
                  <a:lnTo>
                    <a:pt x="0" y="129137"/>
                  </a:lnTo>
                  <a:lnTo>
                    <a:pt x="33" y="134441"/>
                  </a:lnTo>
                  <a:lnTo>
                    <a:pt x="234" y="139741"/>
                  </a:lnTo>
                  <a:lnTo>
                    <a:pt x="604" y="145032"/>
                  </a:lnTo>
                  <a:lnTo>
                    <a:pt x="1141" y="150308"/>
                  </a:lnTo>
                  <a:lnTo>
                    <a:pt x="1845" y="155565"/>
                  </a:lnTo>
                  <a:lnTo>
                    <a:pt x="2716" y="160797"/>
                  </a:lnTo>
                  <a:lnTo>
                    <a:pt x="3752" y="165999"/>
                  </a:lnTo>
                  <a:lnTo>
                    <a:pt x="4953" y="171165"/>
                  </a:lnTo>
                  <a:lnTo>
                    <a:pt x="6317" y="176291"/>
                  </a:lnTo>
                  <a:lnTo>
                    <a:pt x="7843" y="181370"/>
                  </a:lnTo>
                  <a:lnTo>
                    <a:pt x="9530" y="186399"/>
                  </a:lnTo>
                  <a:lnTo>
                    <a:pt x="11375" y="191372"/>
                  </a:lnTo>
                  <a:lnTo>
                    <a:pt x="13377" y="196283"/>
                  </a:lnTo>
                  <a:lnTo>
                    <a:pt x="15533" y="201129"/>
                  </a:lnTo>
                  <a:lnTo>
                    <a:pt x="17843" y="205904"/>
                  </a:lnTo>
                  <a:lnTo>
                    <a:pt x="20302" y="210603"/>
                  </a:lnTo>
                  <a:lnTo>
                    <a:pt x="22910" y="215222"/>
                  </a:lnTo>
                  <a:lnTo>
                    <a:pt x="25663" y="219755"/>
                  </a:lnTo>
                  <a:lnTo>
                    <a:pt x="28558" y="224199"/>
                  </a:lnTo>
                  <a:lnTo>
                    <a:pt x="31592" y="228549"/>
                  </a:lnTo>
                  <a:lnTo>
                    <a:pt x="34764" y="232801"/>
                  </a:lnTo>
                  <a:lnTo>
                    <a:pt x="38068" y="236950"/>
                  </a:lnTo>
                  <a:lnTo>
                    <a:pt x="41502" y="240992"/>
                  </a:lnTo>
                  <a:lnTo>
                    <a:pt x="45063" y="244922"/>
                  </a:lnTo>
                  <a:lnTo>
                    <a:pt x="48747" y="248738"/>
                  </a:lnTo>
                  <a:lnTo>
                    <a:pt x="52550" y="252436"/>
                  </a:lnTo>
                  <a:lnTo>
                    <a:pt x="56468" y="256010"/>
                  </a:lnTo>
                  <a:lnTo>
                    <a:pt x="60498" y="259459"/>
                  </a:lnTo>
                  <a:lnTo>
                    <a:pt x="64635" y="262778"/>
                  </a:lnTo>
                  <a:lnTo>
                    <a:pt x="68876" y="265964"/>
                  </a:lnTo>
                  <a:lnTo>
                    <a:pt x="73215" y="269014"/>
                  </a:lnTo>
                  <a:lnTo>
                    <a:pt x="77649" y="271924"/>
                  </a:lnTo>
                  <a:lnTo>
                    <a:pt x="82173" y="274693"/>
                  </a:lnTo>
                  <a:lnTo>
                    <a:pt x="86783" y="277317"/>
                  </a:lnTo>
                  <a:lnTo>
                    <a:pt x="91473" y="279793"/>
                  </a:lnTo>
                  <a:lnTo>
                    <a:pt x="96240" y="282119"/>
                  </a:lnTo>
                  <a:lnTo>
                    <a:pt x="101078" y="284292"/>
                  </a:lnTo>
                  <a:lnTo>
                    <a:pt x="105982" y="286312"/>
                  </a:lnTo>
                  <a:lnTo>
                    <a:pt x="110949" y="288174"/>
                  </a:lnTo>
                  <a:lnTo>
                    <a:pt x="115971" y="289878"/>
                  </a:lnTo>
                  <a:lnTo>
                    <a:pt x="121046" y="291422"/>
                  </a:lnTo>
                  <a:lnTo>
                    <a:pt x="126166" y="292804"/>
                  </a:lnTo>
                  <a:lnTo>
                    <a:pt x="131328" y="294023"/>
                  </a:lnTo>
                  <a:lnTo>
                    <a:pt x="136526" y="295077"/>
                  </a:lnTo>
                  <a:lnTo>
                    <a:pt x="141755" y="295966"/>
                  </a:lnTo>
                  <a:lnTo>
                    <a:pt x="147010" y="296689"/>
                  </a:lnTo>
                  <a:lnTo>
                    <a:pt x="152284" y="297245"/>
                  </a:lnTo>
                  <a:lnTo>
                    <a:pt x="157574" y="297633"/>
                  </a:lnTo>
                  <a:lnTo>
                    <a:pt x="162874" y="297853"/>
                  </a:lnTo>
                  <a:lnTo>
                    <a:pt x="168177" y="297905"/>
                  </a:lnTo>
                  <a:lnTo>
                    <a:pt x="173480" y="297788"/>
                  </a:lnTo>
                  <a:lnTo>
                    <a:pt x="178776" y="297504"/>
                  </a:lnTo>
                  <a:lnTo>
                    <a:pt x="184061" y="297051"/>
                  </a:lnTo>
                  <a:lnTo>
                    <a:pt x="189328" y="296431"/>
                  </a:lnTo>
                  <a:lnTo>
                    <a:pt x="194574" y="295645"/>
                  </a:lnTo>
                  <a:lnTo>
                    <a:pt x="199791" y="294692"/>
                  </a:lnTo>
                  <a:lnTo>
                    <a:pt x="204976" y="293574"/>
                  </a:lnTo>
                  <a:lnTo>
                    <a:pt x="210123" y="292293"/>
                  </a:lnTo>
                  <a:lnTo>
                    <a:pt x="215226" y="290848"/>
                  </a:lnTo>
                  <a:lnTo>
                    <a:pt x="220281" y="289243"/>
                  </a:lnTo>
                  <a:lnTo>
                    <a:pt x="225283" y="287478"/>
                  </a:lnTo>
                  <a:lnTo>
                    <a:pt x="230226" y="285555"/>
                  </a:lnTo>
                  <a:lnTo>
                    <a:pt x="235106" y="283476"/>
                  </a:lnTo>
                  <a:lnTo>
                    <a:pt x="239917" y="281244"/>
                  </a:lnTo>
                  <a:lnTo>
                    <a:pt x="244655" y="278860"/>
                  </a:lnTo>
                  <a:lnTo>
                    <a:pt x="249315" y="276327"/>
                  </a:lnTo>
                  <a:lnTo>
                    <a:pt x="253892" y="273647"/>
                  </a:lnTo>
                  <a:lnTo>
                    <a:pt x="258382" y="270824"/>
                  </a:lnTo>
                  <a:lnTo>
                    <a:pt x="262780" y="267859"/>
                  </a:lnTo>
                  <a:lnTo>
                    <a:pt x="267082" y="264757"/>
                  </a:lnTo>
                  <a:lnTo>
                    <a:pt x="271284" y="261519"/>
                  </a:lnTo>
                  <a:lnTo>
                    <a:pt x="275380" y="258150"/>
                  </a:lnTo>
                  <a:lnTo>
                    <a:pt x="279367" y="254653"/>
                  </a:lnTo>
                  <a:lnTo>
                    <a:pt x="283242" y="251031"/>
                  </a:lnTo>
                  <a:lnTo>
                    <a:pt x="287000" y="247288"/>
                  </a:lnTo>
                  <a:lnTo>
                    <a:pt x="290637" y="243427"/>
                  </a:lnTo>
                  <a:lnTo>
                    <a:pt x="294150" y="239453"/>
                  </a:lnTo>
                  <a:lnTo>
                    <a:pt x="297534" y="235370"/>
                  </a:lnTo>
                  <a:lnTo>
                    <a:pt x="300788" y="231181"/>
                  </a:lnTo>
                  <a:lnTo>
                    <a:pt x="303907" y="226891"/>
                  </a:lnTo>
                  <a:lnTo>
                    <a:pt x="306889" y="222504"/>
                  </a:lnTo>
                  <a:lnTo>
                    <a:pt x="309730" y="218025"/>
                  </a:lnTo>
                  <a:lnTo>
                    <a:pt x="312427" y="213459"/>
                  </a:lnTo>
                  <a:lnTo>
                    <a:pt x="314978" y="208808"/>
                  </a:lnTo>
                  <a:lnTo>
                    <a:pt x="317380" y="204080"/>
                  </a:lnTo>
                  <a:lnTo>
                    <a:pt x="319631" y="199277"/>
                  </a:lnTo>
                  <a:lnTo>
                    <a:pt x="321729" y="194406"/>
                  </a:lnTo>
                  <a:lnTo>
                    <a:pt x="323671" y="189470"/>
                  </a:lnTo>
                  <a:lnTo>
                    <a:pt x="325455" y="184475"/>
                  </a:lnTo>
                  <a:lnTo>
                    <a:pt x="327080" y="179426"/>
                  </a:lnTo>
                  <a:lnTo>
                    <a:pt x="328544" y="174328"/>
                  </a:lnTo>
                  <a:lnTo>
                    <a:pt x="329846" y="169187"/>
                  </a:lnTo>
                  <a:lnTo>
                    <a:pt x="330983" y="164006"/>
                  </a:lnTo>
                  <a:lnTo>
                    <a:pt x="331956" y="158792"/>
                  </a:lnTo>
                  <a:lnTo>
                    <a:pt x="332763" y="153550"/>
                  </a:lnTo>
                  <a:lnTo>
                    <a:pt x="333403" y="148285"/>
                  </a:lnTo>
                  <a:lnTo>
                    <a:pt x="333876" y="143002"/>
                  </a:lnTo>
                  <a:lnTo>
                    <a:pt x="334181" y="137707"/>
                  </a:lnTo>
                  <a:lnTo>
                    <a:pt x="334318" y="132405"/>
                  </a:lnTo>
                  <a:lnTo>
                    <a:pt x="334287" y="127101"/>
                  </a:lnTo>
                  <a:lnTo>
                    <a:pt x="334087" y="121801"/>
                  </a:lnTo>
                  <a:lnTo>
                    <a:pt x="333720" y="116510"/>
                  </a:lnTo>
                  <a:lnTo>
                    <a:pt x="333185" y="111233"/>
                  </a:lnTo>
                  <a:lnTo>
                    <a:pt x="332482" y="105976"/>
                  </a:lnTo>
                  <a:lnTo>
                    <a:pt x="167159" y="1307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165322" cy="167167"/>
            </a:xfrm>
            <a:custGeom>
              <a:avLst/>
              <a:pathLst>
                <a:path w="165322" h="167167">
                  <a:moveTo>
                    <a:pt x="165322" y="142402"/>
                  </a:moveTo>
                  <a:lnTo>
                    <a:pt x="164436" y="137073"/>
                  </a:lnTo>
                  <a:lnTo>
                    <a:pt x="163377" y="131775"/>
                  </a:lnTo>
                  <a:lnTo>
                    <a:pt x="162148" y="126514"/>
                  </a:lnTo>
                  <a:lnTo>
                    <a:pt x="160750" y="121295"/>
                  </a:lnTo>
                  <a:lnTo>
                    <a:pt x="159184" y="116124"/>
                  </a:lnTo>
                  <a:lnTo>
                    <a:pt x="157451" y="111007"/>
                  </a:lnTo>
                  <a:lnTo>
                    <a:pt x="155554" y="105948"/>
                  </a:lnTo>
                  <a:lnTo>
                    <a:pt x="153495" y="100953"/>
                  </a:lnTo>
                  <a:lnTo>
                    <a:pt x="151275" y="96028"/>
                  </a:lnTo>
                  <a:lnTo>
                    <a:pt x="148897" y="91177"/>
                  </a:lnTo>
                  <a:lnTo>
                    <a:pt x="146363" y="86405"/>
                  </a:lnTo>
                  <a:lnTo>
                    <a:pt x="143677" y="81717"/>
                  </a:lnTo>
                  <a:lnTo>
                    <a:pt x="140841" y="77119"/>
                  </a:lnTo>
                  <a:lnTo>
                    <a:pt x="137857" y="72614"/>
                  </a:lnTo>
                  <a:lnTo>
                    <a:pt x="134730" y="68209"/>
                  </a:lnTo>
                  <a:lnTo>
                    <a:pt x="131462" y="63907"/>
                  </a:lnTo>
                  <a:lnTo>
                    <a:pt x="128056" y="59713"/>
                  </a:lnTo>
                  <a:lnTo>
                    <a:pt x="124517" y="55631"/>
                  </a:lnTo>
                  <a:lnTo>
                    <a:pt x="120848" y="51665"/>
                  </a:lnTo>
                  <a:lnTo>
                    <a:pt x="117052" y="47820"/>
                  </a:lnTo>
                  <a:lnTo>
                    <a:pt x="113134" y="44100"/>
                  </a:lnTo>
                  <a:lnTo>
                    <a:pt x="109098" y="40508"/>
                  </a:lnTo>
                  <a:lnTo>
                    <a:pt x="104948" y="37049"/>
                  </a:lnTo>
                  <a:lnTo>
                    <a:pt x="100689" y="33725"/>
                  </a:lnTo>
                  <a:lnTo>
                    <a:pt x="96324" y="30541"/>
                  </a:lnTo>
                  <a:lnTo>
                    <a:pt x="91859" y="27500"/>
                  </a:lnTo>
                  <a:lnTo>
                    <a:pt x="87297" y="24605"/>
                  </a:lnTo>
                  <a:lnTo>
                    <a:pt x="82645" y="21858"/>
                  </a:lnTo>
                  <a:lnTo>
                    <a:pt x="77906" y="19263"/>
                  </a:lnTo>
                  <a:lnTo>
                    <a:pt x="73086" y="16823"/>
                  </a:lnTo>
                  <a:lnTo>
                    <a:pt x="68189" y="14540"/>
                  </a:lnTo>
                  <a:lnTo>
                    <a:pt x="63222" y="12416"/>
                  </a:lnTo>
                  <a:lnTo>
                    <a:pt x="58188" y="10454"/>
                  </a:lnTo>
                  <a:lnTo>
                    <a:pt x="53093" y="8655"/>
                  </a:lnTo>
                  <a:lnTo>
                    <a:pt x="47943" y="7022"/>
                  </a:lnTo>
                  <a:lnTo>
                    <a:pt x="42743" y="5556"/>
                  </a:lnTo>
                  <a:lnTo>
                    <a:pt x="37498" y="4260"/>
                  </a:lnTo>
                  <a:lnTo>
                    <a:pt x="32214" y="3133"/>
                  </a:lnTo>
                  <a:lnTo>
                    <a:pt x="26897" y="2178"/>
                  </a:lnTo>
                  <a:lnTo>
                    <a:pt x="21551" y="1395"/>
                  </a:lnTo>
                  <a:lnTo>
                    <a:pt x="16183" y="785"/>
                  </a:lnTo>
                  <a:lnTo>
                    <a:pt x="10798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7333" y="3707720"/>
              <a:ext cx="161677" cy="167167"/>
            </a:xfrm>
            <a:custGeom>
              <a:avLst/>
              <a:pathLst>
                <a:path w="161677" h="167167">
                  <a:moveTo>
                    <a:pt x="161677" y="0"/>
                  </a:moveTo>
                  <a:lnTo>
                    <a:pt x="156188" y="90"/>
                  </a:lnTo>
                  <a:lnTo>
                    <a:pt x="150704" y="360"/>
                  </a:lnTo>
                  <a:lnTo>
                    <a:pt x="145232" y="810"/>
                  </a:lnTo>
                  <a:lnTo>
                    <a:pt x="139778" y="1440"/>
                  </a:lnTo>
                  <a:lnTo>
                    <a:pt x="134347" y="2249"/>
                  </a:lnTo>
                  <a:lnTo>
                    <a:pt x="128946" y="3235"/>
                  </a:lnTo>
                  <a:lnTo>
                    <a:pt x="123580" y="4398"/>
                  </a:lnTo>
                  <a:lnTo>
                    <a:pt x="118256" y="5737"/>
                  </a:lnTo>
                  <a:lnTo>
                    <a:pt x="112978" y="7250"/>
                  </a:lnTo>
                  <a:lnTo>
                    <a:pt x="107753" y="8936"/>
                  </a:lnTo>
                  <a:lnTo>
                    <a:pt x="102585" y="10792"/>
                  </a:lnTo>
                  <a:lnTo>
                    <a:pt x="97482" y="12817"/>
                  </a:lnTo>
                  <a:lnTo>
                    <a:pt x="92448" y="15008"/>
                  </a:lnTo>
                  <a:lnTo>
                    <a:pt x="87488" y="17364"/>
                  </a:lnTo>
                  <a:lnTo>
                    <a:pt x="82609" y="19881"/>
                  </a:lnTo>
                  <a:lnTo>
                    <a:pt x="77815" y="22557"/>
                  </a:lnTo>
                  <a:lnTo>
                    <a:pt x="73111" y="25389"/>
                  </a:lnTo>
                  <a:lnTo>
                    <a:pt x="68503" y="28374"/>
                  </a:lnTo>
                  <a:lnTo>
                    <a:pt x="63995" y="31508"/>
                  </a:lnTo>
                  <a:lnTo>
                    <a:pt x="59593" y="34789"/>
                  </a:lnTo>
                  <a:lnTo>
                    <a:pt x="55301" y="38213"/>
                  </a:lnTo>
                  <a:lnTo>
                    <a:pt x="51124" y="41776"/>
                  </a:lnTo>
                  <a:lnTo>
                    <a:pt x="47066" y="45474"/>
                  </a:lnTo>
                  <a:lnTo>
                    <a:pt x="43131" y="49304"/>
                  </a:lnTo>
                  <a:lnTo>
                    <a:pt x="39324" y="53260"/>
                  </a:lnTo>
                  <a:lnTo>
                    <a:pt x="35650" y="57340"/>
                  </a:lnTo>
                  <a:lnTo>
                    <a:pt x="32111" y="61538"/>
                  </a:lnTo>
                  <a:lnTo>
                    <a:pt x="28712" y="65849"/>
                  </a:lnTo>
                  <a:lnTo>
                    <a:pt x="25457" y="70271"/>
                  </a:lnTo>
                  <a:lnTo>
                    <a:pt x="22348" y="74796"/>
                  </a:lnTo>
                  <a:lnTo>
                    <a:pt x="19390" y="79422"/>
                  </a:lnTo>
                  <a:lnTo>
                    <a:pt x="16585" y="84142"/>
                  </a:lnTo>
                  <a:lnTo>
                    <a:pt x="13937" y="88951"/>
                  </a:lnTo>
                  <a:lnTo>
                    <a:pt x="11448" y="93845"/>
                  </a:lnTo>
                  <a:lnTo>
                    <a:pt x="9121" y="98818"/>
                  </a:lnTo>
                  <a:lnTo>
                    <a:pt x="6959" y="103865"/>
                  </a:lnTo>
                  <a:lnTo>
                    <a:pt x="4964" y="108980"/>
                  </a:lnTo>
                  <a:lnTo>
                    <a:pt x="3137" y="114157"/>
                  </a:lnTo>
                  <a:lnTo>
                    <a:pt x="1482" y="119392"/>
                  </a:lnTo>
                  <a:lnTo>
                    <a:pt x="0" y="124679"/>
                  </a:lnTo>
                  <a:lnTo>
                    <a:pt x="16167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1844" y="3711244"/>
              <a:ext cx="334334" cy="330794"/>
            </a:xfrm>
            <a:custGeom>
              <a:avLst/>
              <a:pathLst>
                <a:path w="334334" h="330794">
                  <a:moveTo>
                    <a:pt x="5488" y="121155"/>
                  </a:moveTo>
                  <a:lnTo>
                    <a:pt x="4221" y="126310"/>
                  </a:lnTo>
                  <a:lnTo>
                    <a:pt x="3118" y="131503"/>
                  </a:lnTo>
                  <a:lnTo>
                    <a:pt x="2180" y="136728"/>
                  </a:lnTo>
                  <a:lnTo>
                    <a:pt x="1408" y="141981"/>
                  </a:lnTo>
                  <a:lnTo>
                    <a:pt x="804" y="147255"/>
                  </a:lnTo>
                  <a:lnTo>
                    <a:pt x="368" y="152545"/>
                  </a:lnTo>
                  <a:lnTo>
                    <a:pt x="99" y="157847"/>
                  </a:lnTo>
                  <a:lnTo>
                    <a:pt x="0" y="163155"/>
                  </a:lnTo>
                  <a:lnTo>
                    <a:pt x="68" y="168463"/>
                  </a:lnTo>
                  <a:lnTo>
                    <a:pt x="306" y="173767"/>
                  </a:lnTo>
                  <a:lnTo>
                    <a:pt x="711" y="179060"/>
                  </a:lnTo>
                  <a:lnTo>
                    <a:pt x="1285" y="184337"/>
                  </a:lnTo>
                  <a:lnTo>
                    <a:pt x="2025" y="189594"/>
                  </a:lnTo>
                  <a:lnTo>
                    <a:pt x="2933" y="194825"/>
                  </a:lnTo>
                  <a:lnTo>
                    <a:pt x="4006" y="200024"/>
                  </a:lnTo>
                  <a:lnTo>
                    <a:pt x="5243" y="205186"/>
                  </a:lnTo>
                  <a:lnTo>
                    <a:pt x="6644" y="210307"/>
                  </a:lnTo>
                  <a:lnTo>
                    <a:pt x="8206" y="215380"/>
                  </a:lnTo>
                  <a:lnTo>
                    <a:pt x="9929" y="220402"/>
                  </a:lnTo>
                  <a:lnTo>
                    <a:pt x="11811" y="225366"/>
                  </a:lnTo>
                  <a:lnTo>
                    <a:pt x="13849" y="230267"/>
                  </a:lnTo>
                  <a:lnTo>
                    <a:pt x="16042" y="235102"/>
                  </a:lnTo>
                  <a:lnTo>
                    <a:pt x="18387" y="239865"/>
                  </a:lnTo>
                  <a:lnTo>
                    <a:pt x="20882" y="244550"/>
                  </a:lnTo>
                  <a:lnTo>
                    <a:pt x="23525" y="249154"/>
                  </a:lnTo>
                  <a:lnTo>
                    <a:pt x="26313" y="253672"/>
                  </a:lnTo>
                  <a:lnTo>
                    <a:pt x="29242" y="258099"/>
                  </a:lnTo>
                  <a:lnTo>
                    <a:pt x="32311" y="262431"/>
                  </a:lnTo>
                  <a:lnTo>
                    <a:pt x="35516" y="266663"/>
                  </a:lnTo>
                  <a:lnTo>
                    <a:pt x="38853" y="270792"/>
                  </a:lnTo>
                  <a:lnTo>
                    <a:pt x="42320" y="274812"/>
                  </a:lnTo>
                  <a:lnTo>
                    <a:pt x="45913" y="278720"/>
                  </a:lnTo>
                  <a:lnTo>
                    <a:pt x="49628" y="282512"/>
                  </a:lnTo>
                  <a:lnTo>
                    <a:pt x="53462" y="286184"/>
                  </a:lnTo>
                  <a:lnTo>
                    <a:pt x="57410" y="289733"/>
                  </a:lnTo>
                  <a:lnTo>
                    <a:pt x="61469" y="293154"/>
                  </a:lnTo>
                  <a:lnTo>
                    <a:pt x="65635" y="296445"/>
                  </a:lnTo>
                  <a:lnTo>
                    <a:pt x="69903" y="299602"/>
                  </a:lnTo>
                  <a:lnTo>
                    <a:pt x="74269" y="302622"/>
                  </a:lnTo>
                  <a:lnTo>
                    <a:pt x="78729" y="305502"/>
                  </a:lnTo>
                  <a:lnTo>
                    <a:pt x="83278" y="308238"/>
                  </a:lnTo>
                  <a:lnTo>
                    <a:pt x="87911" y="310829"/>
                  </a:lnTo>
                  <a:lnTo>
                    <a:pt x="92625" y="313271"/>
                  </a:lnTo>
                  <a:lnTo>
                    <a:pt x="97413" y="315563"/>
                  </a:lnTo>
                  <a:lnTo>
                    <a:pt x="102272" y="317701"/>
                  </a:lnTo>
                  <a:lnTo>
                    <a:pt x="107197" y="319684"/>
                  </a:lnTo>
                  <a:lnTo>
                    <a:pt x="112182" y="321509"/>
                  </a:lnTo>
                  <a:lnTo>
                    <a:pt x="117222" y="323176"/>
                  </a:lnTo>
                  <a:lnTo>
                    <a:pt x="122313" y="324681"/>
                  </a:lnTo>
                  <a:lnTo>
                    <a:pt x="127449" y="326024"/>
                  </a:lnTo>
                  <a:lnTo>
                    <a:pt x="132625" y="327203"/>
                  </a:lnTo>
                  <a:lnTo>
                    <a:pt x="137836" y="328218"/>
                  </a:lnTo>
                  <a:lnTo>
                    <a:pt x="143076" y="329066"/>
                  </a:lnTo>
                  <a:lnTo>
                    <a:pt x="148341" y="329747"/>
                  </a:lnTo>
                  <a:lnTo>
                    <a:pt x="153625" y="330261"/>
                  </a:lnTo>
                  <a:lnTo>
                    <a:pt x="158922" y="330607"/>
                  </a:lnTo>
                  <a:lnTo>
                    <a:pt x="164228" y="330785"/>
                  </a:lnTo>
                  <a:lnTo>
                    <a:pt x="169536" y="330794"/>
                  </a:lnTo>
                  <a:lnTo>
                    <a:pt x="174843" y="330634"/>
                  </a:lnTo>
                  <a:lnTo>
                    <a:pt x="180141" y="330306"/>
                  </a:lnTo>
                  <a:lnTo>
                    <a:pt x="185427" y="329810"/>
                  </a:lnTo>
                  <a:lnTo>
                    <a:pt x="190694" y="329147"/>
                  </a:lnTo>
                  <a:lnTo>
                    <a:pt x="195937" y="328316"/>
                  </a:lnTo>
                  <a:lnTo>
                    <a:pt x="201151" y="327320"/>
                  </a:lnTo>
                  <a:lnTo>
                    <a:pt x="206331" y="326158"/>
                  </a:lnTo>
                  <a:lnTo>
                    <a:pt x="211472" y="324833"/>
                  </a:lnTo>
                  <a:lnTo>
                    <a:pt x="216568" y="323344"/>
                  </a:lnTo>
                  <a:lnTo>
                    <a:pt x="221614" y="321695"/>
                  </a:lnTo>
                  <a:lnTo>
                    <a:pt x="226605" y="319887"/>
                  </a:lnTo>
                  <a:lnTo>
                    <a:pt x="231536" y="317921"/>
                  </a:lnTo>
                  <a:lnTo>
                    <a:pt x="236402" y="315799"/>
                  </a:lnTo>
                  <a:lnTo>
                    <a:pt x="241199" y="313524"/>
                  </a:lnTo>
                  <a:lnTo>
                    <a:pt x="245920" y="311097"/>
                  </a:lnTo>
                  <a:lnTo>
                    <a:pt x="250563" y="308522"/>
                  </a:lnTo>
                  <a:lnTo>
                    <a:pt x="255121" y="305801"/>
                  </a:lnTo>
                  <a:lnTo>
                    <a:pt x="259590" y="302937"/>
                  </a:lnTo>
                  <a:lnTo>
                    <a:pt x="263967" y="299932"/>
                  </a:lnTo>
                  <a:lnTo>
                    <a:pt x="268246" y="296790"/>
                  </a:lnTo>
                  <a:lnTo>
                    <a:pt x="272422" y="293513"/>
                  </a:lnTo>
                  <a:lnTo>
                    <a:pt x="276493" y="290105"/>
                  </a:lnTo>
                  <a:lnTo>
                    <a:pt x="280453" y="286570"/>
                  </a:lnTo>
                  <a:lnTo>
                    <a:pt x="284299" y="282911"/>
                  </a:lnTo>
                  <a:lnTo>
                    <a:pt x="288027" y="279132"/>
                  </a:lnTo>
                  <a:lnTo>
                    <a:pt x="291633" y="275236"/>
                  </a:lnTo>
                  <a:lnTo>
                    <a:pt x="295114" y="271227"/>
                  </a:lnTo>
                  <a:lnTo>
                    <a:pt x="298466" y="267110"/>
                  </a:lnTo>
                  <a:lnTo>
                    <a:pt x="301685" y="262889"/>
                  </a:lnTo>
                  <a:lnTo>
                    <a:pt x="304768" y="258568"/>
                  </a:lnTo>
                  <a:lnTo>
                    <a:pt x="307713" y="254151"/>
                  </a:lnTo>
                  <a:lnTo>
                    <a:pt x="310516" y="249642"/>
                  </a:lnTo>
                  <a:lnTo>
                    <a:pt x="313174" y="245047"/>
                  </a:lnTo>
                  <a:lnTo>
                    <a:pt x="315685" y="240370"/>
                  </a:lnTo>
                  <a:lnTo>
                    <a:pt x="318047" y="235615"/>
                  </a:lnTo>
                  <a:lnTo>
                    <a:pt x="320256" y="230788"/>
                  </a:lnTo>
                  <a:lnTo>
                    <a:pt x="322311" y="225893"/>
                  </a:lnTo>
                  <a:lnTo>
                    <a:pt x="324209" y="220936"/>
                  </a:lnTo>
                  <a:lnTo>
                    <a:pt x="325949" y="215920"/>
                  </a:lnTo>
                  <a:lnTo>
                    <a:pt x="327529" y="210852"/>
                  </a:lnTo>
                  <a:lnTo>
                    <a:pt x="328947" y="205736"/>
                  </a:lnTo>
                  <a:lnTo>
                    <a:pt x="330202" y="200578"/>
                  </a:lnTo>
                  <a:lnTo>
                    <a:pt x="331293" y="195383"/>
                  </a:lnTo>
                  <a:lnTo>
                    <a:pt x="332218" y="190155"/>
                  </a:lnTo>
                  <a:lnTo>
                    <a:pt x="332977" y="184901"/>
                  </a:lnTo>
                  <a:lnTo>
                    <a:pt x="333568" y="179626"/>
                  </a:lnTo>
                  <a:lnTo>
                    <a:pt x="333991" y="174334"/>
                  </a:lnTo>
                  <a:lnTo>
                    <a:pt x="334247" y="169031"/>
                  </a:lnTo>
                  <a:lnTo>
                    <a:pt x="334334" y="163723"/>
                  </a:lnTo>
                  <a:lnTo>
                    <a:pt x="334252" y="158415"/>
                  </a:lnTo>
                  <a:lnTo>
                    <a:pt x="334002" y="153113"/>
                  </a:lnTo>
                  <a:lnTo>
                    <a:pt x="333583" y="147820"/>
                  </a:lnTo>
                  <a:lnTo>
                    <a:pt x="332997" y="142544"/>
                  </a:lnTo>
                  <a:lnTo>
                    <a:pt x="332243" y="137289"/>
                  </a:lnTo>
                  <a:lnTo>
                    <a:pt x="331323" y="132061"/>
                  </a:lnTo>
                  <a:lnTo>
                    <a:pt x="330238" y="126864"/>
                  </a:lnTo>
                  <a:lnTo>
                    <a:pt x="328988" y="121705"/>
                  </a:lnTo>
                  <a:lnTo>
                    <a:pt x="327574" y="116588"/>
                  </a:lnTo>
                  <a:lnTo>
                    <a:pt x="325999" y="111518"/>
                  </a:lnTo>
                  <a:lnTo>
                    <a:pt x="324264" y="106501"/>
                  </a:lnTo>
                  <a:lnTo>
                    <a:pt x="322370" y="101542"/>
                  </a:lnTo>
                  <a:lnTo>
                    <a:pt x="320320" y="96645"/>
                  </a:lnTo>
                  <a:lnTo>
                    <a:pt x="318116" y="91816"/>
                  </a:lnTo>
                  <a:lnTo>
                    <a:pt x="315759" y="87059"/>
                  </a:lnTo>
                  <a:lnTo>
                    <a:pt x="313252" y="82379"/>
                  </a:lnTo>
                  <a:lnTo>
                    <a:pt x="310598" y="77782"/>
                  </a:lnTo>
                  <a:lnTo>
                    <a:pt x="307800" y="73271"/>
                  </a:lnTo>
                  <a:lnTo>
                    <a:pt x="304859" y="68851"/>
                  </a:lnTo>
                  <a:lnTo>
                    <a:pt x="301780" y="64526"/>
                  </a:lnTo>
                  <a:lnTo>
                    <a:pt x="298565" y="60302"/>
                  </a:lnTo>
                  <a:lnTo>
                    <a:pt x="295217" y="56182"/>
                  </a:lnTo>
                  <a:lnTo>
                    <a:pt x="291740" y="52170"/>
                  </a:lnTo>
                  <a:lnTo>
                    <a:pt x="288138" y="48271"/>
                  </a:lnTo>
                  <a:lnTo>
                    <a:pt x="284414" y="44488"/>
                  </a:lnTo>
                  <a:lnTo>
                    <a:pt x="280571" y="40825"/>
                  </a:lnTo>
                  <a:lnTo>
                    <a:pt x="276614" y="37286"/>
                  </a:lnTo>
                  <a:lnTo>
                    <a:pt x="272547" y="33875"/>
                  </a:lnTo>
                  <a:lnTo>
                    <a:pt x="268373" y="30594"/>
                  </a:lnTo>
                  <a:lnTo>
                    <a:pt x="264097" y="27447"/>
                  </a:lnTo>
                  <a:lnTo>
                    <a:pt x="259724" y="24438"/>
                  </a:lnTo>
                  <a:lnTo>
                    <a:pt x="255257" y="21570"/>
                  </a:lnTo>
                  <a:lnTo>
                    <a:pt x="250701" y="18844"/>
                  </a:lnTo>
                  <a:lnTo>
                    <a:pt x="246062" y="16265"/>
                  </a:lnTo>
                  <a:lnTo>
                    <a:pt x="241342" y="13834"/>
                  </a:lnTo>
                  <a:lnTo>
                    <a:pt x="236548" y="11554"/>
                  </a:lnTo>
                  <a:lnTo>
                    <a:pt x="231684" y="9428"/>
                  </a:lnTo>
                  <a:lnTo>
                    <a:pt x="226754" y="7457"/>
                  </a:lnTo>
                  <a:lnTo>
                    <a:pt x="221765" y="5644"/>
                  </a:lnTo>
                  <a:lnTo>
                    <a:pt x="216721" y="3990"/>
                  </a:lnTo>
                  <a:lnTo>
                    <a:pt x="211626" y="2497"/>
                  </a:lnTo>
                  <a:lnTo>
                    <a:pt x="206487" y="1166"/>
                  </a:lnTo>
                  <a:lnTo>
                    <a:pt x="201308" y="0"/>
                  </a:lnTo>
                  <a:lnTo>
                    <a:pt x="167166" y="163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34141" cy="167167"/>
            </a:xfrm>
            <a:custGeom>
              <a:avLst/>
              <a:pathLst>
                <a:path w="34141" h="167167">
                  <a:moveTo>
                    <a:pt x="34141" y="3523"/>
                  </a:moveTo>
                  <a:lnTo>
                    <a:pt x="27383" y="2258"/>
                  </a:lnTo>
                  <a:lnTo>
                    <a:pt x="20577" y="1271"/>
                  </a:lnTo>
                  <a:lnTo>
                    <a:pt x="13737" y="565"/>
                  </a:lnTo>
                  <a:lnTo>
                    <a:pt x="6874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tx7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2025-06-06T08:23:27Z</dcterms:modified>
  <cp:category/>
</cp:coreProperties>
</file>