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42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0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0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20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1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0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7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50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3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6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8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2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7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3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7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5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12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5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531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4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8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375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9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7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7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6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50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32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673" y="3170392"/>
              <a:ext cx="2105" cy="167167"/>
            </a:xfrm>
            <a:custGeom>
              <a:avLst/>
              <a:pathLst>
                <a:path w="2105" h="167167">
                  <a:moveTo>
                    <a:pt x="2105" y="0"/>
                  </a:moveTo>
                  <a:lnTo>
                    <a:pt x="0" y="13"/>
                  </a:lnTo>
                  <a:lnTo>
                    <a:pt x="210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673" y="3170405"/>
              <a:ext cx="2105" cy="167154"/>
            </a:xfrm>
            <a:custGeom>
              <a:avLst/>
              <a:pathLst>
                <a:path w="2105" h="167154">
                  <a:moveTo>
                    <a:pt x="0" y="0"/>
                  </a:moveTo>
                  <a:lnTo>
                    <a:pt x="2105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20" y="3170405"/>
              <a:ext cx="334321" cy="334321"/>
            </a:xfrm>
            <a:custGeom>
              <a:avLst/>
              <a:pathLst>
                <a:path w="334321" h="334321">
                  <a:moveTo>
                    <a:pt x="165053" y="0"/>
                  </a:moveTo>
                  <a:lnTo>
                    <a:pt x="159773" y="149"/>
                  </a:lnTo>
                  <a:lnTo>
                    <a:pt x="154501" y="466"/>
                  </a:lnTo>
                  <a:lnTo>
                    <a:pt x="149241" y="949"/>
                  </a:lnTo>
                  <a:lnTo>
                    <a:pt x="144000" y="1598"/>
                  </a:lnTo>
                  <a:lnTo>
                    <a:pt x="138781" y="2412"/>
                  </a:lnTo>
                  <a:lnTo>
                    <a:pt x="133591" y="3391"/>
                  </a:lnTo>
                  <a:lnTo>
                    <a:pt x="128434" y="4533"/>
                  </a:lnTo>
                  <a:lnTo>
                    <a:pt x="123316" y="5838"/>
                  </a:lnTo>
                  <a:lnTo>
                    <a:pt x="118242" y="7303"/>
                  </a:lnTo>
                  <a:lnTo>
                    <a:pt x="113216" y="8929"/>
                  </a:lnTo>
                  <a:lnTo>
                    <a:pt x="108245" y="10712"/>
                  </a:lnTo>
                  <a:lnTo>
                    <a:pt x="103332" y="12651"/>
                  </a:lnTo>
                  <a:lnTo>
                    <a:pt x="98483" y="14745"/>
                  </a:lnTo>
                  <a:lnTo>
                    <a:pt x="93702" y="16990"/>
                  </a:lnTo>
                  <a:lnTo>
                    <a:pt x="88995" y="19386"/>
                  </a:lnTo>
                  <a:lnTo>
                    <a:pt x="84366" y="21929"/>
                  </a:lnTo>
                  <a:lnTo>
                    <a:pt x="79819" y="24617"/>
                  </a:lnTo>
                  <a:lnTo>
                    <a:pt x="75360" y="27447"/>
                  </a:lnTo>
                  <a:lnTo>
                    <a:pt x="70992" y="30417"/>
                  </a:lnTo>
                  <a:lnTo>
                    <a:pt x="66720" y="33523"/>
                  </a:lnTo>
                  <a:lnTo>
                    <a:pt x="62549" y="36763"/>
                  </a:lnTo>
                  <a:lnTo>
                    <a:pt x="58482" y="40133"/>
                  </a:lnTo>
                  <a:lnTo>
                    <a:pt x="54523" y="43629"/>
                  </a:lnTo>
                  <a:lnTo>
                    <a:pt x="50677" y="47249"/>
                  </a:lnTo>
                  <a:lnTo>
                    <a:pt x="46947" y="50989"/>
                  </a:lnTo>
                  <a:lnTo>
                    <a:pt x="43338" y="54845"/>
                  </a:lnTo>
                  <a:lnTo>
                    <a:pt x="39851" y="58812"/>
                  </a:lnTo>
                  <a:lnTo>
                    <a:pt x="36492" y="62888"/>
                  </a:lnTo>
                  <a:lnTo>
                    <a:pt x="33264" y="67068"/>
                  </a:lnTo>
                  <a:lnTo>
                    <a:pt x="30169" y="71348"/>
                  </a:lnTo>
                  <a:lnTo>
                    <a:pt x="27210" y="75724"/>
                  </a:lnTo>
                  <a:lnTo>
                    <a:pt x="24392" y="80191"/>
                  </a:lnTo>
                  <a:lnTo>
                    <a:pt x="21716" y="84744"/>
                  </a:lnTo>
                  <a:lnTo>
                    <a:pt x="19185" y="89380"/>
                  </a:lnTo>
                  <a:lnTo>
                    <a:pt x="16802" y="94094"/>
                  </a:lnTo>
                  <a:lnTo>
                    <a:pt x="14569" y="98880"/>
                  </a:lnTo>
                  <a:lnTo>
                    <a:pt x="12488" y="103735"/>
                  </a:lnTo>
                  <a:lnTo>
                    <a:pt x="10562" y="108653"/>
                  </a:lnTo>
                  <a:lnTo>
                    <a:pt x="8792" y="113629"/>
                  </a:lnTo>
                  <a:lnTo>
                    <a:pt x="7180" y="118659"/>
                  </a:lnTo>
                  <a:lnTo>
                    <a:pt x="5728" y="123737"/>
                  </a:lnTo>
                  <a:lnTo>
                    <a:pt x="4437" y="128858"/>
                  </a:lnTo>
                  <a:lnTo>
                    <a:pt x="3308" y="134018"/>
                  </a:lnTo>
                  <a:lnTo>
                    <a:pt x="2343" y="139211"/>
                  </a:lnTo>
                  <a:lnTo>
                    <a:pt x="1543" y="144432"/>
                  </a:lnTo>
                  <a:lnTo>
                    <a:pt x="907" y="149675"/>
                  </a:lnTo>
                  <a:lnTo>
                    <a:pt x="438" y="154936"/>
                  </a:lnTo>
                  <a:lnTo>
                    <a:pt x="136" y="160209"/>
                  </a:lnTo>
                  <a:lnTo>
                    <a:pt x="0" y="165489"/>
                  </a:lnTo>
                  <a:lnTo>
                    <a:pt x="30" y="170771"/>
                  </a:lnTo>
                  <a:lnTo>
                    <a:pt x="228" y="176049"/>
                  </a:lnTo>
                  <a:lnTo>
                    <a:pt x="592" y="181318"/>
                  </a:lnTo>
                  <a:lnTo>
                    <a:pt x="1123" y="186573"/>
                  </a:lnTo>
                  <a:lnTo>
                    <a:pt x="1819" y="191808"/>
                  </a:lnTo>
                  <a:lnTo>
                    <a:pt x="2681" y="197019"/>
                  </a:lnTo>
                  <a:lnTo>
                    <a:pt x="3706" y="202201"/>
                  </a:lnTo>
                  <a:lnTo>
                    <a:pt x="4895" y="207347"/>
                  </a:lnTo>
                  <a:lnTo>
                    <a:pt x="6246" y="212453"/>
                  </a:lnTo>
                  <a:lnTo>
                    <a:pt x="7757" y="217514"/>
                  </a:lnTo>
                  <a:lnTo>
                    <a:pt x="9428" y="222524"/>
                  </a:lnTo>
                  <a:lnTo>
                    <a:pt x="11256" y="227480"/>
                  </a:lnTo>
                  <a:lnTo>
                    <a:pt x="13239" y="232375"/>
                  </a:lnTo>
                  <a:lnTo>
                    <a:pt x="15377" y="237205"/>
                  </a:lnTo>
                  <a:lnTo>
                    <a:pt x="17665" y="241965"/>
                  </a:lnTo>
                  <a:lnTo>
                    <a:pt x="20103" y="246650"/>
                  </a:lnTo>
                  <a:lnTo>
                    <a:pt x="22688" y="251256"/>
                  </a:lnTo>
                  <a:lnTo>
                    <a:pt x="25417" y="255778"/>
                  </a:lnTo>
                  <a:lnTo>
                    <a:pt x="28288" y="260212"/>
                  </a:lnTo>
                  <a:lnTo>
                    <a:pt x="31297" y="264553"/>
                  </a:lnTo>
                  <a:lnTo>
                    <a:pt x="34442" y="268796"/>
                  </a:lnTo>
                  <a:lnTo>
                    <a:pt x="37719" y="272938"/>
                  </a:lnTo>
                  <a:lnTo>
                    <a:pt x="41125" y="276974"/>
                  </a:lnTo>
                  <a:lnTo>
                    <a:pt x="44658" y="280901"/>
                  </a:lnTo>
                  <a:lnTo>
                    <a:pt x="48312" y="284714"/>
                  </a:lnTo>
                  <a:lnTo>
                    <a:pt x="52086" y="288410"/>
                  </a:lnTo>
                  <a:lnTo>
                    <a:pt x="55974" y="291985"/>
                  </a:lnTo>
                  <a:lnTo>
                    <a:pt x="59973" y="295435"/>
                  </a:lnTo>
                  <a:lnTo>
                    <a:pt x="64079" y="298757"/>
                  </a:lnTo>
                  <a:lnTo>
                    <a:pt x="68288" y="301948"/>
                  </a:lnTo>
                  <a:lnTo>
                    <a:pt x="72596" y="305004"/>
                  </a:lnTo>
                  <a:lnTo>
                    <a:pt x="76998" y="307923"/>
                  </a:lnTo>
                  <a:lnTo>
                    <a:pt x="81490" y="310701"/>
                  </a:lnTo>
                  <a:lnTo>
                    <a:pt x="86067" y="313336"/>
                  </a:lnTo>
                  <a:lnTo>
                    <a:pt x="90726" y="315824"/>
                  </a:lnTo>
                  <a:lnTo>
                    <a:pt x="95461" y="318165"/>
                  </a:lnTo>
                  <a:lnTo>
                    <a:pt x="100267" y="320355"/>
                  </a:lnTo>
                  <a:lnTo>
                    <a:pt x="105141" y="322391"/>
                  </a:lnTo>
                  <a:lnTo>
                    <a:pt x="110076" y="324273"/>
                  </a:lnTo>
                  <a:lnTo>
                    <a:pt x="115068" y="325998"/>
                  </a:lnTo>
                  <a:lnTo>
                    <a:pt x="120112" y="327564"/>
                  </a:lnTo>
                  <a:lnTo>
                    <a:pt x="125203" y="328970"/>
                  </a:lnTo>
                  <a:lnTo>
                    <a:pt x="130336" y="330215"/>
                  </a:lnTo>
                  <a:lnTo>
                    <a:pt x="135506" y="331297"/>
                  </a:lnTo>
                  <a:lnTo>
                    <a:pt x="140707" y="332215"/>
                  </a:lnTo>
                  <a:lnTo>
                    <a:pt x="145935" y="332968"/>
                  </a:lnTo>
                  <a:lnTo>
                    <a:pt x="151184" y="333556"/>
                  </a:lnTo>
                  <a:lnTo>
                    <a:pt x="156449" y="333978"/>
                  </a:lnTo>
                  <a:lnTo>
                    <a:pt x="161724" y="334233"/>
                  </a:lnTo>
                  <a:lnTo>
                    <a:pt x="167005" y="334321"/>
                  </a:lnTo>
                  <a:lnTo>
                    <a:pt x="172286" y="334242"/>
                  </a:lnTo>
                  <a:lnTo>
                    <a:pt x="177562" y="333997"/>
                  </a:lnTo>
                  <a:lnTo>
                    <a:pt x="182828" y="333585"/>
                  </a:lnTo>
                  <a:lnTo>
                    <a:pt x="188078" y="333007"/>
                  </a:lnTo>
                  <a:lnTo>
                    <a:pt x="193307" y="332263"/>
                  </a:lnTo>
                  <a:lnTo>
                    <a:pt x="198510" y="331355"/>
                  </a:lnTo>
                  <a:lnTo>
                    <a:pt x="203682" y="330282"/>
                  </a:lnTo>
                  <a:lnTo>
                    <a:pt x="208817" y="329047"/>
                  </a:lnTo>
                  <a:lnTo>
                    <a:pt x="213911" y="327650"/>
                  </a:lnTo>
                  <a:lnTo>
                    <a:pt x="218958" y="326093"/>
                  </a:lnTo>
                  <a:lnTo>
                    <a:pt x="223953" y="324378"/>
                  </a:lnTo>
                  <a:lnTo>
                    <a:pt x="228892" y="322505"/>
                  </a:lnTo>
                  <a:lnTo>
                    <a:pt x="233769" y="320477"/>
                  </a:lnTo>
                  <a:lnTo>
                    <a:pt x="238579" y="318296"/>
                  </a:lnTo>
                  <a:lnTo>
                    <a:pt x="243318" y="315965"/>
                  </a:lnTo>
                  <a:lnTo>
                    <a:pt x="247981" y="313484"/>
                  </a:lnTo>
                  <a:lnTo>
                    <a:pt x="252564" y="310858"/>
                  </a:lnTo>
                  <a:lnTo>
                    <a:pt x="257061" y="308088"/>
                  </a:lnTo>
                  <a:lnTo>
                    <a:pt x="261468" y="305178"/>
                  </a:lnTo>
                  <a:lnTo>
                    <a:pt x="265782" y="302129"/>
                  </a:lnTo>
                  <a:lnTo>
                    <a:pt x="269997" y="298946"/>
                  </a:lnTo>
                  <a:lnTo>
                    <a:pt x="274109" y="295632"/>
                  </a:lnTo>
                  <a:lnTo>
                    <a:pt x="278114" y="292189"/>
                  </a:lnTo>
                  <a:lnTo>
                    <a:pt x="282009" y="288621"/>
                  </a:lnTo>
                  <a:lnTo>
                    <a:pt x="285789" y="284932"/>
                  </a:lnTo>
                  <a:lnTo>
                    <a:pt x="289451" y="281126"/>
                  </a:lnTo>
                  <a:lnTo>
                    <a:pt x="292990" y="277206"/>
                  </a:lnTo>
                  <a:lnTo>
                    <a:pt x="296404" y="273175"/>
                  </a:lnTo>
                  <a:lnTo>
                    <a:pt x="299689" y="269039"/>
                  </a:lnTo>
                  <a:lnTo>
                    <a:pt x="302841" y="264802"/>
                  </a:lnTo>
                  <a:lnTo>
                    <a:pt x="305858" y="260467"/>
                  </a:lnTo>
                  <a:lnTo>
                    <a:pt x="308737" y="256038"/>
                  </a:lnTo>
                  <a:lnTo>
                    <a:pt x="311474" y="251521"/>
                  </a:lnTo>
                  <a:lnTo>
                    <a:pt x="314068" y="246920"/>
                  </a:lnTo>
                  <a:lnTo>
                    <a:pt x="316514" y="242239"/>
                  </a:lnTo>
                  <a:lnTo>
                    <a:pt x="318812" y="237483"/>
                  </a:lnTo>
                  <a:lnTo>
                    <a:pt x="320958" y="232657"/>
                  </a:lnTo>
                  <a:lnTo>
                    <a:pt x="322951" y="227766"/>
                  </a:lnTo>
                  <a:lnTo>
                    <a:pt x="324788" y="222814"/>
                  </a:lnTo>
                  <a:lnTo>
                    <a:pt x="326467" y="217806"/>
                  </a:lnTo>
                  <a:lnTo>
                    <a:pt x="327988" y="212748"/>
                  </a:lnTo>
                  <a:lnTo>
                    <a:pt x="329348" y="207645"/>
                  </a:lnTo>
                  <a:lnTo>
                    <a:pt x="330546" y="202501"/>
                  </a:lnTo>
                  <a:lnTo>
                    <a:pt x="331581" y="197321"/>
                  </a:lnTo>
                  <a:lnTo>
                    <a:pt x="332452" y="192112"/>
                  </a:lnTo>
                  <a:lnTo>
                    <a:pt x="333158" y="186878"/>
                  </a:lnTo>
                  <a:lnTo>
                    <a:pt x="333699" y="181624"/>
                  </a:lnTo>
                  <a:lnTo>
                    <a:pt x="334073" y="176355"/>
                  </a:lnTo>
                  <a:lnTo>
                    <a:pt x="334280" y="171077"/>
                  </a:lnTo>
                  <a:lnTo>
                    <a:pt x="334321" y="165796"/>
                  </a:lnTo>
                  <a:lnTo>
                    <a:pt x="334194" y="160516"/>
                  </a:lnTo>
                  <a:lnTo>
                    <a:pt x="333901" y="155242"/>
                  </a:lnTo>
                  <a:lnTo>
                    <a:pt x="333442" y="149980"/>
                  </a:lnTo>
                  <a:lnTo>
                    <a:pt x="332816" y="144736"/>
                  </a:lnTo>
                  <a:lnTo>
                    <a:pt x="332025" y="139514"/>
                  </a:lnTo>
                  <a:lnTo>
                    <a:pt x="331070" y="134319"/>
                  </a:lnTo>
                  <a:lnTo>
                    <a:pt x="329951" y="129157"/>
                  </a:lnTo>
                  <a:lnTo>
                    <a:pt x="328669" y="124033"/>
                  </a:lnTo>
                  <a:lnTo>
                    <a:pt x="327226" y="118953"/>
                  </a:lnTo>
                  <a:lnTo>
                    <a:pt x="325624" y="113920"/>
                  </a:lnTo>
                  <a:lnTo>
                    <a:pt x="323863" y="108940"/>
                  </a:lnTo>
                  <a:lnTo>
                    <a:pt x="321945" y="104019"/>
                  </a:lnTo>
                  <a:lnTo>
                    <a:pt x="319874" y="99160"/>
                  </a:lnTo>
                  <a:lnTo>
                    <a:pt x="317649" y="94370"/>
                  </a:lnTo>
                  <a:lnTo>
                    <a:pt x="315275" y="89652"/>
                  </a:lnTo>
                  <a:lnTo>
                    <a:pt x="312753" y="85011"/>
                  </a:lnTo>
                  <a:lnTo>
                    <a:pt x="310085" y="80453"/>
                  </a:lnTo>
                  <a:lnTo>
                    <a:pt x="307275" y="75981"/>
                  </a:lnTo>
                  <a:lnTo>
                    <a:pt x="304324" y="71600"/>
                  </a:lnTo>
                  <a:lnTo>
                    <a:pt x="301237" y="67314"/>
                  </a:lnTo>
                  <a:lnTo>
                    <a:pt x="298016" y="63128"/>
                  </a:lnTo>
                  <a:lnTo>
                    <a:pt x="294665" y="59046"/>
                  </a:lnTo>
                  <a:lnTo>
                    <a:pt x="291186" y="55072"/>
                  </a:lnTo>
                  <a:lnTo>
                    <a:pt x="287583" y="51210"/>
                  </a:lnTo>
                  <a:lnTo>
                    <a:pt x="283860" y="47464"/>
                  </a:lnTo>
                  <a:lnTo>
                    <a:pt x="280021" y="43836"/>
                  </a:lnTo>
                  <a:lnTo>
                    <a:pt x="276069" y="40333"/>
                  </a:lnTo>
                  <a:lnTo>
                    <a:pt x="272008" y="36955"/>
                  </a:lnTo>
                  <a:lnTo>
                    <a:pt x="267842" y="33708"/>
                  </a:lnTo>
                  <a:lnTo>
                    <a:pt x="263576" y="30594"/>
                  </a:lnTo>
                  <a:lnTo>
                    <a:pt x="259214" y="27616"/>
                  </a:lnTo>
                  <a:lnTo>
                    <a:pt x="254760" y="24777"/>
                  </a:lnTo>
                  <a:lnTo>
                    <a:pt x="250218" y="22081"/>
                  </a:lnTo>
                  <a:lnTo>
                    <a:pt x="245594" y="19529"/>
                  </a:lnTo>
                  <a:lnTo>
                    <a:pt x="240891" y="17125"/>
                  </a:lnTo>
                  <a:lnTo>
                    <a:pt x="236114" y="14871"/>
                  </a:lnTo>
                  <a:lnTo>
                    <a:pt x="231269" y="12768"/>
                  </a:lnTo>
                  <a:lnTo>
                    <a:pt x="226360" y="10820"/>
                  </a:lnTo>
                  <a:lnTo>
                    <a:pt x="221392" y="9028"/>
                  </a:lnTo>
                  <a:lnTo>
                    <a:pt x="216369" y="7394"/>
                  </a:lnTo>
                  <a:lnTo>
                    <a:pt x="211297" y="5919"/>
                  </a:lnTo>
                  <a:lnTo>
                    <a:pt x="206182" y="4605"/>
                  </a:lnTo>
                  <a:lnTo>
                    <a:pt x="201027" y="3453"/>
                  </a:lnTo>
                  <a:lnTo>
                    <a:pt x="195839" y="2465"/>
                  </a:lnTo>
                  <a:lnTo>
                    <a:pt x="190622" y="1641"/>
                  </a:lnTo>
                  <a:lnTo>
                    <a:pt x="185381" y="982"/>
                  </a:lnTo>
                  <a:lnTo>
                    <a:pt x="180122" y="490"/>
                  </a:lnTo>
                  <a:lnTo>
                    <a:pt x="174851" y="163"/>
                  </a:lnTo>
                  <a:lnTo>
                    <a:pt x="167159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692" cy="167167"/>
            </a:xfrm>
            <a:custGeom>
              <a:avLst/>
              <a:pathLst>
                <a:path w="7692" h="167167">
                  <a:moveTo>
                    <a:pt x="7692" y="1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782" y="2633064"/>
              <a:ext cx="33229" cy="167167"/>
            </a:xfrm>
            <a:custGeom>
              <a:avLst/>
              <a:pathLst>
                <a:path w="33229" h="167167">
                  <a:moveTo>
                    <a:pt x="33229" y="0"/>
                  </a:moveTo>
                  <a:lnTo>
                    <a:pt x="26540" y="133"/>
                  </a:lnTo>
                  <a:lnTo>
                    <a:pt x="19862" y="535"/>
                  </a:lnTo>
                  <a:lnTo>
                    <a:pt x="13206" y="1203"/>
                  </a:lnTo>
                  <a:lnTo>
                    <a:pt x="6581" y="2137"/>
                  </a:lnTo>
                  <a:lnTo>
                    <a:pt x="0" y="3335"/>
                  </a:lnTo>
                  <a:lnTo>
                    <a:pt x="3322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5" y="2636400"/>
              <a:ext cx="334332" cy="330985"/>
            </a:xfrm>
            <a:custGeom>
              <a:avLst/>
              <a:pathLst>
                <a:path w="334332" h="330985">
                  <a:moveTo>
                    <a:pt x="133936" y="0"/>
                  </a:moveTo>
                  <a:lnTo>
                    <a:pt x="128749" y="1138"/>
                  </a:lnTo>
                  <a:lnTo>
                    <a:pt x="123601" y="2440"/>
                  </a:lnTo>
                  <a:lnTo>
                    <a:pt x="118498" y="3905"/>
                  </a:lnTo>
                  <a:lnTo>
                    <a:pt x="113443" y="5531"/>
                  </a:lnTo>
                  <a:lnTo>
                    <a:pt x="108442" y="7317"/>
                  </a:lnTo>
                  <a:lnTo>
                    <a:pt x="103501" y="9261"/>
                  </a:lnTo>
                  <a:lnTo>
                    <a:pt x="98624" y="11361"/>
                  </a:lnTo>
                  <a:lnTo>
                    <a:pt x="93816" y="13615"/>
                  </a:lnTo>
                  <a:lnTo>
                    <a:pt x="89082" y="16020"/>
                  </a:lnTo>
                  <a:lnTo>
                    <a:pt x="84427" y="18575"/>
                  </a:lnTo>
                  <a:lnTo>
                    <a:pt x="79856" y="21276"/>
                  </a:lnTo>
                  <a:lnTo>
                    <a:pt x="75372" y="24120"/>
                  </a:lnTo>
                  <a:lnTo>
                    <a:pt x="70981" y="27106"/>
                  </a:lnTo>
                  <a:lnTo>
                    <a:pt x="66687" y="30230"/>
                  </a:lnTo>
                  <a:lnTo>
                    <a:pt x="62495" y="33489"/>
                  </a:lnTo>
                  <a:lnTo>
                    <a:pt x="58408" y="36879"/>
                  </a:lnTo>
                  <a:lnTo>
                    <a:pt x="54431" y="40397"/>
                  </a:lnTo>
                  <a:lnTo>
                    <a:pt x="50568" y="44040"/>
                  </a:lnTo>
                  <a:lnTo>
                    <a:pt x="46822" y="47803"/>
                  </a:lnTo>
                  <a:lnTo>
                    <a:pt x="43198" y="51684"/>
                  </a:lnTo>
                  <a:lnTo>
                    <a:pt x="39698" y="55677"/>
                  </a:lnTo>
                  <a:lnTo>
                    <a:pt x="36328" y="59780"/>
                  </a:lnTo>
                  <a:lnTo>
                    <a:pt x="33089" y="63988"/>
                  </a:lnTo>
                  <a:lnTo>
                    <a:pt x="29986" y="68297"/>
                  </a:lnTo>
                  <a:lnTo>
                    <a:pt x="27021" y="72702"/>
                  </a:lnTo>
                  <a:lnTo>
                    <a:pt x="24197" y="77199"/>
                  </a:lnTo>
                  <a:lnTo>
                    <a:pt x="21518" y="81783"/>
                  </a:lnTo>
                  <a:lnTo>
                    <a:pt x="18985" y="86450"/>
                  </a:lnTo>
                  <a:lnTo>
                    <a:pt x="16603" y="91195"/>
                  </a:lnTo>
                  <a:lnTo>
                    <a:pt x="14372" y="96014"/>
                  </a:lnTo>
                  <a:lnTo>
                    <a:pt x="12295" y="100901"/>
                  </a:lnTo>
                  <a:lnTo>
                    <a:pt x="10374" y="105851"/>
                  </a:lnTo>
                  <a:lnTo>
                    <a:pt x="8612" y="110860"/>
                  </a:lnTo>
                  <a:lnTo>
                    <a:pt x="7010" y="115923"/>
                  </a:lnTo>
                  <a:lnTo>
                    <a:pt x="5569" y="121033"/>
                  </a:lnTo>
                  <a:lnTo>
                    <a:pt x="4291" y="126187"/>
                  </a:lnTo>
                  <a:lnTo>
                    <a:pt x="3178" y="131379"/>
                  </a:lnTo>
                  <a:lnTo>
                    <a:pt x="2230" y="136604"/>
                  </a:lnTo>
                  <a:lnTo>
                    <a:pt x="1448" y="141856"/>
                  </a:lnTo>
                  <a:lnTo>
                    <a:pt x="834" y="147130"/>
                  </a:lnTo>
                  <a:lnTo>
                    <a:pt x="387" y="152421"/>
                  </a:lnTo>
                  <a:lnTo>
                    <a:pt x="109" y="157724"/>
                  </a:lnTo>
                  <a:lnTo>
                    <a:pt x="0" y="163032"/>
                  </a:lnTo>
                  <a:lnTo>
                    <a:pt x="58" y="168342"/>
                  </a:lnTo>
                  <a:lnTo>
                    <a:pt x="286" y="173647"/>
                  </a:lnTo>
                  <a:lnTo>
                    <a:pt x="682" y="178942"/>
                  </a:lnTo>
                  <a:lnTo>
                    <a:pt x="1246" y="184222"/>
                  </a:lnTo>
                  <a:lnTo>
                    <a:pt x="1977" y="189481"/>
                  </a:lnTo>
                  <a:lnTo>
                    <a:pt x="2875" y="194715"/>
                  </a:lnTo>
                  <a:lnTo>
                    <a:pt x="3939" y="199917"/>
                  </a:lnTo>
                  <a:lnTo>
                    <a:pt x="5167" y="205083"/>
                  </a:lnTo>
                  <a:lnTo>
                    <a:pt x="6559" y="210207"/>
                  </a:lnTo>
                  <a:lnTo>
                    <a:pt x="8113" y="215284"/>
                  </a:lnTo>
                  <a:lnTo>
                    <a:pt x="9828" y="220310"/>
                  </a:lnTo>
                  <a:lnTo>
                    <a:pt x="11701" y="225278"/>
                  </a:lnTo>
                  <a:lnTo>
                    <a:pt x="13731" y="230185"/>
                  </a:lnTo>
                  <a:lnTo>
                    <a:pt x="15915" y="235025"/>
                  </a:lnTo>
                  <a:lnTo>
                    <a:pt x="18253" y="239792"/>
                  </a:lnTo>
                  <a:lnTo>
                    <a:pt x="20741" y="244483"/>
                  </a:lnTo>
                  <a:lnTo>
                    <a:pt x="23376" y="249093"/>
                  </a:lnTo>
                  <a:lnTo>
                    <a:pt x="26156" y="253617"/>
                  </a:lnTo>
                  <a:lnTo>
                    <a:pt x="29079" y="258050"/>
                  </a:lnTo>
                  <a:lnTo>
                    <a:pt x="32141" y="262388"/>
                  </a:lnTo>
                  <a:lnTo>
                    <a:pt x="35339" y="266627"/>
                  </a:lnTo>
                  <a:lnTo>
                    <a:pt x="38671" y="270762"/>
                  </a:lnTo>
                  <a:lnTo>
                    <a:pt x="42132" y="274789"/>
                  </a:lnTo>
                  <a:lnTo>
                    <a:pt x="45719" y="278704"/>
                  </a:lnTo>
                  <a:lnTo>
                    <a:pt x="49428" y="282503"/>
                  </a:lnTo>
                  <a:lnTo>
                    <a:pt x="53257" y="286182"/>
                  </a:lnTo>
                  <a:lnTo>
                    <a:pt x="57200" y="289738"/>
                  </a:lnTo>
                  <a:lnTo>
                    <a:pt x="61254" y="293167"/>
                  </a:lnTo>
                  <a:lnTo>
                    <a:pt x="65415" y="296466"/>
                  </a:lnTo>
                  <a:lnTo>
                    <a:pt x="69679" y="299630"/>
                  </a:lnTo>
                  <a:lnTo>
                    <a:pt x="74041" y="302658"/>
                  </a:lnTo>
                  <a:lnTo>
                    <a:pt x="78498" y="305546"/>
                  </a:lnTo>
                  <a:lnTo>
                    <a:pt x="83043" y="308290"/>
                  </a:lnTo>
                  <a:lnTo>
                    <a:pt x="87674" y="310889"/>
                  </a:lnTo>
                  <a:lnTo>
                    <a:pt x="92384" y="313339"/>
                  </a:lnTo>
                  <a:lnTo>
                    <a:pt x="97170" y="315639"/>
                  </a:lnTo>
                  <a:lnTo>
                    <a:pt x="102027" y="317786"/>
                  </a:lnTo>
                  <a:lnTo>
                    <a:pt x="106950" y="319777"/>
                  </a:lnTo>
                  <a:lnTo>
                    <a:pt x="111933" y="321610"/>
                  </a:lnTo>
                  <a:lnTo>
                    <a:pt x="116972" y="323285"/>
                  </a:lnTo>
                  <a:lnTo>
                    <a:pt x="122061" y="324799"/>
                  </a:lnTo>
                  <a:lnTo>
                    <a:pt x="127196" y="326150"/>
                  </a:lnTo>
                  <a:lnTo>
                    <a:pt x="132372" y="327337"/>
                  </a:lnTo>
                  <a:lnTo>
                    <a:pt x="137582" y="328360"/>
                  </a:lnTo>
                  <a:lnTo>
                    <a:pt x="142823" y="329217"/>
                  </a:lnTo>
                  <a:lnTo>
                    <a:pt x="148087" y="329906"/>
                  </a:lnTo>
                  <a:lnTo>
                    <a:pt x="153372" y="330428"/>
                  </a:lnTo>
                  <a:lnTo>
                    <a:pt x="158670" y="330782"/>
                  </a:lnTo>
                  <a:lnTo>
                    <a:pt x="163976" y="330968"/>
                  </a:lnTo>
                  <a:lnTo>
                    <a:pt x="169286" y="330985"/>
                  </a:lnTo>
                  <a:lnTo>
                    <a:pt x="174594" y="330833"/>
                  </a:lnTo>
                  <a:lnTo>
                    <a:pt x="179894" y="330513"/>
                  </a:lnTo>
                  <a:lnTo>
                    <a:pt x="185182" y="330025"/>
                  </a:lnTo>
                  <a:lnTo>
                    <a:pt x="190451" y="329369"/>
                  </a:lnTo>
                  <a:lnTo>
                    <a:pt x="195696" y="328546"/>
                  </a:lnTo>
                  <a:lnTo>
                    <a:pt x="200913" y="327556"/>
                  </a:lnTo>
                  <a:lnTo>
                    <a:pt x="206096" y="326402"/>
                  </a:lnTo>
                  <a:lnTo>
                    <a:pt x="211240" y="325083"/>
                  </a:lnTo>
                  <a:lnTo>
                    <a:pt x="216339" y="323602"/>
                  </a:lnTo>
                  <a:lnTo>
                    <a:pt x="221389" y="321960"/>
                  </a:lnTo>
                  <a:lnTo>
                    <a:pt x="226383" y="320158"/>
                  </a:lnTo>
                  <a:lnTo>
                    <a:pt x="231318" y="318198"/>
                  </a:lnTo>
                  <a:lnTo>
                    <a:pt x="236189" y="316083"/>
                  </a:lnTo>
                  <a:lnTo>
                    <a:pt x="240989" y="313814"/>
                  </a:lnTo>
                  <a:lnTo>
                    <a:pt x="245716" y="311394"/>
                  </a:lnTo>
                  <a:lnTo>
                    <a:pt x="250363" y="308825"/>
                  </a:lnTo>
                  <a:lnTo>
                    <a:pt x="254926" y="306109"/>
                  </a:lnTo>
                  <a:lnTo>
                    <a:pt x="259400" y="303250"/>
                  </a:lnTo>
                  <a:lnTo>
                    <a:pt x="263781" y="300250"/>
                  </a:lnTo>
                  <a:lnTo>
                    <a:pt x="268065" y="297113"/>
                  </a:lnTo>
                  <a:lnTo>
                    <a:pt x="272248" y="293841"/>
                  </a:lnTo>
                  <a:lnTo>
                    <a:pt x="276324" y="290438"/>
                  </a:lnTo>
                  <a:lnTo>
                    <a:pt x="280290" y="286907"/>
                  </a:lnTo>
                  <a:lnTo>
                    <a:pt x="284141" y="283252"/>
                  </a:lnTo>
                  <a:lnTo>
                    <a:pt x="287875" y="279477"/>
                  </a:lnTo>
                  <a:lnTo>
                    <a:pt x="291487" y="275585"/>
                  </a:lnTo>
                  <a:lnTo>
                    <a:pt x="294974" y="271580"/>
                  </a:lnTo>
                  <a:lnTo>
                    <a:pt x="298331" y="267467"/>
                  </a:lnTo>
                  <a:lnTo>
                    <a:pt x="301557" y="263248"/>
                  </a:lnTo>
                  <a:lnTo>
                    <a:pt x="304646" y="258930"/>
                  </a:lnTo>
                  <a:lnTo>
                    <a:pt x="307597" y="254516"/>
                  </a:lnTo>
                  <a:lnTo>
                    <a:pt x="310407" y="250010"/>
                  </a:lnTo>
                  <a:lnTo>
                    <a:pt x="313071" y="245417"/>
                  </a:lnTo>
                  <a:lnTo>
                    <a:pt x="315589" y="240742"/>
                  </a:lnTo>
                  <a:lnTo>
                    <a:pt x="317957" y="235989"/>
                  </a:lnTo>
                  <a:lnTo>
                    <a:pt x="320172" y="231164"/>
                  </a:lnTo>
                  <a:lnTo>
                    <a:pt x="322234" y="226270"/>
                  </a:lnTo>
                  <a:lnTo>
                    <a:pt x="324139" y="221314"/>
                  </a:lnTo>
                  <a:lnTo>
                    <a:pt x="325885" y="216299"/>
                  </a:lnTo>
                  <a:lnTo>
                    <a:pt x="327471" y="211232"/>
                  </a:lnTo>
                  <a:lnTo>
                    <a:pt x="328896" y="206116"/>
                  </a:lnTo>
                  <a:lnTo>
                    <a:pt x="330157" y="200959"/>
                  </a:lnTo>
                  <a:lnTo>
                    <a:pt x="331254" y="195763"/>
                  </a:lnTo>
                  <a:lnTo>
                    <a:pt x="332186" y="190536"/>
                  </a:lnTo>
                  <a:lnTo>
                    <a:pt x="332951" y="185281"/>
                  </a:lnTo>
                  <a:lnTo>
                    <a:pt x="333548" y="180005"/>
                  </a:lnTo>
                  <a:lnTo>
                    <a:pt x="333978" y="174713"/>
                  </a:lnTo>
                  <a:lnTo>
                    <a:pt x="334239" y="169409"/>
                  </a:lnTo>
                  <a:lnTo>
                    <a:pt x="334332" y="164100"/>
                  </a:lnTo>
                  <a:lnTo>
                    <a:pt x="334256" y="158791"/>
                  </a:lnTo>
                  <a:lnTo>
                    <a:pt x="334012" y="153486"/>
                  </a:lnTo>
                  <a:lnTo>
                    <a:pt x="333599" y="148193"/>
                  </a:lnTo>
                  <a:lnTo>
                    <a:pt x="333019" y="142914"/>
                  </a:lnTo>
                  <a:lnTo>
                    <a:pt x="332271" y="137658"/>
                  </a:lnTo>
                  <a:lnTo>
                    <a:pt x="331356" y="132427"/>
                  </a:lnTo>
                  <a:lnTo>
                    <a:pt x="330276" y="127228"/>
                  </a:lnTo>
                  <a:lnTo>
                    <a:pt x="329031" y="122066"/>
                  </a:lnTo>
                  <a:lnTo>
                    <a:pt x="327623" y="116946"/>
                  </a:lnTo>
                  <a:lnTo>
                    <a:pt x="326053" y="111874"/>
                  </a:lnTo>
                  <a:lnTo>
                    <a:pt x="324323" y="106854"/>
                  </a:lnTo>
                  <a:lnTo>
                    <a:pt x="322434" y="101891"/>
                  </a:lnTo>
                  <a:lnTo>
                    <a:pt x="320388" y="96991"/>
                  </a:lnTo>
                  <a:lnTo>
                    <a:pt x="318188" y="92159"/>
                  </a:lnTo>
                  <a:lnTo>
                    <a:pt x="315836" y="87398"/>
                  </a:lnTo>
                  <a:lnTo>
                    <a:pt x="313333" y="82715"/>
                  </a:lnTo>
                  <a:lnTo>
                    <a:pt x="310683" y="78114"/>
                  </a:lnTo>
                  <a:lnTo>
                    <a:pt x="307889" y="73599"/>
                  </a:lnTo>
                  <a:lnTo>
                    <a:pt x="304952" y="69175"/>
                  </a:lnTo>
                  <a:lnTo>
                    <a:pt x="301876" y="64847"/>
                  </a:lnTo>
                  <a:lnTo>
                    <a:pt x="298664" y="60618"/>
                  </a:lnTo>
                  <a:lnTo>
                    <a:pt x="295320" y="56494"/>
                  </a:lnTo>
                  <a:lnTo>
                    <a:pt x="291846" y="52478"/>
                  </a:lnTo>
                  <a:lnTo>
                    <a:pt x="288247" y="48574"/>
                  </a:lnTo>
                  <a:lnTo>
                    <a:pt x="284525" y="44787"/>
                  </a:lnTo>
                  <a:lnTo>
                    <a:pt x="280685" y="41119"/>
                  </a:lnTo>
                  <a:lnTo>
                    <a:pt x="276731" y="37576"/>
                  </a:lnTo>
                  <a:lnTo>
                    <a:pt x="272665" y="34160"/>
                  </a:lnTo>
                  <a:lnTo>
                    <a:pt x="268494" y="30874"/>
                  </a:lnTo>
                  <a:lnTo>
                    <a:pt x="167165" y="1638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1328" cy="167167"/>
            </a:xfrm>
            <a:custGeom>
              <a:avLst/>
              <a:pathLst>
                <a:path w="101328" h="167167">
                  <a:moveTo>
                    <a:pt x="101328" y="34210"/>
                  </a:moveTo>
                  <a:lnTo>
                    <a:pt x="96713" y="30816"/>
                  </a:lnTo>
                  <a:lnTo>
                    <a:pt x="91983" y="27582"/>
                  </a:lnTo>
                  <a:lnTo>
                    <a:pt x="87146" y="24512"/>
                  </a:lnTo>
                  <a:lnTo>
                    <a:pt x="82207" y="21610"/>
                  </a:lnTo>
                  <a:lnTo>
                    <a:pt x="77170" y="18878"/>
                  </a:lnTo>
                  <a:lnTo>
                    <a:pt x="72044" y="16321"/>
                  </a:lnTo>
                  <a:lnTo>
                    <a:pt x="66832" y="13940"/>
                  </a:lnTo>
                  <a:lnTo>
                    <a:pt x="61542" y="11740"/>
                  </a:lnTo>
                  <a:lnTo>
                    <a:pt x="56180" y="9723"/>
                  </a:lnTo>
                  <a:lnTo>
                    <a:pt x="50752" y="7890"/>
                  </a:lnTo>
                  <a:lnTo>
                    <a:pt x="45264" y="6244"/>
                  </a:lnTo>
                  <a:lnTo>
                    <a:pt x="39723" y="4788"/>
                  </a:lnTo>
                  <a:lnTo>
                    <a:pt x="34135" y="3522"/>
                  </a:lnTo>
                  <a:lnTo>
                    <a:pt x="28507" y="2448"/>
                  </a:lnTo>
                  <a:lnTo>
                    <a:pt x="22846" y="1568"/>
                  </a:lnTo>
                  <a:lnTo>
                    <a:pt x="17158" y="882"/>
                  </a:lnTo>
                  <a:lnTo>
                    <a:pt x="11450" y="392"/>
                  </a:lnTo>
                  <a:lnTo>
                    <a:pt x="572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375" y="2126963"/>
              <a:ext cx="8096" cy="167167"/>
            </a:xfrm>
            <a:custGeom>
              <a:avLst/>
              <a:pathLst>
                <a:path w="8096" h="167167">
                  <a:moveTo>
                    <a:pt x="8096" y="0"/>
                  </a:moveTo>
                  <a:lnTo>
                    <a:pt x="0" y="196"/>
                  </a:lnTo>
                  <a:lnTo>
                    <a:pt x="80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375" y="2127159"/>
              <a:ext cx="8096" cy="166971"/>
            </a:xfrm>
            <a:custGeom>
              <a:avLst/>
              <a:pathLst>
                <a:path w="8096" h="166971">
                  <a:moveTo>
                    <a:pt x="0" y="0"/>
                  </a:moveTo>
                  <a:lnTo>
                    <a:pt x="8096" y="166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59"/>
              <a:ext cx="312661" cy="334129"/>
            </a:xfrm>
            <a:custGeom>
              <a:avLst/>
              <a:pathLst>
                <a:path w="312661" h="334129">
                  <a:moveTo>
                    <a:pt x="159070" y="0"/>
                  </a:moveTo>
                  <a:lnTo>
                    <a:pt x="153787" y="340"/>
                  </a:lnTo>
                  <a:lnTo>
                    <a:pt x="148517" y="847"/>
                  </a:lnTo>
                  <a:lnTo>
                    <a:pt x="143265" y="1521"/>
                  </a:lnTo>
                  <a:lnTo>
                    <a:pt x="138038" y="2361"/>
                  </a:lnTo>
                  <a:lnTo>
                    <a:pt x="132840" y="3366"/>
                  </a:lnTo>
                  <a:lnTo>
                    <a:pt x="127676" y="4535"/>
                  </a:lnTo>
                  <a:lnTo>
                    <a:pt x="122552" y="5867"/>
                  </a:lnTo>
                  <a:lnTo>
                    <a:pt x="117473" y="7360"/>
                  </a:lnTo>
                  <a:lnTo>
                    <a:pt x="112443" y="9014"/>
                  </a:lnTo>
                  <a:lnTo>
                    <a:pt x="107469" y="10826"/>
                  </a:lnTo>
                  <a:lnTo>
                    <a:pt x="102554" y="12795"/>
                  </a:lnTo>
                  <a:lnTo>
                    <a:pt x="97704" y="14918"/>
                  </a:lnTo>
                  <a:lnTo>
                    <a:pt x="92924" y="17194"/>
                  </a:lnTo>
                  <a:lnTo>
                    <a:pt x="88218" y="19620"/>
                  </a:lnTo>
                  <a:lnTo>
                    <a:pt x="83592" y="22194"/>
                  </a:lnTo>
                  <a:lnTo>
                    <a:pt x="79049" y="24913"/>
                  </a:lnTo>
                  <a:lnTo>
                    <a:pt x="74595" y="27775"/>
                  </a:lnTo>
                  <a:lnTo>
                    <a:pt x="70233" y="30776"/>
                  </a:lnTo>
                  <a:lnTo>
                    <a:pt x="65969" y="33914"/>
                  </a:lnTo>
                  <a:lnTo>
                    <a:pt x="61806" y="37186"/>
                  </a:lnTo>
                  <a:lnTo>
                    <a:pt x="57749" y="40587"/>
                  </a:lnTo>
                  <a:lnTo>
                    <a:pt x="53802" y="44115"/>
                  </a:lnTo>
                  <a:lnTo>
                    <a:pt x="49968" y="47767"/>
                  </a:lnTo>
                  <a:lnTo>
                    <a:pt x="46252" y="51538"/>
                  </a:lnTo>
                  <a:lnTo>
                    <a:pt x="42658" y="55425"/>
                  </a:lnTo>
                  <a:lnTo>
                    <a:pt x="39188" y="59424"/>
                  </a:lnTo>
                  <a:lnTo>
                    <a:pt x="35846" y="63530"/>
                  </a:lnTo>
                  <a:lnTo>
                    <a:pt x="32637" y="67741"/>
                  </a:lnTo>
                  <a:lnTo>
                    <a:pt x="29562" y="72051"/>
                  </a:lnTo>
                  <a:lnTo>
                    <a:pt x="26625" y="76456"/>
                  </a:lnTo>
                  <a:lnTo>
                    <a:pt x="23829" y="80952"/>
                  </a:lnTo>
                  <a:lnTo>
                    <a:pt x="21177" y="85534"/>
                  </a:lnTo>
                  <a:lnTo>
                    <a:pt x="18671" y="90198"/>
                  </a:lnTo>
                  <a:lnTo>
                    <a:pt x="16315" y="94939"/>
                  </a:lnTo>
                  <a:lnTo>
                    <a:pt x="14109" y="99752"/>
                  </a:lnTo>
                  <a:lnTo>
                    <a:pt x="12057" y="104632"/>
                  </a:lnTo>
                  <a:lnTo>
                    <a:pt x="10161" y="109575"/>
                  </a:lnTo>
                  <a:lnTo>
                    <a:pt x="8422" y="114576"/>
                  </a:lnTo>
                  <a:lnTo>
                    <a:pt x="6843" y="119629"/>
                  </a:lnTo>
                  <a:lnTo>
                    <a:pt x="5424" y="124730"/>
                  </a:lnTo>
                  <a:lnTo>
                    <a:pt x="4167" y="129873"/>
                  </a:lnTo>
                  <a:lnTo>
                    <a:pt x="3074" y="135053"/>
                  </a:lnTo>
                  <a:lnTo>
                    <a:pt x="2146" y="140266"/>
                  </a:lnTo>
                  <a:lnTo>
                    <a:pt x="1383" y="145505"/>
                  </a:lnTo>
                  <a:lnTo>
                    <a:pt x="786" y="150765"/>
                  </a:lnTo>
                  <a:lnTo>
                    <a:pt x="357" y="156042"/>
                  </a:lnTo>
                  <a:lnTo>
                    <a:pt x="94" y="161330"/>
                  </a:lnTo>
                  <a:lnTo>
                    <a:pt x="0" y="166623"/>
                  </a:lnTo>
                  <a:lnTo>
                    <a:pt x="72" y="171917"/>
                  </a:lnTo>
                  <a:lnTo>
                    <a:pt x="313" y="177206"/>
                  </a:lnTo>
                  <a:lnTo>
                    <a:pt x="721" y="182485"/>
                  </a:lnTo>
                  <a:lnTo>
                    <a:pt x="1295" y="187748"/>
                  </a:lnTo>
                  <a:lnTo>
                    <a:pt x="2036" y="192990"/>
                  </a:lnTo>
                  <a:lnTo>
                    <a:pt x="2943" y="198206"/>
                  </a:lnTo>
                  <a:lnTo>
                    <a:pt x="4015" y="203391"/>
                  </a:lnTo>
                  <a:lnTo>
                    <a:pt x="5250" y="208539"/>
                  </a:lnTo>
                  <a:lnTo>
                    <a:pt x="6647" y="213646"/>
                  </a:lnTo>
                  <a:lnTo>
                    <a:pt x="8206" y="218706"/>
                  </a:lnTo>
                  <a:lnTo>
                    <a:pt x="9924" y="223713"/>
                  </a:lnTo>
                  <a:lnTo>
                    <a:pt x="11800" y="228664"/>
                  </a:lnTo>
                  <a:lnTo>
                    <a:pt x="13831" y="233553"/>
                  </a:lnTo>
                  <a:lnTo>
                    <a:pt x="16017" y="238376"/>
                  </a:lnTo>
                  <a:lnTo>
                    <a:pt x="18354" y="243126"/>
                  </a:lnTo>
                  <a:lnTo>
                    <a:pt x="20840" y="247800"/>
                  </a:lnTo>
                  <a:lnTo>
                    <a:pt x="23473" y="252394"/>
                  </a:lnTo>
                  <a:lnTo>
                    <a:pt x="26250" y="256901"/>
                  </a:lnTo>
                  <a:lnTo>
                    <a:pt x="29169" y="261318"/>
                  </a:lnTo>
                  <a:lnTo>
                    <a:pt x="32225" y="265641"/>
                  </a:lnTo>
                  <a:lnTo>
                    <a:pt x="35418" y="269865"/>
                  </a:lnTo>
                  <a:lnTo>
                    <a:pt x="38742" y="273985"/>
                  </a:lnTo>
                  <a:lnTo>
                    <a:pt x="42195" y="277998"/>
                  </a:lnTo>
                  <a:lnTo>
                    <a:pt x="45774" y="281900"/>
                  </a:lnTo>
                  <a:lnTo>
                    <a:pt x="49474" y="285687"/>
                  </a:lnTo>
                  <a:lnTo>
                    <a:pt x="53293" y="289354"/>
                  </a:lnTo>
                  <a:lnTo>
                    <a:pt x="57225" y="292899"/>
                  </a:lnTo>
                  <a:lnTo>
                    <a:pt x="61268" y="296317"/>
                  </a:lnTo>
                  <a:lnTo>
                    <a:pt x="65417" y="299606"/>
                  </a:lnTo>
                  <a:lnTo>
                    <a:pt x="69668" y="302761"/>
                  </a:lnTo>
                  <a:lnTo>
                    <a:pt x="74017" y="305781"/>
                  </a:lnTo>
                  <a:lnTo>
                    <a:pt x="78460" y="308661"/>
                  </a:lnTo>
                  <a:lnTo>
                    <a:pt x="82991" y="311399"/>
                  </a:lnTo>
                  <a:lnTo>
                    <a:pt x="87607" y="313992"/>
                  </a:lnTo>
                  <a:lnTo>
                    <a:pt x="92303" y="316438"/>
                  </a:lnTo>
                  <a:lnTo>
                    <a:pt x="97073" y="318733"/>
                  </a:lnTo>
                  <a:lnTo>
                    <a:pt x="101914" y="320877"/>
                  </a:lnTo>
                  <a:lnTo>
                    <a:pt x="106821" y="322866"/>
                  </a:lnTo>
                  <a:lnTo>
                    <a:pt x="111788" y="324699"/>
                  </a:lnTo>
                  <a:lnTo>
                    <a:pt x="116810" y="326373"/>
                  </a:lnTo>
                  <a:lnTo>
                    <a:pt x="121883" y="327888"/>
                  </a:lnTo>
                  <a:lnTo>
                    <a:pt x="127002" y="329241"/>
                  </a:lnTo>
                  <a:lnTo>
                    <a:pt x="132160" y="330432"/>
                  </a:lnTo>
                  <a:lnTo>
                    <a:pt x="137354" y="331458"/>
                  </a:lnTo>
                  <a:lnTo>
                    <a:pt x="142578" y="332320"/>
                  </a:lnTo>
                  <a:lnTo>
                    <a:pt x="147827" y="333016"/>
                  </a:lnTo>
                  <a:lnTo>
                    <a:pt x="153094" y="333545"/>
                  </a:lnTo>
                  <a:lnTo>
                    <a:pt x="158376" y="333907"/>
                  </a:lnTo>
                  <a:lnTo>
                    <a:pt x="163667" y="334102"/>
                  </a:lnTo>
                  <a:lnTo>
                    <a:pt x="168961" y="334129"/>
                  </a:lnTo>
                  <a:lnTo>
                    <a:pt x="174254" y="333988"/>
                  </a:lnTo>
                  <a:lnTo>
                    <a:pt x="179539" y="333680"/>
                  </a:lnTo>
                  <a:lnTo>
                    <a:pt x="184812" y="333204"/>
                  </a:lnTo>
                  <a:lnTo>
                    <a:pt x="190067" y="332562"/>
                  </a:lnTo>
                  <a:lnTo>
                    <a:pt x="195300" y="331754"/>
                  </a:lnTo>
                  <a:lnTo>
                    <a:pt x="200504" y="330780"/>
                  </a:lnTo>
                  <a:lnTo>
                    <a:pt x="205674" y="329643"/>
                  </a:lnTo>
                  <a:lnTo>
                    <a:pt x="210806" y="328342"/>
                  </a:lnTo>
                  <a:lnTo>
                    <a:pt x="215895" y="326879"/>
                  </a:lnTo>
                  <a:lnTo>
                    <a:pt x="220934" y="325255"/>
                  </a:lnTo>
                  <a:lnTo>
                    <a:pt x="225919" y="323473"/>
                  </a:lnTo>
                  <a:lnTo>
                    <a:pt x="230846" y="321534"/>
                  </a:lnTo>
                  <a:lnTo>
                    <a:pt x="235708" y="319440"/>
                  </a:lnTo>
                  <a:lnTo>
                    <a:pt x="240502" y="317193"/>
                  </a:lnTo>
                  <a:lnTo>
                    <a:pt x="245223" y="314796"/>
                  </a:lnTo>
                  <a:lnTo>
                    <a:pt x="249865" y="312250"/>
                  </a:lnTo>
                  <a:lnTo>
                    <a:pt x="254424" y="309558"/>
                  </a:lnTo>
                  <a:lnTo>
                    <a:pt x="258895" y="306723"/>
                  </a:lnTo>
                  <a:lnTo>
                    <a:pt x="263275" y="303749"/>
                  </a:lnTo>
                  <a:lnTo>
                    <a:pt x="267558" y="300637"/>
                  </a:lnTo>
                  <a:lnTo>
                    <a:pt x="271740" y="297390"/>
                  </a:lnTo>
                  <a:lnTo>
                    <a:pt x="275818" y="294013"/>
                  </a:lnTo>
                  <a:lnTo>
                    <a:pt x="279786" y="290509"/>
                  </a:lnTo>
                  <a:lnTo>
                    <a:pt x="283642" y="286881"/>
                  </a:lnTo>
                  <a:lnTo>
                    <a:pt x="287381" y="283132"/>
                  </a:lnTo>
                  <a:lnTo>
                    <a:pt x="290999" y="279267"/>
                  </a:lnTo>
                  <a:lnTo>
                    <a:pt x="294493" y="275289"/>
                  </a:lnTo>
                  <a:lnTo>
                    <a:pt x="297859" y="271203"/>
                  </a:lnTo>
                  <a:lnTo>
                    <a:pt x="301094" y="267012"/>
                  </a:lnTo>
                  <a:lnTo>
                    <a:pt x="304195" y="262721"/>
                  </a:lnTo>
                  <a:lnTo>
                    <a:pt x="307159" y="258334"/>
                  </a:lnTo>
                  <a:lnTo>
                    <a:pt x="309982" y="253855"/>
                  </a:lnTo>
                  <a:lnTo>
                    <a:pt x="312661" y="249289"/>
                  </a:lnTo>
                  <a:lnTo>
                    <a:pt x="167167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7" cy="249485"/>
            </a:xfrm>
            <a:custGeom>
              <a:avLst/>
              <a:pathLst>
                <a:path w="167167" h="249485">
                  <a:moveTo>
                    <a:pt x="145494" y="249485"/>
                  </a:moveTo>
                  <a:lnTo>
                    <a:pt x="148060" y="244775"/>
                  </a:lnTo>
                  <a:lnTo>
                    <a:pt x="150474" y="239985"/>
                  </a:lnTo>
                  <a:lnTo>
                    <a:pt x="152732" y="235120"/>
                  </a:lnTo>
                  <a:lnTo>
                    <a:pt x="154834" y="230185"/>
                  </a:lnTo>
                  <a:lnTo>
                    <a:pt x="156776" y="225185"/>
                  </a:lnTo>
                  <a:lnTo>
                    <a:pt x="158557" y="220126"/>
                  </a:lnTo>
                  <a:lnTo>
                    <a:pt x="160174" y="215011"/>
                  </a:lnTo>
                  <a:lnTo>
                    <a:pt x="161626" y="209848"/>
                  </a:lnTo>
                  <a:lnTo>
                    <a:pt x="162913" y="204641"/>
                  </a:lnTo>
                  <a:lnTo>
                    <a:pt x="164031" y="199395"/>
                  </a:lnTo>
                  <a:lnTo>
                    <a:pt x="164980" y="194116"/>
                  </a:lnTo>
                  <a:lnTo>
                    <a:pt x="165760" y="188809"/>
                  </a:lnTo>
                  <a:lnTo>
                    <a:pt x="166369" y="183480"/>
                  </a:lnTo>
                  <a:lnTo>
                    <a:pt x="166807" y="178134"/>
                  </a:lnTo>
                  <a:lnTo>
                    <a:pt x="167073" y="172777"/>
                  </a:lnTo>
                  <a:lnTo>
                    <a:pt x="167167" y="167414"/>
                  </a:lnTo>
                  <a:lnTo>
                    <a:pt x="167089" y="162051"/>
                  </a:lnTo>
                  <a:lnTo>
                    <a:pt x="166839" y="156693"/>
                  </a:lnTo>
                  <a:lnTo>
                    <a:pt x="166417" y="151346"/>
                  </a:lnTo>
                  <a:lnTo>
                    <a:pt x="165823" y="146016"/>
                  </a:lnTo>
                  <a:lnTo>
                    <a:pt x="165059" y="140706"/>
                  </a:lnTo>
                  <a:lnTo>
                    <a:pt x="164126" y="135425"/>
                  </a:lnTo>
                  <a:lnTo>
                    <a:pt x="163023" y="130176"/>
                  </a:lnTo>
                  <a:lnTo>
                    <a:pt x="161752" y="124965"/>
                  </a:lnTo>
                  <a:lnTo>
                    <a:pt x="160315" y="119797"/>
                  </a:lnTo>
                  <a:lnTo>
                    <a:pt x="158713" y="114678"/>
                  </a:lnTo>
                  <a:lnTo>
                    <a:pt x="156947" y="109613"/>
                  </a:lnTo>
                  <a:lnTo>
                    <a:pt x="155020" y="104608"/>
                  </a:lnTo>
                  <a:lnTo>
                    <a:pt x="152933" y="99667"/>
                  </a:lnTo>
                  <a:lnTo>
                    <a:pt x="150689" y="94795"/>
                  </a:lnTo>
                  <a:lnTo>
                    <a:pt x="148289" y="89998"/>
                  </a:lnTo>
                  <a:lnTo>
                    <a:pt x="145737" y="85280"/>
                  </a:lnTo>
                  <a:lnTo>
                    <a:pt x="143035" y="80647"/>
                  </a:lnTo>
                  <a:lnTo>
                    <a:pt x="140186" y="76103"/>
                  </a:lnTo>
                  <a:lnTo>
                    <a:pt x="137192" y="71652"/>
                  </a:lnTo>
                  <a:lnTo>
                    <a:pt x="134057" y="67300"/>
                  </a:lnTo>
                  <a:lnTo>
                    <a:pt x="130784" y="63050"/>
                  </a:lnTo>
                  <a:lnTo>
                    <a:pt x="127377" y="58908"/>
                  </a:lnTo>
                  <a:lnTo>
                    <a:pt x="123838" y="54877"/>
                  </a:lnTo>
                  <a:lnTo>
                    <a:pt x="120172" y="50962"/>
                  </a:lnTo>
                  <a:lnTo>
                    <a:pt x="116382" y="47167"/>
                  </a:lnTo>
                  <a:lnTo>
                    <a:pt x="112472" y="43495"/>
                  </a:lnTo>
                  <a:lnTo>
                    <a:pt x="108447" y="39950"/>
                  </a:lnTo>
                  <a:lnTo>
                    <a:pt x="104310" y="36536"/>
                  </a:lnTo>
                  <a:lnTo>
                    <a:pt x="100065" y="33257"/>
                  </a:lnTo>
                  <a:lnTo>
                    <a:pt x="95717" y="30116"/>
                  </a:lnTo>
                  <a:lnTo>
                    <a:pt x="91271" y="27116"/>
                  </a:lnTo>
                  <a:lnTo>
                    <a:pt x="86731" y="24259"/>
                  </a:lnTo>
                  <a:lnTo>
                    <a:pt x="82102" y="21550"/>
                  </a:lnTo>
                  <a:lnTo>
                    <a:pt x="77388" y="18991"/>
                  </a:lnTo>
                  <a:lnTo>
                    <a:pt x="72594" y="16585"/>
                  </a:lnTo>
                  <a:lnTo>
                    <a:pt x="67726" y="14334"/>
                  </a:lnTo>
                  <a:lnTo>
                    <a:pt x="62788" y="12239"/>
                  </a:lnTo>
                  <a:lnTo>
                    <a:pt x="57785" y="10305"/>
                  </a:lnTo>
                  <a:lnTo>
                    <a:pt x="52723" y="8532"/>
                  </a:lnTo>
                  <a:lnTo>
                    <a:pt x="47607" y="6922"/>
                  </a:lnTo>
                  <a:lnTo>
                    <a:pt x="42441" y="5477"/>
                  </a:lnTo>
                  <a:lnTo>
                    <a:pt x="37232" y="4199"/>
                  </a:lnTo>
                  <a:lnTo>
                    <a:pt x="31985" y="3088"/>
                  </a:lnTo>
                  <a:lnTo>
                    <a:pt x="26704" y="2146"/>
                  </a:lnTo>
                  <a:lnTo>
                    <a:pt x="21396" y="1375"/>
                  </a:lnTo>
                  <a:lnTo>
                    <a:pt x="16067" y="773"/>
                  </a:lnTo>
                  <a:lnTo>
                    <a:pt x="10720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238" y="1681503"/>
              <a:ext cx="13996" cy="167167"/>
            </a:xfrm>
            <a:custGeom>
              <a:avLst/>
              <a:pathLst>
                <a:path w="13996" h="167167">
                  <a:moveTo>
                    <a:pt x="13996" y="0"/>
                  </a:moveTo>
                  <a:lnTo>
                    <a:pt x="0" y="586"/>
                  </a:lnTo>
                  <a:lnTo>
                    <a:pt x="1399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238" y="1682090"/>
              <a:ext cx="13996" cy="166580"/>
            </a:xfrm>
            <a:custGeom>
              <a:avLst/>
              <a:pathLst>
                <a:path w="13996" h="166580">
                  <a:moveTo>
                    <a:pt x="0" y="0"/>
                  </a:moveTo>
                  <a:lnTo>
                    <a:pt x="13996" y="1665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090"/>
              <a:ext cx="334316" cy="333743"/>
            </a:xfrm>
            <a:custGeom>
              <a:avLst/>
              <a:pathLst>
                <a:path w="334316" h="333743">
                  <a:moveTo>
                    <a:pt x="153170" y="0"/>
                  </a:moveTo>
                  <a:lnTo>
                    <a:pt x="147914" y="525"/>
                  </a:lnTo>
                  <a:lnTo>
                    <a:pt x="142677" y="1216"/>
                  </a:lnTo>
                  <a:lnTo>
                    <a:pt x="137464" y="2073"/>
                  </a:lnTo>
                  <a:lnTo>
                    <a:pt x="132281" y="3093"/>
                  </a:lnTo>
                  <a:lnTo>
                    <a:pt x="127132" y="4277"/>
                  </a:lnTo>
                  <a:lnTo>
                    <a:pt x="122024" y="5623"/>
                  </a:lnTo>
                  <a:lnTo>
                    <a:pt x="116961" y="7130"/>
                  </a:lnTo>
                  <a:lnTo>
                    <a:pt x="111948" y="8796"/>
                  </a:lnTo>
                  <a:lnTo>
                    <a:pt x="106990" y="10619"/>
                  </a:lnTo>
                  <a:lnTo>
                    <a:pt x="102092" y="12599"/>
                  </a:lnTo>
                  <a:lnTo>
                    <a:pt x="97259" y="14732"/>
                  </a:lnTo>
                  <a:lnTo>
                    <a:pt x="92496" y="17017"/>
                  </a:lnTo>
                  <a:lnTo>
                    <a:pt x="87807" y="19451"/>
                  </a:lnTo>
                  <a:lnTo>
                    <a:pt x="83198" y="22032"/>
                  </a:lnTo>
                  <a:lnTo>
                    <a:pt x="78673" y="24757"/>
                  </a:lnTo>
                  <a:lnTo>
                    <a:pt x="74236" y="27624"/>
                  </a:lnTo>
                  <a:lnTo>
                    <a:pt x="69892" y="30630"/>
                  </a:lnTo>
                  <a:lnTo>
                    <a:pt x="65644" y="33771"/>
                  </a:lnTo>
                  <a:lnTo>
                    <a:pt x="61499" y="37045"/>
                  </a:lnTo>
                  <a:lnTo>
                    <a:pt x="57459" y="40449"/>
                  </a:lnTo>
                  <a:lnTo>
                    <a:pt x="53528" y="43978"/>
                  </a:lnTo>
                  <a:lnTo>
                    <a:pt x="49711" y="47630"/>
                  </a:lnTo>
                  <a:lnTo>
                    <a:pt x="46011" y="51401"/>
                  </a:lnTo>
                  <a:lnTo>
                    <a:pt x="42432" y="55287"/>
                  </a:lnTo>
                  <a:lnTo>
                    <a:pt x="38978" y="59283"/>
                  </a:lnTo>
                  <a:lnTo>
                    <a:pt x="35652" y="63387"/>
                  </a:lnTo>
                  <a:lnTo>
                    <a:pt x="32457" y="67594"/>
                  </a:lnTo>
                  <a:lnTo>
                    <a:pt x="29396" y="71900"/>
                  </a:lnTo>
                  <a:lnTo>
                    <a:pt x="26473" y="76301"/>
                  </a:lnTo>
                  <a:lnTo>
                    <a:pt x="23691" y="80791"/>
                  </a:lnTo>
                  <a:lnTo>
                    <a:pt x="21052" y="85368"/>
                  </a:lnTo>
                  <a:lnTo>
                    <a:pt x="18559" y="90025"/>
                  </a:lnTo>
                  <a:lnTo>
                    <a:pt x="16214" y="94759"/>
                  </a:lnTo>
                  <a:lnTo>
                    <a:pt x="14020" y="99564"/>
                  </a:lnTo>
                  <a:lnTo>
                    <a:pt x="11979" y="104437"/>
                  </a:lnTo>
                  <a:lnTo>
                    <a:pt x="10093" y="109371"/>
                  </a:lnTo>
                  <a:lnTo>
                    <a:pt x="8364" y="114363"/>
                  </a:lnTo>
                  <a:lnTo>
                    <a:pt x="6793" y="119407"/>
                  </a:lnTo>
                  <a:lnTo>
                    <a:pt x="5383" y="124498"/>
                  </a:lnTo>
                  <a:lnTo>
                    <a:pt x="4134" y="129631"/>
                  </a:lnTo>
                  <a:lnTo>
                    <a:pt x="3048" y="134800"/>
                  </a:lnTo>
                  <a:lnTo>
                    <a:pt x="2126" y="140002"/>
                  </a:lnTo>
                  <a:lnTo>
                    <a:pt x="1368" y="145230"/>
                  </a:lnTo>
                  <a:lnTo>
                    <a:pt x="776" y="150480"/>
                  </a:lnTo>
                  <a:lnTo>
                    <a:pt x="351" y="155745"/>
                  </a:lnTo>
                  <a:lnTo>
                    <a:pt x="92" y="161021"/>
                  </a:lnTo>
                  <a:lnTo>
                    <a:pt x="0" y="166303"/>
                  </a:lnTo>
                  <a:lnTo>
                    <a:pt x="74" y="171585"/>
                  </a:lnTo>
                  <a:lnTo>
                    <a:pt x="316" y="176863"/>
                  </a:lnTo>
                  <a:lnTo>
                    <a:pt x="724" y="182129"/>
                  </a:lnTo>
                  <a:lnTo>
                    <a:pt x="1298" y="187381"/>
                  </a:lnTo>
                  <a:lnTo>
                    <a:pt x="2039" y="192611"/>
                  </a:lnTo>
                  <a:lnTo>
                    <a:pt x="2943" y="197816"/>
                  </a:lnTo>
                  <a:lnTo>
                    <a:pt x="4012" y="202989"/>
                  </a:lnTo>
                  <a:lnTo>
                    <a:pt x="5244" y="208126"/>
                  </a:lnTo>
                  <a:lnTo>
                    <a:pt x="6638" y="213222"/>
                  </a:lnTo>
                  <a:lnTo>
                    <a:pt x="8192" y="218271"/>
                  </a:lnTo>
                  <a:lnTo>
                    <a:pt x="9905" y="223268"/>
                  </a:lnTo>
                  <a:lnTo>
                    <a:pt x="11774" y="228209"/>
                  </a:lnTo>
                  <a:lnTo>
                    <a:pt x="13799" y="233088"/>
                  </a:lnTo>
                  <a:lnTo>
                    <a:pt x="15977" y="237901"/>
                  </a:lnTo>
                  <a:lnTo>
                    <a:pt x="18306" y="242643"/>
                  </a:lnTo>
                  <a:lnTo>
                    <a:pt x="20784" y="247308"/>
                  </a:lnTo>
                  <a:lnTo>
                    <a:pt x="23408" y="251893"/>
                  </a:lnTo>
                  <a:lnTo>
                    <a:pt x="26175" y="256393"/>
                  </a:lnTo>
                  <a:lnTo>
                    <a:pt x="29083" y="260803"/>
                  </a:lnTo>
                  <a:lnTo>
                    <a:pt x="32130" y="265119"/>
                  </a:lnTo>
                  <a:lnTo>
                    <a:pt x="35311" y="269337"/>
                  </a:lnTo>
                  <a:lnTo>
                    <a:pt x="38623" y="273452"/>
                  </a:lnTo>
                  <a:lnTo>
                    <a:pt x="42064" y="277460"/>
                  </a:lnTo>
                  <a:lnTo>
                    <a:pt x="45630" y="281357"/>
                  </a:lnTo>
                  <a:lnTo>
                    <a:pt x="49318" y="285140"/>
                  </a:lnTo>
                  <a:lnTo>
                    <a:pt x="53123" y="288805"/>
                  </a:lnTo>
                  <a:lnTo>
                    <a:pt x="57042" y="292347"/>
                  </a:lnTo>
                  <a:lnTo>
                    <a:pt x="61070" y="295764"/>
                  </a:lnTo>
                  <a:lnTo>
                    <a:pt x="65205" y="299052"/>
                  </a:lnTo>
                  <a:lnTo>
                    <a:pt x="69442" y="302207"/>
                  </a:lnTo>
                  <a:lnTo>
                    <a:pt x="73776" y="305228"/>
                  </a:lnTo>
                  <a:lnTo>
                    <a:pt x="78204" y="308109"/>
                  </a:lnTo>
                  <a:lnTo>
                    <a:pt x="82720" y="310850"/>
                  </a:lnTo>
                  <a:lnTo>
                    <a:pt x="87321" y="313446"/>
                  </a:lnTo>
                  <a:lnTo>
                    <a:pt x="92001" y="315895"/>
                  </a:lnTo>
                  <a:lnTo>
                    <a:pt x="96757" y="318196"/>
                  </a:lnTo>
                  <a:lnTo>
                    <a:pt x="101582" y="320345"/>
                  </a:lnTo>
                  <a:lnTo>
                    <a:pt x="106474" y="322340"/>
                  </a:lnTo>
                  <a:lnTo>
                    <a:pt x="111426" y="324180"/>
                  </a:lnTo>
                  <a:lnTo>
                    <a:pt x="116433" y="325863"/>
                  </a:lnTo>
                  <a:lnTo>
                    <a:pt x="121491" y="327386"/>
                  </a:lnTo>
                  <a:lnTo>
                    <a:pt x="126595" y="328749"/>
                  </a:lnTo>
                  <a:lnTo>
                    <a:pt x="131740" y="329950"/>
                  </a:lnTo>
                  <a:lnTo>
                    <a:pt x="136919" y="330988"/>
                  </a:lnTo>
                  <a:lnTo>
                    <a:pt x="142129" y="331862"/>
                  </a:lnTo>
                  <a:lnTo>
                    <a:pt x="147364" y="332570"/>
                  </a:lnTo>
                  <a:lnTo>
                    <a:pt x="152619" y="333113"/>
                  </a:lnTo>
                  <a:lnTo>
                    <a:pt x="157888" y="333490"/>
                  </a:lnTo>
                  <a:lnTo>
                    <a:pt x="163167" y="333700"/>
                  </a:lnTo>
                  <a:lnTo>
                    <a:pt x="168449" y="333743"/>
                  </a:lnTo>
                  <a:lnTo>
                    <a:pt x="173730" y="333619"/>
                  </a:lnTo>
                  <a:lnTo>
                    <a:pt x="179005" y="333328"/>
                  </a:lnTo>
                  <a:lnTo>
                    <a:pt x="184268" y="332870"/>
                  </a:lnTo>
                  <a:lnTo>
                    <a:pt x="189514" y="332247"/>
                  </a:lnTo>
                  <a:lnTo>
                    <a:pt x="194737" y="331458"/>
                  </a:lnTo>
                  <a:lnTo>
                    <a:pt x="199933" y="330505"/>
                  </a:lnTo>
                  <a:lnTo>
                    <a:pt x="205096" y="329388"/>
                  </a:lnTo>
                  <a:lnTo>
                    <a:pt x="210222" y="328108"/>
                  </a:lnTo>
                  <a:lnTo>
                    <a:pt x="215304" y="326667"/>
                  </a:lnTo>
                  <a:lnTo>
                    <a:pt x="220338" y="325066"/>
                  </a:lnTo>
                  <a:lnTo>
                    <a:pt x="225319" y="323307"/>
                  </a:lnTo>
                  <a:lnTo>
                    <a:pt x="230242" y="321391"/>
                  </a:lnTo>
                  <a:lnTo>
                    <a:pt x="235103" y="319321"/>
                  </a:lnTo>
                  <a:lnTo>
                    <a:pt x="239895" y="317098"/>
                  </a:lnTo>
                  <a:lnTo>
                    <a:pt x="244614" y="314725"/>
                  </a:lnTo>
                  <a:lnTo>
                    <a:pt x="249257" y="312203"/>
                  </a:lnTo>
                  <a:lnTo>
                    <a:pt x="253817" y="309537"/>
                  </a:lnTo>
                  <a:lnTo>
                    <a:pt x="258291" y="306728"/>
                  </a:lnTo>
                  <a:lnTo>
                    <a:pt x="262674" y="303778"/>
                  </a:lnTo>
                  <a:lnTo>
                    <a:pt x="266961" y="300692"/>
                  </a:lnTo>
                  <a:lnTo>
                    <a:pt x="271149" y="297472"/>
                  </a:lnTo>
                  <a:lnTo>
                    <a:pt x="275233" y="294121"/>
                  </a:lnTo>
                  <a:lnTo>
                    <a:pt x="279209" y="290643"/>
                  </a:lnTo>
                  <a:lnTo>
                    <a:pt x="283073" y="287041"/>
                  </a:lnTo>
                  <a:lnTo>
                    <a:pt x="286821" y="283318"/>
                  </a:lnTo>
                  <a:lnTo>
                    <a:pt x="290450" y="279479"/>
                  </a:lnTo>
                  <a:lnTo>
                    <a:pt x="293956" y="275527"/>
                  </a:lnTo>
                  <a:lnTo>
                    <a:pt x="297335" y="271467"/>
                  </a:lnTo>
                  <a:lnTo>
                    <a:pt x="300584" y="267301"/>
                  </a:lnTo>
                  <a:lnTo>
                    <a:pt x="303700" y="263035"/>
                  </a:lnTo>
                  <a:lnTo>
                    <a:pt x="306679" y="258673"/>
                  </a:lnTo>
                  <a:lnTo>
                    <a:pt x="309520" y="254219"/>
                  </a:lnTo>
                  <a:lnTo>
                    <a:pt x="312218" y="249677"/>
                  </a:lnTo>
                  <a:lnTo>
                    <a:pt x="314771" y="245053"/>
                  </a:lnTo>
                  <a:lnTo>
                    <a:pt x="317177" y="240350"/>
                  </a:lnTo>
                  <a:lnTo>
                    <a:pt x="319433" y="235573"/>
                  </a:lnTo>
                  <a:lnTo>
                    <a:pt x="321537" y="230727"/>
                  </a:lnTo>
                  <a:lnTo>
                    <a:pt x="323486" y="225818"/>
                  </a:lnTo>
                  <a:lnTo>
                    <a:pt x="325280" y="220849"/>
                  </a:lnTo>
                  <a:lnTo>
                    <a:pt x="326916" y="215826"/>
                  </a:lnTo>
                  <a:lnTo>
                    <a:pt x="328392" y="210753"/>
                  </a:lnTo>
                  <a:lnTo>
                    <a:pt x="329707" y="205637"/>
                  </a:lnTo>
                  <a:lnTo>
                    <a:pt x="330860" y="200482"/>
                  </a:lnTo>
                  <a:lnTo>
                    <a:pt x="331850" y="195293"/>
                  </a:lnTo>
                  <a:lnTo>
                    <a:pt x="332675" y="190075"/>
                  </a:lnTo>
                  <a:lnTo>
                    <a:pt x="333335" y="184833"/>
                  </a:lnTo>
                  <a:lnTo>
                    <a:pt x="333828" y="179574"/>
                  </a:lnTo>
                  <a:lnTo>
                    <a:pt x="334156" y="174301"/>
                  </a:lnTo>
                  <a:lnTo>
                    <a:pt x="334316" y="169021"/>
                  </a:lnTo>
                  <a:lnTo>
                    <a:pt x="334310" y="163738"/>
                  </a:lnTo>
                  <a:lnTo>
                    <a:pt x="334137" y="158459"/>
                  </a:lnTo>
                  <a:lnTo>
                    <a:pt x="333797" y="153187"/>
                  </a:lnTo>
                  <a:lnTo>
                    <a:pt x="333290" y="147928"/>
                  </a:lnTo>
                  <a:lnTo>
                    <a:pt x="332618" y="142689"/>
                  </a:lnTo>
                  <a:lnTo>
                    <a:pt x="331781" y="137473"/>
                  </a:lnTo>
                  <a:lnTo>
                    <a:pt x="330779" y="132286"/>
                  </a:lnTo>
                  <a:lnTo>
                    <a:pt x="329613" y="127133"/>
                  </a:lnTo>
                  <a:lnTo>
                    <a:pt x="328286" y="122020"/>
                  </a:lnTo>
                  <a:lnTo>
                    <a:pt x="326797" y="116952"/>
                  </a:lnTo>
                  <a:lnTo>
                    <a:pt x="325150" y="111932"/>
                  </a:lnTo>
                  <a:lnTo>
                    <a:pt x="323344" y="106968"/>
                  </a:lnTo>
                  <a:lnTo>
                    <a:pt x="321382" y="102063"/>
                  </a:lnTo>
                  <a:lnTo>
                    <a:pt x="319267" y="97222"/>
                  </a:lnTo>
                  <a:lnTo>
                    <a:pt x="316999" y="92451"/>
                  </a:lnTo>
                  <a:lnTo>
                    <a:pt x="314582" y="87754"/>
                  </a:lnTo>
                  <a:lnTo>
                    <a:pt x="312018" y="83135"/>
                  </a:lnTo>
                  <a:lnTo>
                    <a:pt x="309309" y="78600"/>
                  </a:lnTo>
                  <a:lnTo>
                    <a:pt x="306458" y="74153"/>
                  </a:lnTo>
                  <a:lnTo>
                    <a:pt x="303468" y="69798"/>
                  </a:lnTo>
                  <a:lnTo>
                    <a:pt x="300342" y="65539"/>
                  </a:lnTo>
                  <a:lnTo>
                    <a:pt x="297083" y="61382"/>
                  </a:lnTo>
                  <a:lnTo>
                    <a:pt x="293694" y="57329"/>
                  </a:lnTo>
                  <a:lnTo>
                    <a:pt x="290179" y="53386"/>
                  </a:lnTo>
                  <a:lnTo>
                    <a:pt x="286541" y="49555"/>
                  </a:lnTo>
                  <a:lnTo>
                    <a:pt x="282784" y="45842"/>
                  </a:lnTo>
                  <a:lnTo>
                    <a:pt x="278911" y="42249"/>
                  </a:lnTo>
                  <a:lnTo>
                    <a:pt x="274927" y="38780"/>
                  </a:lnTo>
                  <a:lnTo>
                    <a:pt x="270835" y="35439"/>
                  </a:lnTo>
                  <a:lnTo>
                    <a:pt x="266639" y="32229"/>
                  </a:lnTo>
                  <a:lnTo>
                    <a:pt x="262345" y="29153"/>
                  </a:lnTo>
                  <a:lnTo>
                    <a:pt x="257955" y="26214"/>
                  </a:lnTo>
                  <a:lnTo>
                    <a:pt x="253474" y="23416"/>
                  </a:lnTo>
                  <a:lnTo>
                    <a:pt x="248908" y="20760"/>
                  </a:lnTo>
                  <a:lnTo>
                    <a:pt x="244259" y="18250"/>
                  </a:lnTo>
                  <a:lnTo>
                    <a:pt x="239534" y="15888"/>
                  </a:lnTo>
                  <a:lnTo>
                    <a:pt x="234736" y="13677"/>
                  </a:lnTo>
                  <a:lnTo>
                    <a:pt x="229871" y="11618"/>
                  </a:lnTo>
                  <a:lnTo>
                    <a:pt x="224944" y="9714"/>
                  </a:lnTo>
                  <a:lnTo>
                    <a:pt x="219958" y="7967"/>
                  </a:lnTo>
                  <a:lnTo>
                    <a:pt x="214920" y="6378"/>
                  </a:lnTo>
                  <a:lnTo>
                    <a:pt x="209834" y="4949"/>
                  </a:lnTo>
                  <a:lnTo>
                    <a:pt x="204706" y="3682"/>
                  </a:lnTo>
                  <a:lnTo>
                    <a:pt x="199540" y="2577"/>
                  </a:lnTo>
                  <a:lnTo>
                    <a:pt x="194342" y="1636"/>
                  </a:lnTo>
                  <a:lnTo>
                    <a:pt x="167167" y="1665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7175" cy="167167"/>
            </a:xfrm>
            <a:custGeom>
              <a:avLst/>
              <a:pathLst>
                <a:path w="27175" h="167167">
                  <a:moveTo>
                    <a:pt x="27175" y="2223"/>
                  </a:moveTo>
                  <a:lnTo>
                    <a:pt x="20421" y="1252"/>
                  </a:lnTo>
                  <a:lnTo>
                    <a:pt x="13633" y="556"/>
                  </a:lnTo>
                  <a:lnTo>
                    <a:pt x="6822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6" y="1322571"/>
              <a:ext cx="167162" cy="325098"/>
            </a:xfrm>
            <a:custGeom>
              <a:avLst/>
              <a:pathLst>
                <a:path w="167162" h="325098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8" y="2122"/>
                  </a:lnTo>
                  <a:lnTo>
                    <a:pt x="135357" y="3053"/>
                  </a:lnTo>
                  <a:lnTo>
                    <a:pt x="130138" y="4151"/>
                  </a:lnTo>
                  <a:lnTo>
                    <a:pt x="124956" y="5415"/>
                  </a:lnTo>
                  <a:lnTo>
                    <a:pt x="119818" y="6844"/>
                  </a:lnTo>
                  <a:lnTo>
                    <a:pt x="114728" y="8436"/>
                  </a:lnTo>
                  <a:lnTo>
                    <a:pt x="109691" y="10189"/>
                  </a:lnTo>
                  <a:lnTo>
                    <a:pt x="104713" y="12102"/>
                  </a:lnTo>
                  <a:lnTo>
                    <a:pt x="99798" y="14173"/>
                  </a:lnTo>
                  <a:lnTo>
                    <a:pt x="94952" y="16400"/>
                  </a:lnTo>
                  <a:lnTo>
                    <a:pt x="90180" y="18780"/>
                  </a:lnTo>
                  <a:lnTo>
                    <a:pt x="85485" y="21311"/>
                  </a:lnTo>
                  <a:lnTo>
                    <a:pt x="80874" y="23991"/>
                  </a:lnTo>
                  <a:lnTo>
                    <a:pt x="76351" y="26817"/>
                  </a:lnTo>
                  <a:lnTo>
                    <a:pt x="71920" y="29785"/>
                  </a:lnTo>
                  <a:lnTo>
                    <a:pt x="67586" y="32893"/>
                  </a:lnTo>
                  <a:lnTo>
                    <a:pt x="63353" y="36138"/>
                  </a:lnTo>
                  <a:lnTo>
                    <a:pt x="59226" y="39516"/>
                  </a:lnTo>
                  <a:lnTo>
                    <a:pt x="55209" y="43024"/>
                  </a:lnTo>
                  <a:lnTo>
                    <a:pt x="51306" y="46658"/>
                  </a:lnTo>
                  <a:lnTo>
                    <a:pt x="47521" y="50415"/>
                  </a:lnTo>
                  <a:lnTo>
                    <a:pt x="43858" y="54291"/>
                  </a:lnTo>
                  <a:lnTo>
                    <a:pt x="40320" y="58282"/>
                  </a:lnTo>
                  <a:lnTo>
                    <a:pt x="36911" y="62384"/>
                  </a:lnTo>
                  <a:lnTo>
                    <a:pt x="33635" y="66592"/>
                  </a:lnTo>
                  <a:lnTo>
                    <a:pt x="30494" y="70903"/>
                  </a:lnTo>
                  <a:lnTo>
                    <a:pt x="27493" y="75311"/>
                  </a:lnTo>
                  <a:lnTo>
                    <a:pt x="24634" y="79813"/>
                  </a:lnTo>
                  <a:lnTo>
                    <a:pt x="21920" y="84404"/>
                  </a:lnTo>
                  <a:lnTo>
                    <a:pt x="19354" y="89080"/>
                  </a:lnTo>
                  <a:lnTo>
                    <a:pt x="16938" y="93834"/>
                  </a:lnTo>
                  <a:lnTo>
                    <a:pt x="14675" y="98664"/>
                  </a:lnTo>
                  <a:lnTo>
                    <a:pt x="12568" y="103563"/>
                  </a:lnTo>
                  <a:lnTo>
                    <a:pt x="10617" y="108527"/>
                  </a:lnTo>
                  <a:lnTo>
                    <a:pt x="8827" y="113550"/>
                  </a:lnTo>
                  <a:lnTo>
                    <a:pt x="7197" y="118628"/>
                  </a:lnTo>
                  <a:lnTo>
                    <a:pt x="5730" y="123756"/>
                  </a:lnTo>
                  <a:lnTo>
                    <a:pt x="4427" y="128928"/>
                  </a:lnTo>
                  <a:lnTo>
                    <a:pt x="3290" y="134138"/>
                  </a:lnTo>
                  <a:lnTo>
                    <a:pt x="2320" y="139382"/>
                  </a:lnTo>
                  <a:lnTo>
                    <a:pt x="1518" y="144655"/>
                  </a:lnTo>
                  <a:lnTo>
                    <a:pt x="884" y="149950"/>
                  </a:lnTo>
                  <a:lnTo>
                    <a:pt x="419" y="155263"/>
                  </a:lnTo>
                  <a:lnTo>
                    <a:pt x="124" y="160588"/>
                  </a:lnTo>
                  <a:lnTo>
                    <a:pt x="0" y="165920"/>
                  </a:lnTo>
                  <a:lnTo>
                    <a:pt x="45" y="171253"/>
                  </a:lnTo>
                  <a:lnTo>
                    <a:pt x="260" y="176582"/>
                  </a:lnTo>
                  <a:lnTo>
                    <a:pt x="645" y="181901"/>
                  </a:lnTo>
                  <a:lnTo>
                    <a:pt x="1200" y="187206"/>
                  </a:lnTo>
                  <a:lnTo>
                    <a:pt x="1924" y="192490"/>
                  </a:lnTo>
                  <a:lnTo>
                    <a:pt x="2816" y="197748"/>
                  </a:lnTo>
                  <a:lnTo>
                    <a:pt x="3875" y="202975"/>
                  </a:lnTo>
                  <a:lnTo>
                    <a:pt x="5100" y="208165"/>
                  </a:lnTo>
                  <a:lnTo>
                    <a:pt x="6491" y="213314"/>
                  </a:lnTo>
                  <a:lnTo>
                    <a:pt x="8044" y="218416"/>
                  </a:lnTo>
                  <a:lnTo>
                    <a:pt x="9760" y="223466"/>
                  </a:lnTo>
                  <a:lnTo>
                    <a:pt x="11636" y="228458"/>
                  </a:lnTo>
                  <a:lnTo>
                    <a:pt x="13671" y="233388"/>
                  </a:lnTo>
                  <a:lnTo>
                    <a:pt x="15861" y="238251"/>
                  </a:lnTo>
                  <a:lnTo>
                    <a:pt x="18206" y="243041"/>
                  </a:lnTo>
                  <a:lnTo>
                    <a:pt x="20702" y="247754"/>
                  </a:lnTo>
                  <a:lnTo>
                    <a:pt x="23347" y="252385"/>
                  </a:lnTo>
                  <a:lnTo>
                    <a:pt x="26139" y="256929"/>
                  </a:lnTo>
                  <a:lnTo>
                    <a:pt x="29074" y="261382"/>
                  </a:lnTo>
                  <a:lnTo>
                    <a:pt x="32149" y="265739"/>
                  </a:lnTo>
                  <a:lnTo>
                    <a:pt x="35363" y="269996"/>
                  </a:lnTo>
                  <a:lnTo>
                    <a:pt x="38710" y="274148"/>
                  </a:lnTo>
                  <a:lnTo>
                    <a:pt x="42188" y="278191"/>
                  </a:lnTo>
                  <a:lnTo>
                    <a:pt x="45793" y="282121"/>
                  </a:lnTo>
                  <a:lnTo>
                    <a:pt x="49522" y="285934"/>
                  </a:lnTo>
                  <a:lnTo>
                    <a:pt x="53370" y="289626"/>
                  </a:lnTo>
                  <a:lnTo>
                    <a:pt x="57334" y="293194"/>
                  </a:lnTo>
                  <a:lnTo>
                    <a:pt x="61411" y="296633"/>
                  </a:lnTo>
                  <a:lnTo>
                    <a:pt x="65594" y="299941"/>
                  </a:lnTo>
                  <a:lnTo>
                    <a:pt x="69881" y="303113"/>
                  </a:lnTo>
                  <a:lnTo>
                    <a:pt x="74268" y="306147"/>
                  </a:lnTo>
                  <a:lnTo>
                    <a:pt x="78748" y="309040"/>
                  </a:lnTo>
                  <a:lnTo>
                    <a:pt x="83319" y="311788"/>
                  </a:lnTo>
                  <a:lnTo>
                    <a:pt x="87975" y="314389"/>
                  </a:lnTo>
                  <a:lnTo>
                    <a:pt x="92711" y="316840"/>
                  </a:lnTo>
                  <a:lnTo>
                    <a:pt x="97524" y="319139"/>
                  </a:lnTo>
                  <a:lnTo>
                    <a:pt x="102407" y="321283"/>
                  </a:lnTo>
                  <a:lnTo>
                    <a:pt x="107356" y="323270"/>
                  </a:lnTo>
                  <a:lnTo>
                    <a:pt x="112366" y="32509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6243" y="1326896"/>
              <a:ext cx="221960" cy="329989"/>
            </a:xfrm>
            <a:custGeom>
              <a:avLst/>
              <a:pathLst>
                <a:path w="221960" h="329989">
                  <a:moveTo>
                    <a:pt x="0" y="320773"/>
                  </a:moveTo>
                  <a:lnTo>
                    <a:pt x="5055" y="322438"/>
                  </a:lnTo>
                  <a:lnTo>
                    <a:pt x="10161" y="323940"/>
                  </a:lnTo>
                  <a:lnTo>
                    <a:pt x="15312" y="325279"/>
                  </a:lnTo>
                  <a:lnTo>
                    <a:pt x="20503" y="326454"/>
                  </a:lnTo>
                  <a:lnTo>
                    <a:pt x="25728" y="327463"/>
                  </a:lnTo>
                  <a:lnTo>
                    <a:pt x="30983" y="328305"/>
                  </a:lnTo>
                  <a:lnTo>
                    <a:pt x="36263" y="328979"/>
                  </a:lnTo>
                  <a:lnTo>
                    <a:pt x="41561" y="329484"/>
                  </a:lnTo>
                  <a:lnTo>
                    <a:pt x="46873" y="329821"/>
                  </a:lnTo>
                  <a:lnTo>
                    <a:pt x="52192" y="329989"/>
                  </a:lnTo>
                  <a:lnTo>
                    <a:pt x="57514" y="329987"/>
                  </a:lnTo>
                  <a:lnTo>
                    <a:pt x="62834" y="329816"/>
                  </a:lnTo>
                  <a:lnTo>
                    <a:pt x="68145" y="329475"/>
                  </a:lnTo>
                  <a:lnTo>
                    <a:pt x="73443" y="328966"/>
                  </a:lnTo>
                  <a:lnTo>
                    <a:pt x="78722" y="328288"/>
                  </a:lnTo>
                  <a:lnTo>
                    <a:pt x="83977" y="327443"/>
                  </a:lnTo>
                  <a:lnTo>
                    <a:pt x="89202" y="326430"/>
                  </a:lnTo>
                  <a:lnTo>
                    <a:pt x="94392" y="325252"/>
                  </a:lnTo>
                  <a:lnTo>
                    <a:pt x="99542" y="323909"/>
                  </a:lnTo>
                  <a:lnTo>
                    <a:pt x="104646" y="322403"/>
                  </a:lnTo>
                  <a:lnTo>
                    <a:pt x="109701" y="320735"/>
                  </a:lnTo>
                  <a:lnTo>
                    <a:pt x="114699" y="318907"/>
                  </a:lnTo>
                  <a:lnTo>
                    <a:pt x="119637" y="316921"/>
                  </a:lnTo>
                  <a:lnTo>
                    <a:pt x="124509" y="314779"/>
                  </a:lnTo>
                  <a:lnTo>
                    <a:pt x="129310" y="312483"/>
                  </a:lnTo>
                  <a:lnTo>
                    <a:pt x="134036" y="310035"/>
                  </a:lnTo>
                  <a:lnTo>
                    <a:pt x="138682" y="307438"/>
                  </a:lnTo>
                  <a:lnTo>
                    <a:pt x="143242" y="304694"/>
                  </a:lnTo>
                  <a:lnTo>
                    <a:pt x="147713" y="301807"/>
                  </a:lnTo>
                  <a:lnTo>
                    <a:pt x="152090" y="298778"/>
                  </a:lnTo>
                  <a:lnTo>
                    <a:pt x="156368" y="295612"/>
                  </a:lnTo>
                  <a:lnTo>
                    <a:pt x="160543" y="292312"/>
                  </a:lnTo>
                  <a:lnTo>
                    <a:pt x="164611" y="288880"/>
                  </a:lnTo>
                  <a:lnTo>
                    <a:pt x="168567" y="285320"/>
                  </a:lnTo>
                  <a:lnTo>
                    <a:pt x="172409" y="281636"/>
                  </a:lnTo>
                  <a:lnTo>
                    <a:pt x="176131" y="277832"/>
                  </a:lnTo>
                  <a:lnTo>
                    <a:pt x="179730" y="273911"/>
                  </a:lnTo>
                  <a:lnTo>
                    <a:pt x="183202" y="269877"/>
                  </a:lnTo>
                  <a:lnTo>
                    <a:pt x="186545" y="265736"/>
                  </a:lnTo>
                  <a:lnTo>
                    <a:pt x="189753" y="261489"/>
                  </a:lnTo>
                  <a:lnTo>
                    <a:pt x="192825" y="257143"/>
                  </a:lnTo>
                  <a:lnTo>
                    <a:pt x="195757" y="252701"/>
                  </a:lnTo>
                  <a:lnTo>
                    <a:pt x="198546" y="248169"/>
                  </a:lnTo>
                  <a:lnTo>
                    <a:pt x="201190" y="243549"/>
                  </a:lnTo>
                  <a:lnTo>
                    <a:pt x="203685" y="238848"/>
                  </a:lnTo>
                  <a:lnTo>
                    <a:pt x="206029" y="234070"/>
                  </a:lnTo>
                  <a:lnTo>
                    <a:pt x="208220" y="229219"/>
                  </a:lnTo>
                  <a:lnTo>
                    <a:pt x="210255" y="224302"/>
                  </a:lnTo>
                  <a:lnTo>
                    <a:pt x="212133" y="219322"/>
                  </a:lnTo>
                  <a:lnTo>
                    <a:pt x="213851" y="214284"/>
                  </a:lnTo>
                  <a:lnTo>
                    <a:pt x="215408" y="209195"/>
                  </a:lnTo>
                  <a:lnTo>
                    <a:pt x="216802" y="204059"/>
                  </a:lnTo>
                  <a:lnTo>
                    <a:pt x="218032" y="198880"/>
                  </a:lnTo>
                  <a:lnTo>
                    <a:pt x="219097" y="193666"/>
                  </a:lnTo>
                  <a:lnTo>
                    <a:pt x="219995" y="188420"/>
                  </a:lnTo>
                  <a:lnTo>
                    <a:pt x="220725" y="183148"/>
                  </a:lnTo>
                  <a:lnTo>
                    <a:pt x="221287" y="177856"/>
                  </a:lnTo>
                  <a:lnTo>
                    <a:pt x="221681" y="172548"/>
                  </a:lnTo>
                  <a:lnTo>
                    <a:pt x="221905" y="167230"/>
                  </a:lnTo>
                  <a:lnTo>
                    <a:pt x="221960" y="161908"/>
                  </a:lnTo>
                  <a:lnTo>
                    <a:pt x="221846" y="156587"/>
                  </a:lnTo>
                  <a:lnTo>
                    <a:pt x="221562" y="151273"/>
                  </a:lnTo>
                  <a:lnTo>
                    <a:pt x="221109" y="145970"/>
                  </a:lnTo>
                  <a:lnTo>
                    <a:pt x="220488" y="140684"/>
                  </a:lnTo>
                  <a:lnTo>
                    <a:pt x="219699" y="135421"/>
                  </a:lnTo>
                  <a:lnTo>
                    <a:pt x="218742" y="130185"/>
                  </a:lnTo>
                  <a:lnTo>
                    <a:pt x="217619" y="124983"/>
                  </a:lnTo>
                  <a:lnTo>
                    <a:pt x="216332" y="119819"/>
                  </a:lnTo>
                  <a:lnTo>
                    <a:pt x="214880" y="114698"/>
                  </a:lnTo>
                  <a:lnTo>
                    <a:pt x="213267" y="109626"/>
                  </a:lnTo>
                  <a:lnTo>
                    <a:pt x="211492" y="104609"/>
                  </a:lnTo>
                  <a:lnTo>
                    <a:pt x="209559" y="99650"/>
                  </a:lnTo>
                  <a:lnTo>
                    <a:pt x="207469" y="94755"/>
                  </a:lnTo>
                  <a:lnTo>
                    <a:pt x="205224" y="89930"/>
                  </a:lnTo>
                  <a:lnTo>
                    <a:pt x="202827" y="85178"/>
                  </a:lnTo>
                  <a:lnTo>
                    <a:pt x="200279" y="80505"/>
                  </a:lnTo>
                  <a:lnTo>
                    <a:pt x="197585" y="75915"/>
                  </a:lnTo>
                  <a:lnTo>
                    <a:pt x="194745" y="71414"/>
                  </a:lnTo>
                  <a:lnTo>
                    <a:pt x="191764" y="67005"/>
                  </a:lnTo>
                  <a:lnTo>
                    <a:pt x="188643" y="62693"/>
                  </a:lnTo>
                  <a:lnTo>
                    <a:pt x="185387" y="58483"/>
                  </a:lnTo>
                  <a:lnTo>
                    <a:pt x="181999" y="54379"/>
                  </a:lnTo>
                  <a:lnTo>
                    <a:pt x="178482" y="50385"/>
                  </a:lnTo>
                  <a:lnTo>
                    <a:pt x="174839" y="46504"/>
                  </a:lnTo>
                  <a:lnTo>
                    <a:pt x="171075" y="42742"/>
                  </a:lnTo>
                  <a:lnTo>
                    <a:pt x="167193" y="39101"/>
                  </a:lnTo>
                  <a:lnTo>
                    <a:pt x="163197" y="35586"/>
                  </a:lnTo>
                  <a:lnTo>
                    <a:pt x="159091" y="32199"/>
                  </a:lnTo>
                  <a:lnTo>
                    <a:pt x="154879" y="28945"/>
                  </a:lnTo>
                  <a:lnTo>
                    <a:pt x="150566" y="25827"/>
                  </a:lnTo>
                  <a:lnTo>
                    <a:pt x="146156" y="22848"/>
                  </a:lnTo>
                  <a:lnTo>
                    <a:pt x="141653" y="20011"/>
                  </a:lnTo>
                  <a:lnTo>
                    <a:pt x="137062" y="17318"/>
                  </a:lnTo>
                  <a:lnTo>
                    <a:pt x="132388" y="14773"/>
                  </a:lnTo>
                  <a:lnTo>
                    <a:pt x="127635" y="12378"/>
                  </a:lnTo>
                  <a:lnTo>
                    <a:pt x="122808" y="10135"/>
                  </a:lnTo>
                  <a:lnTo>
                    <a:pt x="117913" y="8048"/>
                  </a:lnTo>
                  <a:lnTo>
                    <a:pt x="112953" y="6117"/>
                  </a:lnTo>
                  <a:lnTo>
                    <a:pt x="107934" y="4345"/>
                  </a:lnTo>
                  <a:lnTo>
                    <a:pt x="102862" y="2734"/>
                  </a:lnTo>
                  <a:lnTo>
                    <a:pt x="97741" y="1285"/>
                  </a:lnTo>
                  <a:lnTo>
                    <a:pt x="92576" y="0"/>
                  </a:lnTo>
                  <a:lnTo>
                    <a:pt x="54796" y="1628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7780" cy="167167"/>
            </a:xfrm>
            <a:custGeom>
              <a:avLst/>
              <a:pathLst>
                <a:path w="37780" h="167167">
                  <a:moveTo>
                    <a:pt x="37780" y="4325"/>
                  </a:moveTo>
                  <a:lnTo>
                    <a:pt x="31567" y="3007"/>
                  </a:lnTo>
                  <a:lnTo>
                    <a:pt x="25308" y="1926"/>
                  </a:lnTo>
                  <a:lnTo>
                    <a:pt x="19013" y="1084"/>
                  </a:lnTo>
                  <a:lnTo>
                    <a:pt x="12690" y="482"/>
                  </a:lnTo>
                  <a:lnTo>
                    <a:pt x="6350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3" y="1071028"/>
              <a:ext cx="167164" cy="282456"/>
            </a:xfrm>
            <a:custGeom>
              <a:avLst/>
              <a:pathLst>
                <a:path w="167164" h="282456">
                  <a:moveTo>
                    <a:pt x="167164" y="0"/>
                  </a:moveTo>
                  <a:lnTo>
                    <a:pt x="161825" y="85"/>
                  </a:lnTo>
                  <a:lnTo>
                    <a:pt x="156492" y="341"/>
                  </a:lnTo>
                  <a:lnTo>
                    <a:pt x="151169" y="766"/>
                  </a:lnTo>
                  <a:lnTo>
                    <a:pt x="145863" y="1362"/>
                  </a:lnTo>
                  <a:lnTo>
                    <a:pt x="140579" y="2127"/>
                  </a:lnTo>
                  <a:lnTo>
                    <a:pt x="135321" y="3060"/>
                  </a:lnTo>
                  <a:lnTo>
                    <a:pt x="130097" y="4161"/>
                  </a:lnTo>
                  <a:lnTo>
                    <a:pt x="124910" y="5428"/>
                  </a:lnTo>
                  <a:lnTo>
                    <a:pt x="119766" y="6860"/>
                  </a:lnTo>
                  <a:lnTo>
                    <a:pt x="114670" y="8456"/>
                  </a:lnTo>
                  <a:lnTo>
                    <a:pt x="109628" y="10213"/>
                  </a:lnTo>
                  <a:lnTo>
                    <a:pt x="104645" y="12131"/>
                  </a:lnTo>
                  <a:lnTo>
                    <a:pt x="99725" y="14206"/>
                  </a:lnTo>
                  <a:lnTo>
                    <a:pt x="94874" y="16438"/>
                  </a:lnTo>
                  <a:lnTo>
                    <a:pt x="90097" y="18824"/>
                  </a:lnTo>
                  <a:lnTo>
                    <a:pt x="85399" y="21361"/>
                  </a:lnTo>
                  <a:lnTo>
                    <a:pt x="80784" y="24047"/>
                  </a:lnTo>
                  <a:lnTo>
                    <a:pt x="76257" y="26878"/>
                  </a:lnTo>
                  <a:lnTo>
                    <a:pt x="71823" y="29853"/>
                  </a:lnTo>
                  <a:lnTo>
                    <a:pt x="67486" y="32968"/>
                  </a:lnTo>
                  <a:lnTo>
                    <a:pt x="63251" y="36220"/>
                  </a:lnTo>
                  <a:lnTo>
                    <a:pt x="59122" y="39606"/>
                  </a:lnTo>
                  <a:lnTo>
                    <a:pt x="55103" y="43121"/>
                  </a:lnTo>
                  <a:lnTo>
                    <a:pt x="51199" y="46764"/>
                  </a:lnTo>
                  <a:lnTo>
                    <a:pt x="47413" y="50529"/>
                  </a:lnTo>
                  <a:lnTo>
                    <a:pt x="43749" y="54413"/>
                  </a:lnTo>
                  <a:lnTo>
                    <a:pt x="40211" y="58412"/>
                  </a:lnTo>
                  <a:lnTo>
                    <a:pt x="36802" y="62522"/>
                  </a:lnTo>
                  <a:lnTo>
                    <a:pt x="33526" y="66739"/>
                  </a:lnTo>
                  <a:lnTo>
                    <a:pt x="30387" y="71058"/>
                  </a:lnTo>
                  <a:lnTo>
                    <a:pt x="27388" y="75475"/>
                  </a:lnTo>
                  <a:lnTo>
                    <a:pt x="24530" y="79986"/>
                  </a:lnTo>
                  <a:lnTo>
                    <a:pt x="21819" y="84586"/>
                  </a:lnTo>
                  <a:lnTo>
                    <a:pt x="19256" y="89270"/>
                  </a:lnTo>
                  <a:lnTo>
                    <a:pt x="16843" y="94033"/>
                  </a:lnTo>
                  <a:lnTo>
                    <a:pt x="14584" y="98872"/>
                  </a:lnTo>
                  <a:lnTo>
                    <a:pt x="12481" y="103779"/>
                  </a:lnTo>
                  <a:lnTo>
                    <a:pt x="10535" y="108752"/>
                  </a:lnTo>
                  <a:lnTo>
                    <a:pt x="8750" y="113784"/>
                  </a:lnTo>
                  <a:lnTo>
                    <a:pt x="7126" y="118870"/>
                  </a:lnTo>
                  <a:lnTo>
                    <a:pt x="5665" y="124006"/>
                  </a:lnTo>
                  <a:lnTo>
                    <a:pt x="4369" y="129186"/>
                  </a:lnTo>
                  <a:lnTo>
                    <a:pt x="3239" y="134405"/>
                  </a:lnTo>
                  <a:lnTo>
                    <a:pt x="2276" y="139657"/>
                  </a:lnTo>
                  <a:lnTo>
                    <a:pt x="1482" y="144937"/>
                  </a:lnTo>
                  <a:lnTo>
                    <a:pt x="856" y="150240"/>
                  </a:lnTo>
                  <a:lnTo>
                    <a:pt x="400" y="155560"/>
                  </a:lnTo>
                  <a:lnTo>
                    <a:pt x="115" y="160892"/>
                  </a:lnTo>
                  <a:lnTo>
                    <a:pt x="0" y="166230"/>
                  </a:lnTo>
                  <a:lnTo>
                    <a:pt x="55" y="171569"/>
                  </a:lnTo>
                  <a:lnTo>
                    <a:pt x="281" y="176904"/>
                  </a:lnTo>
                  <a:lnTo>
                    <a:pt x="677" y="182229"/>
                  </a:lnTo>
                  <a:lnTo>
                    <a:pt x="1243" y="187538"/>
                  </a:lnTo>
                  <a:lnTo>
                    <a:pt x="1978" y="192827"/>
                  </a:lnTo>
                  <a:lnTo>
                    <a:pt x="2882" y="198090"/>
                  </a:lnTo>
                  <a:lnTo>
                    <a:pt x="3953" y="203321"/>
                  </a:lnTo>
                  <a:lnTo>
                    <a:pt x="5191" y="208515"/>
                  </a:lnTo>
                  <a:lnTo>
                    <a:pt x="6594" y="213667"/>
                  </a:lnTo>
                  <a:lnTo>
                    <a:pt x="8161" y="218771"/>
                  </a:lnTo>
                  <a:lnTo>
                    <a:pt x="9890" y="223823"/>
                  </a:lnTo>
                  <a:lnTo>
                    <a:pt x="11780" y="228817"/>
                  </a:lnTo>
                  <a:lnTo>
                    <a:pt x="13828" y="233748"/>
                  </a:lnTo>
                  <a:lnTo>
                    <a:pt x="16033" y="238611"/>
                  </a:lnTo>
                  <a:lnTo>
                    <a:pt x="18392" y="243401"/>
                  </a:lnTo>
                  <a:lnTo>
                    <a:pt x="20902" y="248114"/>
                  </a:lnTo>
                  <a:lnTo>
                    <a:pt x="23562" y="252744"/>
                  </a:lnTo>
                  <a:lnTo>
                    <a:pt x="26369" y="257286"/>
                  </a:lnTo>
                  <a:lnTo>
                    <a:pt x="29319" y="261737"/>
                  </a:lnTo>
                  <a:lnTo>
                    <a:pt x="32409" y="266091"/>
                  </a:lnTo>
                  <a:lnTo>
                    <a:pt x="35637" y="270344"/>
                  </a:lnTo>
                  <a:lnTo>
                    <a:pt x="39000" y="274492"/>
                  </a:lnTo>
                  <a:lnTo>
                    <a:pt x="42493" y="278531"/>
                  </a:lnTo>
                  <a:lnTo>
                    <a:pt x="46113" y="28245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4207" y="1238196"/>
              <a:ext cx="121051" cy="115288"/>
            </a:xfrm>
            <a:custGeom>
              <a:avLst/>
              <a:pathLst>
                <a:path w="121051" h="115288">
                  <a:moveTo>
                    <a:pt x="0" y="115288"/>
                  </a:moveTo>
                  <a:lnTo>
                    <a:pt x="1210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4207" y="1141277"/>
              <a:ext cx="288206" cy="264073"/>
            </a:xfrm>
            <a:custGeom>
              <a:avLst/>
              <a:pathLst>
                <a:path w="288206" h="264073">
                  <a:moveTo>
                    <a:pt x="0" y="212207"/>
                  </a:moveTo>
                  <a:lnTo>
                    <a:pt x="3739" y="216010"/>
                  </a:lnTo>
                  <a:lnTo>
                    <a:pt x="7597" y="219691"/>
                  </a:lnTo>
                  <a:lnTo>
                    <a:pt x="11571" y="223248"/>
                  </a:lnTo>
                  <a:lnTo>
                    <a:pt x="15657" y="226676"/>
                  </a:lnTo>
                  <a:lnTo>
                    <a:pt x="19850" y="229972"/>
                  </a:lnTo>
                  <a:lnTo>
                    <a:pt x="24145" y="233132"/>
                  </a:lnTo>
                  <a:lnTo>
                    <a:pt x="28540" y="236154"/>
                  </a:lnTo>
                  <a:lnTo>
                    <a:pt x="33028" y="239034"/>
                  </a:lnTo>
                  <a:lnTo>
                    <a:pt x="37607" y="241770"/>
                  </a:lnTo>
                  <a:lnTo>
                    <a:pt x="42270" y="244358"/>
                  </a:lnTo>
                  <a:lnTo>
                    <a:pt x="47013" y="246796"/>
                  </a:lnTo>
                  <a:lnTo>
                    <a:pt x="51832" y="249081"/>
                  </a:lnTo>
                  <a:lnTo>
                    <a:pt x="56721" y="251212"/>
                  </a:lnTo>
                  <a:lnTo>
                    <a:pt x="61675" y="253185"/>
                  </a:lnTo>
                  <a:lnTo>
                    <a:pt x="66690" y="255000"/>
                  </a:lnTo>
                  <a:lnTo>
                    <a:pt x="71761" y="256654"/>
                  </a:lnTo>
                  <a:lnTo>
                    <a:pt x="76881" y="258145"/>
                  </a:lnTo>
                  <a:lnTo>
                    <a:pt x="82047" y="259472"/>
                  </a:lnTo>
                  <a:lnTo>
                    <a:pt x="87252" y="260633"/>
                  </a:lnTo>
                  <a:lnTo>
                    <a:pt x="92491" y="261628"/>
                  </a:lnTo>
                  <a:lnTo>
                    <a:pt x="97760" y="262455"/>
                  </a:lnTo>
                  <a:lnTo>
                    <a:pt x="103052" y="263114"/>
                  </a:lnTo>
                  <a:lnTo>
                    <a:pt x="108363" y="263603"/>
                  </a:lnTo>
                  <a:lnTo>
                    <a:pt x="113686" y="263923"/>
                  </a:lnTo>
                  <a:lnTo>
                    <a:pt x="119017" y="264073"/>
                  </a:lnTo>
                  <a:lnTo>
                    <a:pt x="124351" y="264053"/>
                  </a:lnTo>
                  <a:lnTo>
                    <a:pt x="129680" y="263863"/>
                  </a:lnTo>
                  <a:lnTo>
                    <a:pt x="135001" y="263502"/>
                  </a:lnTo>
                  <a:lnTo>
                    <a:pt x="140308" y="262973"/>
                  </a:lnTo>
                  <a:lnTo>
                    <a:pt x="145595" y="262274"/>
                  </a:lnTo>
                  <a:lnTo>
                    <a:pt x="150857" y="261407"/>
                  </a:lnTo>
                  <a:lnTo>
                    <a:pt x="156089" y="260372"/>
                  </a:lnTo>
                  <a:lnTo>
                    <a:pt x="161286" y="259171"/>
                  </a:lnTo>
                  <a:lnTo>
                    <a:pt x="166441" y="257805"/>
                  </a:lnTo>
                  <a:lnTo>
                    <a:pt x="171550" y="256276"/>
                  </a:lnTo>
                  <a:lnTo>
                    <a:pt x="176607" y="254584"/>
                  </a:lnTo>
                  <a:lnTo>
                    <a:pt x="181609" y="252731"/>
                  </a:lnTo>
                  <a:lnTo>
                    <a:pt x="186548" y="250720"/>
                  </a:lnTo>
                  <a:lnTo>
                    <a:pt x="191421" y="248553"/>
                  </a:lnTo>
                  <a:lnTo>
                    <a:pt x="196222" y="246231"/>
                  </a:lnTo>
                  <a:lnTo>
                    <a:pt x="200947" y="243757"/>
                  </a:lnTo>
                  <a:lnTo>
                    <a:pt x="205590" y="241134"/>
                  </a:lnTo>
                  <a:lnTo>
                    <a:pt x="210147" y="238363"/>
                  </a:lnTo>
                  <a:lnTo>
                    <a:pt x="214614" y="235449"/>
                  </a:lnTo>
                  <a:lnTo>
                    <a:pt x="218985" y="232394"/>
                  </a:lnTo>
                  <a:lnTo>
                    <a:pt x="223257" y="229201"/>
                  </a:lnTo>
                  <a:lnTo>
                    <a:pt x="227425" y="225874"/>
                  </a:lnTo>
                  <a:lnTo>
                    <a:pt x="231484" y="222415"/>
                  </a:lnTo>
                  <a:lnTo>
                    <a:pt x="235431" y="218828"/>
                  </a:lnTo>
                  <a:lnTo>
                    <a:pt x="239262" y="215118"/>
                  </a:lnTo>
                  <a:lnTo>
                    <a:pt x="242972" y="211287"/>
                  </a:lnTo>
                  <a:lnTo>
                    <a:pt x="246558" y="207339"/>
                  </a:lnTo>
                  <a:lnTo>
                    <a:pt x="250017" y="203280"/>
                  </a:lnTo>
                  <a:lnTo>
                    <a:pt x="253344" y="199112"/>
                  </a:lnTo>
                  <a:lnTo>
                    <a:pt x="256537" y="194840"/>
                  </a:lnTo>
                  <a:lnTo>
                    <a:pt x="259591" y="190468"/>
                  </a:lnTo>
                  <a:lnTo>
                    <a:pt x="262505" y="186001"/>
                  </a:lnTo>
                  <a:lnTo>
                    <a:pt x="265275" y="181443"/>
                  </a:lnTo>
                  <a:lnTo>
                    <a:pt x="267897" y="176800"/>
                  </a:lnTo>
                  <a:lnTo>
                    <a:pt x="270371" y="172075"/>
                  </a:lnTo>
                  <a:lnTo>
                    <a:pt x="272692" y="167273"/>
                  </a:lnTo>
                  <a:lnTo>
                    <a:pt x="274859" y="162400"/>
                  </a:lnTo>
                  <a:lnTo>
                    <a:pt x="276870" y="157461"/>
                  </a:lnTo>
                  <a:lnTo>
                    <a:pt x="278722" y="152459"/>
                  </a:lnTo>
                  <a:lnTo>
                    <a:pt x="280413" y="147402"/>
                  </a:lnTo>
                  <a:lnTo>
                    <a:pt x="281943" y="142292"/>
                  </a:lnTo>
                  <a:lnTo>
                    <a:pt x="283308" y="137137"/>
                  </a:lnTo>
                  <a:lnTo>
                    <a:pt x="284508" y="131941"/>
                  </a:lnTo>
                  <a:lnTo>
                    <a:pt x="285543" y="126709"/>
                  </a:lnTo>
                  <a:lnTo>
                    <a:pt x="286409" y="121446"/>
                  </a:lnTo>
                  <a:lnTo>
                    <a:pt x="287107" y="116159"/>
                  </a:lnTo>
                  <a:lnTo>
                    <a:pt x="287637" y="110852"/>
                  </a:lnTo>
                  <a:lnTo>
                    <a:pt x="287996" y="105531"/>
                  </a:lnTo>
                  <a:lnTo>
                    <a:pt x="288186" y="100202"/>
                  </a:lnTo>
                  <a:lnTo>
                    <a:pt x="288206" y="94868"/>
                  </a:lnTo>
                  <a:lnTo>
                    <a:pt x="288055" y="89537"/>
                  </a:lnTo>
                  <a:lnTo>
                    <a:pt x="287735" y="84214"/>
                  </a:lnTo>
                  <a:lnTo>
                    <a:pt x="287245" y="78903"/>
                  </a:lnTo>
                  <a:lnTo>
                    <a:pt x="286586" y="73611"/>
                  </a:lnTo>
                  <a:lnTo>
                    <a:pt x="285758" y="68343"/>
                  </a:lnTo>
                  <a:lnTo>
                    <a:pt x="284763" y="63103"/>
                  </a:lnTo>
                  <a:lnTo>
                    <a:pt x="283601" y="57898"/>
                  </a:lnTo>
                  <a:lnTo>
                    <a:pt x="282273" y="52733"/>
                  </a:lnTo>
                  <a:lnTo>
                    <a:pt x="280782" y="47612"/>
                  </a:lnTo>
                  <a:lnTo>
                    <a:pt x="279128" y="42542"/>
                  </a:lnTo>
                  <a:lnTo>
                    <a:pt x="277313" y="37527"/>
                  </a:lnTo>
                  <a:lnTo>
                    <a:pt x="275339" y="32573"/>
                  </a:lnTo>
                  <a:lnTo>
                    <a:pt x="273207" y="27684"/>
                  </a:lnTo>
                  <a:lnTo>
                    <a:pt x="270922" y="22866"/>
                  </a:lnTo>
                  <a:lnTo>
                    <a:pt x="268483" y="18123"/>
                  </a:lnTo>
                  <a:lnTo>
                    <a:pt x="265895" y="13460"/>
                  </a:lnTo>
                  <a:lnTo>
                    <a:pt x="263159" y="8882"/>
                  </a:lnTo>
                  <a:lnTo>
                    <a:pt x="260278" y="4394"/>
                  </a:lnTo>
                  <a:lnTo>
                    <a:pt x="257256" y="0"/>
                  </a:lnTo>
                  <a:lnTo>
                    <a:pt x="121051" y="969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6204" cy="167167"/>
            </a:xfrm>
            <a:custGeom>
              <a:avLst/>
              <a:pathLst>
                <a:path w="136204" h="167167">
                  <a:moveTo>
                    <a:pt x="136204" y="70248"/>
                  </a:moveTo>
                  <a:lnTo>
                    <a:pt x="132949" y="65828"/>
                  </a:lnTo>
                  <a:lnTo>
                    <a:pt x="129550" y="61518"/>
                  </a:lnTo>
                  <a:lnTo>
                    <a:pt x="126011" y="57321"/>
                  </a:lnTo>
                  <a:lnTo>
                    <a:pt x="122336" y="53243"/>
                  </a:lnTo>
                  <a:lnTo>
                    <a:pt x="118530" y="49288"/>
                  </a:lnTo>
                  <a:lnTo>
                    <a:pt x="114595" y="45459"/>
                  </a:lnTo>
                  <a:lnTo>
                    <a:pt x="110538" y="41762"/>
                  </a:lnTo>
                  <a:lnTo>
                    <a:pt x="106360" y="38201"/>
                  </a:lnTo>
                  <a:lnTo>
                    <a:pt x="102069" y="34778"/>
                  </a:lnTo>
                  <a:lnTo>
                    <a:pt x="97667" y="31498"/>
                  </a:lnTo>
                  <a:lnTo>
                    <a:pt x="93160" y="28364"/>
                  </a:lnTo>
                  <a:lnTo>
                    <a:pt x="88552" y="25380"/>
                  </a:lnTo>
                  <a:lnTo>
                    <a:pt x="83849" y="22549"/>
                  </a:lnTo>
                  <a:lnTo>
                    <a:pt x="79055" y="19874"/>
                  </a:lnTo>
                  <a:lnTo>
                    <a:pt x="74177" y="17358"/>
                  </a:lnTo>
                  <a:lnTo>
                    <a:pt x="69218" y="15003"/>
                  </a:lnTo>
                  <a:lnTo>
                    <a:pt x="64184" y="12813"/>
                  </a:lnTo>
                  <a:lnTo>
                    <a:pt x="59082" y="10788"/>
                  </a:lnTo>
                  <a:lnTo>
                    <a:pt x="53915" y="8933"/>
                  </a:lnTo>
                  <a:lnTo>
                    <a:pt x="48691" y="7248"/>
                  </a:lnTo>
                  <a:lnTo>
                    <a:pt x="43414" y="5735"/>
                  </a:lnTo>
                  <a:lnTo>
                    <a:pt x="38090" y="4397"/>
                  </a:lnTo>
                  <a:lnTo>
                    <a:pt x="32725" y="3234"/>
                  </a:lnTo>
                  <a:lnTo>
                    <a:pt x="27325" y="2248"/>
                  </a:lnTo>
                  <a:lnTo>
                    <a:pt x="21895" y="1440"/>
                  </a:lnTo>
                  <a:lnTo>
                    <a:pt x="16442" y="810"/>
                  </a:lnTo>
                  <a:lnTo>
                    <a:pt x="10971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5761" y="941493"/>
              <a:ext cx="87782" cy="167167"/>
            </a:xfrm>
            <a:custGeom>
              <a:avLst/>
              <a:pathLst>
                <a:path w="87782" h="167167">
                  <a:moveTo>
                    <a:pt x="87782" y="0"/>
                  </a:moveTo>
                  <a:lnTo>
                    <a:pt x="82007" y="99"/>
                  </a:lnTo>
                  <a:lnTo>
                    <a:pt x="76239" y="399"/>
                  </a:lnTo>
                  <a:lnTo>
                    <a:pt x="70484" y="897"/>
                  </a:lnTo>
                  <a:lnTo>
                    <a:pt x="64751" y="1594"/>
                  </a:lnTo>
                  <a:lnTo>
                    <a:pt x="59044" y="2488"/>
                  </a:lnTo>
                  <a:lnTo>
                    <a:pt x="53373" y="3579"/>
                  </a:lnTo>
                  <a:lnTo>
                    <a:pt x="47742" y="4866"/>
                  </a:lnTo>
                  <a:lnTo>
                    <a:pt x="42159" y="6346"/>
                  </a:lnTo>
                  <a:lnTo>
                    <a:pt x="36630" y="8018"/>
                  </a:lnTo>
                  <a:lnTo>
                    <a:pt x="31163" y="9880"/>
                  </a:lnTo>
                  <a:lnTo>
                    <a:pt x="25763" y="11930"/>
                  </a:lnTo>
                  <a:lnTo>
                    <a:pt x="20437" y="14165"/>
                  </a:lnTo>
                  <a:lnTo>
                    <a:pt x="15191" y="16583"/>
                  </a:lnTo>
                  <a:lnTo>
                    <a:pt x="10033" y="19180"/>
                  </a:lnTo>
                  <a:lnTo>
                    <a:pt x="4967" y="21955"/>
                  </a:lnTo>
                  <a:lnTo>
                    <a:pt x="0" y="24902"/>
                  </a:lnTo>
                  <a:lnTo>
                    <a:pt x="8778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5761" y="966396"/>
              <a:ext cx="87782" cy="142264"/>
            </a:xfrm>
            <a:custGeom>
              <a:avLst/>
              <a:pathLst>
                <a:path w="87782" h="142264">
                  <a:moveTo>
                    <a:pt x="0" y="0"/>
                  </a:moveTo>
                  <a:lnTo>
                    <a:pt x="87782" y="1422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8" y="948062"/>
              <a:ext cx="334326" cy="327758"/>
            </a:xfrm>
            <a:custGeom>
              <a:avLst/>
              <a:pathLst>
                <a:path w="334326" h="327758">
                  <a:moveTo>
                    <a:pt x="79383" y="18333"/>
                  </a:moveTo>
                  <a:lnTo>
                    <a:pt x="74921" y="21185"/>
                  </a:lnTo>
                  <a:lnTo>
                    <a:pt x="70551" y="24177"/>
                  </a:lnTo>
                  <a:lnTo>
                    <a:pt x="66278" y="27306"/>
                  </a:lnTo>
                  <a:lnTo>
                    <a:pt x="62107" y="30568"/>
                  </a:lnTo>
                  <a:lnTo>
                    <a:pt x="58041" y="33961"/>
                  </a:lnTo>
                  <a:lnTo>
                    <a:pt x="54085" y="37481"/>
                  </a:lnTo>
                  <a:lnTo>
                    <a:pt x="50242" y="41125"/>
                  </a:lnTo>
                  <a:lnTo>
                    <a:pt x="46516" y="44889"/>
                  </a:lnTo>
                  <a:lnTo>
                    <a:pt x="42911" y="48768"/>
                  </a:lnTo>
                  <a:lnTo>
                    <a:pt x="39431" y="52760"/>
                  </a:lnTo>
                  <a:lnTo>
                    <a:pt x="36080" y="56860"/>
                  </a:lnTo>
                  <a:lnTo>
                    <a:pt x="32860" y="61065"/>
                  </a:lnTo>
                  <a:lnTo>
                    <a:pt x="29774" y="65369"/>
                  </a:lnTo>
                  <a:lnTo>
                    <a:pt x="26827" y="69768"/>
                  </a:lnTo>
                  <a:lnTo>
                    <a:pt x="24020" y="74259"/>
                  </a:lnTo>
                  <a:lnTo>
                    <a:pt x="21357" y="78837"/>
                  </a:lnTo>
                  <a:lnTo>
                    <a:pt x="18841" y="83496"/>
                  </a:lnTo>
                  <a:lnTo>
                    <a:pt x="16473" y="88233"/>
                  </a:lnTo>
                  <a:lnTo>
                    <a:pt x="14256" y="93043"/>
                  </a:lnTo>
                  <a:lnTo>
                    <a:pt x="12193" y="97920"/>
                  </a:lnTo>
                  <a:lnTo>
                    <a:pt x="10285" y="102860"/>
                  </a:lnTo>
                  <a:lnTo>
                    <a:pt x="8535" y="107858"/>
                  </a:lnTo>
                  <a:lnTo>
                    <a:pt x="6944" y="112910"/>
                  </a:lnTo>
                  <a:lnTo>
                    <a:pt x="5514" y="118009"/>
                  </a:lnTo>
                  <a:lnTo>
                    <a:pt x="4246" y="123150"/>
                  </a:lnTo>
                  <a:lnTo>
                    <a:pt x="3142" y="128330"/>
                  </a:lnTo>
                  <a:lnTo>
                    <a:pt x="2202" y="133541"/>
                  </a:lnTo>
                  <a:lnTo>
                    <a:pt x="1428" y="138780"/>
                  </a:lnTo>
                  <a:lnTo>
                    <a:pt x="820" y="144041"/>
                  </a:lnTo>
                  <a:lnTo>
                    <a:pt x="379" y="149318"/>
                  </a:lnTo>
                  <a:lnTo>
                    <a:pt x="105" y="154607"/>
                  </a:lnTo>
                  <a:lnTo>
                    <a:pt x="0" y="159902"/>
                  </a:lnTo>
                  <a:lnTo>
                    <a:pt x="61" y="165197"/>
                  </a:lnTo>
                  <a:lnTo>
                    <a:pt x="291" y="170488"/>
                  </a:lnTo>
                  <a:lnTo>
                    <a:pt x="688" y="175769"/>
                  </a:lnTo>
                  <a:lnTo>
                    <a:pt x="1252" y="181034"/>
                  </a:lnTo>
                  <a:lnTo>
                    <a:pt x="1983" y="186279"/>
                  </a:lnTo>
                  <a:lnTo>
                    <a:pt x="2879" y="191499"/>
                  </a:lnTo>
                  <a:lnTo>
                    <a:pt x="3940" y="196687"/>
                  </a:lnTo>
                  <a:lnTo>
                    <a:pt x="5165" y="201839"/>
                  </a:lnTo>
                  <a:lnTo>
                    <a:pt x="6553" y="206950"/>
                  </a:lnTo>
                  <a:lnTo>
                    <a:pt x="8102" y="212014"/>
                  </a:lnTo>
                  <a:lnTo>
                    <a:pt x="9810" y="217027"/>
                  </a:lnTo>
                  <a:lnTo>
                    <a:pt x="11676" y="221982"/>
                  </a:lnTo>
                  <a:lnTo>
                    <a:pt x="13699" y="226877"/>
                  </a:lnTo>
                  <a:lnTo>
                    <a:pt x="15875" y="231705"/>
                  </a:lnTo>
                  <a:lnTo>
                    <a:pt x="18203" y="236461"/>
                  </a:lnTo>
                  <a:lnTo>
                    <a:pt x="20681" y="241142"/>
                  </a:lnTo>
                  <a:lnTo>
                    <a:pt x="23306" y="245741"/>
                  </a:lnTo>
                  <a:lnTo>
                    <a:pt x="26075" y="250255"/>
                  </a:lnTo>
                  <a:lnTo>
                    <a:pt x="28986" y="254679"/>
                  </a:lnTo>
                  <a:lnTo>
                    <a:pt x="32035" y="259009"/>
                  </a:lnTo>
                  <a:lnTo>
                    <a:pt x="35220" y="263240"/>
                  </a:lnTo>
                  <a:lnTo>
                    <a:pt x="38538" y="267368"/>
                  </a:lnTo>
                  <a:lnTo>
                    <a:pt x="41984" y="271388"/>
                  </a:lnTo>
                  <a:lnTo>
                    <a:pt x="45556" y="275298"/>
                  </a:lnTo>
                  <a:lnTo>
                    <a:pt x="49250" y="279092"/>
                  </a:lnTo>
                  <a:lnTo>
                    <a:pt x="53063" y="282768"/>
                  </a:lnTo>
                  <a:lnTo>
                    <a:pt x="56990" y="286321"/>
                  </a:lnTo>
                  <a:lnTo>
                    <a:pt x="61028" y="289748"/>
                  </a:lnTo>
                  <a:lnTo>
                    <a:pt x="65172" y="293045"/>
                  </a:lnTo>
                  <a:lnTo>
                    <a:pt x="69418" y="296209"/>
                  </a:lnTo>
                  <a:lnTo>
                    <a:pt x="73763" y="299237"/>
                  </a:lnTo>
                  <a:lnTo>
                    <a:pt x="78201" y="302126"/>
                  </a:lnTo>
                  <a:lnTo>
                    <a:pt x="82729" y="304873"/>
                  </a:lnTo>
                  <a:lnTo>
                    <a:pt x="87341" y="307475"/>
                  </a:lnTo>
                  <a:lnTo>
                    <a:pt x="92033" y="309930"/>
                  </a:lnTo>
                  <a:lnTo>
                    <a:pt x="96801" y="312235"/>
                  </a:lnTo>
                  <a:lnTo>
                    <a:pt x="101640" y="314388"/>
                  </a:lnTo>
                  <a:lnTo>
                    <a:pt x="106544" y="316386"/>
                  </a:lnTo>
                  <a:lnTo>
                    <a:pt x="111509" y="318228"/>
                  </a:lnTo>
                  <a:lnTo>
                    <a:pt x="116530" y="319912"/>
                  </a:lnTo>
                  <a:lnTo>
                    <a:pt x="121602" y="321436"/>
                  </a:lnTo>
                  <a:lnTo>
                    <a:pt x="126719" y="322798"/>
                  </a:lnTo>
                  <a:lnTo>
                    <a:pt x="131877" y="323998"/>
                  </a:lnTo>
                  <a:lnTo>
                    <a:pt x="137071" y="325034"/>
                  </a:lnTo>
                  <a:lnTo>
                    <a:pt x="142294" y="325905"/>
                  </a:lnTo>
                  <a:lnTo>
                    <a:pt x="147543" y="326610"/>
                  </a:lnTo>
                  <a:lnTo>
                    <a:pt x="152811" y="327148"/>
                  </a:lnTo>
                  <a:lnTo>
                    <a:pt x="158094" y="327519"/>
                  </a:lnTo>
                  <a:lnTo>
                    <a:pt x="163386" y="327723"/>
                  </a:lnTo>
                  <a:lnTo>
                    <a:pt x="168681" y="327758"/>
                  </a:lnTo>
                  <a:lnTo>
                    <a:pt x="173975" y="327626"/>
                  </a:lnTo>
                  <a:lnTo>
                    <a:pt x="179263" y="327327"/>
                  </a:lnTo>
                  <a:lnTo>
                    <a:pt x="184538" y="326860"/>
                  </a:lnTo>
                  <a:lnTo>
                    <a:pt x="189796" y="326226"/>
                  </a:lnTo>
                  <a:lnTo>
                    <a:pt x="195031" y="325426"/>
                  </a:lnTo>
                  <a:lnTo>
                    <a:pt x="200238" y="324461"/>
                  </a:lnTo>
                  <a:lnTo>
                    <a:pt x="205411" y="323331"/>
                  </a:lnTo>
                  <a:lnTo>
                    <a:pt x="210547" y="322038"/>
                  </a:lnTo>
                  <a:lnTo>
                    <a:pt x="215639" y="320583"/>
                  </a:lnTo>
                  <a:lnTo>
                    <a:pt x="220682" y="318967"/>
                  </a:lnTo>
                  <a:lnTo>
                    <a:pt x="225672" y="317193"/>
                  </a:lnTo>
                  <a:lnTo>
                    <a:pt x="230602" y="315261"/>
                  </a:lnTo>
                  <a:lnTo>
                    <a:pt x="235470" y="313174"/>
                  </a:lnTo>
                  <a:lnTo>
                    <a:pt x="240268" y="310934"/>
                  </a:lnTo>
                  <a:lnTo>
                    <a:pt x="244993" y="308543"/>
                  </a:lnTo>
                  <a:lnTo>
                    <a:pt x="249641" y="306004"/>
                  </a:lnTo>
                  <a:lnTo>
                    <a:pt x="254205" y="303318"/>
                  </a:lnTo>
                  <a:lnTo>
                    <a:pt x="258682" y="300490"/>
                  </a:lnTo>
                  <a:lnTo>
                    <a:pt x="263067" y="297521"/>
                  </a:lnTo>
                  <a:lnTo>
                    <a:pt x="267356" y="294414"/>
                  </a:lnTo>
                  <a:lnTo>
                    <a:pt x="271544" y="291173"/>
                  </a:lnTo>
                  <a:lnTo>
                    <a:pt x="275628" y="287802"/>
                  </a:lnTo>
                  <a:lnTo>
                    <a:pt x="279603" y="284302"/>
                  </a:lnTo>
                  <a:lnTo>
                    <a:pt x="283465" y="280679"/>
                  </a:lnTo>
                  <a:lnTo>
                    <a:pt x="287210" y="276935"/>
                  </a:lnTo>
                  <a:lnTo>
                    <a:pt x="290835" y="273074"/>
                  </a:lnTo>
                  <a:lnTo>
                    <a:pt x="294336" y="269100"/>
                  </a:lnTo>
                  <a:lnTo>
                    <a:pt x="297709" y="265017"/>
                  </a:lnTo>
                  <a:lnTo>
                    <a:pt x="300951" y="260830"/>
                  </a:lnTo>
                  <a:lnTo>
                    <a:pt x="304058" y="256542"/>
                  </a:lnTo>
                  <a:lnTo>
                    <a:pt x="307029" y="252158"/>
                  </a:lnTo>
                  <a:lnTo>
                    <a:pt x="309859" y="247682"/>
                  </a:lnTo>
                  <a:lnTo>
                    <a:pt x="312546" y="243118"/>
                  </a:lnTo>
                  <a:lnTo>
                    <a:pt x="315086" y="238472"/>
                  </a:lnTo>
                  <a:lnTo>
                    <a:pt x="317479" y="233747"/>
                  </a:lnTo>
                  <a:lnTo>
                    <a:pt x="319720" y="228949"/>
                  </a:lnTo>
                  <a:lnTo>
                    <a:pt x="321809" y="224083"/>
                  </a:lnTo>
                  <a:lnTo>
                    <a:pt x="323742" y="219153"/>
                  </a:lnTo>
                  <a:lnTo>
                    <a:pt x="325518" y="214164"/>
                  </a:lnTo>
                  <a:lnTo>
                    <a:pt x="327136" y="209121"/>
                  </a:lnTo>
                  <a:lnTo>
                    <a:pt x="328592" y="204029"/>
                  </a:lnTo>
                  <a:lnTo>
                    <a:pt x="329887" y="198894"/>
                  </a:lnTo>
                  <a:lnTo>
                    <a:pt x="331019" y="193721"/>
                  </a:lnTo>
                  <a:lnTo>
                    <a:pt x="331985" y="188514"/>
                  </a:lnTo>
                  <a:lnTo>
                    <a:pt x="332787" y="183279"/>
                  </a:lnTo>
                  <a:lnTo>
                    <a:pt x="333422" y="178022"/>
                  </a:lnTo>
                  <a:lnTo>
                    <a:pt x="333891" y="172747"/>
                  </a:lnTo>
                  <a:lnTo>
                    <a:pt x="334192" y="167460"/>
                  </a:lnTo>
                  <a:lnTo>
                    <a:pt x="334326" y="162166"/>
                  </a:lnTo>
                  <a:lnTo>
                    <a:pt x="334291" y="156870"/>
                  </a:lnTo>
                  <a:lnTo>
                    <a:pt x="334089" y="151578"/>
                  </a:lnTo>
                  <a:lnTo>
                    <a:pt x="333720" y="146295"/>
                  </a:lnTo>
                  <a:lnTo>
                    <a:pt x="333183" y="141027"/>
                  </a:lnTo>
                  <a:lnTo>
                    <a:pt x="332480" y="135778"/>
                  </a:lnTo>
                  <a:lnTo>
                    <a:pt x="331611" y="130554"/>
                  </a:lnTo>
                  <a:lnTo>
                    <a:pt x="330577" y="125360"/>
                  </a:lnTo>
                  <a:lnTo>
                    <a:pt x="329379" y="120202"/>
                  </a:lnTo>
                  <a:lnTo>
                    <a:pt x="328018" y="115084"/>
                  </a:lnTo>
                  <a:lnTo>
                    <a:pt x="326495" y="110012"/>
                  </a:lnTo>
                  <a:lnTo>
                    <a:pt x="324813" y="104990"/>
                  </a:lnTo>
                  <a:lnTo>
                    <a:pt x="322973" y="100025"/>
                  </a:lnTo>
                  <a:lnTo>
                    <a:pt x="320976" y="95120"/>
                  </a:lnTo>
                  <a:lnTo>
                    <a:pt x="318825" y="90281"/>
                  </a:lnTo>
                  <a:lnTo>
                    <a:pt x="316521" y="85512"/>
                  </a:lnTo>
                  <a:lnTo>
                    <a:pt x="314068" y="80819"/>
                  </a:lnTo>
                  <a:lnTo>
                    <a:pt x="311467" y="76206"/>
                  </a:lnTo>
                  <a:lnTo>
                    <a:pt x="308722" y="71677"/>
                  </a:lnTo>
                  <a:lnTo>
                    <a:pt x="305834" y="67238"/>
                  </a:lnTo>
                  <a:lnTo>
                    <a:pt x="302807" y="62893"/>
                  </a:lnTo>
                  <a:lnTo>
                    <a:pt x="299644" y="58645"/>
                  </a:lnTo>
                  <a:lnTo>
                    <a:pt x="296348" y="54500"/>
                  </a:lnTo>
                  <a:lnTo>
                    <a:pt x="292923" y="50461"/>
                  </a:lnTo>
                  <a:lnTo>
                    <a:pt x="289371" y="46533"/>
                  </a:lnTo>
                  <a:lnTo>
                    <a:pt x="285697" y="42720"/>
                  </a:lnTo>
                  <a:lnTo>
                    <a:pt x="281904" y="39024"/>
                  </a:lnTo>
                  <a:lnTo>
                    <a:pt x="277995" y="35451"/>
                  </a:lnTo>
                  <a:lnTo>
                    <a:pt x="273975" y="32003"/>
                  </a:lnTo>
                  <a:lnTo>
                    <a:pt x="269849" y="28684"/>
                  </a:lnTo>
                  <a:lnTo>
                    <a:pt x="265619" y="25498"/>
                  </a:lnTo>
                  <a:lnTo>
                    <a:pt x="261290" y="22447"/>
                  </a:lnTo>
                  <a:lnTo>
                    <a:pt x="256867" y="19535"/>
                  </a:lnTo>
                  <a:lnTo>
                    <a:pt x="252354" y="16765"/>
                  </a:lnTo>
                  <a:lnTo>
                    <a:pt x="247755" y="14139"/>
                  </a:lnTo>
                  <a:lnTo>
                    <a:pt x="243075" y="11659"/>
                  </a:lnTo>
                  <a:lnTo>
                    <a:pt x="238319" y="9330"/>
                  </a:lnTo>
                  <a:lnTo>
                    <a:pt x="233492" y="7152"/>
                  </a:lnTo>
                  <a:lnTo>
                    <a:pt x="228599" y="5128"/>
                  </a:lnTo>
                  <a:lnTo>
                    <a:pt x="223643" y="3260"/>
                  </a:lnTo>
                  <a:lnTo>
                    <a:pt x="218631" y="1550"/>
                  </a:lnTo>
                  <a:lnTo>
                    <a:pt x="213567" y="0"/>
                  </a:lnTo>
                  <a:lnTo>
                    <a:pt x="167165" y="160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6401" cy="167167"/>
            </a:xfrm>
            <a:custGeom>
              <a:avLst/>
              <a:pathLst>
                <a:path w="46401" h="167167">
                  <a:moveTo>
                    <a:pt x="46401" y="6569"/>
                  </a:moveTo>
                  <a:lnTo>
                    <a:pt x="39913" y="4834"/>
                  </a:lnTo>
                  <a:lnTo>
                    <a:pt x="33359" y="3362"/>
                  </a:lnTo>
                  <a:lnTo>
                    <a:pt x="26752" y="2154"/>
                  </a:lnTo>
                  <a:lnTo>
                    <a:pt x="20102" y="1213"/>
                  </a:lnTo>
                  <a:lnTo>
                    <a:pt x="13419" y="539"/>
                  </a:lnTo>
                  <a:lnTo>
                    <a:pt x="6715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125" y="941493"/>
              <a:ext cx="53090" cy="167167"/>
            </a:xfrm>
            <a:custGeom>
              <a:avLst/>
              <a:pathLst>
                <a:path w="53090" h="167167">
                  <a:moveTo>
                    <a:pt x="53090" y="0"/>
                  </a:moveTo>
                  <a:lnTo>
                    <a:pt x="47088" y="107"/>
                  </a:lnTo>
                  <a:lnTo>
                    <a:pt x="41094" y="430"/>
                  </a:lnTo>
                  <a:lnTo>
                    <a:pt x="35116" y="969"/>
                  </a:lnTo>
                  <a:lnTo>
                    <a:pt x="29161" y="1721"/>
                  </a:lnTo>
                  <a:lnTo>
                    <a:pt x="23236" y="2687"/>
                  </a:lnTo>
                  <a:lnTo>
                    <a:pt x="17351" y="3865"/>
                  </a:lnTo>
                  <a:lnTo>
                    <a:pt x="11511" y="5253"/>
                  </a:lnTo>
                  <a:lnTo>
                    <a:pt x="5725" y="6850"/>
                  </a:lnTo>
                  <a:lnTo>
                    <a:pt x="0" y="8654"/>
                  </a:lnTo>
                  <a:lnTo>
                    <a:pt x="5309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3125" y="950147"/>
              <a:ext cx="53090" cy="158513"/>
            </a:xfrm>
            <a:custGeom>
              <a:avLst/>
              <a:pathLst>
                <a:path w="53090" h="158513">
                  <a:moveTo>
                    <a:pt x="0" y="0"/>
                  </a:moveTo>
                  <a:lnTo>
                    <a:pt x="53090" y="1585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52" y="950147"/>
              <a:ext cx="167163" cy="325118"/>
            </a:xfrm>
            <a:custGeom>
              <a:avLst/>
              <a:pathLst>
                <a:path w="167163" h="325118">
                  <a:moveTo>
                    <a:pt x="114073" y="0"/>
                  </a:moveTo>
                  <a:lnTo>
                    <a:pt x="109057" y="1769"/>
                  </a:lnTo>
                  <a:lnTo>
                    <a:pt x="104100" y="3697"/>
                  </a:lnTo>
                  <a:lnTo>
                    <a:pt x="99207" y="5781"/>
                  </a:lnTo>
                  <a:lnTo>
                    <a:pt x="94382" y="8020"/>
                  </a:lnTo>
                  <a:lnTo>
                    <a:pt x="89631" y="10412"/>
                  </a:lnTo>
                  <a:lnTo>
                    <a:pt x="84959" y="12954"/>
                  </a:lnTo>
                  <a:lnTo>
                    <a:pt x="80370" y="15642"/>
                  </a:lnTo>
                  <a:lnTo>
                    <a:pt x="75869" y="18476"/>
                  </a:lnTo>
                  <a:lnTo>
                    <a:pt x="71460" y="21451"/>
                  </a:lnTo>
                  <a:lnTo>
                    <a:pt x="67148" y="24565"/>
                  </a:lnTo>
                  <a:lnTo>
                    <a:pt x="62937" y="27815"/>
                  </a:lnTo>
                  <a:lnTo>
                    <a:pt x="58832" y="31197"/>
                  </a:lnTo>
                  <a:lnTo>
                    <a:pt x="54837" y="34707"/>
                  </a:lnTo>
                  <a:lnTo>
                    <a:pt x="50955" y="38344"/>
                  </a:lnTo>
                  <a:lnTo>
                    <a:pt x="47191" y="42101"/>
                  </a:lnTo>
                  <a:lnTo>
                    <a:pt x="43548" y="45977"/>
                  </a:lnTo>
                  <a:lnTo>
                    <a:pt x="40030" y="49967"/>
                  </a:lnTo>
                  <a:lnTo>
                    <a:pt x="36642" y="54066"/>
                  </a:lnTo>
                  <a:lnTo>
                    <a:pt x="33385" y="58271"/>
                  </a:lnTo>
                  <a:lnTo>
                    <a:pt x="30264" y="62578"/>
                  </a:lnTo>
                  <a:lnTo>
                    <a:pt x="27281" y="66982"/>
                  </a:lnTo>
                  <a:lnTo>
                    <a:pt x="24440" y="71478"/>
                  </a:lnTo>
                  <a:lnTo>
                    <a:pt x="21743" y="76063"/>
                  </a:lnTo>
                  <a:lnTo>
                    <a:pt x="19194" y="80731"/>
                  </a:lnTo>
                  <a:lnTo>
                    <a:pt x="16794" y="85477"/>
                  </a:lnTo>
                  <a:lnTo>
                    <a:pt x="14547" y="90298"/>
                  </a:lnTo>
                  <a:lnTo>
                    <a:pt x="12454" y="95188"/>
                  </a:lnTo>
                  <a:lnTo>
                    <a:pt x="10518" y="100142"/>
                  </a:lnTo>
                  <a:lnTo>
                    <a:pt x="8740" y="105155"/>
                  </a:lnTo>
                  <a:lnTo>
                    <a:pt x="7123" y="110222"/>
                  </a:lnTo>
                  <a:lnTo>
                    <a:pt x="5667" y="115338"/>
                  </a:lnTo>
                  <a:lnTo>
                    <a:pt x="4376" y="120497"/>
                  </a:lnTo>
                  <a:lnTo>
                    <a:pt x="3249" y="125695"/>
                  </a:lnTo>
                  <a:lnTo>
                    <a:pt x="2288" y="130926"/>
                  </a:lnTo>
                  <a:lnTo>
                    <a:pt x="1493" y="136186"/>
                  </a:lnTo>
                  <a:lnTo>
                    <a:pt x="867" y="141467"/>
                  </a:lnTo>
                  <a:lnTo>
                    <a:pt x="409" y="146766"/>
                  </a:lnTo>
                  <a:lnTo>
                    <a:pt x="120" y="152077"/>
                  </a:lnTo>
                  <a:lnTo>
                    <a:pt x="0" y="157395"/>
                  </a:lnTo>
                  <a:lnTo>
                    <a:pt x="49" y="162713"/>
                  </a:lnTo>
                  <a:lnTo>
                    <a:pt x="267" y="168028"/>
                  </a:lnTo>
                  <a:lnTo>
                    <a:pt x="654" y="173332"/>
                  </a:lnTo>
                  <a:lnTo>
                    <a:pt x="1210" y="178622"/>
                  </a:lnTo>
                  <a:lnTo>
                    <a:pt x="1933" y="183891"/>
                  </a:lnTo>
                  <a:lnTo>
                    <a:pt x="2824" y="189135"/>
                  </a:lnTo>
                  <a:lnTo>
                    <a:pt x="3882" y="194348"/>
                  </a:lnTo>
                  <a:lnTo>
                    <a:pt x="5105" y="199524"/>
                  </a:lnTo>
                  <a:lnTo>
                    <a:pt x="6491" y="204659"/>
                  </a:lnTo>
                  <a:lnTo>
                    <a:pt x="8041" y="209747"/>
                  </a:lnTo>
                  <a:lnTo>
                    <a:pt x="9751" y="214783"/>
                  </a:lnTo>
                  <a:lnTo>
                    <a:pt x="11621" y="219763"/>
                  </a:lnTo>
                  <a:lnTo>
                    <a:pt x="13648" y="224680"/>
                  </a:lnTo>
                  <a:lnTo>
                    <a:pt x="15831" y="229530"/>
                  </a:lnTo>
                  <a:lnTo>
                    <a:pt x="18167" y="234309"/>
                  </a:lnTo>
                  <a:lnTo>
                    <a:pt x="20654" y="239010"/>
                  </a:lnTo>
                  <a:lnTo>
                    <a:pt x="23289" y="243631"/>
                  </a:lnTo>
                  <a:lnTo>
                    <a:pt x="26069" y="248165"/>
                  </a:lnTo>
                  <a:lnTo>
                    <a:pt x="28993" y="252608"/>
                  </a:lnTo>
                  <a:lnTo>
                    <a:pt x="32056" y="256956"/>
                  </a:lnTo>
                  <a:lnTo>
                    <a:pt x="35257" y="261204"/>
                  </a:lnTo>
                  <a:lnTo>
                    <a:pt x="38590" y="265349"/>
                  </a:lnTo>
                  <a:lnTo>
                    <a:pt x="42054" y="269385"/>
                  </a:lnTo>
                  <a:lnTo>
                    <a:pt x="45645" y="273309"/>
                  </a:lnTo>
                  <a:lnTo>
                    <a:pt x="49358" y="277117"/>
                  </a:lnTo>
                  <a:lnTo>
                    <a:pt x="53191" y="280804"/>
                  </a:lnTo>
                  <a:lnTo>
                    <a:pt x="57139" y="284368"/>
                  </a:lnTo>
                  <a:lnTo>
                    <a:pt x="61199" y="287805"/>
                  </a:lnTo>
                  <a:lnTo>
                    <a:pt x="65366" y="291111"/>
                  </a:lnTo>
                  <a:lnTo>
                    <a:pt x="69636" y="294282"/>
                  </a:lnTo>
                  <a:lnTo>
                    <a:pt x="74004" y="297316"/>
                  </a:lnTo>
                  <a:lnTo>
                    <a:pt x="78467" y="300209"/>
                  </a:lnTo>
                  <a:lnTo>
                    <a:pt x="83020" y="302959"/>
                  </a:lnTo>
                  <a:lnTo>
                    <a:pt x="87658" y="305563"/>
                  </a:lnTo>
                  <a:lnTo>
                    <a:pt x="92376" y="308018"/>
                  </a:lnTo>
                  <a:lnTo>
                    <a:pt x="97170" y="310321"/>
                  </a:lnTo>
                  <a:lnTo>
                    <a:pt x="102035" y="312471"/>
                  </a:lnTo>
                  <a:lnTo>
                    <a:pt x="106966" y="314465"/>
                  </a:lnTo>
                  <a:lnTo>
                    <a:pt x="111958" y="316301"/>
                  </a:lnTo>
                  <a:lnTo>
                    <a:pt x="117006" y="317978"/>
                  </a:lnTo>
                  <a:lnTo>
                    <a:pt x="122104" y="319493"/>
                  </a:lnTo>
                  <a:lnTo>
                    <a:pt x="127248" y="320845"/>
                  </a:lnTo>
                  <a:lnTo>
                    <a:pt x="132433" y="322032"/>
                  </a:lnTo>
                  <a:lnTo>
                    <a:pt x="137653" y="323055"/>
                  </a:lnTo>
                  <a:lnTo>
                    <a:pt x="142902" y="323910"/>
                  </a:lnTo>
                  <a:lnTo>
                    <a:pt x="148176" y="324598"/>
                  </a:lnTo>
                  <a:lnTo>
                    <a:pt x="153470" y="325118"/>
                  </a:lnTo>
                  <a:lnTo>
                    <a:pt x="167163" y="1585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2522" y="941493"/>
              <a:ext cx="180857" cy="334319"/>
            </a:xfrm>
            <a:custGeom>
              <a:avLst/>
              <a:pathLst>
                <a:path w="180857" h="334319">
                  <a:moveTo>
                    <a:pt x="0" y="333773"/>
                  </a:moveTo>
                  <a:lnTo>
                    <a:pt x="5323" y="334125"/>
                  </a:lnTo>
                  <a:lnTo>
                    <a:pt x="10655" y="334307"/>
                  </a:lnTo>
                  <a:lnTo>
                    <a:pt x="15990" y="334319"/>
                  </a:lnTo>
                  <a:lnTo>
                    <a:pt x="21323" y="334160"/>
                  </a:lnTo>
                  <a:lnTo>
                    <a:pt x="26648" y="333832"/>
                  </a:lnTo>
                  <a:lnTo>
                    <a:pt x="31960" y="333333"/>
                  </a:lnTo>
                  <a:lnTo>
                    <a:pt x="37254" y="332666"/>
                  </a:lnTo>
                  <a:lnTo>
                    <a:pt x="42523" y="331830"/>
                  </a:lnTo>
                  <a:lnTo>
                    <a:pt x="47763" y="330826"/>
                  </a:lnTo>
                  <a:lnTo>
                    <a:pt x="52968" y="329655"/>
                  </a:lnTo>
                  <a:lnTo>
                    <a:pt x="58133" y="328319"/>
                  </a:lnTo>
                  <a:lnTo>
                    <a:pt x="63253" y="326819"/>
                  </a:lnTo>
                  <a:lnTo>
                    <a:pt x="68323" y="325156"/>
                  </a:lnTo>
                  <a:lnTo>
                    <a:pt x="73337" y="323332"/>
                  </a:lnTo>
                  <a:lnTo>
                    <a:pt x="78290" y="321349"/>
                  </a:lnTo>
                  <a:lnTo>
                    <a:pt x="83177" y="319210"/>
                  </a:lnTo>
                  <a:lnTo>
                    <a:pt x="87993" y="316915"/>
                  </a:lnTo>
                  <a:lnTo>
                    <a:pt x="92734" y="314467"/>
                  </a:lnTo>
                  <a:lnTo>
                    <a:pt x="97395" y="311870"/>
                  </a:lnTo>
                  <a:lnTo>
                    <a:pt x="101970" y="309125"/>
                  </a:lnTo>
                  <a:lnTo>
                    <a:pt x="106455" y="306236"/>
                  </a:lnTo>
                  <a:lnTo>
                    <a:pt x="110845" y="303205"/>
                  </a:lnTo>
                  <a:lnTo>
                    <a:pt x="115137" y="300036"/>
                  </a:lnTo>
                  <a:lnTo>
                    <a:pt x="119325" y="296731"/>
                  </a:lnTo>
                  <a:lnTo>
                    <a:pt x="123406" y="293294"/>
                  </a:lnTo>
                  <a:lnTo>
                    <a:pt x="127375" y="289728"/>
                  </a:lnTo>
                  <a:lnTo>
                    <a:pt x="131228" y="286038"/>
                  </a:lnTo>
                  <a:lnTo>
                    <a:pt x="134962" y="282227"/>
                  </a:lnTo>
                  <a:lnTo>
                    <a:pt x="138572" y="278299"/>
                  </a:lnTo>
                  <a:lnTo>
                    <a:pt x="142055" y="274257"/>
                  </a:lnTo>
                  <a:lnTo>
                    <a:pt x="145407" y="270106"/>
                  </a:lnTo>
                  <a:lnTo>
                    <a:pt x="148625" y="265851"/>
                  </a:lnTo>
                  <a:lnTo>
                    <a:pt x="151705" y="261494"/>
                  </a:lnTo>
                  <a:lnTo>
                    <a:pt x="154645" y="257042"/>
                  </a:lnTo>
                  <a:lnTo>
                    <a:pt x="157441" y="252498"/>
                  </a:lnTo>
                  <a:lnTo>
                    <a:pt x="160091" y="247868"/>
                  </a:lnTo>
                  <a:lnTo>
                    <a:pt x="162592" y="243155"/>
                  </a:lnTo>
                  <a:lnTo>
                    <a:pt x="164941" y="238365"/>
                  </a:lnTo>
                  <a:lnTo>
                    <a:pt x="167136" y="233502"/>
                  </a:lnTo>
                  <a:lnTo>
                    <a:pt x="169174" y="228572"/>
                  </a:lnTo>
                  <a:lnTo>
                    <a:pt x="171055" y="223579"/>
                  </a:lnTo>
                  <a:lnTo>
                    <a:pt x="172775" y="218528"/>
                  </a:lnTo>
                  <a:lnTo>
                    <a:pt x="174333" y="213426"/>
                  </a:lnTo>
                  <a:lnTo>
                    <a:pt x="175727" y="208276"/>
                  </a:lnTo>
                  <a:lnTo>
                    <a:pt x="176956" y="203084"/>
                  </a:lnTo>
                  <a:lnTo>
                    <a:pt x="178019" y="197856"/>
                  </a:lnTo>
                  <a:lnTo>
                    <a:pt x="178915" y="192596"/>
                  </a:lnTo>
                  <a:lnTo>
                    <a:pt x="179642" y="187311"/>
                  </a:lnTo>
                  <a:lnTo>
                    <a:pt x="180201" y="182005"/>
                  </a:lnTo>
                  <a:lnTo>
                    <a:pt x="180589" y="176684"/>
                  </a:lnTo>
                  <a:lnTo>
                    <a:pt x="180808" y="171353"/>
                  </a:lnTo>
                  <a:lnTo>
                    <a:pt x="180857" y="166018"/>
                  </a:lnTo>
                  <a:lnTo>
                    <a:pt x="180735" y="160684"/>
                  </a:lnTo>
                  <a:lnTo>
                    <a:pt x="180443" y="155357"/>
                  </a:lnTo>
                  <a:lnTo>
                    <a:pt x="179981" y="150042"/>
                  </a:lnTo>
                  <a:lnTo>
                    <a:pt x="179350" y="144744"/>
                  </a:lnTo>
                  <a:lnTo>
                    <a:pt x="178550" y="139469"/>
                  </a:lnTo>
                  <a:lnTo>
                    <a:pt x="177582" y="134223"/>
                  </a:lnTo>
                  <a:lnTo>
                    <a:pt x="176447" y="129009"/>
                  </a:lnTo>
                  <a:lnTo>
                    <a:pt x="175147" y="123835"/>
                  </a:lnTo>
                  <a:lnTo>
                    <a:pt x="173682" y="118705"/>
                  </a:lnTo>
                  <a:lnTo>
                    <a:pt x="172054" y="113624"/>
                  </a:lnTo>
                  <a:lnTo>
                    <a:pt x="170265" y="108598"/>
                  </a:lnTo>
                  <a:lnTo>
                    <a:pt x="168316" y="103631"/>
                  </a:lnTo>
                  <a:lnTo>
                    <a:pt x="166210" y="98729"/>
                  </a:lnTo>
                  <a:lnTo>
                    <a:pt x="163948" y="93897"/>
                  </a:lnTo>
                  <a:lnTo>
                    <a:pt x="161533" y="89140"/>
                  </a:lnTo>
                  <a:lnTo>
                    <a:pt x="158968" y="84462"/>
                  </a:lnTo>
                  <a:lnTo>
                    <a:pt x="156255" y="79868"/>
                  </a:lnTo>
                  <a:lnTo>
                    <a:pt x="153396" y="75363"/>
                  </a:lnTo>
                  <a:lnTo>
                    <a:pt x="150396" y="70952"/>
                  </a:lnTo>
                  <a:lnTo>
                    <a:pt x="147256" y="66638"/>
                  </a:lnTo>
                  <a:lnTo>
                    <a:pt x="143980" y="62427"/>
                  </a:lnTo>
                  <a:lnTo>
                    <a:pt x="140571" y="58323"/>
                  </a:lnTo>
                  <a:lnTo>
                    <a:pt x="137033" y="54330"/>
                  </a:lnTo>
                  <a:lnTo>
                    <a:pt x="133369" y="50451"/>
                  </a:lnTo>
                  <a:lnTo>
                    <a:pt x="129584" y="46692"/>
                  </a:lnTo>
                  <a:lnTo>
                    <a:pt x="125680" y="43055"/>
                  </a:lnTo>
                  <a:lnTo>
                    <a:pt x="121663" y="39544"/>
                  </a:lnTo>
                  <a:lnTo>
                    <a:pt x="117535" y="36164"/>
                  </a:lnTo>
                  <a:lnTo>
                    <a:pt x="113302" y="32917"/>
                  </a:lnTo>
                  <a:lnTo>
                    <a:pt x="108967" y="29806"/>
                  </a:lnTo>
                  <a:lnTo>
                    <a:pt x="104535" y="26836"/>
                  </a:lnTo>
                  <a:lnTo>
                    <a:pt x="100010" y="24009"/>
                  </a:lnTo>
                  <a:lnTo>
                    <a:pt x="95398" y="21327"/>
                  </a:lnTo>
                  <a:lnTo>
                    <a:pt x="90702" y="18794"/>
                  </a:lnTo>
                  <a:lnTo>
                    <a:pt x="85928" y="16412"/>
                  </a:lnTo>
                  <a:lnTo>
                    <a:pt x="81081" y="14184"/>
                  </a:lnTo>
                  <a:lnTo>
                    <a:pt x="76165" y="12111"/>
                  </a:lnTo>
                  <a:lnTo>
                    <a:pt x="71185" y="10197"/>
                  </a:lnTo>
                  <a:lnTo>
                    <a:pt x="66146" y="8442"/>
                  </a:lnTo>
                  <a:lnTo>
                    <a:pt x="61055" y="6849"/>
                  </a:lnTo>
                  <a:lnTo>
                    <a:pt x="55914" y="5419"/>
                  </a:lnTo>
                  <a:lnTo>
                    <a:pt x="50731" y="4154"/>
                  </a:lnTo>
                  <a:lnTo>
                    <a:pt x="45511" y="3055"/>
                  </a:lnTo>
                  <a:lnTo>
                    <a:pt x="40257" y="2124"/>
                  </a:lnTo>
                  <a:lnTo>
                    <a:pt x="34977" y="1360"/>
                  </a:lnTo>
                  <a:lnTo>
                    <a:pt x="29675" y="765"/>
                  </a:lnTo>
                  <a:lnTo>
                    <a:pt x="24357" y="340"/>
                  </a:lnTo>
                  <a:lnTo>
                    <a:pt x="19028" y="85"/>
                  </a:lnTo>
                  <a:lnTo>
                    <a:pt x="13693" y="0"/>
                  </a:lnTo>
                  <a:lnTo>
                    <a:pt x="136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107" y="1071028"/>
              <a:ext cx="165394" cy="167167"/>
            </a:xfrm>
            <a:custGeom>
              <a:avLst/>
              <a:pathLst>
                <a:path w="165394" h="167167">
                  <a:moveTo>
                    <a:pt x="165394" y="0"/>
                  </a:moveTo>
                  <a:lnTo>
                    <a:pt x="159981" y="87"/>
                  </a:lnTo>
                  <a:lnTo>
                    <a:pt x="154573" y="350"/>
                  </a:lnTo>
                  <a:lnTo>
                    <a:pt x="149177" y="788"/>
                  </a:lnTo>
                  <a:lnTo>
                    <a:pt x="143798" y="1400"/>
                  </a:lnTo>
                  <a:lnTo>
                    <a:pt x="138442" y="2186"/>
                  </a:lnTo>
                  <a:lnTo>
                    <a:pt x="133114" y="3146"/>
                  </a:lnTo>
                  <a:lnTo>
                    <a:pt x="127820" y="4277"/>
                  </a:lnTo>
                  <a:lnTo>
                    <a:pt x="122565" y="5579"/>
                  </a:lnTo>
                  <a:lnTo>
                    <a:pt x="117355" y="7051"/>
                  </a:lnTo>
                  <a:lnTo>
                    <a:pt x="112195" y="8690"/>
                  </a:lnTo>
                  <a:lnTo>
                    <a:pt x="107092" y="10496"/>
                  </a:lnTo>
                  <a:lnTo>
                    <a:pt x="102049" y="12466"/>
                  </a:lnTo>
                  <a:lnTo>
                    <a:pt x="97073" y="14598"/>
                  </a:lnTo>
                  <a:lnTo>
                    <a:pt x="92168" y="16891"/>
                  </a:lnTo>
                  <a:lnTo>
                    <a:pt x="87341" y="19340"/>
                  </a:lnTo>
                  <a:lnTo>
                    <a:pt x="82595" y="21945"/>
                  </a:lnTo>
                  <a:lnTo>
                    <a:pt x="77936" y="24703"/>
                  </a:lnTo>
                  <a:lnTo>
                    <a:pt x="73368" y="27609"/>
                  </a:lnTo>
                  <a:lnTo>
                    <a:pt x="68898" y="30662"/>
                  </a:lnTo>
                  <a:lnTo>
                    <a:pt x="64528" y="33859"/>
                  </a:lnTo>
                  <a:lnTo>
                    <a:pt x="60264" y="37195"/>
                  </a:lnTo>
                  <a:lnTo>
                    <a:pt x="56111" y="40667"/>
                  </a:lnTo>
                  <a:lnTo>
                    <a:pt x="52072" y="44272"/>
                  </a:lnTo>
                  <a:lnTo>
                    <a:pt x="48152" y="48006"/>
                  </a:lnTo>
                  <a:lnTo>
                    <a:pt x="44355" y="51865"/>
                  </a:lnTo>
                  <a:lnTo>
                    <a:pt x="40685" y="55845"/>
                  </a:lnTo>
                  <a:lnTo>
                    <a:pt x="37145" y="59941"/>
                  </a:lnTo>
                  <a:lnTo>
                    <a:pt x="33741" y="64150"/>
                  </a:lnTo>
                  <a:lnTo>
                    <a:pt x="30474" y="68467"/>
                  </a:lnTo>
                  <a:lnTo>
                    <a:pt x="27349" y="72888"/>
                  </a:lnTo>
                  <a:lnTo>
                    <a:pt x="24368" y="77407"/>
                  </a:lnTo>
                  <a:lnTo>
                    <a:pt x="21536" y="82021"/>
                  </a:lnTo>
                  <a:lnTo>
                    <a:pt x="18854" y="86724"/>
                  </a:lnTo>
                  <a:lnTo>
                    <a:pt x="16326" y="91511"/>
                  </a:lnTo>
                  <a:lnTo>
                    <a:pt x="13954" y="96378"/>
                  </a:lnTo>
                  <a:lnTo>
                    <a:pt x="11742" y="101319"/>
                  </a:lnTo>
                  <a:lnTo>
                    <a:pt x="9690" y="106329"/>
                  </a:lnTo>
                  <a:lnTo>
                    <a:pt x="7802" y="111402"/>
                  </a:lnTo>
                  <a:lnTo>
                    <a:pt x="6079" y="116535"/>
                  </a:lnTo>
                  <a:lnTo>
                    <a:pt x="4523" y="121720"/>
                  </a:lnTo>
                  <a:lnTo>
                    <a:pt x="3135" y="126953"/>
                  </a:lnTo>
                  <a:lnTo>
                    <a:pt x="1918" y="132228"/>
                  </a:lnTo>
                  <a:lnTo>
                    <a:pt x="873" y="137540"/>
                  </a:lnTo>
                  <a:lnTo>
                    <a:pt x="0" y="142883"/>
                  </a:lnTo>
                  <a:lnTo>
                    <a:pt x="16539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107" y="1213912"/>
              <a:ext cx="165394" cy="24284"/>
            </a:xfrm>
            <a:custGeom>
              <a:avLst/>
              <a:pathLst>
                <a:path w="165394" h="24284">
                  <a:moveTo>
                    <a:pt x="0" y="0"/>
                  </a:moveTo>
                  <a:lnTo>
                    <a:pt x="165394" y="24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47" y="1074308"/>
              <a:ext cx="334314" cy="331053"/>
            </a:xfrm>
            <a:custGeom>
              <a:avLst/>
              <a:pathLst>
                <a:path w="334314" h="331053">
                  <a:moveTo>
                    <a:pt x="1759" y="139603"/>
                  </a:moveTo>
                  <a:lnTo>
                    <a:pt x="1073" y="144857"/>
                  </a:lnTo>
                  <a:lnTo>
                    <a:pt x="553" y="150130"/>
                  </a:lnTo>
                  <a:lnTo>
                    <a:pt x="201" y="155418"/>
                  </a:lnTo>
                  <a:lnTo>
                    <a:pt x="16" y="160713"/>
                  </a:lnTo>
                  <a:lnTo>
                    <a:pt x="0" y="166012"/>
                  </a:lnTo>
                  <a:lnTo>
                    <a:pt x="151" y="171309"/>
                  </a:lnTo>
                  <a:lnTo>
                    <a:pt x="470" y="176598"/>
                  </a:lnTo>
                  <a:lnTo>
                    <a:pt x="957" y="181874"/>
                  </a:lnTo>
                  <a:lnTo>
                    <a:pt x="1610" y="187133"/>
                  </a:lnTo>
                  <a:lnTo>
                    <a:pt x="2430" y="192368"/>
                  </a:lnTo>
                  <a:lnTo>
                    <a:pt x="3415" y="197574"/>
                  </a:lnTo>
                  <a:lnTo>
                    <a:pt x="4565" y="202747"/>
                  </a:lnTo>
                  <a:lnTo>
                    <a:pt x="5879" y="207880"/>
                  </a:lnTo>
                  <a:lnTo>
                    <a:pt x="7354" y="212969"/>
                  </a:lnTo>
                  <a:lnTo>
                    <a:pt x="8990" y="218009"/>
                  </a:lnTo>
                  <a:lnTo>
                    <a:pt x="10785" y="222995"/>
                  </a:lnTo>
                  <a:lnTo>
                    <a:pt x="12736" y="227921"/>
                  </a:lnTo>
                  <a:lnTo>
                    <a:pt x="14844" y="232783"/>
                  </a:lnTo>
                  <a:lnTo>
                    <a:pt x="17104" y="237576"/>
                  </a:lnTo>
                  <a:lnTo>
                    <a:pt x="19514" y="242294"/>
                  </a:lnTo>
                  <a:lnTo>
                    <a:pt x="22074" y="246934"/>
                  </a:lnTo>
                  <a:lnTo>
                    <a:pt x="24779" y="251491"/>
                  </a:lnTo>
                  <a:lnTo>
                    <a:pt x="27627" y="255959"/>
                  </a:lnTo>
                  <a:lnTo>
                    <a:pt x="30615" y="260335"/>
                  </a:lnTo>
                  <a:lnTo>
                    <a:pt x="33740" y="264614"/>
                  </a:lnTo>
                  <a:lnTo>
                    <a:pt x="37000" y="268792"/>
                  </a:lnTo>
                  <a:lnTo>
                    <a:pt x="40390" y="272864"/>
                  </a:lnTo>
                  <a:lnTo>
                    <a:pt x="43907" y="276827"/>
                  </a:lnTo>
                  <a:lnTo>
                    <a:pt x="47549" y="280676"/>
                  </a:lnTo>
                  <a:lnTo>
                    <a:pt x="51310" y="284408"/>
                  </a:lnTo>
                  <a:lnTo>
                    <a:pt x="55188" y="288019"/>
                  </a:lnTo>
                  <a:lnTo>
                    <a:pt x="59179" y="291505"/>
                  </a:lnTo>
                  <a:lnTo>
                    <a:pt x="63278" y="294863"/>
                  </a:lnTo>
                  <a:lnTo>
                    <a:pt x="67481" y="298090"/>
                  </a:lnTo>
                  <a:lnTo>
                    <a:pt x="71784" y="301181"/>
                  </a:lnTo>
                  <a:lnTo>
                    <a:pt x="76184" y="304135"/>
                  </a:lnTo>
                  <a:lnTo>
                    <a:pt x="80674" y="306948"/>
                  </a:lnTo>
                  <a:lnTo>
                    <a:pt x="85252" y="309617"/>
                  </a:lnTo>
                  <a:lnTo>
                    <a:pt x="89912" y="312139"/>
                  </a:lnTo>
                  <a:lnTo>
                    <a:pt x="94649" y="314513"/>
                  </a:lnTo>
                  <a:lnTo>
                    <a:pt x="99460" y="316735"/>
                  </a:lnTo>
                  <a:lnTo>
                    <a:pt x="104338" y="318804"/>
                  </a:lnTo>
                  <a:lnTo>
                    <a:pt x="109279" y="320717"/>
                  </a:lnTo>
                  <a:lnTo>
                    <a:pt x="114279" y="322472"/>
                  </a:lnTo>
                  <a:lnTo>
                    <a:pt x="119332" y="324068"/>
                  </a:lnTo>
                  <a:lnTo>
                    <a:pt x="124432" y="325504"/>
                  </a:lnTo>
                  <a:lnTo>
                    <a:pt x="129576" y="326776"/>
                  </a:lnTo>
                  <a:lnTo>
                    <a:pt x="134758" y="327885"/>
                  </a:lnTo>
                  <a:lnTo>
                    <a:pt x="139972" y="328830"/>
                  </a:lnTo>
                  <a:lnTo>
                    <a:pt x="145213" y="329608"/>
                  </a:lnTo>
                  <a:lnTo>
                    <a:pt x="150476" y="330221"/>
                  </a:lnTo>
                  <a:lnTo>
                    <a:pt x="155756" y="330666"/>
                  </a:lnTo>
                  <a:lnTo>
                    <a:pt x="161048" y="330943"/>
                  </a:lnTo>
                  <a:lnTo>
                    <a:pt x="166346" y="331053"/>
                  </a:lnTo>
                  <a:lnTo>
                    <a:pt x="171644" y="330994"/>
                  </a:lnTo>
                  <a:lnTo>
                    <a:pt x="176938" y="330768"/>
                  </a:lnTo>
                  <a:lnTo>
                    <a:pt x="182222" y="330374"/>
                  </a:lnTo>
                  <a:lnTo>
                    <a:pt x="187491" y="329813"/>
                  </a:lnTo>
                  <a:lnTo>
                    <a:pt x="192740" y="329085"/>
                  </a:lnTo>
                  <a:lnTo>
                    <a:pt x="197963" y="328191"/>
                  </a:lnTo>
                  <a:lnTo>
                    <a:pt x="203155" y="327132"/>
                  </a:lnTo>
                  <a:lnTo>
                    <a:pt x="208310" y="325909"/>
                  </a:lnTo>
                  <a:lnTo>
                    <a:pt x="213425" y="324523"/>
                  </a:lnTo>
                  <a:lnTo>
                    <a:pt x="218493" y="322976"/>
                  </a:lnTo>
                  <a:lnTo>
                    <a:pt x="223509" y="321269"/>
                  </a:lnTo>
                  <a:lnTo>
                    <a:pt x="228469" y="319404"/>
                  </a:lnTo>
                  <a:lnTo>
                    <a:pt x="233367" y="317382"/>
                  </a:lnTo>
                  <a:lnTo>
                    <a:pt x="238198" y="315207"/>
                  </a:lnTo>
                  <a:lnTo>
                    <a:pt x="242958" y="312879"/>
                  </a:lnTo>
                  <a:lnTo>
                    <a:pt x="247643" y="310401"/>
                  </a:lnTo>
                  <a:lnTo>
                    <a:pt x="252246" y="307777"/>
                  </a:lnTo>
                  <a:lnTo>
                    <a:pt x="256763" y="305008"/>
                  </a:lnTo>
                  <a:lnTo>
                    <a:pt x="261191" y="302097"/>
                  </a:lnTo>
                  <a:lnTo>
                    <a:pt x="265524" y="299047"/>
                  </a:lnTo>
                  <a:lnTo>
                    <a:pt x="269758" y="295861"/>
                  </a:lnTo>
                  <a:lnTo>
                    <a:pt x="273890" y="292543"/>
                  </a:lnTo>
                  <a:lnTo>
                    <a:pt x="277914" y="289096"/>
                  </a:lnTo>
                  <a:lnTo>
                    <a:pt x="281826" y="285522"/>
                  </a:lnTo>
                  <a:lnTo>
                    <a:pt x="285624" y="281827"/>
                  </a:lnTo>
                  <a:lnTo>
                    <a:pt x="289302" y="278013"/>
                  </a:lnTo>
                  <a:lnTo>
                    <a:pt x="292858" y="274084"/>
                  </a:lnTo>
                  <a:lnTo>
                    <a:pt x="296287" y="270045"/>
                  </a:lnTo>
                  <a:lnTo>
                    <a:pt x="299587" y="265899"/>
                  </a:lnTo>
                  <a:lnTo>
                    <a:pt x="302753" y="261650"/>
                  </a:lnTo>
                  <a:lnTo>
                    <a:pt x="305784" y="257303"/>
                  </a:lnTo>
                  <a:lnTo>
                    <a:pt x="308675" y="252863"/>
                  </a:lnTo>
                  <a:lnTo>
                    <a:pt x="311424" y="248333"/>
                  </a:lnTo>
                  <a:lnTo>
                    <a:pt x="314028" y="243718"/>
                  </a:lnTo>
                  <a:lnTo>
                    <a:pt x="316484" y="239023"/>
                  </a:lnTo>
                  <a:lnTo>
                    <a:pt x="318790" y="234252"/>
                  </a:lnTo>
                  <a:lnTo>
                    <a:pt x="320944" y="229411"/>
                  </a:lnTo>
                  <a:lnTo>
                    <a:pt x="322944" y="224504"/>
                  </a:lnTo>
                  <a:lnTo>
                    <a:pt x="324787" y="219536"/>
                  </a:lnTo>
                  <a:lnTo>
                    <a:pt x="326471" y="214512"/>
                  </a:lnTo>
                  <a:lnTo>
                    <a:pt x="327996" y="209437"/>
                  </a:lnTo>
                  <a:lnTo>
                    <a:pt x="329358" y="204316"/>
                  </a:lnTo>
                  <a:lnTo>
                    <a:pt x="330558" y="199155"/>
                  </a:lnTo>
                  <a:lnTo>
                    <a:pt x="331594" y="193958"/>
                  </a:lnTo>
                  <a:lnTo>
                    <a:pt x="332464" y="188732"/>
                  </a:lnTo>
                  <a:lnTo>
                    <a:pt x="333169" y="183480"/>
                  </a:lnTo>
                  <a:lnTo>
                    <a:pt x="333706" y="178208"/>
                  </a:lnTo>
                  <a:lnTo>
                    <a:pt x="334077" y="172922"/>
                  </a:lnTo>
                  <a:lnTo>
                    <a:pt x="334279" y="167628"/>
                  </a:lnTo>
                  <a:lnTo>
                    <a:pt x="334314" y="162329"/>
                  </a:lnTo>
                  <a:lnTo>
                    <a:pt x="334180" y="157032"/>
                  </a:lnTo>
                  <a:lnTo>
                    <a:pt x="333879" y="151741"/>
                  </a:lnTo>
                  <a:lnTo>
                    <a:pt x="333410" y="146463"/>
                  </a:lnTo>
                  <a:lnTo>
                    <a:pt x="332775" y="141203"/>
                  </a:lnTo>
                  <a:lnTo>
                    <a:pt x="331972" y="135965"/>
                  </a:lnTo>
                  <a:lnTo>
                    <a:pt x="331005" y="130755"/>
                  </a:lnTo>
                  <a:lnTo>
                    <a:pt x="329872" y="125579"/>
                  </a:lnTo>
                  <a:lnTo>
                    <a:pt x="328576" y="120441"/>
                  </a:lnTo>
                  <a:lnTo>
                    <a:pt x="327118" y="115347"/>
                  </a:lnTo>
                  <a:lnTo>
                    <a:pt x="325500" y="110301"/>
                  </a:lnTo>
                  <a:lnTo>
                    <a:pt x="323722" y="105310"/>
                  </a:lnTo>
                  <a:lnTo>
                    <a:pt x="321787" y="100377"/>
                  </a:lnTo>
                  <a:lnTo>
                    <a:pt x="319696" y="95508"/>
                  </a:lnTo>
                  <a:lnTo>
                    <a:pt x="317452" y="90708"/>
                  </a:lnTo>
                  <a:lnTo>
                    <a:pt x="315057" y="85981"/>
                  </a:lnTo>
                  <a:lnTo>
                    <a:pt x="312514" y="81332"/>
                  </a:lnTo>
                  <a:lnTo>
                    <a:pt x="309824" y="76767"/>
                  </a:lnTo>
                  <a:lnTo>
                    <a:pt x="306992" y="72289"/>
                  </a:lnTo>
                  <a:lnTo>
                    <a:pt x="304018" y="67903"/>
                  </a:lnTo>
                  <a:lnTo>
                    <a:pt x="300907" y="63613"/>
                  </a:lnTo>
                  <a:lnTo>
                    <a:pt x="297662" y="59424"/>
                  </a:lnTo>
                  <a:lnTo>
                    <a:pt x="294286" y="55341"/>
                  </a:lnTo>
                  <a:lnTo>
                    <a:pt x="290782" y="51366"/>
                  </a:lnTo>
                  <a:lnTo>
                    <a:pt x="287153" y="47504"/>
                  </a:lnTo>
                  <a:lnTo>
                    <a:pt x="283404" y="43759"/>
                  </a:lnTo>
                  <a:lnTo>
                    <a:pt x="279539" y="40135"/>
                  </a:lnTo>
                  <a:lnTo>
                    <a:pt x="275560" y="36636"/>
                  </a:lnTo>
                  <a:lnTo>
                    <a:pt x="271473" y="33264"/>
                  </a:lnTo>
                  <a:lnTo>
                    <a:pt x="267280" y="30023"/>
                  </a:lnTo>
                  <a:lnTo>
                    <a:pt x="262987" y="26917"/>
                  </a:lnTo>
                  <a:lnTo>
                    <a:pt x="258598" y="23948"/>
                  </a:lnTo>
                  <a:lnTo>
                    <a:pt x="254117" y="21120"/>
                  </a:lnTo>
                  <a:lnTo>
                    <a:pt x="249548" y="18436"/>
                  </a:lnTo>
                  <a:lnTo>
                    <a:pt x="244897" y="15898"/>
                  </a:lnTo>
                  <a:lnTo>
                    <a:pt x="240168" y="13508"/>
                  </a:lnTo>
                  <a:lnTo>
                    <a:pt x="235365" y="11269"/>
                  </a:lnTo>
                  <a:lnTo>
                    <a:pt x="230494" y="9184"/>
                  </a:lnTo>
                  <a:lnTo>
                    <a:pt x="225559" y="7255"/>
                  </a:lnTo>
                  <a:lnTo>
                    <a:pt x="220565" y="5482"/>
                  </a:lnTo>
                  <a:lnTo>
                    <a:pt x="215518" y="3869"/>
                  </a:lnTo>
                  <a:lnTo>
                    <a:pt x="210422" y="2416"/>
                  </a:lnTo>
                  <a:lnTo>
                    <a:pt x="205283" y="1126"/>
                  </a:lnTo>
                  <a:lnTo>
                    <a:pt x="200105" y="0"/>
                  </a:lnTo>
                  <a:lnTo>
                    <a:pt x="167153" y="1638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951" cy="167167"/>
            </a:xfrm>
            <a:custGeom>
              <a:avLst/>
              <a:pathLst>
                <a:path w="32951" h="167167">
                  <a:moveTo>
                    <a:pt x="32951" y="3279"/>
                  </a:moveTo>
                  <a:lnTo>
                    <a:pt x="26423" y="2101"/>
                  </a:lnTo>
                  <a:lnTo>
                    <a:pt x="19854" y="1183"/>
                  </a:lnTo>
                  <a:lnTo>
                    <a:pt x="13253" y="526"/>
                  </a:lnTo>
                  <a:lnTo>
                    <a:pt x="6632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545" y="1322571"/>
              <a:ext cx="66175" cy="167167"/>
            </a:xfrm>
            <a:custGeom>
              <a:avLst/>
              <a:pathLst>
                <a:path w="66175" h="167167">
                  <a:moveTo>
                    <a:pt x="66175" y="0"/>
                  </a:moveTo>
                  <a:lnTo>
                    <a:pt x="59991" y="114"/>
                  </a:lnTo>
                  <a:lnTo>
                    <a:pt x="53816" y="457"/>
                  </a:lnTo>
                  <a:lnTo>
                    <a:pt x="47657" y="1028"/>
                  </a:lnTo>
                  <a:lnTo>
                    <a:pt x="41524" y="1827"/>
                  </a:lnTo>
                  <a:lnTo>
                    <a:pt x="35425" y="2852"/>
                  </a:lnTo>
                  <a:lnTo>
                    <a:pt x="29367" y="4102"/>
                  </a:lnTo>
                  <a:lnTo>
                    <a:pt x="23360" y="5575"/>
                  </a:lnTo>
                  <a:lnTo>
                    <a:pt x="17412" y="7270"/>
                  </a:lnTo>
                  <a:lnTo>
                    <a:pt x="11530" y="9183"/>
                  </a:lnTo>
                  <a:lnTo>
                    <a:pt x="5724" y="11313"/>
                  </a:lnTo>
                  <a:lnTo>
                    <a:pt x="0" y="13656"/>
                  </a:lnTo>
                  <a:lnTo>
                    <a:pt x="6617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2545" y="1336227"/>
              <a:ext cx="66175" cy="153511"/>
            </a:xfrm>
            <a:custGeom>
              <a:avLst/>
              <a:pathLst>
                <a:path w="66175" h="153511">
                  <a:moveTo>
                    <a:pt x="0" y="0"/>
                  </a:moveTo>
                  <a:lnTo>
                    <a:pt x="66175" y="1535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65" y="1336227"/>
              <a:ext cx="334303" cy="320678"/>
            </a:xfrm>
            <a:custGeom>
              <a:avLst/>
              <a:pathLst>
                <a:path w="334303" h="320678">
                  <a:moveTo>
                    <a:pt x="100979" y="0"/>
                  </a:moveTo>
                  <a:lnTo>
                    <a:pt x="96135" y="2180"/>
                  </a:lnTo>
                  <a:lnTo>
                    <a:pt x="91363" y="4512"/>
                  </a:lnTo>
                  <a:lnTo>
                    <a:pt x="86667" y="6996"/>
                  </a:lnTo>
                  <a:lnTo>
                    <a:pt x="82053" y="9627"/>
                  </a:lnTo>
                  <a:lnTo>
                    <a:pt x="77524" y="12404"/>
                  </a:lnTo>
                  <a:lnTo>
                    <a:pt x="73086" y="15323"/>
                  </a:lnTo>
                  <a:lnTo>
                    <a:pt x="68743" y="18381"/>
                  </a:lnTo>
                  <a:lnTo>
                    <a:pt x="64499" y="21576"/>
                  </a:lnTo>
                  <a:lnTo>
                    <a:pt x="60359" y="24904"/>
                  </a:lnTo>
                  <a:lnTo>
                    <a:pt x="56327" y="28362"/>
                  </a:lnTo>
                  <a:lnTo>
                    <a:pt x="52407" y="31947"/>
                  </a:lnTo>
                  <a:lnTo>
                    <a:pt x="48602" y="35654"/>
                  </a:lnTo>
                  <a:lnTo>
                    <a:pt x="44918" y="39480"/>
                  </a:lnTo>
                  <a:lnTo>
                    <a:pt x="41356" y="43422"/>
                  </a:lnTo>
                  <a:lnTo>
                    <a:pt x="37922" y="47474"/>
                  </a:lnTo>
                  <a:lnTo>
                    <a:pt x="34618" y="51634"/>
                  </a:lnTo>
                  <a:lnTo>
                    <a:pt x="31448" y="55896"/>
                  </a:lnTo>
                  <a:lnTo>
                    <a:pt x="28415" y="60257"/>
                  </a:lnTo>
                  <a:lnTo>
                    <a:pt x="25522" y="64712"/>
                  </a:lnTo>
                  <a:lnTo>
                    <a:pt x="22773" y="69257"/>
                  </a:lnTo>
                  <a:lnTo>
                    <a:pt x="20169" y="73887"/>
                  </a:lnTo>
                  <a:lnTo>
                    <a:pt x="17713" y="78597"/>
                  </a:lnTo>
                  <a:lnTo>
                    <a:pt x="15408" y="83383"/>
                  </a:lnTo>
                  <a:lnTo>
                    <a:pt x="13257" y="88240"/>
                  </a:lnTo>
                  <a:lnTo>
                    <a:pt x="11261" y="93163"/>
                  </a:lnTo>
                  <a:lnTo>
                    <a:pt x="9422" y="98146"/>
                  </a:lnTo>
                  <a:lnTo>
                    <a:pt x="7742" y="103186"/>
                  </a:lnTo>
                  <a:lnTo>
                    <a:pt x="6224" y="108276"/>
                  </a:lnTo>
                  <a:lnTo>
                    <a:pt x="4868" y="113412"/>
                  </a:lnTo>
                  <a:lnTo>
                    <a:pt x="3676" y="118589"/>
                  </a:lnTo>
                  <a:lnTo>
                    <a:pt x="2649" y="123801"/>
                  </a:lnTo>
                  <a:lnTo>
                    <a:pt x="1788" y="129042"/>
                  </a:lnTo>
                  <a:lnTo>
                    <a:pt x="1094" y="134309"/>
                  </a:lnTo>
                  <a:lnTo>
                    <a:pt x="568" y="139595"/>
                  </a:lnTo>
                  <a:lnTo>
                    <a:pt x="210" y="144895"/>
                  </a:lnTo>
                  <a:lnTo>
                    <a:pt x="20" y="150203"/>
                  </a:lnTo>
                  <a:lnTo>
                    <a:pt x="0" y="155515"/>
                  </a:lnTo>
                  <a:lnTo>
                    <a:pt x="148" y="160825"/>
                  </a:lnTo>
                  <a:lnTo>
                    <a:pt x="464" y="166128"/>
                  </a:lnTo>
                  <a:lnTo>
                    <a:pt x="949" y="171417"/>
                  </a:lnTo>
                  <a:lnTo>
                    <a:pt x="1602" y="176689"/>
                  </a:lnTo>
                  <a:lnTo>
                    <a:pt x="2422" y="181937"/>
                  </a:lnTo>
                  <a:lnTo>
                    <a:pt x="3408" y="187157"/>
                  </a:lnTo>
                  <a:lnTo>
                    <a:pt x="4560" y="192343"/>
                  </a:lnTo>
                  <a:lnTo>
                    <a:pt x="5876" y="197489"/>
                  </a:lnTo>
                  <a:lnTo>
                    <a:pt x="7355" y="202591"/>
                  </a:lnTo>
                  <a:lnTo>
                    <a:pt x="8995" y="207644"/>
                  </a:lnTo>
                  <a:lnTo>
                    <a:pt x="10795" y="212641"/>
                  </a:lnTo>
                  <a:lnTo>
                    <a:pt x="12752" y="217579"/>
                  </a:lnTo>
                  <a:lnTo>
                    <a:pt x="14866" y="222453"/>
                  </a:lnTo>
                  <a:lnTo>
                    <a:pt x="17133" y="227257"/>
                  </a:lnTo>
                  <a:lnTo>
                    <a:pt x="19552" y="231986"/>
                  </a:lnTo>
                  <a:lnTo>
                    <a:pt x="22120" y="236636"/>
                  </a:lnTo>
                  <a:lnTo>
                    <a:pt x="24834" y="241202"/>
                  </a:lnTo>
                  <a:lnTo>
                    <a:pt x="27692" y="245680"/>
                  </a:lnTo>
                  <a:lnTo>
                    <a:pt x="30691" y="250064"/>
                  </a:lnTo>
                  <a:lnTo>
                    <a:pt x="33828" y="254351"/>
                  </a:lnTo>
                  <a:lnTo>
                    <a:pt x="37099" y="258537"/>
                  </a:lnTo>
                  <a:lnTo>
                    <a:pt x="40502" y="262616"/>
                  </a:lnTo>
                  <a:lnTo>
                    <a:pt x="44032" y="266585"/>
                  </a:lnTo>
                  <a:lnTo>
                    <a:pt x="47687" y="270440"/>
                  </a:lnTo>
                  <a:lnTo>
                    <a:pt x="51462" y="274176"/>
                  </a:lnTo>
                  <a:lnTo>
                    <a:pt x="55354" y="277791"/>
                  </a:lnTo>
                  <a:lnTo>
                    <a:pt x="59360" y="281281"/>
                  </a:lnTo>
                  <a:lnTo>
                    <a:pt x="63474" y="284641"/>
                  </a:lnTo>
                  <a:lnTo>
                    <a:pt x="67692" y="287869"/>
                  </a:lnTo>
                  <a:lnTo>
                    <a:pt x="72011" y="290961"/>
                  </a:lnTo>
                  <a:lnTo>
                    <a:pt x="76426" y="293915"/>
                  </a:lnTo>
                  <a:lnTo>
                    <a:pt x="80933" y="296727"/>
                  </a:lnTo>
                  <a:lnTo>
                    <a:pt x="85527" y="299394"/>
                  </a:lnTo>
                  <a:lnTo>
                    <a:pt x="90203" y="301914"/>
                  </a:lnTo>
                  <a:lnTo>
                    <a:pt x="94957" y="304284"/>
                  </a:lnTo>
                  <a:lnTo>
                    <a:pt x="99784" y="306502"/>
                  </a:lnTo>
                  <a:lnTo>
                    <a:pt x="104679" y="308565"/>
                  </a:lnTo>
                  <a:lnTo>
                    <a:pt x="109637" y="310472"/>
                  </a:lnTo>
                  <a:lnTo>
                    <a:pt x="114653" y="312220"/>
                  </a:lnTo>
                  <a:lnTo>
                    <a:pt x="119722" y="313808"/>
                  </a:lnTo>
                  <a:lnTo>
                    <a:pt x="124839" y="315234"/>
                  </a:lnTo>
                  <a:lnTo>
                    <a:pt x="129999" y="316497"/>
                  </a:lnTo>
                  <a:lnTo>
                    <a:pt x="135196" y="317595"/>
                  </a:lnTo>
                  <a:lnTo>
                    <a:pt x="140426" y="318528"/>
                  </a:lnTo>
                  <a:lnTo>
                    <a:pt x="145682" y="319294"/>
                  </a:lnTo>
                  <a:lnTo>
                    <a:pt x="150960" y="319892"/>
                  </a:lnTo>
                  <a:lnTo>
                    <a:pt x="156255" y="320323"/>
                  </a:lnTo>
                  <a:lnTo>
                    <a:pt x="161560" y="320585"/>
                  </a:lnTo>
                  <a:lnTo>
                    <a:pt x="166871" y="320678"/>
                  </a:lnTo>
                  <a:lnTo>
                    <a:pt x="172183" y="320603"/>
                  </a:lnTo>
                  <a:lnTo>
                    <a:pt x="177489" y="320359"/>
                  </a:lnTo>
                  <a:lnTo>
                    <a:pt x="182785" y="319946"/>
                  </a:lnTo>
                  <a:lnTo>
                    <a:pt x="188065" y="319365"/>
                  </a:lnTo>
                  <a:lnTo>
                    <a:pt x="193324" y="318617"/>
                  </a:lnTo>
                  <a:lnTo>
                    <a:pt x="198557" y="317702"/>
                  </a:lnTo>
                  <a:lnTo>
                    <a:pt x="203758" y="316622"/>
                  </a:lnTo>
                  <a:lnTo>
                    <a:pt x="208922" y="315377"/>
                  </a:lnTo>
                  <a:lnTo>
                    <a:pt x="214044" y="313968"/>
                  </a:lnTo>
                  <a:lnTo>
                    <a:pt x="219118" y="312397"/>
                  </a:lnTo>
                  <a:lnTo>
                    <a:pt x="224140" y="310666"/>
                  </a:lnTo>
                  <a:lnTo>
                    <a:pt x="229104" y="308776"/>
                  </a:lnTo>
                  <a:lnTo>
                    <a:pt x="234006" y="306729"/>
                  </a:lnTo>
                  <a:lnTo>
                    <a:pt x="238841" y="304528"/>
                  </a:lnTo>
                  <a:lnTo>
                    <a:pt x="243603" y="302174"/>
                  </a:lnTo>
                  <a:lnTo>
                    <a:pt x="248287" y="299670"/>
                  </a:lnTo>
                  <a:lnTo>
                    <a:pt x="252890" y="297018"/>
                  </a:lnTo>
                  <a:lnTo>
                    <a:pt x="257407" y="294222"/>
                  </a:lnTo>
                  <a:lnTo>
                    <a:pt x="261832" y="291283"/>
                  </a:lnTo>
                  <a:lnTo>
                    <a:pt x="266161" y="288206"/>
                  </a:lnTo>
                  <a:lnTo>
                    <a:pt x="270391" y="284992"/>
                  </a:lnTo>
                  <a:lnTo>
                    <a:pt x="274516" y="281646"/>
                  </a:lnTo>
                  <a:lnTo>
                    <a:pt x="278533" y="278170"/>
                  </a:lnTo>
                  <a:lnTo>
                    <a:pt x="282438" y="274568"/>
                  </a:lnTo>
                  <a:lnTo>
                    <a:pt x="286226" y="270844"/>
                  </a:lnTo>
                  <a:lnTo>
                    <a:pt x="289894" y="267002"/>
                  </a:lnTo>
                  <a:lnTo>
                    <a:pt x="293438" y="263045"/>
                  </a:lnTo>
                  <a:lnTo>
                    <a:pt x="296854" y="258977"/>
                  </a:lnTo>
                  <a:lnTo>
                    <a:pt x="300139" y="254803"/>
                  </a:lnTo>
                  <a:lnTo>
                    <a:pt x="303291" y="250527"/>
                  </a:lnTo>
                  <a:lnTo>
                    <a:pt x="306304" y="246152"/>
                  </a:lnTo>
                  <a:lnTo>
                    <a:pt x="309177" y="241684"/>
                  </a:lnTo>
                  <a:lnTo>
                    <a:pt x="311907" y="237127"/>
                  </a:lnTo>
                  <a:lnTo>
                    <a:pt x="314491" y="232486"/>
                  </a:lnTo>
                  <a:lnTo>
                    <a:pt x="316926" y="227765"/>
                  </a:lnTo>
                  <a:lnTo>
                    <a:pt x="319209" y="222969"/>
                  </a:lnTo>
                  <a:lnTo>
                    <a:pt x="321339" y="218103"/>
                  </a:lnTo>
                  <a:lnTo>
                    <a:pt x="323314" y="213171"/>
                  </a:lnTo>
                  <a:lnTo>
                    <a:pt x="325131" y="208180"/>
                  </a:lnTo>
                  <a:lnTo>
                    <a:pt x="326788" y="203133"/>
                  </a:lnTo>
                  <a:lnTo>
                    <a:pt x="328284" y="198036"/>
                  </a:lnTo>
                  <a:lnTo>
                    <a:pt x="329617" y="192894"/>
                  </a:lnTo>
                  <a:lnTo>
                    <a:pt x="330786" y="187712"/>
                  </a:lnTo>
                  <a:lnTo>
                    <a:pt x="331790" y="182496"/>
                  </a:lnTo>
                  <a:lnTo>
                    <a:pt x="332628" y="177250"/>
                  </a:lnTo>
                  <a:lnTo>
                    <a:pt x="333299" y="171981"/>
                  </a:lnTo>
                  <a:lnTo>
                    <a:pt x="333802" y="166693"/>
                  </a:lnTo>
                  <a:lnTo>
                    <a:pt x="334137" y="161391"/>
                  </a:lnTo>
                  <a:lnTo>
                    <a:pt x="334303" y="156082"/>
                  </a:lnTo>
                  <a:lnTo>
                    <a:pt x="334300" y="150770"/>
                  </a:lnTo>
                  <a:lnTo>
                    <a:pt x="334128" y="145461"/>
                  </a:lnTo>
                  <a:lnTo>
                    <a:pt x="333788" y="140160"/>
                  </a:lnTo>
                  <a:lnTo>
                    <a:pt x="333280" y="134872"/>
                  </a:lnTo>
                  <a:lnTo>
                    <a:pt x="332604" y="129603"/>
                  </a:lnTo>
                  <a:lnTo>
                    <a:pt x="331761" y="124359"/>
                  </a:lnTo>
                  <a:lnTo>
                    <a:pt x="330751" y="119144"/>
                  </a:lnTo>
                  <a:lnTo>
                    <a:pt x="329577" y="113963"/>
                  </a:lnTo>
                  <a:lnTo>
                    <a:pt x="328238" y="108822"/>
                  </a:lnTo>
                  <a:lnTo>
                    <a:pt x="326737" y="103727"/>
                  </a:lnTo>
                  <a:lnTo>
                    <a:pt x="325075" y="98682"/>
                  </a:lnTo>
                  <a:lnTo>
                    <a:pt x="323253" y="93692"/>
                  </a:lnTo>
                  <a:lnTo>
                    <a:pt x="321274" y="88763"/>
                  </a:lnTo>
                  <a:lnTo>
                    <a:pt x="319139" y="83899"/>
                  </a:lnTo>
                  <a:lnTo>
                    <a:pt x="316850" y="79105"/>
                  </a:lnTo>
                  <a:lnTo>
                    <a:pt x="314411" y="74386"/>
                  </a:lnTo>
                  <a:lnTo>
                    <a:pt x="311822" y="69747"/>
                  </a:lnTo>
                  <a:lnTo>
                    <a:pt x="309088" y="65193"/>
                  </a:lnTo>
                  <a:lnTo>
                    <a:pt x="306210" y="60728"/>
                  </a:lnTo>
                  <a:lnTo>
                    <a:pt x="303192" y="56357"/>
                  </a:lnTo>
                  <a:lnTo>
                    <a:pt x="300036" y="52084"/>
                  </a:lnTo>
                  <a:lnTo>
                    <a:pt x="296747" y="47913"/>
                  </a:lnTo>
                  <a:lnTo>
                    <a:pt x="293326" y="43849"/>
                  </a:lnTo>
                  <a:lnTo>
                    <a:pt x="289778" y="39896"/>
                  </a:lnTo>
                  <a:lnTo>
                    <a:pt x="286107" y="36057"/>
                  </a:lnTo>
                  <a:lnTo>
                    <a:pt x="282315" y="32337"/>
                  </a:lnTo>
                  <a:lnTo>
                    <a:pt x="278407" y="28739"/>
                  </a:lnTo>
                  <a:lnTo>
                    <a:pt x="274386" y="25267"/>
                  </a:lnTo>
                  <a:lnTo>
                    <a:pt x="270257" y="21925"/>
                  </a:lnTo>
                  <a:lnTo>
                    <a:pt x="266025" y="18716"/>
                  </a:lnTo>
                  <a:lnTo>
                    <a:pt x="261692" y="15642"/>
                  </a:lnTo>
                  <a:lnTo>
                    <a:pt x="257264" y="12708"/>
                  </a:lnTo>
                  <a:lnTo>
                    <a:pt x="252745" y="9916"/>
                  </a:lnTo>
                  <a:lnTo>
                    <a:pt x="248139" y="7270"/>
                  </a:lnTo>
                  <a:lnTo>
                    <a:pt x="243452" y="4770"/>
                  </a:lnTo>
                  <a:lnTo>
                    <a:pt x="238687" y="2421"/>
                  </a:lnTo>
                  <a:lnTo>
                    <a:pt x="233851" y="225"/>
                  </a:lnTo>
                  <a:lnTo>
                    <a:pt x="167155" y="1535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6695" cy="167167"/>
            </a:xfrm>
            <a:custGeom>
              <a:avLst/>
              <a:pathLst>
                <a:path w="66695" h="167167">
                  <a:moveTo>
                    <a:pt x="66695" y="13881"/>
                  </a:moveTo>
                  <a:lnTo>
                    <a:pt x="61415" y="11690"/>
                  </a:lnTo>
                  <a:lnTo>
                    <a:pt x="56063" y="9681"/>
                  </a:lnTo>
                  <a:lnTo>
                    <a:pt x="50645" y="7856"/>
                  </a:lnTo>
                  <a:lnTo>
                    <a:pt x="45168" y="6217"/>
                  </a:lnTo>
                  <a:lnTo>
                    <a:pt x="39638" y="4767"/>
                  </a:lnTo>
                  <a:lnTo>
                    <a:pt x="34062" y="3507"/>
                  </a:lnTo>
                  <a:lnTo>
                    <a:pt x="28446" y="2438"/>
                  </a:lnTo>
                  <a:lnTo>
                    <a:pt x="22797" y="1561"/>
                  </a:lnTo>
                  <a:lnTo>
                    <a:pt x="17121" y="879"/>
                  </a:lnTo>
                  <a:lnTo>
                    <a:pt x="11425" y="390"/>
                  </a:lnTo>
                  <a:lnTo>
                    <a:pt x="571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921" y="1681503"/>
              <a:ext cx="10603" cy="167167"/>
            </a:xfrm>
            <a:custGeom>
              <a:avLst/>
              <a:pathLst>
                <a:path w="10603" h="167167">
                  <a:moveTo>
                    <a:pt x="10603" y="0"/>
                  </a:moveTo>
                  <a:lnTo>
                    <a:pt x="0" y="336"/>
                  </a:lnTo>
                  <a:lnTo>
                    <a:pt x="106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921" y="1681839"/>
              <a:ext cx="10603" cy="166830"/>
            </a:xfrm>
            <a:custGeom>
              <a:avLst/>
              <a:pathLst>
                <a:path w="10603" h="166830">
                  <a:moveTo>
                    <a:pt x="0" y="0"/>
                  </a:moveTo>
                  <a:lnTo>
                    <a:pt x="10603" y="1668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5047" y="1681839"/>
              <a:ext cx="141477" cy="166830"/>
            </a:xfrm>
            <a:custGeom>
              <a:avLst/>
              <a:pathLst>
                <a:path w="141477" h="166830">
                  <a:moveTo>
                    <a:pt x="130873" y="0"/>
                  </a:moveTo>
                  <a:lnTo>
                    <a:pt x="125440" y="434"/>
                  </a:lnTo>
                  <a:lnTo>
                    <a:pt x="120024" y="1045"/>
                  </a:lnTo>
                  <a:lnTo>
                    <a:pt x="114631" y="1833"/>
                  </a:lnTo>
                  <a:lnTo>
                    <a:pt x="109266" y="2795"/>
                  </a:lnTo>
                  <a:lnTo>
                    <a:pt x="103936" y="3933"/>
                  </a:lnTo>
                  <a:lnTo>
                    <a:pt x="98645" y="5243"/>
                  </a:lnTo>
                  <a:lnTo>
                    <a:pt x="93400" y="6725"/>
                  </a:lnTo>
                  <a:lnTo>
                    <a:pt x="88207" y="8378"/>
                  </a:lnTo>
                  <a:lnTo>
                    <a:pt x="83069" y="10199"/>
                  </a:lnTo>
                  <a:lnTo>
                    <a:pt x="77994" y="12186"/>
                  </a:lnTo>
                  <a:lnTo>
                    <a:pt x="72987" y="14338"/>
                  </a:lnTo>
                  <a:lnTo>
                    <a:pt x="68052" y="16651"/>
                  </a:lnTo>
                  <a:lnTo>
                    <a:pt x="63195" y="19125"/>
                  </a:lnTo>
                  <a:lnTo>
                    <a:pt x="58421" y="21755"/>
                  </a:lnTo>
                  <a:lnTo>
                    <a:pt x="53736" y="24540"/>
                  </a:lnTo>
                  <a:lnTo>
                    <a:pt x="49144" y="27476"/>
                  </a:lnTo>
                  <a:lnTo>
                    <a:pt x="44650" y="30560"/>
                  </a:lnTo>
                  <a:lnTo>
                    <a:pt x="40259" y="33789"/>
                  </a:lnTo>
                  <a:lnTo>
                    <a:pt x="35976" y="37160"/>
                  </a:lnTo>
                  <a:lnTo>
                    <a:pt x="31805" y="40668"/>
                  </a:lnTo>
                  <a:lnTo>
                    <a:pt x="27750" y="44310"/>
                  </a:lnTo>
                  <a:lnTo>
                    <a:pt x="23816" y="48083"/>
                  </a:lnTo>
                  <a:lnTo>
                    <a:pt x="20008" y="51982"/>
                  </a:lnTo>
                  <a:lnTo>
                    <a:pt x="16328" y="56003"/>
                  </a:lnTo>
                  <a:lnTo>
                    <a:pt x="12782" y="60141"/>
                  </a:lnTo>
                  <a:lnTo>
                    <a:pt x="9372" y="64394"/>
                  </a:lnTo>
                  <a:lnTo>
                    <a:pt x="6103" y="68755"/>
                  </a:lnTo>
                  <a:lnTo>
                    <a:pt x="2978" y="73220"/>
                  </a:lnTo>
                  <a:lnTo>
                    <a:pt x="0" y="77785"/>
                  </a:lnTo>
                  <a:lnTo>
                    <a:pt x="141477" y="1668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25681" y="78121"/>
                  </a:moveTo>
                  <a:lnTo>
                    <a:pt x="22924" y="82661"/>
                  </a:lnTo>
                  <a:lnTo>
                    <a:pt x="20312" y="87285"/>
                  </a:lnTo>
                  <a:lnTo>
                    <a:pt x="17849" y="91990"/>
                  </a:lnTo>
                  <a:lnTo>
                    <a:pt x="15536" y="96771"/>
                  </a:lnTo>
                  <a:lnTo>
                    <a:pt x="13376" y="101623"/>
                  </a:lnTo>
                  <a:lnTo>
                    <a:pt x="11372" y="106541"/>
                  </a:lnTo>
                  <a:lnTo>
                    <a:pt x="9524" y="111521"/>
                  </a:lnTo>
                  <a:lnTo>
                    <a:pt x="7836" y="116556"/>
                  </a:lnTo>
                  <a:lnTo>
                    <a:pt x="6309" y="121643"/>
                  </a:lnTo>
                  <a:lnTo>
                    <a:pt x="4944" y="126776"/>
                  </a:lnTo>
                  <a:lnTo>
                    <a:pt x="3743" y="131949"/>
                  </a:lnTo>
                  <a:lnTo>
                    <a:pt x="2706" y="137158"/>
                  </a:lnTo>
                  <a:lnTo>
                    <a:pt x="1836" y="142397"/>
                  </a:lnTo>
                  <a:lnTo>
                    <a:pt x="1133" y="147662"/>
                  </a:lnTo>
                  <a:lnTo>
                    <a:pt x="597" y="152945"/>
                  </a:lnTo>
                  <a:lnTo>
                    <a:pt x="229" y="158244"/>
                  </a:lnTo>
                  <a:lnTo>
                    <a:pt x="30" y="163551"/>
                  </a:lnTo>
                  <a:lnTo>
                    <a:pt x="0" y="168862"/>
                  </a:lnTo>
                  <a:lnTo>
                    <a:pt x="138" y="174171"/>
                  </a:lnTo>
                  <a:lnTo>
                    <a:pt x="444" y="179473"/>
                  </a:lnTo>
                  <a:lnTo>
                    <a:pt x="920" y="184763"/>
                  </a:lnTo>
                  <a:lnTo>
                    <a:pt x="1562" y="190035"/>
                  </a:lnTo>
                  <a:lnTo>
                    <a:pt x="2372" y="195284"/>
                  </a:lnTo>
                  <a:lnTo>
                    <a:pt x="3349" y="200504"/>
                  </a:lnTo>
                  <a:lnTo>
                    <a:pt x="4490" y="205691"/>
                  </a:lnTo>
                  <a:lnTo>
                    <a:pt x="5796" y="210839"/>
                  </a:lnTo>
                  <a:lnTo>
                    <a:pt x="7265" y="215943"/>
                  </a:lnTo>
                  <a:lnTo>
                    <a:pt x="8895" y="220998"/>
                  </a:lnTo>
                  <a:lnTo>
                    <a:pt x="10685" y="225998"/>
                  </a:lnTo>
                  <a:lnTo>
                    <a:pt x="12633" y="230939"/>
                  </a:lnTo>
                  <a:lnTo>
                    <a:pt x="14737" y="235815"/>
                  </a:lnTo>
                  <a:lnTo>
                    <a:pt x="16994" y="240623"/>
                  </a:lnTo>
                  <a:lnTo>
                    <a:pt x="19404" y="245356"/>
                  </a:lnTo>
                  <a:lnTo>
                    <a:pt x="21962" y="250010"/>
                  </a:lnTo>
                  <a:lnTo>
                    <a:pt x="24667" y="254581"/>
                  </a:lnTo>
                  <a:lnTo>
                    <a:pt x="27516" y="259063"/>
                  </a:lnTo>
                  <a:lnTo>
                    <a:pt x="30505" y="263453"/>
                  </a:lnTo>
                  <a:lnTo>
                    <a:pt x="33633" y="267745"/>
                  </a:lnTo>
                  <a:lnTo>
                    <a:pt x="36895" y="271936"/>
                  </a:lnTo>
                  <a:lnTo>
                    <a:pt x="40289" y="276021"/>
                  </a:lnTo>
                  <a:lnTo>
                    <a:pt x="43811" y="279996"/>
                  </a:lnTo>
                  <a:lnTo>
                    <a:pt x="47458" y="283858"/>
                  </a:lnTo>
                  <a:lnTo>
                    <a:pt x="51225" y="287601"/>
                  </a:lnTo>
                  <a:lnTo>
                    <a:pt x="55109" y="291223"/>
                  </a:lnTo>
                  <a:lnTo>
                    <a:pt x="59107" y="294720"/>
                  </a:lnTo>
                  <a:lnTo>
                    <a:pt x="63213" y="298088"/>
                  </a:lnTo>
                  <a:lnTo>
                    <a:pt x="67425" y="301324"/>
                  </a:lnTo>
                  <a:lnTo>
                    <a:pt x="71737" y="304425"/>
                  </a:lnTo>
                  <a:lnTo>
                    <a:pt x="76145" y="307387"/>
                  </a:lnTo>
                  <a:lnTo>
                    <a:pt x="80645" y="310207"/>
                  </a:lnTo>
                  <a:lnTo>
                    <a:pt x="85233" y="312883"/>
                  </a:lnTo>
                  <a:lnTo>
                    <a:pt x="89903" y="315412"/>
                  </a:lnTo>
                  <a:lnTo>
                    <a:pt x="94651" y="317791"/>
                  </a:lnTo>
                  <a:lnTo>
                    <a:pt x="99473" y="320019"/>
                  </a:lnTo>
                  <a:lnTo>
                    <a:pt x="104362" y="322092"/>
                  </a:lnTo>
                  <a:lnTo>
                    <a:pt x="109316" y="324008"/>
                  </a:lnTo>
                  <a:lnTo>
                    <a:pt x="114327" y="325766"/>
                  </a:lnTo>
                  <a:lnTo>
                    <a:pt x="119392" y="327365"/>
                  </a:lnTo>
                  <a:lnTo>
                    <a:pt x="124505" y="328801"/>
                  </a:lnTo>
                  <a:lnTo>
                    <a:pt x="129661" y="330075"/>
                  </a:lnTo>
                  <a:lnTo>
                    <a:pt x="134855" y="331184"/>
                  </a:lnTo>
                  <a:lnTo>
                    <a:pt x="140082" y="332127"/>
                  </a:lnTo>
                  <a:lnTo>
                    <a:pt x="145335" y="332904"/>
                  </a:lnTo>
                  <a:lnTo>
                    <a:pt x="150611" y="333513"/>
                  </a:lnTo>
                  <a:lnTo>
                    <a:pt x="155904" y="333955"/>
                  </a:lnTo>
                  <a:lnTo>
                    <a:pt x="161208" y="334228"/>
                  </a:lnTo>
                  <a:lnTo>
                    <a:pt x="166518" y="334333"/>
                  </a:lnTo>
                  <a:lnTo>
                    <a:pt x="171829" y="334269"/>
                  </a:lnTo>
                  <a:lnTo>
                    <a:pt x="177134" y="334036"/>
                  </a:lnTo>
                  <a:lnTo>
                    <a:pt x="182430" y="333635"/>
                  </a:lnTo>
                  <a:lnTo>
                    <a:pt x="187711" y="333066"/>
                  </a:lnTo>
                  <a:lnTo>
                    <a:pt x="192970" y="332330"/>
                  </a:lnTo>
                  <a:lnTo>
                    <a:pt x="198204" y="331426"/>
                  </a:lnTo>
                  <a:lnTo>
                    <a:pt x="203406" y="330357"/>
                  </a:lnTo>
                  <a:lnTo>
                    <a:pt x="208572" y="329123"/>
                  </a:lnTo>
                  <a:lnTo>
                    <a:pt x="213696" y="327726"/>
                  </a:lnTo>
                  <a:lnTo>
                    <a:pt x="218773" y="326167"/>
                  </a:lnTo>
                  <a:lnTo>
                    <a:pt x="223798" y="324447"/>
                  </a:lnTo>
                  <a:lnTo>
                    <a:pt x="228765" y="322568"/>
                  </a:lnTo>
                  <a:lnTo>
                    <a:pt x="233671" y="320533"/>
                  </a:lnTo>
                  <a:lnTo>
                    <a:pt x="238509" y="318342"/>
                  </a:lnTo>
                  <a:lnTo>
                    <a:pt x="243276" y="315999"/>
                  </a:lnTo>
                  <a:lnTo>
                    <a:pt x="247965" y="313506"/>
                  </a:lnTo>
                  <a:lnTo>
                    <a:pt x="252573" y="310866"/>
                  </a:lnTo>
                  <a:lnTo>
                    <a:pt x="257095" y="308080"/>
                  </a:lnTo>
                  <a:lnTo>
                    <a:pt x="261526" y="305152"/>
                  </a:lnTo>
                  <a:lnTo>
                    <a:pt x="265861" y="302084"/>
                  </a:lnTo>
                  <a:lnTo>
                    <a:pt x="270097" y="298881"/>
                  </a:lnTo>
                  <a:lnTo>
                    <a:pt x="274229" y="295544"/>
                  </a:lnTo>
                  <a:lnTo>
                    <a:pt x="278254" y="292078"/>
                  </a:lnTo>
                  <a:lnTo>
                    <a:pt x="282165" y="288486"/>
                  </a:lnTo>
                  <a:lnTo>
                    <a:pt x="285961" y="284771"/>
                  </a:lnTo>
                  <a:lnTo>
                    <a:pt x="289637" y="280938"/>
                  </a:lnTo>
                  <a:lnTo>
                    <a:pt x="293190" y="276990"/>
                  </a:lnTo>
                  <a:lnTo>
                    <a:pt x="296615" y="272931"/>
                  </a:lnTo>
                  <a:lnTo>
                    <a:pt x="299909" y="268765"/>
                  </a:lnTo>
                  <a:lnTo>
                    <a:pt x="303070" y="264497"/>
                  </a:lnTo>
                  <a:lnTo>
                    <a:pt x="306093" y="260130"/>
                  </a:lnTo>
                  <a:lnTo>
                    <a:pt x="308976" y="255670"/>
                  </a:lnTo>
                  <a:lnTo>
                    <a:pt x="311716" y="251120"/>
                  </a:lnTo>
                  <a:lnTo>
                    <a:pt x="314310" y="246486"/>
                  </a:lnTo>
                  <a:lnTo>
                    <a:pt x="316755" y="241771"/>
                  </a:lnTo>
                  <a:lnTo>
                    <a:pt x="319049" y="236981"/>
                  </a:lnTo>
                  <a:lnTo>
                    <a:pt x="321191" y="232121"/>
                  </a:lnTo>
                  <a:lnTo>
                    <a:pt x="323176" y="227195"/>
                  </a:lnTo>
                  <a:lnTo>
                    <a:pt x="325004" y="222209"/>
                  </a:lnTo>
                  <a:lnTo>
                    <a:pt x="326673" y="217167"/>
                  </a:lnTo>
                  <a:lnTo>
                    <a:pt x="328181" y="212074"/>
                  </a:lnTo>
                  <a:lnTo>
                    <a:pt x="329526" y="206936"/>
                  </a:lnTo>
                  <a:lnTo>
                    <a:pt x="330708" y="201758"/>
                  </a:lnTo>
                  <a:lnTo>
                    <a:pt x="331724" y="196546"/>
                  </a:lnTo>
                  <a:lnTo>
                    <a:pt x="332574" y="191303"/>
                  </a:lnTo>
                  <a:lnTo>
                    <a:pt x="333257" y="186036"/>
                  </a:lnTo>
                  <a:lnTo>
                    <a:pt x="333773" y="180750"/>
                  </a:lnTo>
                  <a:lnTo>
                    <a:pt x="334120" y="175451"/>
                  </a:lnTo>
                  <a:lnTo>
                    <a:pt x="334299" y="170143"/>
                  </a:lnTo>
                  <a:lnTo>
                    <a:pt x="334309" y="164832"/>
                  </a:lnTo>
                  <a:lnTo>
                    <a:pt x="334151" y="159523"/>
                  </a:lnTo>
                  <a:lnTo>
                    <a:pt x="333824" y="154222"/>
                  </a:lnTo>
                  <a:lnTo>
                    <a:pt x="333329" y="148934"/>
                  </a:lnTo>
                  <a:lnTo>
                    <a:pt x="332665" y="143665"/>
                  </a:lnTo>
                  <a:lnTo>
                    <a:pt x="331835" y="138419"/>
                  </a:lnTo>
                  <a:lnTo>
                    <a:pt x="330839" y="133202"/>
                  </a:lnTo>
                  <a:lnTo>
                    <a:pt x="329677" y="128020"/>
                  </a:lnTo>
                  <a:lnTo>
                    <a:pt x="328352" y="122877"/>
                  </a:lnTo>
                  <a:lnTo>
                    <a:pt x="326864" y="117779"/>
                  </a:lnTo>
                  <a:lnTo>
                    <a:pt x="325214" y="112730"/>
                  </a:lnTo>
                  <a:lnTo>
                    <a:pt x="323405" y="107737"/>
                  </a:lnTo>
                  <a:lnTo>
                    <a:pt x="321438" y="102803"/>
                  </a:lnTo>
                  <a:lnTo>
                    <a:pt x="319316" y="97935"/>
                  </a:lnTo>
                  <a:lnTo>
                    <a:pt x="317040" y="93136"/>
                  </a:lnTo>
                  <a:lnTo>
                    <a:pt x="314612" y="88413"/>
                  </a:lnTo>
                  <a:lnTo>
                    <a:pt x="312036" y="83768"/>
                  </a:lnTo>
                  <a:lnTo>
                    <a:pt x="309314" y="79208"/>
                  </a:lnTo>
                  <a:lnTo>
                    <a:pt x="306448" y="74737"/>
                  </a:lnTo>
                  <a:lnTo>
                    <a:pt x="303441" y="70358"/>
                  </a:lnTo>
                  <a:lnTo>
                    <a:pt x="300297" y="66078"/>
                  </a:lnTo>
                  <a:lnTo>
                    <a:pt x="297019" y="61900"/>
                  </a:lnTo>
                  <a:lnTo>
                    <a:pt x="293609" y="57828"/>
                  </a:lnTo>
                  <a:lnTo>
                    <a:pt x="290072" y="53866"/>
                  </a:lnTo>
                  <a:lnTo>
                    <a:pt x="286411" y="50018"/>
                  </a:lnTo>
                  <a:lnTo>
                    <a:pt x="282629" y="46289"/>
                  </a:lnTo>
                  <a:lnTo>
                    <a:pt x="278731" y="42682"/>
                  </a:lnTo>
                  <a:lnTo>
                    <a:pt x="274720" y="39201"/>
                  </a:lnTo>
                  <a:lnTo>
                    <a:pt x="270601" y="35848"/>
                  </a:lnTo>
                  <a:lnTo>
                    <a:pt x="266377" y="32629"/>
                  </a:lnTo>
                  <a:lnTo>
                    <a:pt x="262054" y="29545"/>
                  </a:lnTo>
                  <a:lnTo>
                    <a:pt x="257634" y="26600"/>
                  </a:lnTo>
                  <a:lnTo>
                    <a:pt x="253123" y="23797"/>
                  </a:lnTo>
                  <a:lnTo>
                    <a:pt x="248525" y="21138"/>
                  </a:lnTo>
                  <a:lnTo>
                    <a:pt x="243845" y="18627"/>
                  </a:lnTo>
                  <a:lnTo>
                    <a:pt x="239088" y="16266"/>
                  </a:lnTo>
                  <a:lnTo>
                    <a:pt x="234258" y="14057"/>
                  </a:lnTo>
                  <a:lnTo>
                    <a:pt x="229360" y="12003"/>
                  </a:lnTo>
                  <a:lnTo>
                    <a:pt x="224400" y="10105"/>
                  </a:lnTo>
                  <a:lnTo>
                    <a:pt x="219382" y="8366"/>
                  </a:lnTo>
                  <a:lnTo>
                    <a:pt x="214311" y="6787"/>
                  </a:lnTo>
                  <a:lnTo>
                    <a:pt x="209192" y="5370"/>
                  </a:lnTo>
                  <a:lnTo>
                    <a:pt x="204031" y="4117"/>
                  </a:lnTo>
                  <a:lnTo>
                    <a:pt x="198833" y="3028"/>
                  </a:lnTo>
                  <a:lnTo>
                    <a:pt x="193603" y="2104"/>
                  </a:lnTo>
                  <a:lnTo>
                    <a:pt x="188346" y="1348"/>
                  </a:lnTo>
                  <a:lnTo>
                    <a:pt x="183068" y="758"/>
                  </a:lnTo>
                  <a:lnTo>
                    <a:pt x="177774" y="337"/>
                  </a:lnTo>
                  <a:lnTo>
                    <a:pt x="172469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607" y="2126963"/>
              <a:ext cx="31680" cy="167167"/>
            </a:xfrm>
            <a:custGeom>
              <a:avLst/>
              <a:pathLst>
                <a:path w="31680" h="167167">
                  <a:moveTo>
                    <a:pt x="31680" y="0"/>
                  </a:moveTo>
                  <a:lnTo>
                    <a:pt x="25307" y="121"/>
                  </a:lnTo>
                  <a:lnTo>
                    <a:pt x="18943" y="485"/>
                  </a:lnTo>
                  <a:lnTo>
                    <a:pt x="12598" y="1092"/>
                  </a:lnTo>
                  <a:lnTo>
                    <a:pt x="6280" y="1940"/>
                  </a:lnTo>
                  <a:lnTo>
                    <a:pt x="0" y="3029"/>
                  </a:lnTo>
                  <a:lnTo>
                    <a:pt x="316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607" y="2129992"/>
              <a:ext cx="31680" cy="164138"/>
            </a:xfrm>
            <a:custGeom>
              <a:avLst/>
              <a:pathLst>
                <a:path w="31680" h="164138">
                  <a:moveTo>
                    <a:pt x="0" y="0"/>
                  </a:moveTo>
                  <a:lnTo>
                    <a:pt x="31680" y="164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9" y="2127675"/>
              <a:ext cx="334300" cy="333623"/>
            </a:xfrm>
            <a:custGeom>
              <a:avLst/>
              <a:pathLst>
                <a:path w="334300" h="333623">
                  <a:moveTo>
                    <a:pt x="135468" y="2317"/>
                  </a:moveTo>
                  <a:lnTo>
                    <a:pt x="130274" y="3405"/>
                  </a:lnTo>
                  <a:lnTo>
                    <a:pt x="125117" y="4658"/>
                  </a:lnTo>
                  <a:lnTo>
                    <a:pt x="120003" y="6074"/>
                  </a:lnTo>
                  <a:lnTo>
                    <a:pt x="114935" y="7651"/>
                  </a:lnTo>
                  <a:lnTo>
                    <a:pt x="109921" y="9388"/>
                  </a:lnTo>
                  <a:lnTo>
                    <a:pt x="104964" y="11284"/>
                  </a:lnTo>
                  <a:lnTo>
                    <a:pt x="100070" y="13336"/>
                  </a:lnTo>
                  <a:lnTo>
                    <a:pt x="95244" y="15542"/>
                  </a:lnTo>
                  <a:lnTo>
                    <a:pt x="90490" y="17901"/>
                  </a:lnTo>
                  <a:lnTo>
                    <a:pt x="85813" y="20409"/>
                  </a:lnTo>
                  <a:lnTo>
                    <a:pt x="81218" y="23064"/>
                  </a:lnTo>
                  <a:lnTo>
                    <a:pt x="76710" y="25864"/>
                  </a:lnTo>
                  <a:lnTo>
                    <a:pt x="72293" y="28806"/>
                  </a:lnTo>
                  <a:lnTo>
                    <a:pt x="67971" y="31886"/>
                  </a:lnTo>
                  <a:lnTo>
                    <a:pt x="63750" y="35102"/>
                  </a:lnTo>
                  <a:lnTo>
                    <a:pt x="59633" y="38450"/>
                  </a:lnTo>
                  <a:lnTo>
                    <a:pt x="55624" y="41927"/>
                  </a:lnTo>
                  <a:lnTo>
                    <a:pt x="51727" y="45530"/>
                  </a:lnTo>
                  <a:lnTo>
                    <a:pt x="47947" y="49255"/>
                  </a:lnTo>
                  <a:lnTo>
                    <a:pt x="44287" y="53097"/>
                  </a:lnTo>
                  <a:lnTo>
                    <a:pt x="40750" y="57054"/>
                  </a:lnTo>
                  <a:lnTo>
                    <a:pt x="37342" y="61121"/>
                  </a:lnTo>
                  <a:lnTo>
                    <a:pt x="34063" y="65295"/>
                  </a:lnTo>
                  <a:lnTo>
                    <a:pt x="30920" y="69570"/>
                  </a:lnTo>
                  <a:lnTo>
                    <a:pt x="27913" y="73943"/>
                  </a:lnTo>
                  <a:lnTo>
                    <a:pt x="25047" y="78409"/>
                  </a:lnTo>
                  <a:lnTo>
                    <a:pt x="22323" y="82964"/>
                  </a:lnTo>
                  <a:lnTo>
                    <a:pt x="19746" y="87603"/>
                  </a:lnTo>
                  <a:lnTo>
                    <a:pt x="17318" y="92322"/>
                  </a:lnTo>
                  <a:lnTo>
                    <a:pt x="15040" y="97115"/>
                  </a:lnTo>
                  <a:lnTo>
                    <a:pt x="12916" y="101978"/>
                  </a:lnTo>
                  <a:lnTo>
                    <a:pt x="10947" y="106906"/>
                  </a:lnTo>
                  <a:lnTo>
                    <a:pt x="9135" y="111895"/>
                  </a:lnTo>
                  <a:lnTo>
                    <a:pt x="7483" y="116938"/>
                  </a:lnTo>
                  <a:lnTo>
                    <a:pt x="5992" y="122031"/>
                  </a:lnTo>
                  <a:lnTo>
                    <a:pt x="4663" y="127168"/>
                  </a:lnTo>
                  <a:lnTo>
                    <a:pt x="3498" y="132346"/>
                  </a:lnTo>
                  <a:lnTo>
                    <a:pt x="2497" y="137558"/>
                  </a:lnTo>
                  <a:lnTo>
                    <a:pt x="1663" y="142799"/>
                  </a:lnTo>
                  <a:lnTo>
                    <a:pt x="996" y="148063"/>
                  </a:lnTo>
                  <a:lnTo>
                    <a:pt x="495" y="153346"/>
                  </a:lnTo>
                  <a:lnTo>
                    <a:pt x="163" y="158643"/>
                  </a:lnTo>
                  <a:lnTo>
                    <a:pt x="0" y="163947"/>
                  </a:lnTo>
                  <a:lnTo>
                    <a:pt x="4" y="169254"/>
                  </a:lnTo>
                  <a:lnTo>
                    <a:pt x="177" y="174558"/>
                  </a:lnTo>
                  <a:lnTo>
                    <a:pt x="519" y="179854"/>
                  </a:lnTo>
                  <a:lnTo>
                    <a:pt x="1028" y="185136"/>
                  </a:lnTo>
                  <a:lnTo>
                    <a:pt x="1704" y="190400"/>
                  </a:lnTo>
                  <a:lnTo>
                    <a:pt x="2548" y="195639"/>
                  </a:lnTo>
                  <a:lnTo>
                    <a:pt x="3557" y="200849"/>
                  </a:lnTo>
                  <a:lnTo>
                    <a:pt x="4731" y="206025"/>
                  </a:lnTo>
                  <a:lnTo>
                    <a:pt x="6069" y="211160"/>
                  </a:lnTo>
                  <a:lnTo>
                    <a:pt x="7569" y="216251"/>
                  </a:lnTo>
                  <a:lnTo>
                    <a:pt x="9230" y="221291"/>
                  </a:lnTo>
                  <a:lnTo>
                    <a:pt x="11051" y="226276"/>
                  </a:lnTo>
                  <a:lnTo>
                    <a:pt x="13028" y="231201"/>
                  </a:lnTo>
                  <a:lnTo>
                    <a:pt x="15161" y="236060"/>
                  </a:lnTo>
                  <a:lnTo>
                    <a:pt x="17447" y="240849"/>
                  </a:lnTo>
                  <a:lnTo>
                    <a:pt x="19884" y="245564"/>
                  </a:lnTo>
                  <a:lnTo>
                    <a:pt x="22469" y="250198"/>
                  </a:lnTo>
                  <a:lnTo>
                    <a:pt x="25200" y="254748"/>
                  </a:lnTo>
                  <a:lnTo>
                    <a:pt x="28074" y="259210"/>
                  </a:lnTo>
                  <a:lnTo>
                    <a:pt x="31088" y="263577"/>
                  </a:lnTo>
                  <a:lnTo>
                    <a:pt x="34240" y="267847"/>
                  </a:lnTo>
                  <a:lnTo>
                    <a:pt x="37525" y="272015"/>
                  </a:lnTo>
                  <a:lnTo>
                    <a:pt x="40941" y="276076"/>
                  </a:lnTo>
                  <a:lnTo>
                    <a:pt x="44484" y="280027"/>
                  </a:lnTo>
                  <a:lnTo>
                    <a:pt x="48151" y="283863"/>
                  </a:lnTo>
                  <a:lnTo>
                    <a:pt x="51938" y="287581"/>
                  </a:lnTo>
                  <a:lnTo>
                    <a:pt x="55841" y="291177"/>
                  </a:lnTo>
                  <a:lnTo>
                    <a:pt x="59856" y="294648"/>
                  </a:lnTo>
                  <a:lnTo>
                    <a:pt x="63979" y="297989"/>
                  </a:lnTo>
                  <a:lnTo>
                    <a:pt x="68206" y="301197"/>
                  </a:lnTo>
                  <a:lnTo>
                    <a:pt x="72533" y="304270"/>
                  </a:lnTo>
                  <a:lnTo>
                    <a:pt x="76955" y="307204"/>
                  </a:lnTo>
                  <a:lnTo>
                    <a:pt x="81468" y="309996"/>
                  </a:lnTo>
                  <a:lnTo>
                    <a:pt x="86067" y="312643"/>
                  </a:lnTo>
                  <a:lnTo>
                    <a:pt x="90748" y="315143"/>
                  </a:lnTo>
                  <a:lnTo>
                    <a:pt x="95506" y="317493"/>
                  </a:lnTo>
                  <a:lnTo>
                    <a:pt x="100337" y="319691"/>
                  </a:lnTo>
                  <a:lnTo>
                    <a:pt x="105234" y="321735"/>
                  </a:lnTo>
                  <a:lnTo>
                    <a:pt x="110194" y="323622"/>
                  </a:lnTo>
                  <a:lnTo>
                    <a:pt x="115212" y="325350"/>
                  </a:lnTo>
                  <a:lnTo>
                    <a:pt x="120282" y="326919"/>
                  </a:lnTo>
                  <a:lnTo>
                    <a:pt x="125399" y="328325"/>
                  </a:lnTo>
                  <a:lnTo>
                    <a:pt x="130558" y="329569"/>
                  </a:lnTo>
                  <a:lnTo>
                    <a:pt x="135754" y="330648"/>
                  </a:lnTo>
                  <a:lnTo>
                    <a:pt x="140981" y="331562"/>
                  </a:lnTo>
                  <a:lnTo>
                    <a:pt x="146235" y="332309"/>
                  </a:lnTo>
                  <a:lnTo>
                    <a:pt x="151510" y="332890"/>
                  </a:lnTo>
                  <a:lnTo>
                    <a:pt x="156801" y="333302"/>
                  </a:lnTo>
                  <a:lnTo>
                    <a:pt x="162102" y="333547"/>
                  </a:lnTo>
                  <a:lnTo>
                    <a:pt x="167409" y="333623"/>
                  </a:lnTo>
                  <a:lnTo>
                    <a:pt x="172715" y="333530"/>
                  </a:lnTo>
                  <a:lnTo>
                    <a:pt x="178015" y="333269"/>
                  </a:lnTo>
                  <a:lnTo>
                    <a:pt x="183305" y="332840"/>
                  </a:lnTo>
                  <a:lnTo>
                    <a:pt x="188578" y="332243"/>
                  </a:lnTo>
                  <a:lnTo>
                    <a:pt x="193830" y="331480"/>
                  </a:lnTo>
                  <a:lnTo>
                    <a:pt x="199054" y="330550"/>
                  </a:lnTo>
                  <a:lnTo>
                    <a:pt x="204247" y="329454"/>
                  </a:lnTo>
                  <a:lnTo>
                    <a:pt x="209402" y="328194"/>
                  </a:lnTo>
                  <a:lnTo>
                    <a:pt x="214515" y="326772"/>
                  </a:lnTo>
                  <a:lnTo>
                    <a:pt x="219580" y="325187"/>
                  </a:lnTo>
                  <a:lnTo>
                    <a:pt x="224592" y="323443"/>
                  </a:lnTo>
                  <a:lnTo>
                    <a:pt x="229546" y="321541"/>
                  </a:lnTo>
                  <a:lnTo>
                    <a:pt x="234437" y="319482"/>
                  </a:lnTo>
                  <a:lnTo>
                    <a:pt x="239261" y="317269"/>
                  </a:lnTo>
                  <a:lnTo>
                    <a:pt x="244011" y="314904"/>
                  </a:lnTo>
                  <a:lnTo>
                    <a:pt x="248685" y="312389"/>
                  </a:lnTo>
                  <a:lnTo>
                    <a:pt x="253276" y="309728"/>
                  </a:lnTo>
                  <a:lnTo>
                    <a:pt x="257780" y="306922"/>
                  </a:lnTo>
                  <a:lnTo>
                    <a:pt x="262193" y="303974"/>
                  </a:lnTo>
                  <a:lnTo>
                    <a:pt x="266510" y="300888"/>
                  </a:lnTo>
                  <a:lnTo>
                    <a:pt x="270727" y="297666"/>
                  </a:lnTo>
                  <a:lnTo>
                    <a:pt x="274840" y="294312"/>
                  </a:lnTo>
                  <a:lnTo>
                    <a:pt x="278844" y="290830"/>
                  </a:lnTo>
                  <a:lnTo>
                    <a:pt x="282736" y="287221"/>
                  </a:lnTo>
                  <a:lnTo>
                    <a:pt x="286511" y="283492"/>
                  </a:lnTo>
                  <a:lnTo>
                    <a:pt x="290166" y="279644"/>
                  </a:lnTo>
                  <a:lnTo>
                    <a:pt x="293696" y="275682"/>
                  </a:lnTo>
                  <a:lnTo>
                    <a:pt x="297100" y="271610"/>
                  </a:lnTo>
                  <a:lnTo>
                    <a:pt x="300372" y="267432"/>
                  </a:lnTo>
                  <a:lnTo>
                    <a:pt x="303510" y="263153"/>
                  </a:lnTo>
                  <a:lnTo>
                    <a:pt x="306511" y="258775"/>
                  </a:lnTo>
                  <a:lnTo>
                    <a:pt x="309371" y="254305"/>
                  </a:lnTo>
                  <a:lnTo>
                    <a:pt x="312088" y="249747"/>
                  </a:lnTo>
                  <a:lnTo>
                    <a:pt x="314659" y="245104"/>
                  </a:lnTo>
                  <a:lnTo>
                    <a:pt x="317081" y="240382"/>
                  </a:lnTo>
                  <a:lnTo>
                    <a:pt x="319352" y="235586"/>
                  </a:lnTo>
                  <a:lnTo>
                    <a:pt x="321469" y="230720"/>
                  </a:lnTo>
                  <a:lnTo>
                    <a:pt x="323431" y="225789"/>
                  </a:lnTo>
                  <a:lnTo>
                    <a:pt x="325236" y="220798"/>
                  </a:lnTo>
                  <a:lnTo>
                    <a:pt x="326881" y="215753"/>
                  </a:lnTo>
                  <a:lnTo>
                    <a:pt x="328366" y="210658"/>
                  </a:lnTo>
                  <a:lnTo>
                    <a:pt x="329688" y="205518"/>
                  </a:lnTo>
                  <a:lnTo>
                    <a:pt x="330846" y="200339"/>
                  </a:lnTo>
                  <a:lnTo>
                    <a:pt x="331839" y="195126"/>
                  </a:lnTo>
                  <a:lnTo>
                    <a:pt x="332666" y="189884"/>
                  </a:lnTo>
                  <a:lnTo>
                    <a:pt x="333326" y="184618"/>
                  </a:lnTo>
                  <a:lnTo>
                    <a:pt x="333819" y="179334"/>
                  </a:lnTo>
                  <a:lnTo>
                    <a:pt x="334144" y="174037"/>
                  </a:lnTo>
                  <a:lnTo>
                    <a:pt x="334300" y="168733"/>
                  </a:lnTo>
                  <a:lnTo>
                    <a:pt x="334288" y="163426"/>
                  </a:lnTo>
                  <a:lnTo>
                    <a:pt x="334108" y="158122"/>
                  </a:lnTo>
                  <a:lnTo>
                    <a:pt x="333759" y="152827"/>
                  </a:lnTo>
                  <a:lnTo>
                    <a:pt x="333243" y="147545"/>
                  </a:lnTo>
                  <a:lnTo>
                    <a:pt x="332559" y="142283"/>
                  </a:lnTo>
                  <a:lnTo>
                    <a:pt x="331708" y="137044"/>
                  </a:lnTo>
                  <a:lnTo>
                    <a:pt x="330691" y="131836"/>
                  </a:lnTo>
                  <a:lnTo>
                    <a:pt x="329510" y="126662"/>
                  </a:lnTo>
                  <a:lnTo>
                    <a:pt x="328165" y="121528"/>
                  </a:lnTo>
                  <a:lnTo>
                    <a:pt x="326658" y="116440"/>
                  </a:lnTo>
                  <a:lnTo>
                    <a:pt x="324990" y="111402"/>
                  </a:lnTo>
                  <a:lnTo>
                    <a:pt x="323163" y="106420"/>
                  </a:lnTo>
                  <a:lnTo>
                    <a:pt x="321179" y="101498"/>
                  </a:lnTo>
                  <a:lnTo>
                    <a:pt x="319039" y="96641"/>
                  </a:lnTo>
                  <a:lnTo>
                    <a:pt x="316747" y="91855"/>
                  </a:lnTo>
                  <a:lnTo>
                    <a:pt x="314303" y="87144"/>
                  </a:lnTo>
                  <a:lnTo>
                    <a:pt x="311712" y="82513"/>
                  </a:lnTo>
                  <a:lnTo>
                    <a:pt x="308974" y="77967"/>
                  </a:lnTo>
                  <a:lnTo>
                    <a:pt x="306094" y="73509"/>
                  </a:lnTo>
                  <a:lnTo>
                    <a:pt x="303074" y="69146"/>
                  </a:lnTo>
                  <a:lnTo>
                    <a:pt x="299917" y="64880"/>
                  </a:lnTo>
                  <a:lnTo>
                    <a:pt x="296626" y="60717"/>
                  </a:lnTo>
                  <a:lnTo>
                    <a:pt x="293204" y="56661"/>
                  </a:lnTo>
                  <a:lnTo>
                    <a:pt x="289655" y="52715"/>
                  </a:lnTo>
                  <a:lnTo>
                    <a:pt x="285983" y="48883"/>
                  </a:lnTo>
                  <a:lnTo>
                    <a:pt x="282191" y="45171"/>
                  </a:lnTo>
                  <a:lnTo>
                    <a:pt x="278284" y="41580"/>
                  </a:lnTo>
                  <a:lnTo>
                    <a:pt x="274264" y="38115"/>
                  </a:lnTo>
                  <a:lnTo>
                    <a:pt x="270136" y="34780"/>
                  </a:lnTo>
                  <a:lnTo>
                    <a:pt x="265905" y="31577"/>
                  </a:lnTo>
                  <a:lnTo>
                    <a:pt x="261574" y="28510"/>
                  </a:lnTo>
                  <a:lnTo>
                    <a:pt x="257147" y="25583"/>
                  </a:lnTo>
                  <a:lnTo>
                    <a:pt x="252631" y="22797"/>
                  </a:lnTo>
                  <a:lnTo>
                    <a:pt x="248027" y="20156"/>
                  </a:lnTo>
                  <a:lnTo>
                    <a:pt x="243343" y="17662"/>
                  </a:lnTo>
                  <a:lnTo>
                    <a:pt x="238582" y="15319"/>
                  </a:lnTo>
                  <a:lnTo>
                    <a:pt x="233748" y="13128"/>
                  </a:lnTo>
                  <a:lnTo>
                    <a:pt x="228848" y="11091"/>
                  </a:lnTo>
                  <a:lnTo>
                    <a:pt x="223885" y="9211"/>
                  </a:lnTo>
                  <a:lnTo>
                    <a:pt x="218865" y="7489"/>
                  </a:lnTo>
                  <a:lnTo>
                    <a:pt x="213793" y="5928"/>
                  </a:lnTo>
                  <a:lnTo>
                    <a:pt x="208674" y="4528"/>
                  </a:lnTo>
                  <a:lnTo>
                    <a:pt x="203514" y="3291"/>
                  </a:lnTo>
                  <a:lnTo>
                    <a:pt x="198316" y="2219"/>
                  </a:lnTo>
                  <a:lnTo>
                    <a:pt x="193087" y="1313"/>
                  </a:lnTo>
                  <a:lnTo>
                    <a:pt x="187832" y="572"/>
                  </a:lnTo>
                  <a:lnTo>
                    <a:pt x="182556" y="0"/>
                  </a:lnTo>
                  <a:lnTo>
                    <a:pt x="167148" y="166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5408" cy="167167"/>
            </a:xfrm>
            <a:custGeom>
              <a:avLst/>
              <a:pathLst>
                <a:path w="15408" h="167167">
                  <a:moveTo>
                    <a:pt x="15408" y="7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634" y="2633064"/>
              <a:ext cx="6113" cy="167167"/>
            </a:xfrm>
            <a:custGeom>
              <a:avLst/>
              <a:pathLst>
                <a:path w="6113" h="167167">
                  <a:moveTo>
                    <a:pt x="6113" y="0"/>
                  </a:moveTo>
                  <a:lnTo>
                    <a:pt x="0" y="111"/>
                  </a:lnTo>
                  <a:lnTo>
                    <a:pt x="61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634" y="2633176"/>
              <a:ext cx="6113" cy="167055"/>
            </a:xfrm>
            <a:custGeom>
              <a:avLst/>
              <a:pathLst>
                <a:path w="6113" h="167055">
                  <a:moveTo>
                    <a:pt x="0" y="0"/>
                  </a:moveTo>
                  <a:lnTo>
                    <a:pt x="6113" y="167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1" y="2633176"/>
              <a:ext cx="334314" cy="334221"/>
            </a:xfrm>
            <a:custGeom>
              <a:avLst/>
              <a:pathLst>
                <a:path w="334314" h="334221">
                  <a:moveTo>
                    <a:pt x="161043" y="0"/>
                  </a:moveTo>
                  <a:lnTo>
                    <a:pt x="155746" y="278"/>
                  </a:lnTo>
                  <a:lnTo>
                    <a:pt x="150460" y="724"/>
                  </a:lnTo>
                  <a:lnTo>
                    <a:pt x="145191" y="1337"/>
                  </a:lnTo>
                  <a:lnTo>
                    <a:pt x="139944" y="2117"/>
                  </a:lnTo>
                  <a:lnTo>
                    <a:pt x="134725" y="3064"/>
                  </a:lnTo>
                  <a:lnTo>
                    <a:pt x="129538" y="4175"/>
                  </a:lnTo>
                  <a:lnTo>
                    <a:pt x="124389" y="5451"/>
                  </a:lnTo>
                  <a:lnTo>
                    <a:pt x="119283" y="6889"/>
                  </a:lnTo>
                  <a:lnTo>
                    <a:pt x="114226" y="8489"/>
                  </a:lnTo>
                  <a:lnTo>
                    <a:pt x="109221" y="10248"/>
                  </a:lnTo>
                  <a:lnTo>
                    <a:pt x="104276" y="12165"/>
                  </a:lnTo>
                  <a:lnTo>
                    <a:pt x="99393" y="14238"/>
                  </a:lnTo>
                  <a:lnTo>
                    <a:pt x="94578" y="16465"/>
                  </a:lnTo>
                  <a:lnTo>
                    <a:pt x="89837" y="18844"/>
                  </a:lnTo>
                  <a:lnTo>
                    <a:pt x="85174" y="21371"/>
                  </a:lnTo>
                  <a:lnTo>
                    <a:pt x="80593" y="24046"/>
                  </a:lnTo>
                  <a:lnTo>
                    <a:pt x="76099" y="26864"/>
                  </a:lnTo>
                  <a:lnTo>
                    <a:pt x="71697" y="29824"/>
                  </a:lnTo>
                  <a:lnTo>
                    <a:pt x="67391" y="32922"/>
                  </a:lnTo>
                  <a:lnTo>
                    <a:pt x="63185" y="36155"/>
                  </a:lnTo>
                  <a:lnTo>
                    <a:pt x="59085" y="39519"/>
                  </a:lnTo>
                  <a:lnTo>
                    <a:pt x="55093" y="43013"/>
                  </a:lnTo>
                  <a:lnTo>
                    <a:pt x="51213" y="46630"/>
                  </a:lnTo>
                  <a:lnTo>
                    <a:pt x="47451" y="50370"/>
                  </a:lnTo>
                  <a:lnTo>
                    <a:pt x="43809" y="54226"/>
                  </a:lnTo>
                  <a:lnTo>
                    <a:pt x="40291" y="58197"/>
                  </a:lnTo>
                  <a:lnTo>
                    <a:pt x="36901" y="62277"/>
                  </a:lnTo>
                  <a:lnTo>
                    <a:pt x="33643" y="66462"/>
                  </a:lnTo>
                  <a:lnTo>
                    <a:pt x="30518" y="70749"/>
                  </a:lnTo>
                  <a:lnTo>
                    <a:pt x="27531" y="75133"/>
                  </a:lnTo>
                  <a:lnTo>
                    <a:pt x="24685" y="79609"/>
                  </a:lnTo>
                  <a:lnTo>
                    <a:pt x="21983" y="84173"/>
                  </a:lnTo>
                  <a:lnTo>
                    <a:pt x="19426" y="88821"/>
                  </a:lnTo>
                  <a:lnTo>
                    <a:pt x="17018" y="93548"/>
                  </a:lnTo>
                  <a:lnTo>
                    <a:pt x="14762" y="98348"/>
                  </a:lnTo>
                  <a:lnTo>
                    <a:pt x="12658" y="103218"/>
                  </a:lnTo>
                  <a:lnTo>
                    <a:pt x="10711" y="108152"/>
                  </a:lnTo>
                  <a:lnTo>
                    <a:pt x="8921" y="113145"/>
                  </a:lnTo>
                  <a:lnTo>
                    <a:pt x="7290" y="118193"/>
                  </a:lnTo>
                  <a:lnTo>
                    <a:pt x="5820" y="123290"/>
                  </a:lnTo>
                  <a:lnTo>
                    <a:pt x="4513" y="128431"/>
                  </a:lnTo>
                  <a:lnTo>
                    <a:pt x="3369" y="133610"/>
                  </a:lnTo>
                  <a:lnTo>
                    <a:pt x="2390" y="138824"/>
                  </a:lnTo>
                  <a:lnTo>
                    <a:pt x="1578" y="144066"/>
                  </a:lnTo>
                  <a:lnTo>
                    <a:pt x="932" y="149331"/>
                  </a:lnTo>
                  <a:lnTo>
                    <a:pt x="453" y="154613"/>
                  </a:lnTo>
                  <a:lnTo>
                    <a:pt x="142" y="159909"/>
                  </a:lnTo>
                  <a:lnTo>
                    <a:pt x="0" y="165211"/>
                  </a:lnTo>
                  <a:lnTo>
                    <a:pt x="25" y="170516"/>
                  </a:lnTo>
                  <a:lnTo>
                    <a:pt x="219" y="175817"/>
                  </a:lnTo>
                  <a:lnTo>
                    <a:pt x="581" y="181109"/>
                  </a:lnTo>
                  <a:lnTo>
                    <a:pt x="1111" y="186387"/>
                  </a:lnTo>
                  <a:lnTo>
                    <a:pt x="1808" y="191645"/>
                  </a:lnTo>
                  <a:lnTo>
                    <a:pt x="2671" y="196879"/>
                  </a:lnTo>
                  <a:lnTo>
                    <a:pt x="3700" y="202083"/>
                  </a:lnTo>
                  <a:lnTo>
                    <a:pt x="4894" y="207251"/>
                  </a:lnTo>
                  <a:lnTo>
                    <a:pt x="6251" y="212379"/>
                  </a:lnTo>
                  <a:lnTo>
                    <a:pt x="7770" y="217462"/>
                  </a:lnTo>
                  <a:lnTo>
                    <a:pt x="9450" y="222493"/>
                  </a:lnTo>
                  <a:lnTo>
                    <a:pt x="11288" y="227469"/>
                  </a:lnTo>
                  <a:lnTo>
                    <a:pt x="13283" y="232384"/>
                  </a:lnTo>
                  <a:lnTo>
                    <a:pt x="15433" y="237233"/>
                  </a:lnTo>
                  <a:lnTo>
                    <a:pt x="17736" y="242012"/>
                  </a:lnTo>
                  <a:lnTo>
                    <a:pt x="20190" y="246715"/>
                  </a:lnTo>
                  <a:lnTo>
                    <a:pt x="22791" y="251338"/>
                  </a:lnTo>
                  <a:lnTo>
                    <a:pt x="25538" y="255876"/>
                  </a:lnTo>
                  <a:lnTo>
                    <a:pt x="28427" y="260324"/>
                  </a:lnTo>
                  <a:lnTo>
                    <a:pt x="31456" y="264679"/>
                  </a:lnTo>
                  <a:lnTo>
                    <a:pt x="34622" y="268935"/>
                  </a:lnTo>
                  <a:lnTo>
                    <a:pt x="37921" y="273089"/>
                  </a:lnTo>
                  <a:lnTo>
                    <a:pt x="41351" y="277136"/>
                  </a:lnTo>
                  <a:lnTo>
                    <a:pt x="44906" y="281072"/>
                  </a:lnTo>
                  <a:lnTo>
                    <a:pt x="48585" y="284893"/>
                  </a:lnTo>
                  <a:lnTo>
                    <a:pt x="52384" y="288596"/>
                  </a:lnTo>
                  <a:lnTo>
                    <a:pt x="56298" y="292176"/>
                  </a:lnTo>
                  <a:lnTo>
                    <a:pt x="60324" y="295630"/>
                  </a:lnTo>
                  <a:lnTo>
                    <a:pt x="64457" y="298955"/>
                  </a:lnTo>
                  <a:lnTo>
                    <a:pt x="68693" y="302147"/>
                  </a:lnTo>
                  <a:lnTo>
                    <a:pt x="73029" y="305203"/>
                  </a:lnTo>
                  <a:lnTo>
                    <a:pt x="77460" y="308120"/>
                  </a:lnTo>
                  <a:lnTo>
                    <a:pt x="81980" y="310895"/>
                  </a:lnTo>
                  <a:lnTo>
                    <a:pt x="86587" y="313525"/>
                  </a:lnTo>
                  <a:lnTo>
                    <a:pt x="91275" y="316008"/>
                  </a:lnTo>
                  <a:lnTo>
                    <a:pt x="96039" y="318340"/>
                  </a:lnTo>
                  <a:lnTo>
                    <a:pt x="100875" y="320520"/>
                  </a:lnTo>
                  <a:lnTo>
                    <a:pt x="105777" y="322546"/>
                  </a:lnTo>
                  <a:lnTo>
                    <a:pt x="110741" y="324415"/>
                  </a:lnTo>
                  <a:lnTo>
                    <a:pt x="115762" y="326126"/>
                  </a:lnTo>
                  <a:lnTo>
                    <a:pt x="120835" y="327677"/>
                  </a:lnTo>
                  <a:lnTo>
                    <a:pt x="125955" y="329065"/>
                  </a:lnTo>
                  <a:lnTo>
                    <a:pt x="131116" y="330291"/>
                  </a:lnTo>
                  <a:lnTo>
                    <a:pt x="136313" y="331352"/>
                  </a:lnTo>
                  <a:lnTo>
                    <a:pt x="141541" y="332248"/>
                  </a:lnTo>
                  <a:lnTo>
                    <a:pt x="146795" y="332978"/>
                  </a:lnTo>
                  <a:lnTo>
                    <a:pt x="152070" y="333540"/>
                  </a:lnTo>
                  <a:lnTo>
                    <a:pt x="157360" y="333935"/>
                  </a:lnTo>
                  <a:lnTo>
                    <a:pt x="162659" y="334162"/>
                  </a:lnTo>
                  <a:lnTo>
                    <a:pt x="167963" y="334221"/>
                  </a:lnTo>
                  <a:lnTo>
                    <a:pt x="173267" y="334111"/>
                  </a:lnTo>
                  <a:lnTo>
                    <a:pt x="178564" y="333833"/>
                  </a:lnTo>
                  <a:lnTo>
                    <a:pt x="183850" y="333387"/>
                  </a:lnTo>
                  <a:lnTo>
                    <a:pt x="189119" y="332774"/>
                  </a:lnTo>
                  <a:lnTo>
                    <a:pt x="194366" y="331993"/>
                  </a:lnTo>
                  <a:lnTo>
                    <a:pt x="199585" y="331047"/>
                  </a:lnTo>
                  <a:lnTo>
                    <a:pt x="204772" y="329936"/>
                  </a:lnTo>
                  <a:lnTo>
                    <a:pt x="209921" y="328660"/>
                  </a:lnTo>
                  <a:lnTo>
                    <a:pt x="215026" y="327222"/>
                  </a:lnTo>
                  <a:lnTo>
                    <a:pt x="220084" y="325623"/>
                  </a:lnTo>
                  <a:lnTo>
                    <a:pt x="225088" y="323864"/>
                  </a:lnTo>
                  <a:lnTo>
                    <a:pt x="230034" y="321947"/>
                  </a:lnTo>
                  <a:lnTo>
                    <a:pt x="234917" y="319874"/>
                  </a:lnTo>
                  <a:lnTo>
                    <a:pt x="239732" y="317647"/>
                  </a:lnTo>
                  <a:lnTo>
                    <a:pt x="244473" y="315268"/>
                  </a:lnTo>
                  <a:lnTo>
                    <a:pt x="249136" y="312741"/>
                  </a:lnTo>
                  <a:lnTo>
                    <a:pt x="253717" y="310066"/>
                  </a:lnTo>
                  <a:lnTo>
                    <a:pt x="258211" y="307248"/>
                  </a:lnTo>
                  <a:lnTo>
                    <a:pt x="262613" y="304288"/>
                  </a:lnTo>
                  <a:lnTo>
                    <a:pt x="266920" y="301191"/>
                  </a:lnTo>
                  <a:lnTo>
                    <a:pt x="271125" y="297958"/>
                  </a:lnTo>
                  <a:lnTo>
                    <a:pt x="275226" y="294593"/>
                  </a:lnTo>
                  <a:lnTo>
                    <a:pt x="279218" y="291100"/>
                  </a:lnTo>
                  <a:lnTo>
                    <a:pt x="283097" y="287482"/>
                  </a:lnTo>
                  <a:lnTo>
                    <a:pt x="286860" y="283743"/>
                  </a:lnTo>
                  <a:lnTo>
                    <a:pt x="290502" y="279887"/>
                  </a:lnTo>
                  <a:lnTo>
                    <a:pt x="294020" y="275916"/>
                  </a:lnTo>
                  <a:lnTo>
                    <a:pt x="297410" y="271836"/>
                  </a:lnTo>
                  <a:lnTo>
                    <a:pt x="300669" y="267651"/>
                  </a:lnTo>
                  <a:lnTo>
                    <a:pt x="303793" y="263364"/>
                  </a:lnTo>
                  <a:lnTo>
                    <a:pt x="306780" y="258981"/>
                  </a:lnTo>
                  <a:lnTo>
                    <a:pt x="309626" y="254505"/>
                  </a:lnTo>
                  <a:lnTo>
                    <a:pt x="312329" y="249940"/>
                  </a:lnTo>
                  <a:lnTo>
                    <a:pt x="314886" y="245293"/>
                  </a:lnTo>
                  <a:lnTo>
                    <a:pt x="317294" y="240566"/>
                  </a:lnTo>
                  <a:lnTo>
                    <a:pt x="319550" y="235766"/>
                  </a:lnTo>
                  <a:lnTo>
                    <a:pt x="321654" y="230896"/>
                  </a:lnTo>
                  <a:lnTo>
                    <a:pt x="323601" y="225962"/>
                  </a:lnTo>
                  <a:lnTo>
                    <a:pt x="325392" y="220969"/>
                  </a:lnTo>
                  <a:lnTo>
                    <a:pt x="327023" y="215921"/>
                  </a:lnTo>
                  <a:lnTo>
                    <a:pt x="328492" y="210824"/>
                  </a:lnTo>
                  <a:lnTo>
                    <a:pt x="329800" y="205684"/>
                  </a:lnTo>
                  <a:lnTo>
                    <a:pt x="330944" y="200504"/>
                  </a:lnTo>
                  <a:lnTo>
                    <a:pt x="331922" y="195290"/>
                  </a:lnTo>
                  <a:lnTo>
                    <a:pt x="332735" y="190048"/>
                  </a:lnTo>
                  <a:lnTo>
                    <a:pt x="333381" y="184783"/>
                  </a:lnTo>
                  <a:lnTo>
                    <a:pt x="333860" y="179501"/>
                  </a:lnTo>
                  <a:lnTo>
                    <a:pt x="334171" y="174205"/>
                  </a:lnTo>
                  <a:lnTo>
                    <a:pt x="334314" y="168903"/>
                  </a:lnTo>
                  <a:lnTo>
                    <a:pt x="334288" y="163598"/>
                  </a:lnTo>
                  <a:lnTo>
                    <a:pt x="334095" y="158297"/>
                  </a:lnTo>
                  <a:lnTo>
                    <a:pt x="333733" y="153005"/>
                  </a:lnTo>
                  <a:lnTo>
                    <a:pt x="333203" y="147727"/>
                  </a:lnTo>
                  <a:lnTo>
                    <a:pt x="332506" y="142469"/>
                  </a:lnTo>
                  <a:lnTo>
                    <a:pt x="331643" y="137235"/>
                  </a:lnTo>
                  <a:lnTo>
                    <a:pt x="330614" y="132031"/>
                  </a:lnTo>
                  <a:lnTo>
                    <a:pt x="329420" y="126863"/>
                  </a:lnTo>
                  <a:lnTo>
                    <a:pt x="328064" y="121735"/>
                  </a:lnTo>
                  <a:lnTo>
                    <a:pt x="326545" y="116652"/>
                  </a:lnTo>
                  <a:lnTo>
                    <a:pt x="324865" y="111621"/>
                  </a:lnTo>
                  <a:lnTo>
                    <a:pt x="323027" y="106645"/>
                  </a:lnTo>
                  <a:lnTo>
                    <a:pt x="321032" y="101730"/>
                  </a:lnTo>
                  <a:lnTo>
                    <a:pt x="318882" y="96880"/>
                  </a:lnTo>
                  <a:lnTo>
                    <a:pt x="316579" y="92102"/>
                  </a:lnTo>
                  <a:lnTo>
                    <a:pt x="314126" y="87399"/>
                  </a:lnTo>
                  <a:lnTo>
                    <a:pt x="311524" y="82776"/>
                  </a:lnTo>
                  <a:lnTo>
                    <a:pt x="308778" y="78238"/>
                  </a:lnTo>
                  <a:lnTo>
                    <a:pt x="305888" y="73789"/>
                  </a:lnTo>
                  <a:lnTo>
                    <a:pt x="302859" y="69435"/>
                  </a:lnTo>
                  <a:lnTo>
                    <a:pt x="299694" y="65178"/>
                  </a:lnTo>
                  <a:lnTo>
                    <a:pt x="296395" y="61024"/>
                  </a:lnTo>
                  <a:lnTo>
                    <a:pt x="292966" y="56977"/>
                  </a:lnTo>
                  <a:lnTo>
                    <a:pt x="289410" y="53041"/>
                  </a:lnTo>
                  <a:lnTo>
                    <a:pt x="285731" y="49220"/>
                  </a:lnTo>
                  <a:lnTo>
                    <a:pt x="281932" y="45517"/>
                  </a:lnTo>
                  <a:lnTo>
                    <a:pt x="278019" y="41937"/>
                  </a:lnTo>
                  <a:lnTo>
                    <a:pt x="273993" y="38482"/>
                  </a:lnTo>
                  <a:lnTo>
                    <a:pt x="269860" y="35157"/>
                  </a:lnTo>
                  <a:lnTo>
                    <a:pt x="265623" y="31965"/>
                  </a:lnTo>
                  <a:lnTo>
                    <a:pt x="261288" y="28909"/>
                  </a:lnTo>
                  <a:lnTo>
                    <a:pt x="256857" y="25992"/>
                  </a:lnTo>
                  <a:lnTo>
                    <a:pt x="252337" y="23217"/>
                  </a:lnTo>
                  <a:lnTo>
                    <a:pt x="247730" y="20587"/>
                  </a:lnTo>
                  <a:lnTo>
                    <a:pt x="243042" y="18104"/>
                  </a:lnTo>
                  <a:lnTo>
                    <a:pt x="238278" y="15772"/>
                  </a:lnTo>
                  <a:lnTo>
                    <a:pt x="233443" y="13591"/>
                  </a:lnTo>
                  <a:lnTo>
                    <a:pt x="228540" y="11565"/>
                  </a:lnTo>
                  <a:lnTo>
                    <a:pt x="223576" y="9696"/>
                  </a:lnTo>
                  <a:lnTo>
                    <a:pt x="167157" y="167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6419" cy="167167"/>
            </a:xfrm>
            <a:custGeom>
              <a:avLst/>
              <a:pathLst>
                <a:path w="56419" h="167167">
                  <a:moveTo>
                    <a:pt x="56419" y="9808"/>
                  </a:moveTo>
                  <a:lnTo>
                    <a:pt x="50360" y="7766"/>
                  </a:lnTo>
                  <a:lnTo>
                    <a:pt x="44227" y="5956"/>
                  </a:lnTo>
                  <a:lnTo>
                    <a:pt x="38030" y="4383"/>
                  </a:lnTo>
                  <a:lnTo>
                    <a:pt x="31777" y="3048"/>
                  </a:lnTo>
                  <a:lnTo>
                    <a:pt x="25477" y="1952"/>
                  </a:lnTo>
                  <a:lnTo>
                    <a:pt x="19140" y="1099"/>
                  </a:lnTo>
                  <a:lnTo>
                    <a:pt x="12776" y="488"/>
                  </a:lnTo>
                  <a:lnTo>
                    <a:pt x="6392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247" y="3170392"/>
              <a:ext cx="23733" cy="167167"/>
            </a:xfrm>
            <a:custGeom>
              <a:avLst/>
              <a:pathLst>
                <a:path w="23733" h="167167">
                  <a:moveTo>
                    <a:pt x="23733" y="0"/>
                  </a:moveTo>
                  <a:lnTo>
                    <a:pt x="15798" y="188"/>
                  </a:lnTo>
                  <a:lnTo>
                    <a:pt x="7881" y="753"/>
                  </a:lnTo>
                  <a:lnTo>
                    <a:pt x="0" y="1693"/>
                  </a:lnTo>
                  <a:lnTo>
                    <a:pt x="237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247" y="3172085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3" y="3172085"/>
              <a:ext cx="334334" cy="332622"/>
            </a:xfrm>
            <a:custGeom>
              <a:avLst/>
              <a:pathLst>
                <a:path w="334334" h="332622">
                  <a:moveTo>
                    <a:pt x="143434" y="0"/>
                  </a:moveTo>
                  <a:lnTo>
                    <a:pt x="138194" y="836"/>
                  </a:lnTo>
                  <a:lnTo>
                    <a:pt x="132983" y="1839"/>
                  </a:lnTo>
                  <a:lnTo>
                    <a:pt x="127806" y="3006"/>
                  </a:lnTo>
                  <a:lnTo>
                    <a:pt x="122669" y="4337"/>
                  </a:lnTo>
                  <a:lnTo>
                    <a:pt x="117577" y="5831"/>
                  </a:lnTo>
                  <a:lnTo>
                    <a:pt x="112535" y="7485"/>
                  </a:lnTo>
                  <a:lnTo>
                    <a:pt x="107548" y="9299"/>
                  </a:lnTo>
                  <a:lnTo>
                    <a:pt x="102621" y="11270"/>
                  </a:lnTo>
                  <a:lnTo>
                    <a:pt x="97759" y="13396"/>
                  </a:lnTo>
                  <a:lnTo>
                    <a:pt x="92967" y="15676"/>
                  </a:lnTo>
                  <a:lnTo>
                    <a:pt x="88250" y="18106"/>
                  </a:lnTo>
                  <a:lnTo>
                    <a:pt x="83613" y="20685"/>
                  </a:lnTo>
                  <a:lnTo>
                    <a:pt x="79059" y="23410"/>
                  </a:lnTo>
                  <a:lnTo>
                    <a:pt x="74594" y="26279"/>
                  </a:lnTo>
                  <a:lnTo>
                    <a:pt x="70223" y="29287"/>
                  </a:lnTo>
                  <a:lnTo>
                    <a:pt x="65949" y="32433"/>
                  </a:lnTo>
                  <a:lnTo>
                    <a:pt x="61778" y="35712"/>
                  </a:lnTo>
                  <a:lnTo>
                    <a:pt x="57712" y="39123"/>
                  </a:lnTo>
                  <a:lnTo>
                    <a:pt x="53757" y="42660"/>
                  </a:lnTo>
                  <a:lnTo>
                    <a:pt x="49916" y="46322"/>
                  </a:lnTo>
                  <a:lnTo>
                    <a:pt x="46193" y="50104"/>
                  </a:lnTo>
                  <a:lnTo>
                    <a:pt x="42592" y="54001"/>
                  </a:lnTo>
                  <a:lnTo>
                    <a:pt x="39117" y="58011"/>
                  </a:lnTo>
                  <a:lnTo>
                    <a:pt x="35770" y="62130"/>
                  </a:lnTo>
                  <a:lnTo>
                    <a:pt x="32557" y="66353"/>
                  </a:lnTo>
                  <a:lnTo>
                    <a:pt x="29478" y="70675"/>
                  </a:lnTo>
                  <a:lnTo>
                    <a:pt x="26539" y="75093"/>
                  </a:lnTo>
                  <a:lnTo>
                    <a:pt x="23741" y="79602"/>
                  </a:lnTo>
                  <a:lnTo>
                    <a:pt x="21088" y="84198"/>
                  </a:lnTo>
                  <a:lnTo>
                    <a:pt x="18582" y="88875"/>
                  </a:lnTo>
                  <a:lnTo>
                    <a:pt x="16225" y="93630"/>
                  </a:lnTo>
                  <a:lnTo>
                    <a:pt x="14021" y="98457"/>
                  </a:lnTo>
                  <a:lnTo>
                    <a:pt x="11971" y="103352"/>
                  </a:lnTo>
                  <a:lnTo>
                    <a:pt x="10077" y="108309"/>
                  </a:lnTo>
                  <a:lnTo>
                    <a:pt x="8342" y="113324"/>
                  </a:lnTo>
                  <a:lnTo>
                    <a:pt x="6767" y="118391"/>
                  </a:lnTo>
                  <a:lnTo>
                    <a:pt x="5353" y="123506"/>
                  </a:lnTo>
                  <a:lnTo>
                    <a:pt x="4103" y="128663"/>
                  </a:lnTo>
                  <a:lnTo>
                    <a:pt x="3017" y="133857"/>
                  </a:lnTo>
                  <a:lnTo>
                    <a:pt x="2096" y="139083"/>
                  </a:lnTo>
                  <a:lnTo>
                    <a:pt x="1341" y="144336"/>
                  </a:lnTo>
                  <a:lnTo>
                    <a:pt x="754" y="149610"/>
                  </a:lnTo>
                  <a:lnTo>
                    <a:pt x="334" y="154900"/>
                  </a:lnTo>
                  <a:lnTo>
                    <a:pt x="83" y="160200"/>
                  </a:lnTo>
                  <a:lnTo>
                    <a:pt x="0" y="165506"/>
                  </a:lnTo>
                  <a:lnTo>
                    <a:pt x="85" y="170812"/>
                  </a:lnTo>
                  <a:lnTo>
                    <a:pt x="338" y="176112"/>
                  </a:lnTo>
                  <a:lnTo>
                    <a:pt x="760" y="181402"/>
                  </a:lnTo>
                  <a:lnTo>
                    <a:pt x="1350" y="186676"/>
                  </a:lnTo>
                  <a:lnTo>
                    <a:pt x="2106" y="191928"/>
                  </a:lnTo>
                  <a:lnTo>
                    <a:pt x="3029" y="197154"/>
                  </a:lnTo>
                  <a:lnTo>
                    <a:pt x="4117" y="202348"/>
                  </a:lnTo>
                  <a:lnTo>
                    <a:pt x="5370" y="207504"/>
                  </a:lnTo>
                  <a:lnTo>
                    <a:pt x="6785" y="212619"/>
                  </a:lnTo>
                  <a:lnTo>
                    <a:pt x="8362" y="217685"/>
                  </a:lnTo>
                  <a:lnTo>
                    <a:pt x="10100" y="222700"/>
                  </a:lnTo>
                  <a:lnTo>
                    <a:pt x="11995" y="227656"/>
                  </a:lnTo>
                  <a:lnTo>
                    <a:pt x="14047" y="232550"/>
                  </a:lnTo>
                  <a:lnTo>
                    <a:pt x="16253" y="237376"/>
                  </a:lnTo>
                  <a:lnTo>
                    <a:pt x="18611" y="242130"/>
                  </a:lnTo>
                  <a:lnTo>
                    <a:pt x="21119" y="246806"/>
                  </a:lnTo>
                  <a:lnTo>
                    <a:pt x="23774" y="251401"/>
                  </a:lnTo>
                  <a:lnTo>
                    <a:pt x="26574" y="255909"/>
                  </a:lnTo>
                  <a:lnTo>
                    <a:pt x="29515" y="260326"/>
                  </a:lnTo>
                  <a:lnTo>
                    <a:pt x="32595" y="264647"/>
                  </a:lnTo>
                  <a:lnTo>
                    <a:pt x="35811" y="268868"/>
                  </a:lnTo>
                  <a:lnTo>
                    <a:pt x="39159" y="272986"/>
                  </a:lnTo>
                  <a:lnTo>
                    <a:pt x="42635" y="276994"/>
                  </a:lnTo>
                  <a:lnTo>
                    <a:pt x="46238" y="280891"/>
                  </a:lnTo>
                  <a:lnTo>
                    <a:pt x="49962" y="284671"/>
                  </a:lnTo>
                  <a:lnTo>
                    <a:pt x="53805" y="288331"/>
                  </a:lnTo>
                  <a:lnTo>
                    <a:pt x="57761" y="291867"/>
                  </a:lnTo>
                  <a:lnTo>
                    <a:pt x="61828" y="295276"/>
                  </a:lnTo>
                  <a:lnTo>
                    <a:pt x="66001" y="298554"/>
                  </a:lnTo>
                  <a:lnTo>
                    <a:pt x="70276" y="301698"/>
                  </a:lnTo>
                  <a:lnTo>
                    <a:pt x="74648" y="304705"/>
                  </a:lnTo>
                  <a:lnTo>
                    <a:pt x="79114" y="307571"/>
                  </a:lnTo>
                  <a:lnTo>
                    <a:pt x="83669" y="310294"/>
                  </a:lnTo>
                  <a:lnTo>
                    <a:pt x="88307" y="312872"/>
                  </a:lnTo>
                  <a:lnTo>
                    <a:pt x="93026" y="315300"/>
                  </a:lnTo>
                  <a:lnTo>
                    <a:pt x="97818" y="317578"/>
                  </a:lnTo>
                  <a:lnTo>
                    <a:pt x="102681" y="319703"/>
                  </a:lnTo>
                  <a:lnTo>
                    <a:pt x="107609" y="321672"/>
                  </a:lnTo>
                  <a:lnTo>
                    <a:pt x="112597" y="323483"/>
                  </a:lnTo>
                  <a:lnTo>
                    <a:pt x="117639" y="325136"/>
                  </a:lnTo>
                  <a:lnTo>
                    <a:pt x="122732" y="326627"/>
                  </a:lnTo>
                  <a:lnTo>
                    <a:pt x="127869" y="327956"/>
                  </a:lnTo>
                  <a:lnTo>
                    <a:pt x="133046" y="329122"/>
                  </a:lnTo>
                  <a:lnTo>
                    <a:pt x="138258" y="330122"/>
                  </a:lnTo>
                  <a:lnTo>
                    <a:pt x="143498" y="330957"/>
                  </a:lnTo>
                  <a:lnTo>
                    <a:pt x="148763" y="331625"/>
                  </a:lnTo>
                  <a:lnTo>
                    <a:pt x="154045" y="332125"/>
                  </a:lnTo>
                  <a:lnTo>
                    <a:pt x="159342" y="332458"/>
                  </a:lnTo>
                  <a:lnTo>
                    <a:pt x="164646" y="332622"/>
                  </a:lnTo>
                  <a:lnTo>
                    <a:pt x="169952" y="332618"/>
                  </a:lnTo>
                  <a:lnTo>
                    <a:pt x="175256" y="332445"/>
                  </a:lnTo>
                  <a:lnTo>
                    <a:pt x="180552" y="332104"/>
                  </a:lnTo>
                  <a:lnTo>
                    <a:pt x="185834" y="331596"/>
                  </a:lnTo>
                  <a:lnTo>
                    <a:pt x="191097" y="330919"/>
                  </a:lnTo>
                  <a:lnTo>
                    <a:pt x="196336" y="330077"/>
                  </a:lnTo>
                  <a:lnTo>
                    <a:pt x="201546" y="329068"/>
                  </a:lnTo>
                  <a:lnTo>
                    <a:pt x="206721" y="327894"/>
                  </a:lnTo>
                  <a:lnTo>
                    <a:pt x="211856" y="326557"/>
                  </a:lnTo>
                  <a:lnTo>
                    <a:pt x="216947" y="325057"/>
                  </a:lnTo>
                  <a:lnTo>
                    <a:pt x="221987" y="323397"/>
                  </a:lnTo>
                  <a:lnTo>
                    <a:pt x="226972" y="321577"/>
                  </a:lnTo>
                  <a:lnTo>
                    <a:pt x="231896" y="319601"/>
                  </a:lnTo>
                  <a:lnTo>
                    <a:pt x="236756" y="317468"/>
                  </a:lnTo>
                  <a:lnTo>
                    <a:pt x="241545" y="315183"/>
                  </a:lnTo>
                  <a:lnTo>
                    <a:pt x="246259" y="312747"/>
                  </a:lnTo>
                  <a:lnTo>
                    <a:pt x="250894" y="310162"/>
                  </a:lnTo>
                  <a:lnTo>
                    <a:pt x="255444" y="307432"/>
                  </a:lnTo>
                  <a:lnTo>
                    <a:pt x="259905" y="304558"/>
                  </a:lnTo>
                  <a:lnTo>
                    <a:pt x="264273" y="301545"/>
                  </a:lnTo>
                  <a:lnTo>
                    <a:pt x="268543" y="298394"/>
                  </a:lnTo>
                  <a:lnTo>
                    <a:pt x="272711" y="295110"/>
                  </a:lnTo>
                  <a:lnTo>
                    <a:pt x="276772" y="291694"/>
                  </a:lnTo>
                  <a:lnTo>
                    <a:pt x="280723" y="288152"/>
                  </a:lnTo>
                  <a:lnTo>
                    <a:pt x="284560" y="284486"/>
                  </a:lnTo>
                  <a:lnTo>
                    <a:pt x="288278" y="280700"/>
                  </a:lnTo>
                  <a:lnTo>
                    <a:pt x="291874" y="276798"/>
                  </a:lnTo>
                  <a:lnTo>
                    <a:pt x="295345" y="272783"/>
                  </a:lnTo>
                  <a:lnTo>
                    <a:pt x="298686" y="268661"/>
                  </a:lnTo>
                  <a:lnTo>
                    <a:pt x="301895" y="264434"/>
                  </a:lnTo>
                  <a:lnTo>
                    <a:pt x="304968" y="260108"/>
                  </a:lnTo>
                  <a:lnTo>
                    <a:pt x="307903" y="255687"/>
                  </a:lnTo>
                  <a:lnTo>
                    <a:pt x="310695" y="251174"/>
                  </a:lnTo>
                  <a:lnTo>
                    <a:pt x="313343" y="246576"/>
                  </a:lnTo>
                  <a:lnTo>
                    <a:pt x="315843" y="241895"/>
                  </a:lnTo>
                  <a:lnTo>
                    <a:pt x="318194" y="237138"/>
                  </a:lnTo>
                  <a:lnTo>
                    <a:pt x="320393" y="232308"/>
                  </a:lnTo>
                  <a:lnTo>
                    <a:pt x="322437" y="227411"/>
                  </a:lnTo>
                  <a:lnTo>
                    <a:pt x="324324" y="222452"/>
                  </a:lnTo>
                  <a:lnTo>
                    <a:pt x="326054" y="217435"/>
                  </a:lnTo>
                  <a:lnTo>
                    <a:pt x="327623" y="212365"/>
                  </a:lnTo>
                  <a:lnTo>
                    <a:pt x="329030" y="207249"/>
                  </a:lnTo>
                  <a:lnTo>
                    <a:pt x="330275" y="202090"/>
                  </a:lnTo>
                  <a:lnTo>
                    <a:pt x="331355" y="196895"/>
                  </a:lnTo>
                  <a:lnTo>
                    <a:pt x="332269" y="191668"/>
                  </a:lnTo>
                  <a:lnTo>
                    <a:pt x="333018" y="186414"/>
                  </a:lnTo>
                  <a:lnTo>
                    <a:pt x="333599" y="181140"/>
                  </a:lnTo>
                  <a:lnTo>
                    <a:pt x="334012" y="175849"/>
                  </a:lnTo>
                  <a:lnTo>
                    <a:pt x="334257" y="170548"/>
                  </a:lnTo>
                  <a:lnTo>
                    <a:pt x="334334" y="165242"/>
                  </a:lnTo>
                  <a:lnTo>
                    <a:pt x="334243" y="159936"/>
                  </a:lnTo>
                  <a:lnTo>
                    <a:pt x="333983" y="154636"/>
                  </a:lnTo>
                  <a:lnTo>
                    <a:pt x="333555" y="149347"/>
                  </a:lnTo>
                  <a:lnTo>
                    <a:pt x="332959" y="144074"/>
                  </a:lnTo>
                  <a:lnTo>
                    <a:pt x="332196" y="138823"/>
                  </a:lnTo>
                  <a:lnTo>
                    <a:pt x="331267" y="133598"/>
                  </a:lnTo>
                  <a:lnTo>
                    <a:pt x="330173" y="128405"/>
                  </a:lnTo>
                  <a:lnTo>
                    <a:pt x="328914" y="123250"/>
                  </a:lnTo>
                  <a:lnTo>
                    <a:pt x="327492" y="118138"/>
                  </a:lnTo>
                  <a:lnTo>
                    <a:pt x="325909" y="113073"/>
                  </a:lnTo>
                  <a:lnTo>
                    <a:pt x="324166" y="108061"/>
                  </a:lnTo>
                  <a:lnTo>
                    <a:pt x="322265" y="103107"/>
                  </a:lnTo>
                  <a:lnTo>
                    <a:pt x="320207" y="98215"/>
                  </a:lnTo>
                  <a:lnTo>
                    <a:pt x="317995" y="93392"/>
                  </a:lnTo>
                  <a:lnTo>
                    <a:pt x="315631" y="88641"/>
                  </a:lnTo>
                  <a:lnTo>
                    <a:pt x="313118" y="83967"/>
                  </a:lnTo>
                  <a:lnTo>
                    <a:pt x="310457" y="79376"/>
                  </a:lnTo>
                  <a:lnTo>
                    <a:pt x="307652" y="74871"/>
                  </a:lnTo>
                  <a:lnTo>
                    <a:pt x="304706" y="70458"/>
                  </a:lnTo>
                  <a:lnTo>
                    <a:pt x="301621" y="66140"/>
                  </a:lnTo>
                  <a:lnTo>
                    <a:pt x="298400" y="61923"/>
                  </a:lnTo>
                  <a:lnTo>
                    <a:pt x="295047" y="57809"/>
                  </a:lnTo>
                  <a:lnTo>
                    <a:pt x="291566" y="53805"/>
                  </a:lnTo>
                  <a:lnTo>
                    <a:pt x="287959" y="49913"/>
                  </a:lnTo>
                  <a:lnTo>
                    <a:pt x="284230" y="46137"/>
                  </a:lnTo>
                  <a:lnTo>
                    <a:pt x="280383" y="42482"/>
                  </a:lnTo>
                  <a:lnTo>
                    <a:pt x="276422" y="38950"/>
                  </a:lnTo>
                  <a:lnTo>
                    <a:pt x="272351" y="35546"/>
                  </a:lnTo>
                  <a:lnTo>
                    <a:pt x="268174" y="32273"/>
                  </a:lnTo>
                  <a:lnTo>
                    <a:pt x="263896" y="29134"/>
                  </a:lnTo>
                  <a:lnTo>
                    <a:pt x="167167" y="165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6728" cy="167167"/>
            </a:xfrm>
            <a:custGeom>
              <a:avLst/>
              <a:pathLst>
                <a:path w="96728" h="167167">
                  <a:moveTo>
                    <a:pt x="96728" y="30827"/>
                  </a:moveTo>
                  <a:lnTo>
                    <a:pt x="91999" y="27592"/>
                  </a:lnTo>
                  <a:lnTo>
                    <a:pt x="87161" y="24521"/>
                  </a:lnTo>
                  <a:lnTo>
                    <a:pt x="82220" y="21617"/>
                  </a:lnTo>
                  <a:lnTo>
                    <a:pt x="77184" y="18885"/>
                  </a:lnTo>
                  <a:lnTo>
                    <a:pt x="72056" y="16327"/>
                  </a:lnTo>
                  <a:lnTo>
                    <a:pt x="66844" y="13946"/>
                  </a:lnTo>
                  <a:lnTo>
                    <a:pt x="61553" y="11745"/>
                  </a:lnTo>
                  <a:lnTo>
                    <a:pt x="56190" y="9726"/>
                  </a:lnTo>
                  <a:lnTo>
                    <a:pt x="50761" y="7893"/>
                  </a:lnTo>
                  <a:lnTo>
                    <a:pt x="45272" y="6247"/>
                  </a:lnTo>
                  <a:lnTo>
                    <a:pt x="39730" y="4789"/>
                  </a:lnTo>
                  <a:lnTo>
                    <a:pt x="34141" y="3523"/>
                  </a:lnTo>
                  <a:lnTo>
                    <a:pt x="28513" y="2449"/>
                  </a:lnTo>
                  <a:lnTo>
                    <a:pt x="22850" y="1569"/>
                  </a:lnTo>
                  <a:lnTo>
                    <a:pt x="17161" y="883"/>
                  </a:lnTo>
                  <a:lnTo>
                    <a:pt x="11452" y="392"/>
                  </a:lnTo>
                  <a:lnTo>
                    <a:pt x="572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108" y="3707720"/>
              <a:ext cx="6640" cy="167167"/>
            </a:xfrm>
            <a:custGeom>
              <a:avLst/>
              <a:pathLst>
                <a:path w="6640" h="167167">
                  <a:moveTo>
                    <a:pt x="6640" y="0"/>
                  </a:moveTo>
                  <a:lnTo>
                    <a:pt x="0" y="131"/>
                  </a:lnTo>
                  <a:lnTo>
                    <a:pt x="664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108" y="3707852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4" y="3707852"/>
              <a:ext cx="334314" cy="334202"/>
            </a:xfrm>
            <a:custGeom>
              <a:avLst/>
              <a:pathLst>
                <a:path w="334314" h="334202">
                  <a:moveTo>
                    <a:pt x="160514" y="0"/>
                  </a:moveTo>
                  <a:lnTo>
                    <a:pt x="155234" y="293"/>
                  </a:lnTo>
                  <a:lnTo>
                    <a:pt x="149966" y="754"/>
                  </a:lnTo>
                  <a:lnTo>
                    <a:pt x="144715" y="1380"/>
                  </a:lnTo>
                  <a:lnTo>
                    <a:pt x="139486" y="2173"/>
                  </a:lnTo>
                  <a:lnTo>
                    <a:pt x="134286" y="3131"/>
                  </a:lnTo>
                  <a:lnTo>
                    <a:pt x="129118" y="4252"/>
                  </a:lnTo>
                  <a:lnTo>
                    <a:pt x="123988" y="5537"/>
                  </a:lnTo>
                  <a:lnTo>
                    <a:pt x="118902" y="6983"/>
                  </a:lnTo>
                  <a:lnTo>
                    <a:pt x="113863" y="8589"/>
                  </a:lnTo>
                  <a:lnTo>
                    <a:pt x="108878" y="10354"/>
                  </a:lnTo>
                  <a:lnTo>
                    <a:pt x="103952" y="12276"/>
                  </a:lnTo>
                  <a:lnTo>
                    <a:pt x="99088" y="14352"/>
                  </a:lnTo>
                  <a:lnTo>
                    <a:pt x="94293" y="16581"/>
                  </a:lnTo>
                  <a:lnTo>
                    <a:pt x="89571" y="18961"/>
                  </a:lnTo>
                  <a:lnTo>
                    <a:pt x="84926" y="21489"/>
                  </a:lnTo>
                  <a:lnTo>
                    <a:pt x="80364" y="24163"/>
                  </a:lnTo>
                  <a:lnTo>
                    <a:pt x="75888" y="26980"/>
                  </a:lnTo>
                  <a:lnTo>
                    <a:pt x="71504" y="29936"/>
                  </a:lnTo>
                  <a:lnTo>
                    <a:pt x="67215" y="33030"/>
                  </a:lnTo>
                  <a:lnTo>
                    <a:pt x="63027" y="36258"/>
                  </a:lnTo>
                  <a:lnTo>
                    <a:pt x="58942" y="39617"/>
                  </a:lnTo>
                  <a:lnTo>
                    <a:pt x="54966" y="43104"/>
                  </a:lnTo>
                  <a:lnTo>
                    <a:pt x="51102" y="46714"/>
                  </a:lnTo>
                  <a:lnTo>
                    <a:pt x="47355" y="50445"/>
                  </a:lnTo>
                  <a:lnTo>
                    <a:pt x="43727" y="54293"/>
                  </a:lnTo>
                  <a:lnTo>
                    <a:pt x="40223" y="58253"/>
                  </a:lnTo>
                  <a:lnTo>
                    <a:pt x="36846" y="62322"/>
                  </a:lnTo>
                  <a:lnTo>
                    <a:pt x="33599" y="66496"/>
                  </a:lnTo>
                  <a:lnTo>
                    <a:pt x="30486" y="70771"/>
                  </a:lnTo>
                  <a:lnTo>
                    <a:pt x="27509" y="75142"/>
                  </a:lnTo>
                  <a:lnTo>
                    <a:pt x="24672" y="79605"/>
                  </a:lnTo>
                  <a:lnTo>
                    <a:pt x="21978" y="84155"/>
                  </a:lnTo>
                  <a:lnTo>
                    <a:pt x="19429" y="88789"/>
                  </a:lnTo>
                  <a:lnTo>
                    <a:pt x="17028" y="93500"/>
                  </a:lnTo>
                  <a:lnTo>
                    <a:pt x="14778" y="98285"/>
                  </a:lnTo>
                  <a:lnTo>
                    <a:pt x="12679" y="103139"/>
                  </a:lnTo>
                  <a:lnTo>
                    <a:pt x="10736" y="108057"/>
                  </a:lnTo>
                  <a:lnTo>
                    <a:pt x="8948" y="113034"/>
                  </a:lnTo>
                  <a:lnTo>
                    <a:pt x="7320" y="118065"/>
                  </a:lnTo>
                  <a:lnTo>
                    <a:pt x="5851" y="123145"/>
                  </a:lnTo>
                  <a:lnTo>
                    <a:pt x="4543" y="128269"/>
                  </a:lnTo>
                  <a:lnTo>
                    <a:pt x="3398" y="133432"/>
                  </a:lnTo>
                  <a:lnTo>
                    <a:pt x="2417" y="138628"/>
                  </a:lnTo>
                  <a:lnTo>
                    <a:pt x="1601" y="143853"/>
                  </a:lnTo>
                  <a:lnTo>
                    <a:pt x="951" y="149101"/>
                  </a:lnTo>
                  <a:lnTo>
                    <a:pt x="467" y="154367"/>
                  </a:lnTo>
                  <a:lnTo>
                    <a:pt x="150" y="159646"/>
                  </a:lnTo>
                  <a:lnTo>
                    <a:pt x="0" y="164932"/>
                  </a:lnTo>
                  <a:lnTo>
                    <a:pt x="17" y="170220"/>
                  </a:lnTo>
                  <a:lnTo>
                    <a:pt x="201" y="175505"/>
                  </a:lnTo>
                  <a:lnTo>
                    <a:pt x="552" y="180781"/>
                  </a:lnTo>
                  <a:lnTo>
                    <a:pt x="1071" y="186044"/>
                  </a:lnTo>
                  <a:lnTo>
                    <a:pt x="1755" y="191288"/>
                  </a:lnTo>
                  <a:lnTo>
                    <a:pt x="2605" y="196507"/>
                  </a:lnTo>
                  <a:lnTo>
                    <a:pt x="3619" y="201697"/>
                  </a:lnTo>
                  <a:lnTo>
                    <a:pt x="4797" y="206852"/>
                  </a:lnTo>
                  <a:lnTo>
                    <a:pt x="6138" y="211967"/>
                  </a:lnTo>
                  <a:lnTo>
                    <a:pt x="7640" y="217038"/>
                  </a:lnTo>
                  <a:lnTo>
                    <a:pt x="9301" y="222058"/>
                  </a:lnTo>
                  <a:lnTo>
                    <a:pt x="11121" y="227024"/>
                  </a:lnTo>
                  <a:lnTo>
                    <a:pt x="13096" y="231929"/>
                  </a:lnTo>
                  <a:lnTo>
                    <a:pt x="15226" y="236769"/>
                  </a:lnTo>
                  <a:lnTo>
                    <a:pt x="17507" y="241540"/>
                  </a:lnTo>
                  <a:lnTo>
                    <a:pt x="19939" y="246236"/>
                  </a:lnTo>
                  <a:lnTo>
                    <a:pt x="22518" y="250852"/>
                  </a:lnTo>
                  <a:lnTo>
                    <a:pt x="25241" y="255385"/>
                  </a:lnTo>
                  <a:lnTo>
                    <a:pt x="28107" y="259830"/>
                  </a:lnTo>
                  <a:lnTo>
                    <a:pt x="31111" y="264181"/>
                  </a:lnTo>
                  <a:lnTo>
                    <a:pt x="34252" y="268436"/>
                  </a:lnTo>
                  <a:lnTo>
                    <a:pt x="37526" y="272589"/>
                  </a:lnTo>
                  <a:lnTo>
                    <a:pt x="40929" y="276636"/>
                  </a:lnTo>
                  <a:lnTo>
                    <a:pt x="44459" y="280574"/>
                  </a:lnTo>
                  <a:lnTo>
                    <a:pt x="48112" y="284398"/>
                  </a:lnTo>
                  <a:lnTo>
                    <a:pt x="51883" y="288104"/>
                  </a:lnTo>
                  <a:lnTo>
                    <a:pt x="55771" y="291690"/>
                  </a:lnTo>
                  <a:lnTo>
                    <a:pt x="59769" y="295150"/>
                  </a:lnTo>
                  <a:lnTo>
                    <a:pt x="63875" y="298483"/>
                  </a:lnTo>
                  <a:lnTo>
                    <a:pt x="68084" y="301684"/>
                  </a:lnTo>
                  <a:lnTo>
                    <a:pt x="72393" y="304750"/>
                  </a:lnTo>
                  <a:lnTo>
                    <a:pt x="76796" y="307678"/>
                  </a:lnTo>
                  <a:lnTo>
                    <a:pt x="81290" y="310466"/>
                  </a:lnTo>
                  <a:lnTo>
                    <a:pt x="85870" y="313110"/>
                  </a:lnTo>
                  <a:lnTo>
                    <a:pt x="90530" y="315608"/>
                  </a:lnTo>
                  <a:lnTo>
                    <a:pt x="95268" y="317957"/>
                  </a:lnTo>
                  <a:lnTo>
                    <a:pt x="100078" y="320155"/>
                  </a:lnTo>
                  <a:lnTo>
                    <a:pt x="104954" y="322200"/>
                  </a:lnTo>
                  <a:lnTo>
                    <a:pt x="109893" y="324090"/>
                  </a:lnTo>
                  <a:lnTo>
                    <a:pt x="114890" y="325822"/>
                  </a:lnTo>
                  <a:lnTo>
                    <a:pt x="119938" y="327396"/>
                  </a:lnTo>
                  <a:lnTo>
                    <a:pt x="125034" y="328809"/>
                  </a:lnTo>
                  <a:lnTo>
                    <a:pt x="130172" y="330060"/>
                  </a:lnTo>
                  <a:lnTo>
                    <a:pt x="135347" y="331149"/>
                  </a:lnTo>
                  <a:lnTo>
                    <a:pt x="140554" y="332073"/>
                  </a:lnTo>
                  <a:lnTo>
                    <a:pt x="145787" y="332831"/>
                  </a:lnTo>
                  <a:lnTo>
                    <a:pt x="151042" y="333424"/>
                  </a:lnTo>
                  <a:lnTo>
                    <a:pt x="156313" y="333851"/>
                  </a:lnTo>
                  <a:lnTo>
                    <a:pt x="161595" y="334110"/>
                  </a:lnTo>
                  <a:lnTo>
                    <a:pt x="166882" y="334202"/>
                  </a:lnTo>
                  <a:lnTo>
                    <a:pt x="172170" y="334127"/>
                  </a:lnTo>
                  <a:lnTo>
                    <a:pt x="177452" y="333885"/>
                  </a:lnTo>
                  <a:lnTo>
                    <a:pt x="182724" y="333476"/>
                  </a:lnTo>
                  <a:lnTo>
                    <a:pt x="187981" y="332900"/>
                  </a:lnTo>
                  <a:lnTo>
                    <a:pt x="193217" y="332158"/>
                  </a:lnTo>
                  <a:lnTo>
                    <a:pt x="198427" y="331251"/>
                  </a:lnTo>
                  <a:lnTo>
                    <a:pt x="203605" y="330180"/>
                  </a:lnTo>
                  <a:lnTo>
                    <a:pt x="208747" y="328945"/>
                  </a:lnTo>
                  <a:lnTo>
                    <a:pt x="213848" y="327549"/>
                  </a:lnTo>
                  <a:lnTo>
                    <a:pt x="218901" y="325991"/>
                  </a:lnTo>
                  <a:lnTo>
                    <a:pt x="223903" y="324275"/>
                  </a:lnTo>
                  <a:lnTo>
                    <a:pt x="228848" y="322402"/>
                  </a:lnTo>
                  <a:lnTo>
                    <a:pt x="233731" y="320372"/>
                  </a:lnTo>
                  <a:lnTo>
                    <a:pt x="238548" y="318190"/>
                  </a:lnTo>
                  <a:lnTo>
                    <a:pt x="243293" y="315856"/>
                  </a:lnTo>
                  <a:lnTo>
                    <a:pt x="247963" y="313373"/>
                  </a:lnTo>
                  <a:lnTo>
                    <a:pt x="252551" y="310744"/>
                  </a:lnTo>
                  <a:lnTo>
                    <a:pt x="257054" y="307971"/>
                  </a:lnTo>
                  <a:lnTo>
                    <a:pt x="261466" y="305057"/>
                  </a:lnTo>
                  <a:lnTo>
                    <a:pt x="265785" y="302005"/>
                  </a:lnTo>
                  <a:lnTo>
                    <a:pt x="270004" y="298818"/>
                  </a:lnTo>
                  <a:lnTo>
                    <a:pt x="274121" y="295499"/>
                  </a:lnTo>
                  <a:lnTo>
                    <a:pt x="278131" y="292051"/>
                  </a:lnTo>
                  <a:lnTo>
                    <a:pt x="282030" y="288478"/>
                  </a:lnTo>
                  <a:lnTo>
                    <a:pt x="285813" y="284784"/>
                  </a:lnTo>
                  <a:lnTo>
                    <a:pt x="289478" y="280972"/>
                  </a:lnTo>
                  <a:lnTo>
                    <a:pt x="293021" y="277046"/>
                  </a:lnTo>
                  <a:lnTo>
                    <a:pt x="296438" y="273010"/>
                  </a:lnTo>
                  <a:lnTo>
                    <a:pt x="299725" y="268867"/>
                  </a:lnTo>
                  <a:lnTo>
                    <a:pt x="302880" y="264623"/>
                  </a:lnTo>
                  <a:lnTo>
                    <a:pt x="305898" y="260281"/>
                  </a:lnTo>
                  <a:lnTo>
                    <a:pt x="308778" y="255846"/>
                  </a:lnTo>
                  <a:lnTo>
                    <a:pt x="311516" y="251322"/>
                  </a:lnTo>
                  <a:lnTo>
                    <a:pt x="314110" y="246714"/>
                  </a:lnTo>
                  <a:lnTo>
                    <a:pt x="316557" y="242026"/>
                  </a:lnTo>
                  <a:lnTo>
                    <a:pt x="318854" y="237263"/>
                  </a:lnTo>
                  <a:lnTo>
                    <a:pt x="321000" y="232429"/>
                  </a:lnTo>
                  <a:lnTo>
                    <a:pt x="322991" y="227531"/>
                  </a:lnTo>
                  <a:lnTo>
                    <a:pt x="324826" y="222571"/>
                  </a:lnTo>
                  <a:lnTo>
                    <a:pt x="326504" y="217556"/>
                  </a:lnTo>
                  <a:lnTo>
                    <a:pt x="328022" y="212491"/>
                  </a:lnTo>
                  <a:lnTo>
                    <a:pt x="329380" y="207380"/>
                  </a:lnTo>
                  <a:lnTo>
                    <a:pt x="330575" y="202228"/>
                  </a:lnTo>
                  <a:lnTo>
                    <a:pt x="331606" y="197042"/>
                  </a:lnTo>
                  <a:lnTo>
                    <a:pt x="332473" y="191825"/>
                  </a:lnTo>
                  <a:lnTo>
                    <a:pt x="333174" y="186584"/>
                  </a:lnTo>
                  <a:lnTo>
                    <a:pt x="333709" y="181323"/>
                  </a:lnTo>
                  <a:lnTo>
                    <a:pt x="334078" y="176048"/>
                  </a:lnTo>
                  <a:lnTo>
                    <a:pt x="334280" y="170763"/>
                  </a:lnTo>
                  <a:lnTo>
                    <a:pt x="334314" y="165475"/>
                  </a:lnTo>
                  <a:lnTo>
                    <a:pt x="334181" y="160189"/>
                  </a:lnTo>
                  <a:lnTo>
                    <a:pt x="333881" y="154909"/>
                  </a:lnTo>
                  <a:lnTo>
                    <a:pt x="333414" y="149642"/>
                  </a:lnTo>
                  <a:lnTo>
                    <a:pt x="332780" y="144392"/>
                  </a:lnTo>
                  <a:lnTo>
                    <a:pt x="331981" y="139164"/>
                  </a:lnTo>
                  <a:lnTo>
                    <a:pt x="331017" y="133965"/>
                  </a:lnTo>
                  <a:lnTo>
                    <a:pt x="329889" y="128798"/>
                  </a:lnTo>
                  <a:lnTo>
                    <a:pt x="328599" y="123670"/>
                  </a:lnTo>
                  <a:lnTo>
                    <a:pt x="327146" y="118585"/>
                  </a:lnTo>
                  <a:lnTo>
                    <a:pt x="325534" y="113549"/>
                  </a:lnTo>
                  <a:lnTo>
                    <a:pt x="323763" y="108566"/>
                  </a:lnTo>
                  <a:lnTo>
                    <a:pt x="321835" y="103642"/>
                  </a:lnTo>
                  <a:lnTo>
                    <a:pt x="319752" y="98781"/>
                  </a:lnTo>
                  <a:lnTo>
                    <a:pt x="317517" y="93989"/>
                  </a:lnTo>
                  <a:lnTo>
                    <a:pt x="315132" y="89269"/>
                  </a:lnTo>
                  <a:lnTo>
                    <a:pt x="312598" y="84628"/>
                  </a:lnTo>
                  <a:lnTo>
                    <a:pt x="309919" y="80069"/>
                  </a:lnTo>
                  <a:lnTo>
                    <a:pt x="307096" y="75596"/>
                  </a:lnTo>
                  <a:lnTo>
                    <a:pt x="304134" y="71216"/>
                  </a:lnTo>
                  <a:lnTo>
                    <a:pt x="301035" y="66931"/>
                  </a:lnTo>
                  <a:lnTo>
                    <a:pt x="297802" y="62747"/>
                  </a:lnTo>
                  <a:lnTo>
                    <a:pt x="294438" y="58666"/>
                  </a:lnTo>
                  <a:lnTo>
                    <a:pt x="290946" y="54695"/>
                  </a:lnTo>
                  <a:lnTo>
                    <a:pt x="287331" y="50835"/>
                  </a:lnTo>
                  <a:lnTo>
                    <a:pt x="283596" y="47092"/>
                  </a:lnTo>
                  <a:lnTo>
                    <a:pt x="279744" y="43469"/>
                  </a:lnTo>
                  <a:lnTo>
                    <a:pt x="275779" y="39970"/>
                  </a:lnTo>
                  <a:lnTo>
                    <a:pt x="271705" y="36598"/>
                  </a:lnTo>
                  <a:lnTo>
                    <a:pt x="267527" y="33356"/>
                  </a:lnTo>
                  <a:lnTo>
                    <a:pt x="263249" y="30248"/>
                  </a:lnTo>
                  <a:lnTo>
                    <a:pt x="258874" y="27277"/>
                  </a:lnTo>
                  <a:lnTo>
                    <a:pt x="254408" y="24446"/>
                  </a:lnTo>
                  <a:lnTo>
                    <a:pt x="249854" y="21757"/>
                  </a:lnTo>
                  <a:lnTo>
                    <a:pt x="245218" y="19214"/>
                  </a:lnTo>
                  <a:lnTo>
                    <a:pt x="240503" y="16819"/>
                  </a:lnTo>
                  <a:lnTo>
                    <a:pt x="235715" y="14574"/>
                  </a:lnTo>
                  <a:lnTo>
                    <a:pt x="230859" y="12482"/>
                  </a:lnTo>
                  <a:lnTo>
                    <a:pt x="225938" y="10544"/>
                  </a:lnTo>
                  <a:lnTo>
                    <a:pt x="220959" y="8763"/>
                  </a:lnTo>
                  <a:lnTo>
                    <a:pt x="215926" y="7141"/>
                  </a:lnTo>
                  <a:lnTo>
                    <a:pt x="210844" y="5678"/>
                  </a:lnTo>
                  <a:lnTo>
                    <a:pt x="205719" y="4377"/>
                  </a:lnTo>
                  <a:lnTo>
                    <a:pt x="200555" y="3238"/>
                  </a:lnTo>
                  <a:lnTo>
                    <a:pt x="195357" y="2264"/>
                  </a:lnTo>
                  <a:lnTo>
                    <a:pt x="190131" y="1454"/>
                  </a:lnTo>
                  <a:lnTo>
                    <a:pt x="184882" y="810"/>
                  </a:lnTo>
                  <a:lnTo>
                    <a:pt x="179616" y="333"/>
                  </a:lnTo>
                  <a:lnTo>
                    <a:pt x="167154" y="167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462" cy="167167"/>
            </a:xfrm>
            <a:custGeom>
              <a:avLst/>
              <a:pathLst>
                <a:path w="12462" h="167167">
                  <a:moveTo>
                    <a:pt x="12462" y="4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647" y="4213821"/>
              <a:ext cx="6640" cy="167167"/>
            </a:xfrm>
            <a:custGeom>
              <a:avLst/>
              <a:pathLst>
                <a:path w="6640" h="167167">
                  <a:moveTo>
                    <a:pt x="6640" y="0"/>
                  </a:moveTo>
                  <a:lnTo>
                    <a:pt x="0" y="131"/>
                  </a:lnTo>
                  <a:lnTo>
                    <a:pt x="664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647" y="4213953"/>
              <a:ext cx="6640" cy="167035"/>
            </a:xfrm>
            <a:custGeom>
              <a:avLst/>
              <a:pathLst>
                <a:path w="6640" h="167035">
                  <a:moveTo>
                    <a:pt x="0" y="0"/>
                  </a:moveTo>
                  <a:lnTo>
                    <a:pt x="6640" y="1670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3" y="4213953"/>
              <a:ext cx="334314" cy="334202"/>
            </a:xfrm>
            <a:custGeom>
              <a:avLst/>
              <a:pathLst>
                <a:path w="334314" h="334202">
                  <a:moveTo>
                    <a:pt x="160514" y="0"/>
                  </a:moveTo>
                  <a:lnTo>
                    <a:pt x="155234" y="293"/>
                  </a:lnTo>
                  <a:lnTo>
                    <a:pt x="149966" y="754"/>
                  </a:lnTo>
                  <a:lnTo>
                    <a:pt x="144715" y="1380"/>
                  </a:lnTo>
                  <a:lnTo>
                    <a:pt x="139486" y="2173"/>
                  </a:lnTo>
                  <a:lnTo>
                    <a:pt x="134286" y="3131"/>
                  </a:lnTo>
                  <a:lnTo>
                    <a:pt x="129118" y="4252"/>
                  </a:lnTo>
                  <a:lnTo>
                    <a:pt x="123988" y="5537"/>
                  </a:lnTo>
                  <a:lnTo>
                    <a:pt x="118902" y="6983"/>
                  </a:lnTo>
                  <a:lnTo>
                    <a:pt x="113863" y="8589"/>
                  </a:lnTo>
                  <a:lnTo>
                    <a:pt x="108878" y="10354"/>
                  </a:lnTo>
                  <a:lnTo>
                    <a:pt x="103952" y="12276"/>
                  </a:lnTo>
                  <a:lnTo>
                    <a:pt x="99088" y="14352"/>
                  </a:lnTo>
                  <a:lnTo>
                    <a:pt x="94293" y="16581"/>
                  </a:lnTo>
                  <a:lnTo>
                    <a:pt x="89571" y="18961"/>
                  </a:lnTo>
                  <a:lnTo>
                    <a:pt x="84926" y="21489"/>
                  </a:lnTo>
                  <a:lnTo>
                    <a:pt x="80364" y="24163"/>
                  </a:lnTo>
                  <a:lnTo>
                    <a:pt x="75888" y="26980"/>
                  </a:lnTo>
                  <a:lnTo>
                    <a:pt x="71504" y="29936"/>
                  </a:lnTo>
                  <a:lnTo>
                    <a:pt x="67215" y="33030"/>
                  </a:lnTo>
                  <a:lnTo>
                    <a:pt x="63027" y="36258"/>
                  </a:lnTo>
                  <a:lnTo>
                    <a:pt x="58942" y="39617"/>
                  </a:lnTo>
                  <a:lnTo>
                    <a:pt x="54966" y="43104"/>
                  </a:lnTo>
                  <a:lnTo>
                    <a:pt x="51102" y="46714"/>
                  </a:lnTo>
                  <a:lnTo>
                    <a:pt x="47355" y="50445"/>
                  </a:lnTo>
                  <a:lnTo>
                    <a:pt x="43727" y="54293"/>
                  </a:lnTo>
                  <a:lnTo>
                    <a:pt x="40223" y="58253"/>
                  </a:lnTo>
                  <a:lnTo>
                    <a:pt x="36846" y="62322"/>
                  </a:lnTo>
                  <a:lnTo>
                    <a:pt x="33599" y="66496"/>
                  </a:lnTo>
                  <a:lnTo>
                    <a:pt x="30486" y="70771"/>
                  </a:lnTo>
                  <a:lnTo>
                    <a:pt x="27509" y="75142"/>
                  </a:lnTo>
                  <a:lnTo>
                    <a:pt x="24672" y="79605"/>
                  </a:lnTo>
                  <a:lnTo>
                    <a:pt x="21978" y="84155"/>
                  </a:lnTo>
                  <a:lnTo>
                    <a:pt x="19429" y="88789"/>
                  </a:lnTo>
                  <a:lnTo>
                    <a:pt x="17028" y="93500"/>
                  </a:lnTo>
                  <a:lnTo>
                    <a:pt x="14778" y="98285"/>
                  </a:lnTo>
                  <a:lnTo>
                    <a:pt x="12679" y="103139"/>
                  </a:lnTo>
                  <a:lnTo>
                    <a:pt x="10736" y="108057"/>
                  </a:lnTo>
                  <a:lnTo>
                    <a:pt x="8948" y="113034"/>
                  </a:lnTo>
                  <a:lnTo>
                    <a:pt x="7320" y="118065"/>
                  </a:lnTo>
                  <a:lnTo>
                    <a:pt x="5851" y="123145"/>
                  </a:lnTo>
                  <a:lnTo>
                    <a:pt x="4543" y="128269"/>
                  </a:lnTo>
                  <a:lnTo>
                    <a:pt x="3398" y="133432"/>
                  </a:lnTo>
                  <a:lnTo>
                    <a:pt x="2417" y="138628"/>
                  </a:lnTo>
                  <a:lnTo>
                    <a:pt x="1601" y="143853"/>
                  </a:lnTo>
                  <a:lnTo>
                    <a:pt x="951" y="149101"/>
                  </a:lnTo>
                  <a:lnTo>
                    <a:pt x="467" y="154367"/>
                  </a:lnTo>
                  <a:lnTo>
                    <a:pt x="150" y="159646"/>
                  </a:lnTo>
                  <a:lnTo>
                    <a:pt x="0" y="164932"/>
                  </a:lnTo>
                  <a:lnTo>
                    <a:pt x="17" y="170220"/>
                  </a:lnTo>
                  <a:lnTo>
                    <a:pt x="201" y="175505"/>
                  </a:lnTo>
                  <a:lnTo>
                    <a:pt x="552" y="180781"/>
                  </a:lnTo>
                  <a:lnTo>
                    <a:pt x="1071" y="186044"/>
                  </a:lnTo>
                  <a:lnTo>
                    <a:pt x="1755" y="191288"/>
                  </a:lnTo>
                  <a:lnTo>
                    <a:pt x="2605" y="196507"/>
                  </a:lnTo>
                  <a:lnTo>
                    <a:pt x="3619" y="201697"/>
                  </a:lnTo>
                  <a:lnTo>
                    <a:pt x="4797" y="206852"/>
                  </a:lnTo>
                  <a:lnTo>
                    <a:pt x="6138" y="211967"/>
                  </a:lnTo>
                  <a:lnTo>
                    <a:pt x="7640" y="217038"/>
                  </a:lnTo>
                  <a:lnTo>
                    <a:pt x="9301" y="222058"/>
                  </a:lnTo>
                  <a:lnTo>
                    <a:pt x="11121" y="227024"/>
                  </a:lnTo>
                  <a:lnTo>
                    <a:pt x="13096" y="231929"/>
                  </a:lnTo>
                  <a:lnTo>
                    <a:pt x="15226" y="236769"/>
                  </a:lnTo>
                  <a:lnTo>
                    <a:pt x="17507" y="241540"/>
                  </a:lnTo>
                  <a:lnTo>
                    <a:pt x="19939" y="246236"/>
                  </a:lnTo>
                  <a:lnTo>
                    <a:pt x="22518" y="250852"/>
                  </a:lnTo>
                  <a:lnTo>
                    <a:pt x="25241" y="255385"/>
                  </a:lnTo>
                  <a:lnTo>
                    <a:pt x="28107" y="259830"/>
                  </a:lnTo>
                  <a:lnTo>
                    <a:pt x="31111" y="264181"/>
                  </a:lnTo>
                  <a:lnTo>
                    <a:pt x="34252" y="268436"/>
                  </a:lnTo>
                  <a:lnTo>
                    <a:pt x="37526" y="272589"/>
                  </a:lnTo>
                  <a:lnTo>
                    <a:pt x="40929" y="276636"/>
                  </a:lnTo>
                  <a:lnTo>
                    <a:pt x="44459" y="280574"/>
                  </a:lnTo>
                  <a:lnTo>
                    <a:pt x="48112" y="284398"/>
                  </a:lnTo>
                  <a:lnTo>
                    <a:pt x="51883" y="288104"/>
                  </a:lnTo>
                  <a:lnTo>
                    <a:pt x="55771" y="291690"/>
                  </a:lnTo>
                  <a:lnTo>
                    <a:pt x="59769" y="295150"/>
                  </a:lnTo>
                  <a:lnTo>
                    <a:pt x="63875" y="298483"/>
                  </a:lnTo>
                  <a:lnTo>
                    <a:pt x="68084" y="301684"/>
                  </a:lnTo>
                  <a:lnTo>
                    <a:pt x="72393" y="304750"/>
                  </a:lnTo>
                  <a:lnTo>
                    <a:pt x="76796" y="307678"/>
                  </a:lnTo>
                  <a:lnTo>
                    <a:pt x="81290" y="310466"/>
                  </a:lnTo>
                  <a:lnTo>
                    <a:pt x="85870" y="313110"/>
                  </a:lnTo>
                  <a:lnTo>
                    <a:pt x="90530" y="315608"/>
                  </a:lnTo>
                  <a:lnTo>
                    <a:pt x="95268" y="317957"/>
                  </a:lnTo>
                  <a:lnTo>
                    <a:pt x="100078" y="320155"/>
                  </a:lnTo>
                  <a:lnTo>
                    <a:pt x="104954" y="322200"/>
                  </a:lnTo>
                  <a:lnTo>
                    <a:pt x="109893" y="324090"/>
                  </a:lnTo>
                  <a:lnTo>
                    <a:pt x="114890" y="325822"/>
                  </a:lnTo>
                  <a:lnTo>
                    <a:pt x="119938" y="327396"/>
                  </a:lnTo>
                  <a:lnTo>
                    <a:pt x="125034" y="328809"/>
                  </a:lnTo>
                  <a:lnTo>
                    <a:pt x="130172" y="330060"/>
                  </a:lnTo>
                  <a:lnTo>
                    <a:pt x="135347" y="331149"/>
                  </a:lnTo>
                  <a:lnTo>
                    <a:pt x="140554" y="332073"/>
                  </a:lnTo>
                  <a:lnTo>
                    <a:pt x="145787" y="332831"/>
                  </a:lnTo>
                  <a:lnTo>
                    <a:pt x="151042" y="333424"/>
                  </a:lnTo>
                  <a:lnTo>
                    <a:pt x="156313" y="333851"/>
                  </a:lnTo>
                  <a:lnTo>
                    <a:pt x="161595" y="334110"/>
                  </a:lnTo>
                  <a:lnTo>
                    <a:pt x="166882" y="334202"/>
                  </a:lnTo>
                  <a:lnTo>
                    <a:pt x="172170" y="334127"/>
                  </a:lnTo>
                  <a:lnTo>
                    <a:pt x="177452" y="333885"/>
                  </a:lnTo>
                  <a:lnTo>
                    <a:pt x="182724" y="333476"/>
                  </a:lnTo>
                  <a:lnTo>
                    <a:pt x="187981" y="332900"/>
                  </a:lnTo>
                  <a:lnTo>
                    <a:pt x="193217" y="332158"/>
                  </a:lnTo>
                  <a:lnTo>
                    <a:pt x="198427" y="331251"/>
                  </a:lnTo>
                  <a:lnTo>
                    <a:pt x="203605" y="330180"/>
                  </a:lnTo>
                  <a:lnTo>
                    <a:pt x="208747" y="328945"/>
                  </a:lnTo>
                  <a:lnTo>
                    <a:pt x="213848" y="327549"/>
                  </a:lnTo>
                  <a:lnTo>
                    <a:pt x="218901" y="325991"/>
                  </a:lnTo>
                  <a:lnTo>
                    <a:pt x="223903" y="324275"/>
                  </a:lnTo>
                  <a:lnTo>
                    <a:pt x="228848" y="322402"/>
                  </a:lnTo>
                  <a:lnTo>
                    <a:pt x="233731" y="320372"/>
                  </a:lnTo>
                  <a:lnTo>
                    <a:pt x="238548" y="318190"/>
                  </a:lnTo>
                  <a:lnTo>
                    <a:pt x="243293" y="315856"/>
                  </a:lnTo>
                  <a:lnTo>
                    <a:pt x="247963" y="313373"/>
                  </a:lnTo>
                  <a:lnTo>
                    <a:pt x="252551" y="310744"/>
                  </a:lnTo>
                  <a:lnTo>
                    <a:pt x="257054" y="307971"/>
                  </a:lnTo>
                  <a:lnTo>
                    <a:pt x="261466" y="305057"/>
                  </a:lnTo>
                  <a:lnTo>
                    <a:pt x="265785" y="302005"/>
                  </a:lnTo>
                  <a:lnTo>
                    <a:pt x="270004" y="298818"/>
                  </a:lnTo>
                  <a:lnTo>
                    <a:pt x="274121" y="295499"/>
                  </a:lnTo>
                  <a:lnTo>
                    <a:pt x="278131" y="292051"/>
                  </a:lnTo>
                  <a:lnTo>
                    <a:pt x="282030" y="288478"/>
                  </a:lnTo>
                  <a:lnTo>
                    <a:pt x="285813" y="284784"/>
                  </a:lnTo>
                  <a:lnTo>
                    <a:pt x="289478" y="280972"/>
                  </a:lnTo>
                  <a:lnTo>
                    <a:pt x="293021" y="277046"/>
                  </a:lnTo>
                  <a:lnTo>
                    <a:pt x="296438" y="273010"/>
                  </a:lnTo>
                  <a:lnTo>
                    <a:pt x="299725" y="268867"/>
                  </a:lnTo>
                  <a:lnTo>
                    <a:pt x="302880" y="264623"/>
                  </a:lnTo>
                  <a:lnTo>
                    <a:pt x="305898" y="260281"/>
                  </a:lnTo>
                  <a:lnTo>
                    <a:pt x="308778" y="255846"/>
                  </a:lnTo>
                  <a:lnTo>
                    <a:pt x="311516" y="251322"/>
                  </a:lnTo>
                  <a:lnTo>
                    <a:pt x="314110" y="246714"/>
                  </a:lnTo>
                  <a:lnTo>
                    <a:pt x="316557" y="242026"/>
                  </a:lnTo>
                  <a:lnTo>
                    <a:pt x="318854" y="237263"/>
                  </a:lnTo>
                  <a:lnTo>
                    <a:pt x="321000" y="232429"/>
                  </a:lnTo>
                  <a:lnTo>
                    <a:pt x="322991" y="227531"/>
                  </a:lnTo>
                  <a:lnTo>
                    <a:pt x="324826" y="222571"/>
                  </a:lnTo>
                  <a:lnTo>
                    <a:pt x="326504" y="217556"/>
                  </a:lnTo>
                  <a:lnTo>
                    <a:pt x="328022" y="212491"/>
                  </a:lnTo>
                  <a:lnTo>
                    <a:pt x="329380" y="207380"/>
                  </a:lnTo>
                  <a:lnTo>
                    <a:pt x="330575" y="202228"/>
                  </a:lnTo>
                  <a:lnTo>
                    <a:pt x="331606" y="197042"/>
                  </a:lnTo>
                  <a:lnTo>
                    <a:pt x="332473" y="191825"/>
                  </a:lnTo>
                  <a:lnTo>
                    <a:pt x="333174" y="186584"/>
                  </a:lnTo>
                  <a:lnTo>
                    <a:pt x="333709" y="181323"/>
                  </a:lnTo>
                  <a:lnTo>
                    <a:pt x="334078" y="176048"/>
                  </a:lnTo>
                  <a:lnTo>
                    <a:pt x="334280" y="170763"/>
                  </a:lnTo>
                  <a:lnTo>
                    <a:pt x="334314" y="165475"/>
                  </a:lnTo>
                  <a:lnTo>
                    <a:pt x="334181" y="160189"/>
                  </a:lnTo>
                  <a:lnTo>
                    <a:pt x="333881" y="154909"/>
                  </a:lnTo>
                  <a:lnTo>
                    <a:pt x="333414" y="149642"/>
                  </a:lnTo>
                  <a:lnTo>
                    <a:pt x="332780" y="144392"/>
                  </a:lnTo>
                  <a:lnTo>
                    <a:pt x="331981" y="139164"/>
                  </a:lnTo>
                  <a:lnTo>
                    <a:pt x="331017" y="133965"/>
                  </a:lnTo>
                  <a:lnTo>
                    <a:pt x="329889" y="128798"/>
                  </a:lnTo>
                  <a:lnTo>
                    <a:pt x="328599" y="123670"/>
                  </a:lnTo>
                  <a:lnTo>
                    <a:pt x="327146" y="118585"/>
                  </a:lnTo>
                  <a:lnTo>
                    <a:pt x="325534" y="113549"/>
                  </a:lnTo>
                  <a:lnTo>
                    <a:pt x="323763" y="108566"/>
                  </a:lnTo>
                  <a:lnTo>
                    <a:pt x="321835" y="103642"/>
                  </a:lnTo>
                  <a:lnTo>
                    <a:pt x="319752" y="98781"/>
                  </a:lnTo>
                  <a:lnTo>
                    <a:pt x="317517" y="93989"/>
                  </a:lnTo>
                  <a:lnTo>
                    <a:pt x="315132" y="89269"/>
                  </a:lnTo>
                  <a:lnTo>
                    <a:pt x="312598" y="84628"/>
                  </a:lnTo>
                  <a:lnTo>
                    <a:pt x="309919" y="80069"/>
                  </a:lnTo>
                  <a:lnTo>
                    <a:pt x="307096" y="75596"/>
                  </a:lnTo>
                  <a:lnTo>
                    <a:pt x="304134" y="71216"/>
                  </a:lnTo>
                  <a:lnTo>
                    <a:pt x="301035" y="66931"/>
                  </a:lnTo>
                  <a:lnTo>
                    <a:pt x="297802" y="62747"/>
                  </a:lnTo>
                  <a:lnTo>
                    <a:pt x="294438" y="58666"/>
                  </a:lnTo>
                  <a:lnTo>
                    <a:pt x="290946" y="54695"/>
                  </a:lnTo>
                  <a:lnTo>
                    <a:pt x="287331" y="50835"/>
                  </a:lnTo>
                  <a:lnTo>
                    <a:pt x="283596" y="47092"/>
                  </a:lnTo>
                  <a:lnTo>
                    <a:pt x="279744" y="43469"/>
                  </a:lnTo>
                  <a:lnTo>
                    <a:pt x="275779" y="39970"/>
                  </a:lnTo>
                  <a:lnTo>
                    <a:pt x="271705" y="36598"/>
                  </a:lnTo>
                  <a:lnTo>
                    <a:pt x="267527" y="33356"/>
                  </a:lnTo>
                  <a:lnTo>
                    <a:pt x="263249" y="30248"/>
                  </a:lnTo>
                  <a:lnTo>
                    <a:pt x="258874" y="27277"/>
                  </a:lnTo>
                  <a:lnTo>
                    <a:pt x="254408" y="24446"/>
                  </a:lnTo>
                  <a:lnTo>
                    <a:pt x="249854" y="21757"/>
                  </a:lnTo>
                  <a:lnTo>
                    <a:pt x="245218" y="19214"/>
                  </a:lnTo>
                  <a:lnTo>
                    <a:pt x="240503" y="16819"/>
                  </a:lnTo>
                  <a:lnTo>
                    <a:pt x="235715" y="14574"/>
                  </a:lnTo>
                  <a:lnTo>
                    <a:pt x="230859" y="12482"/>
                  </a:lnTo>
                  <a:lnTo>
                    <a:pt x="225938" y="10544"/>
                  </a:lnTo>
                  <a:lnTo>
                    <a:pt x="220959" y="8763"/>
                  </a:lnTo>
                  <a:lnTo>
                    <a:pt x="215926" y="7141"/>
                  </a:lnTo>
                  <a:lnTo>
                    <a:pt x="210844" y="5678"/>
                  </a:lnTo>
                  <a:lnTo>
                    <a:pt x="205719" y="4377"/>
                  </a:lnTo>
                  <a:lnTo>
                    <a:pt x="200555" y="3238"/>
                  </a:lnTo>
                  <a:lnTo>
                    <a:pt x="195357" y="2264"/>
                  </a:lnTo>
                  <a:lnTo>
                    <a:pt x="190131" y="1454"/>
                  </a:lnTo>
                  <a:lnTo>
                    <a:pt x="184882" y="810"/>
                  </a:lnTo>
                  <a:lnTo>
                    <a:pt x="179616" y="333"/>
                  </a:lnTo>
                  <a:lnTo>
                    <a:pt x="167154" y="167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462" cy="167167"/>
            </a:xfrm>
            <a:custGeom>
              <a:avLst/>
              <a:pathLst>
                <a:path w="12462" h="167167">
                  <a:moveTo>
                    <a:pt x="12462" y="4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986" y="4659281"/>
              <a:ext cx="1538" cy="167167"/>
            </a:xfrm>
            <a:custGeom>
              <a:avLst/>
              <a:pathLst>
                <a:path w="1538" h="167167">
                  <a:moveTo>
                    <a:pt x="1538" y="0"/>
                  </a:moveTo>
                  <a:lnTo>
                    <a:pt x="0" y="7"/>
                  </a:lnTo>
                  <a:lnTo>
                    <a:pt x="153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540" y="4659288"/>
              <a:ext cx="164984" cy="167160"/>
            </a:xfrm>
            <a:custGeom>
              <a:avLst/>
              <a:pathLst>
                <a:path w="164984" h="167160">
                  <a:moveTo>
                    <a:pt x="163445" y="0"/>
                  </a:moveTo>
                  <a:lnTo>
                    <a:pt x="158005" y="138"/>
                  </a:lnTo>
                  <a:lnTo>
                    <a:pt x="152573" y="454"/>
                  </a:lnTo>
                  <a:lnTo>
                    <a:pt x="147153" y="946"/>
                  </a:lnTo>
                  <a:lnTo>
                    <a:pt x="141753" y="1615"/>
                  </a:lnTo>
                  <a:lnTo>
                    <a:pt x="136377" y="2458"/>
                  </a:lnTo>
                  <a:lnTo>
                    <a:pt x="131031" y="3477"/>
                  </a:lnTo>
                  <a:lnTo>
                    <a:pt x="125722" y="4669"/>
                  </a:lnTo>
                  <a:lnTo>
                    <a:pt x="120454" y="6033"/>
                  </a:lnTo>
                  <a:lnTo>
                    <a:pt x="115233" y="7567"/>
                  </a:lnTo>
                  <a:lnTo>
                    <a:pt x="110065" y="9271"/>
                  </a:lnTo>
                  <a:lnTo>
                    <a:pt x="104955" y="11142"/>
                  </a:lnTo>
                  <a:lnTo>
                    <a:pt x="99909" y="13179"/>
                  </a:lnTo>
                  <a:lnTo>
                    <a:pt x="94932" y="15379"/>
                  </a:lnTo>
                  <a:lnTo>
                    <a:pt x="90028" y="17739"/>
                  </a:lnTo>
                  <a:lnTo>
                    <a:pt x="85205" y="20258"/>
                  </a:lnTo>
                  <a:lnTo>
                    <a:pt x="80466" y="22932"/>
                  </a:lnTo>
                  <a:lnTo>
                    <a:pt x="75816" y="25760"/>
                  </a:lnTo>
                  <a:lnTo>
                    <a:pt x="71261" y="28737"/>
                  </a:lnTo>
                  <a:lnTo>
                    <a:pt x="66805" y="31861"/>
                  </a:lnTo>
                  <a:lnTo>
                    <a:pt x="62454" y="35128"/>
                  </a:lnTo>
                  <a:lnTo>
                    <a:pt x="58211" y="38535"/>
                  </a:lnTo>
                  <a:lnTo>
                    <a:pt x="54081" y="42079"/>
                  </a:lnTo>
                  <a:lnTo>
                    <a:pt x="50068" y="45754"/>
                  </a:lnTo>
                  <a:lnTo>
                    <a:pt x="46178" y="49559"/>
                  </a:lnTo>
                  <a:lnTo>
                    <a:pt x="42413" y="53488"/>
                  </a:lnTo>
                  <a:lnTo>
                    <a:pt x="38778" y="57538"/>
                  </a:lnTo>
                  <a:lnTo>
                    <a:pt x="35277" y="61704"/>
                  </a:lnTo>
                  <a:lnTo>
                    <a:pt x="31913" y="65982"/>
                  </a:lnTo>
                  <a:lnTo>
                    <a:pt x="28691" y="70366"/>
                  </a:lnTo>
                  <a:lnTo>
                    <a:pt x="25612" y="74854"/>
                  </a:lnTo>
                  <a:lnTo>
                    <a:pt x="22682" y="79439"/>
                  </a:lnTo>
                  <a:lnTo>
                    <a:pt x="19902" y="84117"/>
                  </a:lnTo>
                  <a:lnTo>
                    <a:pt x="17276" y="88883"/>
                  </a:lnTo>
                  <a:lnTo>
                    <a:pt x="14807" y="93732"/>
                  </a:lnTo>
                  <a:lnTo>
                    <a:pt x="12496" y="98659"/>
                  </a:lnTo>
                  <a:lnTo>
                    <a:pt x="10347" y="103659"/>
                  </a:lnTo>
                  <a:lnTo>
                    <a:pt x="8362" y="108726"/>
                  </a:lnTo>
                  <a:lnTo>
                    <a:pt x="6544" y="113854"/>
                  </a:lnTo>
                  <a:lnTo>
                    <a:pt x="4892" y="119039"/>
                  </a:lnTo>
                  <a:lnTo>
                    <a:pt x="3411" y="124276"/>
                  </a:lnTo>
                  <a:lnTo>
                    <a:pt x="2101" y="129557"/>
                  </a:lnTo>
                  <a:lnTo>
                    <a:pt x="963" y="134879"/>
                  </a:lnTo>
                  <a:lnTo>
                    <a:pt x="0" y="140234"/>
                  </a:lnTo>
                  <a:lnTo>
                    <a:pt x="164984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58" y="4659281"/>
              <a:ext cx="334322" cy="334329"/>
            </a:xfrm>
            <a:custGeom>
              <a:avLst/>
              <a:pathLst>
                <a:path w="334322" h="334329">
                  <a:moveTo>
                    <a:pt x="2181" y="140241"/>
                  </a:moveTo>
                  <a:lnTo>
                    <a:pt x="1412" y="145476"/>
                  </a:lnTo>
                  <a:lnTo>
                    <a:pt x="808" y="150732"/>
                  </a:lnTo>
                  <a:lnTo>
                    <a:pt x="372" y="156005"/>
                  </a:lnTo>
                  <a:lnTo>
                    <a:pt x="102" y="161289"/>
                  </a:lnTo>
                  <a:lnTo>
                    <a:pt x="0" y="166578"/>
                  </a:lnTo>
                  <a:lnTo>
                    <a:pt x="65" y="171869"/>
                  </a:lnTo>
                  <a:lnTo>
                    <a:pt x="297" y="177154"/>
                  </a:lnTo>
                  <a:lnTo>
                    <a:pt x="697" y="182430"/>
                  </a:lnTo>
                  <a:lnTo>
                    <a:pt x="1263" y="187690"/>
                  </a:lnTo>
                  <a:lnTo>
                    <a:pt x="1996" y="192930"/>
                  </a:lnTo>
                  <a:lnTo>
                    <a:pt x="2894" y="198144"/>
                  </a:lnTo>
                  <a:lnTo>
                    <a:pt x="3956" y="203327"/>
                  </a:lnTo>
                  <a:lnTo>
                    <a:pt x="5182" y="208473"/>
                  </a:lnTo>
                  <a:lnTo>
                    <a:pt x="6570" y="213579"/>
                  </a:lnTo>
                  <a:lnTo>
                    <a:pt x="8120" y="218637"/>
                  </a:lnTo>
                  <a:lnTo>
                    <a:pt x="9828" y="223645"/>
                  </a:lnTo>
                  <a:lnTo>
                    <a:pt x="11694" y="228595"/>
                  </a:lnTo>
                  <a:lnTo>
                    <a:pt x="13716" y="233485"/>
                  </a:lnTo>
                  <a:lnTo>
                    <a:pt x="15891" y="238307"/>
                  </a:lnTo>
                  <a:lnTo>
                    <a:pt x="18218" y="243059"/>
                  </a:lnTo>
                  <a:lnTo>
                    <a:pt x="20694" y="247734"/>
                  </a:lnTo>
                  <a:lnTo>
                    <a:pt x="23317" y="252329"/>
                  </a:lnTo>
                  <a:lnTo>
                    <a:pt x="26084" y="256838"/>
                  </a:lnTo>
                  <a:lnTo>
                    <a:pt x="28993" y="261258"/>
                  </a:lnTo>
                  <a:lnTo>
                    <a:pt x="32039" y="265583"/>
                  </a:lnTo>
                  <a:lnTo>
                    <a:pt x="35222" y="269810"/>
                  </a:lnTo>
                  <a:lnTo>
                    <a:pt x="38536" y="273934"/>
                  </a:lnTo>
                  <a:lnTo>
                    <a:pt x="41979" y="277951"/>
                  </a:lnTo>
                  <a:lnTo>
                    <a:pt x="45547" y="281857"/>
                  </a:lnTo>
                  <a:lnTo>
                    <a:pt x="49238" y="285649"/>
                  </a:lnTo>
                  <a:lnTo>
                    <a:pt x="53046" y="289321"/>
                  </a:lnTo>
                  <a:lnTo>
                    <a:pt x="56969" y="292871"/>
                  </a:lnTo>
                  <a:lnTo>
                    <a:pt x="61002" y="296295"/>
                  </a:lnTo>
                  <a:lnTo>
                    <a:pt x="65141" y="299590"/>
                  </a:lnTo>
                  <a:lnTo>
                    <a:pt x="69383" y="302753"/>
                  </a:lnTo>
                  <a:lnTo>
                    <a:pt x="73723" y="305779"/>
                  </a:lnTo>
                  <a:lnTo>
                    <a:pt x="78156" y="308667"/>
                  </a:lnTo>
                  <a:lnTo>
                    <a:pt x="82678" y="311412"/>
                  </a:lnTo>
                  <a:lnTo>
                    <a:pt x="87285" y="314014"/>
                  </a:lnTo>
                  <a:lnTo>
                    <a:pt x="91972" y="316468"/>
                  </a:lnTo>
                  <a:lnTo>
                    <a:pt x="96734" y="318773"/>
                  </a:lnTo>
                  <a:lnTo>
                    <a:pt x="101567" y="320926"/>
                  </a:lnTo>
                  <a:lnTo>
                    <a:pt x="106466" y="322925"/>
                  </a:lnTo>
                  <a:lnTo>
                    <a:pt x="111425" y="324768"/>
                  </a:lnTo>
                  <a:lnTo>
                    <a:pt x="116440" y="326452"/>
                  </a:lnTo>
                  <a:lnTo>
                    <a:pt x="121507" y="327978"/>
                  </a:lnTo>
                  <a:lnTo>
                    <a:pt x="126618" y="329342"/>
                  </a:lnTo>
                  <a:lnTo>
                    <a:pt x="131771" y="330544"/>
                  </a:lnTo>
                  <a:lnTo>
                    <a:pt x="136958" y="331582"/>
                  </a:lnTo>
                  <a:lnTo>
                    <a:pt x="142177" y="332456"/>
                  </a:lnTo>
                  <a:lnTo>
                    <a:pt x="147420" y="333164"/>
                  </a:lnTo>
                  <a:lnTo>
                    <a:pt x="152683" y="333706"/>
                  </a:lnTo>
                  <a:lnTo>
                    <a:pt x="157960" y="334081"/>
                  </a:lnTo>
                  <a:lnTo>
                    <a:pt x="163247" y="334288"/>
                  </a:lnTo>
                  <a:lnTo>
                    <a:pt x="168537" y="334329"/>
                  </a:lnTo>
                  <a:lnTo>
                    <a:pt x="173826" y="334202"/>
                  </a:lnTo>
                  <a:lnTo>
                    <a:pt x="179109" y="333907"/>
                  </a:lnTo>
                  <a:lnTo>
                    <a:pt x="184379" y="333446"/>
                  </a:lnTo>
                  <a:lnTo>
                    <a:pt x="189633" y="332818"/>
                  </a:lnTo>
                  <a:lnTo>
                    <a:pt x="194863" y="332024"/>
                  </a:lnTo>
                  <a:lnTo>
                    <a:pt x="200066" y="331065"/>
                  </a:lnTo>
                  <a:lnTo>
                    <a:pt x="205236" y="329942"/>
                  </a:lnTo>
                  <a:lnTo>
                    <a:pt x="210368" y="328655"/>
                  </a:lnTo>
                  <a:lnTo>
                    <a:pt x="215457" y="327207"/>
                  </a:lnTo>
                  <a:lnTo>
                    <a:pt x="220497" y="325599"/>
                  </a:lnTo>
                  <a:lnTo>
                    <a:pt x="225484" y="323832"/>
                  </a:lnTo>
                  <a:lnTo>
                    <a:pt x="230413" y="321908"/>
                  </a:lnTo>
                  <a:lnTo>
                    <a:pt x="235278" y="319829"/>
                  </a:lnTo>
                  <a:lnTo>
                    <a:pt x="240075" y="317597"/>
                  </a:lnTo>
                  <a:lnTo>
                    <a:pt x="244799" y="315215"/>
                  </a:lnTo>
                  <a:lnTo>
                    <a:pt x="249445" y="312684"/>
                  </a:lnTo>
                  <a:lnTo>
                    <a:pt x="254008" y="310007"/>
                  </a:lnTo>
                  <a:lnTo>
                    <a:pt x="258485" y="307187"/>
                  </a:lnTo>
                  <a:lnTo>
                    <a:pt x="262870" y="304228"/>
                  </a:lnTo>
                  <a:lnTo>
                    <a:pt x="267160" y="301130"/>
                  </a:lnTo>
                  <a:lnTo>
                    <a:pt x="271349" y="297899"/>
                  </a:lnTo>
                  <a:lnTo>
                    <a:pt x="275434" y="294537"/>
                  </a:lnTo>
                  <a:lnTo>
                    <a:pt x="279410" y="291047"/>
                  </a:lnTo>
                  <a:lnTo>
                    <a:pt x="283274" y="287433"/>
                  </a:lnTo>
                  <a:lnTo>
                    <a:pt x="287022" y="283698"/>
                  </a:lnTo>
                  <a:lnTo>
                    <a:pt x="290649" y="279847"/>
                  </a:lnTo>
                  <a:lnTo>
                    <a:pt x="294153" y="275883"/>
                  </a:lnTo>
                  <a:lnTo>
                    <a:pt x="297530" y="271810"/>
                  </a:lnTo>
                  <a:lnTo>
                    <a:pt x="300776" y="267632"/>
                  </a:lnTo>
                  <a:lnTo>
                    <a:pt x="303889" y="263354"/>
                  </a:lnTo>
                  <a:lnTo>
                    <a:pt x="306864" y="258979"/>
                  </a:lnTo>
                  <a:lnTo>
                    <a:pt x="309699" y="254512"/>
                  </a:lnTo>
                  <a:lnTo>
                    <a:pt x="312392" y="249958"/>
                  </a:lnTo>
                  <a:lnTo>
                    <a:pt x="314939" y="245321"/>
                  </a:lnTo>
                  <a:lnTo>
                    <a:pt x="317338" y="240605"/>
                  </a:lnTo>
                  <a:lnTo>
                    <a:pt x="319587" y="235816"/>
                  </a:lnTo>
                  <a:lnTo>
                    <a:pt x="321683" y="230958"/>
                  </a:lnTo>
                  <a:lnTo>
                    <a:pt x="323625" y="226037"/>
                  </a:lnTo>
                  <a:lnTo>
                    <a:pt x="325409" y="221056"/>
                  </a:lnTo>
                  <a:lnTo>
                    <a:pt x="327035" y="216021"/>
                  </a:lnTo>
                  <a:lnTo>
                    <a:pt x="328501" y="210938"/>
                  </a:lnTo>
                  <a:lnTo>
                    <a:pt x="329805" y="205811"/>
                  </a:lnTo>
                  <a:lnTo>
                    <a:pt x="330947" y="200644"/>
                  </a:lnTo>
                  <a:lnTo>
                    <a:pt x="331924" y="195445"/>
                  </a:lnTo>
                  <a:lnTo>
                    <a:pt x="332737" y="190217"/>
                  </a:lnTo>
                  <a:lnTo>
                    <a:pt x="333383" y="184966"/>
                  </a:lnTo>
                  <a:lnTo>
                    <a:pt x="333863" y="179697"/>
                  </a:lnTo>
                  <a:lnTo>
                    <a:pt x="334176" y="174415"/>
                  </a:lnTo>
                  <a:lnTo>
                    <a:pt x="334322" y="169127"/>
                  </a:lnTo>
                  <a:lnTo>
                    <a:pt x="334300" y="163836"/>
                  </a:lnTo>
                  <a:lnTo>
                    <a:pt x="334111" y="158549"/>
                  </a:lnTo>
                  <a:lnTo>
                    <a:pt x="333755" y="153270"/>
                  </a:lnTo>
                  <a:lnTo>
                    <a:pt x="333232" y="148005"/>
                  </a:lnTo>
                  <a:lnTo>
                    <a:pt x="332542" y="142760"/>
                  </a:lnTo>
                  <a:lnTo>
                    <a:pt x="331687" y="137539"/>
                  </a:lnTo>
                  <a:lnTo>
                    <a:pt x="330667" y="132347"/>
                  </a:lnTo>
                  <a:lnTo>
                    <a:pt x="329483" y="127191"/>
                  </a:lnTo>
                  <a:lnTo>
                    <a:pt x="328137" y="122074"/>
                  </a:lnTo>
                  <a:lnTo>
                    <a:pt x="326629" y="117003"/>
                  </a:lnTo>
                  <a:lnTo>
                    <a:pt x="324962" y="111982"/>
                  </a:lnTo>
                  <a:lnTo>
                    <a:pt x="323136" y="107016"/>
                  </a:lnTo>
                  <a:lnTo>
                    <a:pt x="321155" y="102110"/>
                  </a:lnTo>
                  <a:lnTo>
                    <a:pt x="319019" y="97270"/>
                  </a:lnTo>
                  <a:lnTo>
                    <a:pt x="316731" y="92499"/>
                  </a:lnTo>
                  <a:lnTo>
                    <a:pt x="314293" y="87804"/>
                  </a:lnTo>
                  <a:lnTo>
                    <a:pt x="311708" y="83188"/>
                  </a:lnTo>
                  <a:lnTo>
                    <a:pt x="308978" y="78656"/>
                  </a:lnTo>
                  <a:lnTo>
                    <a:pt x="306106" y="74212"/>
                  </a:lnTo>
                  <a:lnTo>
                    <a:pt x="303095" y="69862"/>
                  </a:lnTo>
                  <a:lnTo>
                    <a:pt x="299948" y="65609"/>
                  </a:lnTo>
                  <a:lnTo>
                    <a:pt x="296667" y="61458"/>
                  </a:lnTo>
                  <a:lnTo>
                    <a:pt x="293257" y="57413"/>
                  </a:lnTo>
                  <a:lnTo>
                    <a:pt x="289721" y="53478"/>
                  </a:lnTo>
                  <a:lnTo>
                    <a:pt x="286062" y="49657"/>
                  </a:lnTo>
                  <a:lnTo>
                    <a:pt x="282284" y="45953"/>
                  </a:lnTo>
                  <a:lnTo>
                    <a:pt x="278390" y="42371"/>
                  </a:lnTo>
                  <a:lnTo>
                    <a:pt x="274385" y="38914"/>
                  </a:lnTo>
                  <a:lnTo>
                    <a:pt x="270273" y="35585"/>
                  </a:lnTo>
                  <a:lnTo>
                    <a:pt x="266058" y="32388"/>
                  </a:lnTo>
                  <a:lnTo>
                    <a:pt x="261743" y="29326"/>
                  </a:lnTo>
                  <a:lnTo>
                    <a:pt x="257334" y="26402"/>
                  </a:lnTo>
                  <a:lnTo>
                    <a:pt x="252834" y="23619"/>
                  </a:lnTo>
                  <a:lnTo>
                    <a:pt x="248248" y="20980"/>
                  </a:lnTo>
                  <a:lnTo>
                    <a:pt x="243582" y="18488"/>
                  </a:lnTo>
                  <a:lnTo>
                    <a:pt x="238838" y="16144"/>
                  </a:lnTo>
                  <a:lnTo>
                    <a:pt x="234023" y="13951"/>
                  </a:lnTo>
                  <a:lnTo>
                    <a:pt x="229141" y="11912"/>
                  </a:lnTo>
                  <a:lnTo>
                    <a:pt x="224197" y="10029"/>
                  </a:lnTo>
                  <a:lnTo>
                    <a:pt x="219196" y="8303"/>
                  </a:lnTo>
                  <a:lnTo>
                    <a:pt x="214143" y="6736"/>
                  </a:lnTo>
                  <a:lnTo>
                    <a:pt x="209042" y="5330"/>
                  </a:lnTo>
                  <a:lnTo>
                    <a:pt x="203900" y="4086"/>
                  </a:lnTo>
                  <a:lnTo>
                    <a:pt x="198721" y="3005"/>
                  </a:lnTo>
                  <a:lnTo>
                    <a:pt x="193510" y="2088"/>
                  </a:lnTo>
                  <a:lnTo>
                    <a:pt x="188273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242" y="0"/>
                  </a:moveTo>
                  <a:lnTo>
                    <a:pt x="0" y="0"/>
                  </a:ln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70" y="5018213"/>
              <a:ext cx="334312" cy="334332"/>
            </a:xfrm>
            <a:custGeom>
              <a:avLst/>
              <a:pathLst>
                <a:path w="334312" h="334332">
                  <a:moveTo>
                    <a:pt x="166907" y="0"/>
                  </a:moveTo>
                  <a:lnTo>
                    <a:pt x="161613" y="91"/>
                  </a:lnTo>
                  <a:lnTo>
                    <a:pt x="156325" y="350"/>
                  </a:lnTo>
                  <a:lnTo>
                    <a:pt x="151048" y="777"/>
                  </a:lnTo>
                  <a:lnTo>
                    <a:pt x="145787" y="1370"/>
                  </a:lnTo>
                  <a:lnTo>
                    <a:pt x="140548" y="2130"/>
                  </a:lnTo>
                  <a:lnTo>
                    <a:pt x="135335" y="3055"/>
                  </a:lnTo>
                  <a:lnTo>
                    <a:pt x="130154" y="4145"/>
                  </a:lnTo>
                  <a:lnTo>
                    <a:pt x="125010" y="5398"/>
                  </a:lnTo>
                  <a:lnTo>
                    <a:pt x="119908" y="6813"/>
                  </a:lnTo>
                  <a:lnTo>
                    <a:pt x="114854" y="8390"/>
                  </a:lnTo>
                  <a:lnTo>
                    <a:pt x="109852" y="10126"/>
                  </a:lnTo>
                  <a:lnTo>
                    <a:pt x="104908" y="12019"/>
                  </a:lnTo>
                  <a:lnTo>
                    <a:pt x="100026" y="14068"/>
                  </a:lnTo>
                  <a:lnTo>
                    <a:pt x="95212" y="16270"/>
                  </a:lnTo>
                  <a:lnTo>
                    <a:pt x="90469" y="18624"/>
                  </a:lnTo>
                  <a:lnTo>
                    <a:pt x="85804" y="21127"/>
                  </a:lnTo>
                  <a:lnTo>
                    <a:pt x="81220" y="23776"/>
                  </a:lnTo>
                  <a:lnTo>
                    <a:pt x="76722" y="26569"/>
                  </a:lnTo>
                  <a:lnTo>
                    <a:pt x="72315" y="29503"/>
                  </a:lnTo>
                  <a:lnTo>
                    <a:pt x="68003" y="32575"/>
                  </a:lnTo>
                  <a:lnTo>
                    <a:pt x="63791" y="35782"/>
                  </a:lnTo>
                  <a:lnTo>
                    <a:pt x="59682" y="39121"/>
                  </a:lnTo>
                  <a:lnTo>
                    <a:pt x="55681" y="42589"/>
                  </a:lnTo>
                  <a:lnTo>
                    <a:pt x="51792" y="46181"/>
                  </a:lnTo>
                  <a:lnTo>
                    <a:pt x="48019" y="49895"/>
                  </a:lnTo>
                  <a:lnTo>
                    <a:pt x="44365" y="53726"/>
                  </a:lnTo>
                  <a:lnTo>
                    <a:pt x="40834" y="57671"/>
                  </a:lnTo>
                  <a:lnTo>
                    <a:pt x="37430" y="61726"/>
                  </a:lnTo>
                  <a:lnTo>
                    <a:pt x="34156" y="65887"/>
                  </a:lnTo>
                  <a:lnTo>
                    <a:pt x="31016" y="70149"/>
                  </a:lnTo>
                  <a:lnTo>
                    <a:pt x="28012" y="74509"/>
                  </a:lnTo>
                  <a:lnTo>
                    <a:pt x="25147" y="78961"/>
                  </a:lnTo>
                  <a:lnTo>
                    <a:pt x="22425" y="83502"/>
                  </a:lnTo>
                  <a:lnTo>
                    <a:pt x="19848" y="88127"/>
                  </a:lnTo>
                  <a:lnTo>
                    <a:pt x="17419" y="92832"/>
                  </a:lnTo>
                  <a:lnTo>
                    <a:pt x="15140" y="97610"/>
                  </a:lnTo>
                  <a:lnTo>
                    <a:pt x="13014" y="102459"/>
                  </a:lnTo>
                  <a:lnTo>
                    <a:pt x="11042" y="107372"/>
                  </a:lnTo>
                  <a:lnTo>
                    <a:pt x="9227" y="112346"/>
                  </a:lnTo>
                  <a:lnTo>
                    <a:pt x="7570" y="117374"/>
                  </a:lnTo>
                  <a:lnTo>
                    <a:pt x="6074" y="122453"/>
                  </a:lnTo>
                  <a:lnTo>
                    <a:pt x="4738" y="127576"/>
                  </a:lnTo>
                  <a:lnTo>
                    <a:pt x="3566" y="132739"/>
                  </a:lnTo>
                  <a:lnTo>
                    <a:pt x="2558" y="137936"/>
                  </a:lnTo>
                  <a:lnTo>
                    <a:pt x="1715" y="143163"/>
                  </a:lnTo>
                  <a:lnTo>
                    <a:pt x="1038" y="148414"/>
                  </a:lnTo>
                  <a:lnTo>
                    <a:pt x="527" y="153684"/>
                  </a:lnTo>
                  <a:lnTo>
                    <a:pt x="184" y="158967"/>
                  </a:lnTo>
                  <a:lnTo>
                    <a:pt x="8" y="164258"/>
                  </a:lnTo>
                  <a:lnTo>
                    <a:pt x="0" y="169553"/>
                  </a:lnTo>
                  <a:lnTo>
                    <a:pt x="159" y="174845"/>
                  </a:lnTo>
                  <a:lnTo>
                    <a:pt x="486" y="180129"/>
                  </a:lnTo>
                  <a:lnTo>
                    <a:pt x="980" y="185400"/>
                  </a:lnTo>
                  <a:lnTo>
                    <a:pt x="1641" y="190653"/>
                  </a:lnTo>
                  <a:lnTo>
                    <a:pt x="2467" y="195883"/>
                  </a:lnTo>
                  <a:lnTo>
                    <a:pt x="3459" y="201083"/>
                  </a:lnTo>
                  <a:lnTo>
                    <a:pt x="4615" y="206250"/>
                  </a:lnTo>
                  <a:lnTo>
                    <a:pt x="5935" y="211377"/>
                  </a:lnTo>
                  <a:lnTo>
                    <a:pt x="7415" y="216460"/>
                  </a:lnTo>
                  <a:lnTo>
                    <a:pt x="9057" y="221494"/>
                  </a:lnTo>
                  <a:lnTo>
                    <a:pt x="10856" y="226473"/>
                  </a:lnTo>
                  <a:lnTo>
                    <a:pt x="12813" y="231393"/>
                  </a:lnTo>
                  <a:lnTo>
                    <a:pt x="14924" y="236248"/>
                  </a:lnTo>
                  <a:lnTo>
                    <a:pt x="17188" y="241034"/>
                  </a:lnTo>
                  <a:lnTo>
                    <a:pt x="19602" y="245745"/>
                  </a:lnTo>
                  <a:lnTo>
                    <a:pt x="22164" y="250378"/>
                  </a:lnTo>
                  <a:lnTo>
                    <a:pt x="24872" y="254928"/>
                  </a:lnTo>
                  <a:lnTo>
                    <a:pt x="27723" y="259389"/>
                  </a:lnTo>
                  <a:lnTo>
                    <a:pt x="30713" y="263758"/>
                  </a:lnTo>
                  <a:lnTo>
                    <a:pt x="33840" y="268031"/>
                  </a:lnTo>
                  <a:lnTo>
                    <a:pt x="37101" y="272201"/>
                  </a:lnTo>
                  <a:lnTo>
                    <a:pt x="40493" y="276267"/>
                  </a:lnTo>
                  <a:lnTo>
                    <a:pt x="44011" y="280223"/>
                  </a:lnTo>
                  <a:lnTo>
                    <a:pt x="47653" y="284066"/>
                  </a:lnTo>
                  <a:lnTo>
                    <a:pt x="51415" y="287791"/>
                  </a:lnTo>
                  <a:lnTo>
                    <a:pt x="55293" y="291396"/>
                  </a:lnTo>
                  <a:lnTo>
                    <a:pt x="59283" y="294876"/>
                  </a:lnTo>
                  <a:lnTo>
                    <a:pt x="63381" y="298228"/>
                  </a:lnTo>
                  <a:lnTo>
                    <a:pt x="67583" y="301448"/>
                  </a:lnTo>
                  <a:lnTo>
                    <a:pt x="71885" y="304534"/>
                  </a:lnTo>
                  <a:lnTo>
                    <a:pt x="76283" y="307481"/>
                  </a:lnTo>
                  <a:lnTo>
                    <a:pt x="80772" y="310289"/>
                  </a:lnTo>
                  <a:lnTo>
                    <a:pt x="85348" y="312952"/>
                  </a:lnTo>
                  <a:lnTo>
                    <a:pt x="90005" y="315469"/>
                  </a:lnTo>
                  <a:lnTo>
                    <a:pt x="94740" y="317838"/>
                  </a:lnTo>
                  <a:lnTo>
                    <a:pt x="99548" y="320055"/>
                  </a:lnTo>
                  <a:lnTo>
                    <a:pt x="104423" y="322119"/>
                  </a:lnTo>
                  <a:lnTo>
                    <a:pt x="109362" y="324028"/>
                  </a:lnTo>
                  <a:lnTo>
                    <a:pt x="114358" y="325779"/>
                  </a:lnTo>
                  <a:lnTo>
                    <a:pt x="119407" y="327372"/>
                  </a:lnTo>
                  <a:lnTo>
                    <a:pt x="124504" y="328803"/>
                  </a:lnTo>
                  <a:lnTo>
                    <a:pt x="129644" y="330073"/>
                  </a:lnTo>
                  <a:lnTo>
                    <a:pt x="134822" y="331179"/>
                  </a:lnTo>
                  <a:lnTo>
                    <a:pt x="140032" y="332120"/>
                  </a:lnTo>
                  <a:lnTo>
                    <a:pt x="145269" y="332896"/>
                  </a:lnTo>
                  <a:lnTo>
                    <a:pt x="150528" y="333506"/>
                  </a:lnTo>
                  <a:lnTo>
                    <a:pt x="155804" y="333949"/>
                  </a:lnTo>
                  <a:lnTo>
                    <a:pt x="161091" y="334224"/>
                  </a:lnTo>
                  <a:lnTo>
                    <a:pt x="166384" y="334332"/>
                  </a:lnTo>
                  <a:lnTo>
                    <a:pt x="171679" y="334273"/>
                  </a:lnTo>
                  <a:lnTo>
                    <a:pt x="176968" y="334046"/>
                  </a:lnTo>
                  <a:lnTo>
                    <a:pt x="182248" y="333651"/>
                  </a:lnTo>
                  <a:lnTo>
                    <a:pt x="187512" y="333089"/>
                  </a:lnTo>
                  <a:lnTo>
                    <a:pt x="192756" y="332361"/>
                  </a:lnTo>
                  <a:lnTo>
                    <a:pt x="197975" y="331468"/>
                  </a:lnTo>
                  <a:lnTo>
                    <a:pt x="203162" y="330409"/>
                  </a:lnTo>
                  <a:lnTo>
                    <a:pt x="208313" y="329187"/>
                  </a:lnTo>
                  <a:lnTo>
                    <a:pt x="213423" y="327802"/>
                  </a:lnTo>
                  <a:lnTo>
                    <a:pt x="218487" y="326256"/>
                  </a:lnTo>
                  <a:lnTo>
                    <a:pt x="223499" y="324551"/>
                  </a:lnTo>
                  <a:lnTo>
                    <a:pt x="228455" y="322687"/>
                  </a:lnTo>
                  <a:lnTo>
                    <a:pt x="233349" y="320668"/>
                  </a:lnTo>
                  <a:lnTo>
                    <a:pt x="238177" y="318495"/>
                  </a:lnTo>
                  <a:lnTo>
                    <a:pt x="242933" y="316170"/>
                  </a:lnTo>
                  <a:lnTo>
                    <a:pt x="247614" y="313695"/>
                  </a:lnTo>
                  <a:lnTo>
                    <a:pt x="252213" y="311074"/>
                  </a:lnTo>
                  <a:lnTo>
                    <a:pt x="256728" y="308308"/>
                  </a:lnTo>
                  <a:lnTo>
                    <a:pt x="261152" y="305400"/>
                  </a:lnTo>
                  <a:lnTo>
                    <a:pt x="265483" y="302354"/>
                  </a:lnTo>
                  <a:lnTo>
                    <a:pt x="269714" y="299172"/>
                  </a:lnTo>
                  <a:lnTo>
                    <a:pt x="273843" y="295858"/>
                  </a:lnTo>
                  <a:lnTo>
                    <a:pt x="277865" y="292415"/>
                  </a:lnTo>
                  <a:lnTo>
                    <a:pt x="281776" y="288846"/>
                  </a:lnTo>
                  <a:lnTo>
                    <a:pt x="285571" y="285155"/>
                  </a:lnTo>
                  <a:lnTo>
                    <a:pt x="289248" y="281346"/>
                  </a:lnTo>
                  <a:lnTo>
                    <a:pt x="292803" y="277422"/>
                  </a:lnTo>
                  <a:lnTo>
                    <a:pt x="296231" y="273388"/>
                  </a:lnTo>
                  <a:lnTo>
                    <a:pt x="299530" y="269247"/>
                  </a:lnTo>
                  <a:lnTo>
                    <a:pt x="302696" y="265004"/>
                  </a:lnTo>
                  <a:lnTo>
                    <a:pt x="305727" y="260662"/>
                  </a:lnTo>
                  <a:lnTo>
                    <a:pt x="308618" y="256227"/>
                  </a:lnTo>
                  <a:lnTo>
                    <a:pt x="311367" y="251703"/>
                  </a:lnTo>
                  <a:lnTo>
                    <a:pt x="313972" y="247093"/>
                  </a:lnTo>
                  <a:lnTo>
                    <a:pt x="316429" y="242404"/>
                  </a:lnTo>
                  <a:lnTo>
                    <a:pt x="318737" y="237639"/>
                  </a:lnTo>
                  <a:lnTo>
                    <a:pt x="320893" y="232803"/>
                  </a:lnTo>
                  <a:lnTo>
                    <a:pt x="322894" y="227902"/>
                  </a:lnTo>
                  <a:lnTo>
                    <a:pt x="324739" y="222939"/>
                  </a:lnTo>
                  <a:lnTo>
                    <a:pt x="326426" y="217921"/>
                  </a:lnTo>
                  <a:lnTo>
                    <a:pt x="327954" y="212852"/>
                  </a:lnTo>
                  <a:lnTo>
                    <a:pt x="329320" y="207737"/>
                  </a:lnTo>
                  <a:lnTo>
                    <a:pt x="330523" y="202581"/>
                  </a:lnTo>
                  <a:lnTo>
                    <a:pt x="331563" y="197389"/>
                  </a:lnTo>
                  <a:lnTo>
                    <a:pt x="332437" y="192168"/>
                  </a:lnTo>
                  <a:lnTo>
                    <a:pt x="333146" y="186921"/>
                  </a:lnTo>
                  <a:lnTo>
                    <a:pt x="333688" y="181655"/>
                  </a:lnTo>
                  <a:lnTo>
                    <a:pt x="334064" y="176374"/>
                  </a:lnTo>
                  <a:lnTo>
                    <a:pt x="334271" y="171083"/>
                  </a:lnTo>
                  <a:lnTo>
                    <a:pt x="334312" y="165789"/>
                  </a:lnTo>
                  <a:lnTo>
                    <a:pt x="334184" y="160496"/>
                  </a:lnTo>
                  <a:lnTo>
                    <a:pt x="333889" y="155210"/>
                  </a:lnTo>
                  <a:lnTo>
                    <a:pt x="333427" y="149936"/>
                  </a:lnTo>
                  <a:lnTo>
                    <a:pt x="332798" y="144679"/>
                  </a:lnTo>
                  <a:lnTo>
                    <a:pt x="332003" y="139445"/>
                  </a:lnTo>
                  <a:lnTo>
                    <a:pt x="331042" y="134238"/>
                  </a:lnTo>
                  <a:lnTo>
                    <a:pt x="329917" y="129065"/>
                  </a:lnTo>
                  <a:lnTo>
                    <a:pt x="328629" y="123930"/>
                  </a:lnTo>
                  <a:lnTo>
                    <a:pt x="327179" y="118838"/>
                  </a:lnTo>
                  <a:lnTo>
                    <a:pt x="325568" y="113794"/>
                  </a:lnTo>
                  <a:lnTo>
                    <a:pt x="323799" y="108805"/>
                  </a:lnTo>
                  <a:lnTo>
                    <a:pt x="321872" y="103873"/>
                  </a:lnTo>
                  <a:lnTo>
                    <a:pt x="319790" y="99005"/>
                  </a:lnTo>
                  <a:lnTo>
                    <a:pt x="317555" y="94206"/>
                  </a:lnTo>
                  <a:lnTo>
                    <a:pt x="315169" y="89480"/>
                  </a:lnTo>
                  <a:lnTo>
                    <a:pt x="312635" y="84831"/>
                  </a:lnTo>
                  <a:lnTo>
                    <a:pt x="309954" y="80265"/>
                  </a:lnTo>
                  <a:lnTo>
                    <a:pt x="307131" y="75787"/>
                  </a:lnTo>
                  <a:lnTo>
                    <a:pt x="304167" y="71400"/>
                  </a:lnTo>
                  <a:lnTo>
                    <a:pt x="301066" y="67109"/>
                  </a:lnTo>
                  <a:lnTo>
                    <a:pt x="297830" y="62918"/>
                  </a:lnTo>
                  <a:lnTo>
                    <a:pt x="294463" y="58833"/>
                  </a:lnTo>
                  <a:lnTo>
                    <a:pt x="290969" y="54855"/>
                  </a:lnTo>
                  <a:lnTo>
                    <a:pt x="287350" y="50991"/>
                  </a:lnTo>
                  <a:lnTo>
                    <a:pt x="283611" y="47242"/>
                  </a:lnTo>
                  <a:lnTo>
                    <a:pt x="279755" y="43615"/>
                  </a:lnTo>
                  <a:lnTo>
                    <a:pt x="275786" y="40111"/>
                  </a:lnTo>
                  <a:lnTo>
                    <a:pt x="271708" y="36734"/>
                  </a:lnTo>
                  <a:lnTo>
                    <a:pt x="267525" y="33489"/>
                  </a:lnTo>
                  <a:lnTo>
                    <a:pt x="263241" y="30377"/>
                  </a:lnTo>
                  <a:lnTo>
                    <a:pt x="258861" y="27403"/>
                  </a:lnTo>
                  <a:lnTo>
                    <a:pt x="254389" y="24569"/>
                  </a:lnTo>
                  <a:lnTo>
                    <a:pt x="249830" y="21878"/>
                  </a:lnTo>
                  <a:lnTo>
                    <a:pt x="245188" y="19332"/>
                  </a:lnTo>
                  <a:lnTo>
                    <a:pt x="240467" y="16935"/>
                  </a:lnTo>
                  <a:lnTo>
                    <a:pt x="235673" y="14689"/>
                  </a:lnTo>
                  <a:lnTo>
                    <a:pt x="230810" y="12595"/>
                  </a:lnTo>
                  <a:lnTo>
                    <a:pt x="225883" y="10657"/>
                  </a:lnTo>
                  <a:lnTo>
                    <a:pt x="220898" y="8875"/>
                  </a:lnTo>
                  <a:lnTo>
                    <a:pt x="215858" y="7253"/>
                  </a:lnTo>
                  <a:lnTo>
                    <a:pt x="210770" y="5791"/>
                  </a:lnTo>
                  <a:lnTo>
                    <a:pt x="205637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30" y="1573"/>
                  </a:lnTo>
                  <a:lnTo>
                    <a:pt x="184775" y="93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7624" cy="167167"/>
            </a:xfrm>
            <a:custGeom>
              <a:avLst/>
              <a:pathLst>
                <a:path w="17624" h="167167">
                  <a:moveTo>
                    <a:pt x="17624" y="931"/>
                  </a:moveTo>
                  <a:lnTo>
                    <a:pt x="8824" y="2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8803" y="5269756"/>
              <a:ext cx="165697" cy="167167"/>
            </a:xfrm>
            <a:custGeom>
              <a:avLst/>
              <a:pathLst>
                <a:path w="165697" h="167167">
                  <a:moveTo>
                    <a:pt x="165697" y="0"/>
                  </a:moveTo>
                  <a:lnTo>
                    <a:pt x="160234" y="89"/>
                  </a:lnTo>
                  <a:lnTo>
                    <a:pt x="154778" y="357"/>
                  </a:lnTo>
                  <a:lnTo>
                    <a:pt x="149332" y="802"/>
                  </a:lnTo>
                  <a:lnTo>
                    <a:pt x="143905" y="1426"/>
                  </a:lnTo>
                  <a:lnTo>
                    <a:pt x="138500" y="2227"/>
                  </a:lnTo>
                  <a:lnTo>
                    <a:pt x="133125" y="3204"/>
                  </a:lnTo>
                  <a:lnTo>
                    <a:pt x="127784" y="4356"/>
                  </a:lnTo>
                  <a:lnTo>
                    <a:pt x="122484" y="5681"/>
                  </a:lnTo>
                  <a:lnTo>
                    <a:pt x="117230" y="7180"/>
                  </a:lnTo>
                  <a:lnTo>
                    <a:pt x="112028" y="8849"/>
                  </a:lnTo>
                  <a:lnTo>
                    <a:pt x="106883" y="10687"/>
                  </a:lnTo>
                  <a:lnTo>
                    <a:pt x="101801" y="12693"/>
                  </a:lnTo>
                  <a:lnTo>
                    <a:pt x="96787" y="14863"/>
                  </a:lnTo>
                  <a:lnTo>
                    <a:pt x="91847" y="17197"/>
                  </a:lnTo>
                  <a:lnTo>
                    <a:pt x="86986" y="19690"/>
                  </a:lnTo>
                  <a:lnTo>
                    <a:pt x="82208" y="22341"/>
                  </a:lnTo>
                  <a:lnTo>
                    <a:pt x="77520" y="25147"/>
                  </a:lnTo>
                  <a:lnTo>
                    <a:pt x="72926" y="28104"/>
                  </a:lnTo>
                  <a:lnTo>
                    <a:pt x="68432" y="31210"/>
                  </a:lnTo>
                  <a:lnTo>
                    <a:pt x="64041" y="34461"/>
                  </a:lnTo>
                  <a:lnTo>
                    <a:pt x="59758" y="37854"/>
                  </a:lnTo>
                  <a:lnTo>
                    <a:pt x="55589" y="41385"/>
                  </a:lnTo>
                  <a:lnTo>
                    <a:pt x="51538" y="45050"/>
                  </a:lnTo>
                  <a:lnTo>
                    <a:pt x="47608" y="48846"/>
                  </a:lnTo>
                  <a:lnTo>
                    <a:pt x="43805" y="52768"/>
                  </a:lnTo>
                  <a:lnTo>
                    <a:pt x="40132" y="56812"/>
                  </a:lnTo>
                  <a:lnTo>
                    <a:pt x="36592" y="60974"/>
                  </a:lnTo>
                  <a:lnTo>
                    <a:pt x="33191" y="65250"/>
                  </a:lnTo>
                  <a:lnTo>
                    <a:pt x="29931" y="69634"/>
                  </a:lnTo>
                  <a:lnTo>
                    <a:pt x="26817" y="74123"/>
                  </a:lnTo>
                  <a:lnTo>
                    <a:pt x="23850" y="78711"/>
                  </a:lnTo>
                  <a:lnTo>
                    <a:pt x="21036" y="83394"/>
                  </a:lnTo>
                  <a:lnTo>
                    <a:pt x="18375" y="88166"/>
                  </a:lnTo>
                  <a:lnTo>
                    <a:pt x="15872" y="93022"/>
                  </a:lnTo>
                  <a:lnTo>
                    <a:pt x="13529" y="97958"/>
                  </a:lnTo>
                  <a:lnTo>
                    <a:pt x="11349" y="102967"/>
                  </a:lnTo>
                  <a:lnTo>
                    <a:pt x="9334" y="108045"/>
                  </a:lnTo>
                  <a:lnTo>
                    <a:pt x="7485" y="113186"/>
                  </a:lnTo>
                  <a:lnTo>
                    <a:pt x="5806" y="118385"/>
                  </a:lnTo>
                  <a:lnTo>
                    <a:pt x="4297" y="123636"/>
                  </a:lnTo>
                  <a:lnTo>
                    <a:pt x="2961" y="128934"/>
                  </a:lnTo>
                  <a:lnTo>
                    <a:pt x="1798" y="134272"/>
                  </a:lnTo>
                  <a:lnTo>
                    <a:pt x="811" y="139646"/>
                  </a:lnTo>
                  <a:lnTo>
                    <a:pt x="0" y="145049"/>
                  </a:lnTo>
                  <a:lnTo>
                    <a:pt x="16569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7" y="5269756"/>
              <a:ext cx="334318" cy="334331"/>
            </a:xfrm>
            <a:custGeom>
              <a:avLst/>
              <a:pathLst>
                <a:path w="334318" h="334331">
                  <a:moveTo>
                    <a:pt x="1466" y="145049"/>
                  </a:moveTo>
                  <a:lnTo>
                    <a:pt x="849" y="150306"/>
                  </a:lnTo>
                  <a:lnTo>
                    <a:pt x="398" y="155580"/>
                  </a:lnTo>
                  <a:lnTo>
                    <a:pt x="115" y="160866"/>
                  </a:lnTo>
                  <a:lnTo>
                    <a:pt x="0" y="166159"/>
                  </a:lnTo>
                  <a:lnTo>
                    <a:pt x="51" y="171452"/>
                  </a:lnTo>
                  <a:lnTo>
                    <a:pt x="271" y="176741"/>
                  </a:lnTo>
                  <a:lnTo>
                    <a:pt x="658" y="182020"/>
                  </a:lnTo>
                  <a:lnTo>
                    <a:pt x="1211" y="187285"/>
                  </a:lnTo>
                  <a:lnTo>
                    <a:pt x="1932" y="192529"/>
                  </a:lnTo>
                  <a:lnTo>
                    <a:pt x="2817" y="197748"/>
                  </a:lnTo>
                  <a:lnTo>
                    <a:pt x="3868" y="202936"/>
                  </a:lnTo>
                  <a:lnTo>
                    <a:pt x="5082" y="208088"/>
                  </a:lnTo>
                  <a:lnTo>
                    <a:pt x="6459" y="213200"/>
                  </a:lnTo>
                  <a:lnTo>
                    <a:pt x="7997" y="218265"/>
                  </a:lnTo>
                  <a:lnTo>
                    <a:pt x="9695" y="223279"/>
                  </a:lnTo>
                  <a:lnTo>
                    <a:pt x="11551" y="228236"/>
                  </a:lnTo>
                  <a:lnTo>
                    <a:pt x="13562" y="233133"/>
                  </a:lnTo>
                  <a:lnTo>
                    <a:pt x="15728" y="237963"/>
                  </a:lnTo>
                  <a:lnTo>
                    <a:pt x="18045" y="242722"/>
                  </a:lnTo>
                  <a:lnTo>
                    <a:pt x="20512" y="247406"/>
                  </a:lnTo>
                  <a:lnTo>
                    <a:pt x="23126" y="252009"/>
                  </a:lnTo>
                  <a:lnTo>
                    <a:pt x="25885" y="256527"/>
                  </a:lnTo>
                  <a:lnTo>
                    <a:pt x="28785" y="260955"/>
                  </a:lnTo>
                  <a:lnTo>
                    <a:pt x="31824" y="265289"/>
                  </a:lnTo>
                  <a:lnTo>
                    <a:pt x="34998" y="269525"/>
                  </a:lnTo>
                  <a:lnTo>
                    <a:pt x="38306" y="273659"/>
                  </a:lnTo>
                  <a:lnTo>
                    <a:pt x="41742" y="277685"/>
                  </a:lnTo>
                  <a:lnTo>
                    <a:pt x="45304" y="281601"/>
                  </a:lnTo>
                  <a:lnTo>
                    <a:pt x="48988" y="285402"/>
                  </a:lnTo>
                  <a:lnTo>
                    <a:pt x="52791" y="289084"/>
                  </a:lnTo>
                  <a:lnTo>
                    <a:pt x="56709" y="292644"/>
                  </a:lnTo>
                  <a:lnTo>
                    <a:pt x="60737" y="296079"/>
                  </a:lnTo>
                  <a:lnTo>
                    <a:pt x="64872" y="299384"/>
                  </a:lnTo>
                  <a:lnTo>
                    <a:pt x="69109" y="302556"/>
                  </a:lnTo>
                  <a:lnTo>
                    <a:pt x="73445" y="305593"/>
                  </a:lnTo>
                  <a:lnTo>
                    <a:pt x="77875" y="308491"/>
                  </a:lnTo>
                  <a:lnTo>
                    <a:pt x="82394" y="311247"/>
                  </a:lnTo>
                  <a:lnTo>
                    <a:pt x="86999" y="313859"/>
                  </a:lnTo>
                  <a:lnTo>
                    <a:pt x="91683" y="316323"/>
                  </a:lnTo>
                  <a:lnTo>
                    <a:pt x="96444" y="318639"/>
                  </a:lnTo>
                  <a:lnTo>
                    <a:pt x="101275" y="320802"/>
                  </a:lnTo>
                  <a:lnTo>
                    <a:pt x="106173" y="322811"/>
                  </a:lnTo>
                  <a:lnTo>
                    <a:pt x="111131" y="324664"/>
                  </a:lnTo>
                  <a:lnTo>
                    <a:pt x="116146" y="326359"/>
                  </a:lnTo>
                  <a:lnTo>
                    <a:pt x="121212" y="327895"/>
                  </a:lnTo>
                  <a:lnTo>
                    <a:pt x="126324" y="329269"/>
                  </a:lnTo>
                  <a:lnTo>
                    <a:pt x="131477" y="330481"/>
                  </a:lnTo>
                  <a:lnTo>
                    <a:pt x="136666" y="331529"/>
                  </a:lnTo>
                  <a:lnTo>
                    <a:pt x="141885" y="332412"/>
                  </a:lnTo>
                  <a:lnTo>
                    <a:pt x="147130" y="333130"/>
                  </a:lnTo>
                  <a:lnTo>
                    <a:pt x="152394" y="333681"/>
                  </a:lnTo>
                  <a:lnTo>
                    <a:pt x="157674" y="334065"/>
                  </a:lnTo>
                  <a:lnTo>
                    <a:pt x="162963" y="334282"/>
                  </a:lnTo>
                  <a:lnTo>
                    <a:pt x="168256" y="334331"/>
                  </a:lnTo>
                  <a:lnTo>
                    <a:pt x="173548" y="334212"/>
                  </a:lnTo>
                  <a:lnTo>
                    <a:pt x="178834" y="333927"/>
                  </a:lnTo>
                  <a:lnTo>
                    <a:pt x="184108" y="333473"/>
                  </a:lnTo>
                  <a:lnTo>
                    <a:pt x="189365" y="332854"/>
                  </a:lnTo>
                  <a:lnTo>
                    <a:pt x="194600" y="332068"/>
                  </a:lnTo>
                  <a:lnTo>
                    <a:pt x="199807" y="331116"/>
                  </a:lnTo>
                  <a:lnTo>
                    <a:pt x="204982" y="330000"/>
                  </a:lnTo>
                  <a:lnTo>
                    <a:pt x="210119" y="328721"/>
                  </a:lnTo>
                  <a:lnTo>
                    <a:pt x="215212" y="327280"/>
                  </a:lnTo>
                  <a:lnTo>
                    <a:pt x="220258" y="325679"/>
                  </a:lnTo>
                  <a:lnTo>
                    <a:pt x="225250" y="323918"/>
                  </a:lnTo>
                  <a:lnTo>
                    <a:pt x="230184" y="322001"/>
                  </a:lnTo>
                  <a:lnTo>
                    <a:pt x="235055" y="319928"/>
                  </a:lnTo>
                  <a:lnTo>
                    <a:pt x="239857" y="317701"/>
                  </a:lnTo>
                  <a:lnTo>
                    <a:pt x="244587" y="315324"/>
                  </a:lnTo>
                  <a:lnTo>
                    <a:pt x="249239" y="312799"/>
                  </a:lnTo>
                  <a:lnTo>
                    <a:pt x="253809" y="310127"/>
                  </a:lnTo>
                  <a:lnTo>
                    <a:pt x="258292" y="307312"/>
                  </a:lnTo>
                  <a:lnTo>
                    <a:pt x="262684" y="304356"/>
                  </a:lnTo>
                  <a:lnTo>
                    <a:pt x="266979" y="301263"/>
                  </a:lnTo>
                  <a:lnTo>
                    <a:pt x="271175" y="298036"/>
                  </a:lnTo>
                  <a:lnTo>
                    <a:pt x="275266" y="294677"/>
                  </a:lnTo>
                  <a:lnTo>
                    <a:pt x="279249" y="291190"/>
                  </a:lnTo>
                  <a:lnTo>
                    <a:pt x="283120" y="287579"/>
                  </a:lnTo>
                  <a:lnTo>
                    <a:pt x="286874" y="283847"/>
                  </a:lnTo>
                  <a:lnTo>
                    <a:pt x="290509" y="279999"/>
                  </a:lnTo>
                  <a:lnTo>
                    <a:pt x="294019" y="276037"/>
                  </a:lnTo>
                  <a:lnTo>
                    <a:pt x="297403" y="271966"/>
                  </a:lnTo>
                  <a:lnTo>
                    <a:pt x="300656" y="267790"/>
                  </a:lnTo>
                  <a:lnTo>
                    <a:pt x="303775" y="263512"/>
                  </a:lnTo>
                  <a:lnTo>
                    <a:pt x="306757" y="259139"/>
                  </a:lnTo>
                  <a:lnTo>
                    <a:pt x="309599" y="254673"/>
                  </a:lnTo>
                  <a:lnTo>
                    <a:pt x="312298" y="250119"/>
                  </a:lnTo>
                  <a:lnTo>
                    <a:pt x="314852" y="245482"/>
                  </a:lnTo>
                  <a:lnTo>
                    <a:pt x="317257" y="240767"/>
                  </a:lnTo>
                  <a:lnTo>
                    <a:pt x="319512" y="235978"/>
                  </a:lnTo>
                  <a:lnTo>
                    <a:pt x="321614" y="231120"/>
                  </a:lnTo>
                  <a:lnTo>
                    <a:pt x="323562" y="226198"/>
                  </a:lnTo>
                  <a:lnTo>
                    <a:pt x="325353" y="221216"/>
                  </a:lnTo>
                  <a:lnTo>
                    <a:pt x="326985" y="216180"/>
                  </a:lnTo>
                  <a:lnTo>
                    <a:pt x="328456" y="211096"/>
                  </a:lnTo>
                  <a:lnTo>
                    <a:pt x="329766" y="205967"/>
                  </a:lnTo>
                  <a:lnTo>
                    <a:pt x="330913" y="200799"/>
                  </a:lnTo>
                  <a:lnTo>
                    <a:pt x="331896" y="195597"/>
                  </a:lnTo>
                  <a:lnTo>
                    <a:pt x="332714" y="190367"/>
                  </a:lnTo>
                  <a:lnTo>
                    <a:pt x="333365" y="185114"/>
                  </a:lnTo>
                  <a:lnTo>
                    <a:pt x="333850" y="179843"/>
                  </a:lnTo>
                  <a:lnTo>
                    <a:pt x="334168" y="174559"/>
                  </a:lnTo>
                  <a:lnTo>
                    <a:pt x="334318" y="169268"/>
                  </a:lnTo>
                  <a:lnTo>
                    <a:pt x="334301" y="163974"/>
                  </a:lnTo>
                  <a:lnTo>
                    <a:pt x="334116" y="158684"/>
                  </a:lnTo>
                  <a:lnTo>
                    <a:pt x="333764" y="153402"/>
                  </a:lnTo>
                  <a:lnTo>
                    <a:pt x="333244" y="148134"/>
                  </a:lnTo>
                  <a:lnTo>
                    <a:pt x="332558" y="142885"/>
                  </a:lnTo>
                  <a:lnTo>
                    <a:pt x="331707" y="137661"/>
                  </a:lnTo>
                  <a:lnTo>
                    <a:pt x="330690" y="132466"/>
                  </a:lnTo>
                  <a:lnTo>
                    <a:pt x="329509" y="127306"/>
                  </a:lnTo>
                  <a:lnTo>
                    <a:pt x="328166" y="122185"/>
                  </a:lnTo>
                  <a:lnTo>
                    <a:pt x="326661" y="117110"/>
                  </a:lnTo>
                  <a:lnTo>
                    <a:pt x="324996" y="112085"/>
                  </a:lnTo>
                  <a:lnTo>
                    <a:pt x="323173" y="107116"/>
                  </a:lnTo>
                  <a:lnTo>
                    <a:pt x="321193" y="102206"/>
                  </a:lnTo>
                  <a:lnTo>
                    <a:pt x="319059" y="97362"/>
                  </a:lnTo>
                  <a:lnTo>
                    <a:pt x="316773" y="92588"/>
                  </a:lnTo>
                  <a:lnTo>
                    <a:pt x="314337" y="87888"/>
                  </a:lnTo>
                  <a:lnTo>
                    <a:pt x="311753" y="83268"/>
                  </a:lnTo>
                  <a:lnTo>
                    <a:pt x="309024" y="78732"/>
                  </a:lnTo>
                  <a:lnTo>
                    <a:pt x="306153" y="74285"/>
                  </a:lnTo>
                  <a:lnTo>
                    <a:pt x="303142" y="69931"/>
                  </a:lnTo>
                  <a:lnTo>
                    <a:pt x="299995" y="65674"/>
                  </a:lnTo>
                  <a:lnTo>
                    <a:pt x="296715" y="61519"/>
                  </a:lnTo>
                  <a:lnTo>
                    <a:pt x="293305" y="57471"/>
                  </a:lnTo>
                  <a:lnTo>
                    <a:pt x="289769" y="53532"/>
                  </a:lnTo>
                  <a:lnTo>
                    <a:pt x="286110" y="49707"/>
                  </a:lnTo>
                  <a:lnTo>
                    <a:pt x="282331" y="46000"/>
                  </a:lnTo>
                  <a:lnTo>
                    <a:pt x="278437" y="42414"/>
                  </a:lnTo>
                  <a:lnTo>
                    <a:pt x="274431" y="38953"/>
                  </a:lnTo>
                  <a:lnTo>
                    <a:pt x="270318" y="35621"/>
                  </a:lnTo>
                  <a:lnTo>
                    <a:pt x="266101" y="32421"/>
                  </a:lnTo>
                  <a:lnTo>
                    <a:pt x="261785" y="29356"/>
                  </a:lnTo>
                  <a:lnTo>
                    <a:pt x="257374" y="26429"/>
                  </a:lnTo>
                  <a:lnTo>
                    <a:pt x="252873" y="23644"/>
                  </a:lnTo>
                  <a:lnTo>
                    <a:pt x="248286" y="21002"/>
                  </a:lnTo>
                  <a:lnTo>
                    <a:pt x="243617" y="18507"/>
                  </a:lnTo>
                  <a:lnTo>
                    <a:pt x="238872" y="16161"/>
                  </a:lnTo>
                  <a:lnTo>
                    <a:pt x="234055" y="13966"/>
                  </a:lnTo>
                  <a:lnTo>
                    <a:pt x="229171" y="11925"/>
                  </a:lnTo>
                  <a:lnTo>
                    <a:pt x="224224" y="10039"/>
                  </a:lnTo>
                  <a:lnTo>
                    <a:pt x="219221" y="8312"/>
                  </a:lnTo>
                  <a:lnTo>
                    <a:pt x="214165" y="6743"/>
                  </a:lnTo>
                  <a:lnTo>
                    <a:pt x="209062" y="5335"/>
                  </a:lnTo>
                  <a:lnTo>
                    <a:pt x="203917" y="4090"/>
                  </a:lnTo>
                  <a:lnTo>
                    <a:pt x="198736" y="3008"/>
                  </a:lnTo>
                  <a:lnTo>
                    <a:pt x="193522" y="2091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806" y="5399291"/>
              <a:ext cx="7408" cy="167167"/>
            </a:xfrm>
            <a:custGeom>
              <a:avLst/>
              <a:pathLst>
                <a:path w="7408" h="167167">
                  <a:moveTo>
                    <a:pt x="7408" y="0"/>
                  </a:moveTo>
                  <a:lnTo>
                    <a:pt x="0" y="164"/>
                  </a:lnTo>
                  <a:lnTo>
                    <a:pt x="740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806" y="5399456"/>
              <a:ext cx="7408" cy="167003"/>
            </a:xfrm>
            <a:custGeom>
              <a:avLst/>
              <a:pathLst>
                <a:path w="7408" h="167003">
                  <a:moveTo>
                    <a:pt x="0" y="0"/>
                  </a:moveTo>
                  <a:lnTo>
                    <a:pt x="7408" y="1670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49" y="5399456"/>
              <a:ext cx="334333" cy="334156"/>
            </a:xfrm>
            <a:custGeom>
              <a:avLst/>
              <a:pathLst>
                <a:path w="334333" h="334156">
                  <a:moveTo>
                    <a:pt x="159757" y="0"/>
                  </a:moveTo>
                  <a:lnTo>
                    <a:pt x="154462" y="319"/>
                  </a:lnTo>
                  <a:lnTo>
                    <a:pt x="149179" y="806"/>
                  </a:lnTo>
                  <a:lnTo>
                    <a:pt x="143914" y="1460"/>
                  </a:lnTo>
                  <a:lnTo>
                    <a:pt x="138673" y="2281"/>
                  </a:lnTo>
                  <a:lnTo>
                    <a:pt x="133461" y="3268"/>
                  </a:lnTo>
                  <a:lnTo>
                    <a:pt x="128282" y="4420"/>
                  </a:lnTo>
                  <a:lnTo>
                    <a:pt x="123143" y="5736"/>
                  </a:lnTo>
                  <a:lnTo>
                    <a:pt x="118047" y="7214"/>
                  </a:lnTo>
                  <a:lnTo>
                    <a:pt x="113002" y="8853"/>
                  </a:lnTo>
                  <a:lnTo>
                    <a:pt x="108011" y="10652"/>
                  </a:lnTo>
                  <a:lnTo>
                    <a:pt x="103079" y="12608"/>
                  </a:lnTo>
                  <a:lnTo>
                    <a:pt x="98212" y="14719"/>
                  </a:lnTo>
                  <a:lnTo>
                    <a:pt x="93415" y="16984"/>
                  </a:lnTo>
                  <a:lnTo>
                    <a:pt x="88692" y="19399"/>
                  </a:lnTo>
                  <a:lnTo>
                    <a:pt x="84048" y="21964"/>
                  </a:lnTo>
                  <a:lnTo>
                    <a:pt x="79487" y="24674"/>
                  </a:lnTo>
                  <a:lnTo>
                    <a:pt x="75015" y="27528"/>
                  </a:lnTo>
                  <a:lnTo>
                    <a:pt x="70636" y="30523"/>
                  </a:lnTo>
                  <a:lnTo>
                    <a:pt x="66354" y="33654"/>
                  </a:lnTo>
                  <a:lnTo>
                    <a:pt x="62173" y="36920"/>
                  </a:lnTo>
                  <a:lnTo>
                    <a:pt x="58098" y="40318"/>
                  </a:lnTo>
                  <a:lnTo>
                    <a:pt x="54133" y="43842"/>
                  </a:lnTo>
                  <a:lnTo>
                    <a:pt x="50282" y="47491"/>
                  </a:lnTo>
                  <a:lnTo>
                    <a:pt x="46548" y="51260"/>
                  </a:lnTo>
                  <a:lnTo>
                    <a:pt x="42937" y="55146"/>
                  </a:lnTo>
                  <a:lnTo>
                    <a:pt x="39450" y="59144"/>
                  </a:lnTo>
                  <a:lnTo>
                    <a:pt x="36091" y="63251"/>
                  </a:lnTo>
                  <a:lnTo>
                    <a:pt x="32865" y="67463"/>
                  </a:lnTo>
                  <a:lnTo>
                    <a:pt x="29774" y="71774"/>
                  </a:lnTo>
                  <a:lnTo>
                    <a:pt x="26822" y="76182"/>
                  </a:lnTo>
                  <a:lnTo>
                    <a:pt x="24011" y="80681"/>
                  </a:lnTo>
                  <a:lnTo>
                    <a:pt x="21344" y="85267"/>
                  </a:lnTo>
                  <a:lnTo>
                    <a:pt x="18823" y="89935"/>
                  </a:lnTo>
                  <a:lnTo>
                    <a:pt x="16453" y="94681"/>
                  </a:lnTo>
                  <a:lnTo>
                    <a:pt x="14234" y="99500"/>
                  </a:lnTo>
                  <a:lnTo>
                    <a:pt x="12169" y="104387"/>
                  </a:lnTo>
                  <a:lnTo>
                    <a:pt x="10260" y="109337"/>
                  </a:lnTo>
                  <a:lnTo>
                    <a:pt x="8509" y="114345"/>
                  </a:lnTo>
                  <a:lnTo>
                    <a:pt x="6918" y="119406"/>
                  </a:lnTo>
                  <a:lnTo>
                    <a:pt x="5488" y="124515"/>
                  </a:lnTo>
                  <a:lnTo>
                    <a:pt x="4222" y="129666"/>
                  </a:lnTo>
                  <a:lnTo>
                    <a:pt x="3119" y="134856"/>
                  </a:lnTo>
                  <a:lnTo>
                    <a:pt x="2181" y="140077"/>
                  </a:lnTo>
                  <a:lnTo>
                    <a:pt x="1410" y="145326"/>
                  </a:lnTo>
                  <a:lnTo>
                    <a:pt x="806" y="150597"/>
                  </a:lnTo>
                  <a:lnTo>
                    <a:pt x="369" y="155884"/>
                  </a:lnTo>
                  <a:lnTo>
                    <a:pt x="100" y="161182"/>
                  </a:lnTo>
                  <a:lnTo>
                    <a:pt x="0" y="166486"/>
                  </a:lnTo>
                  <a:lnTo>
                    <a:pt x="67" y="171791"/>
                  </a:lnTo>
                  <a:lnTo>
                    <a:pt x="303" y="177091"/>
                  </a:lnTo>
                  <a:lnTo>
                    <a:pt x="708" y="182381"/>
                  </a:lnTo>
                  <a:lnTo>
                    <a:pt x="1279" y="187655"/>
                  </a:lnTo>
                  <a:lnTo>
                    <a:pt x="2018" y="192908"/>
                  </a:lnTo>
                  <a:lnTo>
                    <a:pt x="2923" y="198136"/>
                  </a:lnTo>
                  <a:lnTo>
                    <a:pt x="3994" y="203332"/>
                  </a:lnTo>
                  <a:lnTo>
                    <a:pt x="5229" y="208491"/>
                  </a:lnTo>
                  <a:lnTo>
                    <a:pt x="6627" y="213609"/>
                  </a:lnTo>
                  <a:lnTo>
                    <a:pt x="8187" y="218680"/>
                  </a:lnTo>
                  <a:lnTo>
                    <a:pt x="9907" y="223698"/>
                  </a:lnTo>
                  <a:lnTo>
                    <a:pt x="11785" y="228660"/>
                  </a:lnTo>
                  <a:lnTo>
                    <a:pt x="13820" y="233559"/>
                  </a:lnTo>
                  <a:lnTo>
                    <a:pt x="16009" y="238392"/>
                  </a:lnTo>
                  <a:lnTo>
                    <a:pt x="18350" y="243152"/>
                  </a:lnTo>
                  <a:lnTo>
                    <a:pt x="20841" y="247836"/>
                  </a:lnTo>
                  <a:lnTo>
                    <a:pt x="23480" y="252438"/>
                  </a:lnTo>
                  <a:lnTo>
                    <a:pt x="26263" y="256955"/>
                  </a:lnTo>
                  <a:lnTo>
                    <a:pt x="29189" y="261380"/>
                  </a:lnTo>
                  <a:lnTo>
                    <a:pt x="32253" y="265711"/>
                  </a:lnTo>
                  <a:lnTo>
                    <a:pt x="35453" y="269943"/>
                  </a:lnTo>
                  <a:lnTo>
                    <a:pt x="38786" y="274070"/>
                  </a:lnTo>
                  <a:lnTo>
                    <a:pt x="42248" y="278090"/>
                  </a:lnTo>
                  <a:lnTo>
                    <a:pt x="45836" y="281998"/>
                  </a:lnTo>
                  <a:lnTo>
                    <a:pt x="49546" y="285790"/>
                  </a:lnTo>
                  <a:lnTo>
                    <a:pt x="53374" y="289462"/>
                  </a:lnTo>
                  <a:lnTo>
                    <a:pt x="57318" y="293012"/>
                  </a:lnTo>
                  <a:lnTo>
                    <a:pt x="61371" y="296434"/>
                  </a:lnTo>
                  <a:lnTo>
                    <a:pt x="65532" y="299726"/>
                  </a:lnTo>
                  <a:lnTo>
                    <a:pt x="69794" y="302884"/>
                  </a:lnTo>
                  <a:lnTo>
                    <a:pt x="74155" y="305905"/>
                  </a:lnTo>
                  <a:lnTo>
                    <a:pt x="78610" y="308787"/>
                  </a:lnTo>
                  <a:lnTo>
                    <a:pt x="83153" y="311525"/>
                  </a:lnTo>
                  <a:lnTo>
                    <a:pt x="87781" y="314118"/>
                  </a:lnTo>
                  <a:lnTo>
                    <a:pt x="92490" y="316563"/>
                  </a:lnTo>
                  <a:lnTo>
                    <a:pt x="97273" y="318858"/>
                  </a:lnTo>
                  <a:lnTo>
                    <a:pt x="102127" y="320999"/>
                  </a:lnTo>
                  <a:lnTo>
                    <a:pt x="107046" y="322985"/>
                  </a:lnTo>
                  <a:lnTo>
                    <a:pt x="112026" y="324814"/>
                  </a:lnTo>
                  <a:lnTo>
                    <a:pt x="117061" y="326485"/>
                  </a:lnTo>
                  <a:lnTo>
                    <a:pt x="122147" y="327994"/>
                  </a:lnTo>
                  <a:lnTo>
                    <a:pt x="127278" y="329342"/>
                  </a:lnTo>
                  <a:lnTo>
                    <a:pt x="132450" y="330526"/>
                  </a:lnTo>
                  <a:lnTo>
                    <a:pt x="137656" y="331545"/>
                  </a:lnTo>
                  <a:lnTo>
                    <a:pt x="142892" y="332398"/>
                  </a:lnTo>
                  <a:lnTo>
                    <a:pt x="148153" y="333085"/>
                  </a:lnTo>
                  <a:lnTo>
                    <a:pt x="153432" y="333605"/>
                  </a:lnTo>
                  <a:lnTo>
                    <a:pt x="158726" y="333957"/>
                  </a:lnTo>
                  <a:lnTo>
                    <a:pt x="164028" y="334141"/>
                  </a:lnTo>
                  <a:lnTo>
                    <a:pt x="169333" y="334156"/>
                  </a:lnTo>
                  <a:lnTo>
                    <a:pt x="174636" y="334003"/>
                  </a:lnTo>
                  <a:lnTo>
                    <a:pt x="179931" y="333682"/>
                  </a:lnTo>
                  <a:lnTo>
                    <a:pt x="185214" y="333193"/>
                  </a:lnTo>
                  <a:lnTo>
                    <a:pt x="190478" y="332537"/>
                  </a:lnTo>
                  <a:lnTo>
                    <a:pt x="195719" y="331714"/>
                  </a:lnTo>
                  <a:lnTo>
                    <a:pt x="200931" y="330725"/>
                  </a:lnTo>
                  <a:lnTo>
                    <a:pt x="206109" y="329571"/>
                  </a:lnTo>
                  <a:lnTo>
                    <a:pt x="211248" y="328253"/>
                  </a:lnTo>
                  <a:lnTo>
                    <a:pt x="216343" y="326773"/>
                  </a:lnTo>
                  <a:lnTo>
                    <a:pt x="221388" y="325132"/>
                  </a:lnTo>
                  <a:lnTo>
                    <a:pt x="226378" y="323332"/>
                  </a:lnTo>
                  <a:lnTo>
                    <a:pt x="231309" y="321374"/>
                  </a:lnTo>
                  <a:lnTo>
                    <a:pt x="236175" y="319261"/>
                  </a:lnTo>
                  <a:lnTo>
                    <a:pt x="240972" y="316995"/>
                  </a:lnTo>
                  <a:lnTo>
                    <a:pt x="245694" y="314577"/>
                  </a:lnTo>
                  <a:lnTo>
                    <a:pt x="250337" y="312011"/>
                  </a:lnTo>
                  <a:lnTo>
                    <a:pt x="254897" y="309299"/>
                  </a:lnTo>
                  <a:lnTo>
                    <a:pt x="259368" y="306444"/>
                  </a:lnTo>
                  <a:lnTo>
                    <a:pt x="263746" y="303448"/>
                  </a:lnTo>
                  <a:lnTo>
                    <a:pt x="268027" y="300314"/>
                  </a:lnTo>
                  <a:lnTo>
                    <a:pt x="272207" y="297047"/>
                  </a:lnTo>
                  <a:lnTo>
                    <a:pt x="276280" y="293648"/>
                  </a:lnTo>
                  <a:lnTo>
                    <a:pt x="280244" y="290122"/>
                  </a:lnTo>
                  <a:lnTo>
                    <a:pt x="284094" y="286472"/>
                  </a:lnTo>
                  <a:lnTo>
                    <a:pt x="287826" y="282701"/>
                  </a:lnTo>
                  <a:lnTo>
                    <a:pt x="291436" y="278814"/>
                  </a:lnTo>
                  <a:lnTo>
                    <a:pt x="294922" y="274815"/>
                  </a:lnTo>
                  <a:lnTo>
                    <a:pt x="298279" y="270707"/>
                  </a:lnTo>
                  <a:lnTo>
                    <a:pt x="301503" y="266494"/>
                  </a:lnTo>
                  <a:lnTo>
                    <a:pt x="304593" y="262181"/>
                  </a:lnTo>
                  <a:lnTo>
                    <a:pt x="307544" y="257772"/>
                  </a:lnTo>
                  <a:lnTo>
                    <a:pt x="310353" y="253272"/>
                  </a:lnTo>
                  <a:lnTo>
                    <a:pt x="313018" y="248685"/>
                  </a:lnTo>
                  <a:lnTo>
                    <a:pt x="315537" y="244016"/>
                  </a:lnTo>
                  <a:lnTo>
                    <a:pt x="317906" y="239269"/>
                  </a:lnTo>
                  <a:lnTo>
                    <a:pt x="320123" y="234450"/>
                  </a:lnTo>
                  <a:lnTo>
                    <a:pt x="322186" y="229562"/>
                  </a:lnTo>
                  <a:lnTo>
                    <a:pt x="324093" y="224612"/>
                  </a:lnTo>
                  <a:lnTo>
                    <a:pt x="325842" y="219603"/>
                  </a:lnTo>
                  <a:lnTo>
                    <a:pt x="327432" y="214541"/>
                  </a:lnTo>
                  <a:lnTo>
                    <a:pt x="328859" y="209432"/>
                  </a:lnTo>
                  <a:lnTo>
                    <a:pt x="330124" y="204280"/>
                  </a:lnTo>
                  <a:lnTo>
                    <a:pt x="331225" y="199090"/>
                  </a:lnTo>
                  <a:lnTo>
                    <a:pt x="332161" y="193868"/>
                  </a:lnTo>
                  <a:lnTo>
                    <a:pt x="332930" y="188619"/>
                  </a:lnTo>
                  <a:lnTo>
                    <a:pt x="333533" y="183348"/>
                  </a:lnTo>
                  <a:lnTo>
                    <a:pt x="333967" y="178061"/>
                  </a:lnTo>
                  <a:lnTo>
                    <a:pt x="334234" y="172763"/>
                  </a:lnTo>
                  <a:lnTo>
                    <a:pt x="334333" y="167458"/>
                  </a:lnTo>
                  <a:lnTo>
                    <a:pt x="334263" y="162154"/>
                  </a:lnTo>
                  <a:lnTo>
                    <a:pt x="334025" y="156854"/>
                  </a:lnTo>
                  <a:lnTo>
                    <a:pt x="333619" y="151564"/>
                  </a:lnTo>
                  <a:lnTo>
                    <a:pt x="333045" y="146290"/>
                  </a:lnTo>
                  <a:lnTo>
                    <a:pt x="332305" y="141037"/>
                  </a:lnTo>
                  <a:lnTo>
                    <a:pt x="331398" y="135810"/>
                  </a:lnTo>
                  <a:lnTo>
                    <a:pt x="330325" y="130614"/>
                  </a:lnTo>
                  <a:lnTo>
                    <a:pt x="329088" y="125455"/>
                  </a:lnTo>
                  <a:lnTo>
                    <a:pt x="327688" y="120338"/>
                  </a:lnTo>
                  <a:lnTo>
                    <a:pt x="326127" y="115268"/>
                  </a:lnTo>
                  <a:lnTo>
                    <a:pt x="324405" y="110250"/>
                  </a:lnTo>
                  <a:lnTo>
                    <a:pt x="322525" y="105289"/>
                  </a:lnTo>
                  <a:lnTo>
                    <a:pt x="320489" y="100390"/>
                  </a:lnTo>
                  <a:lnTo>
                    <a:pt x="318298" y="95559"/>
                  </a:lnTo>
                  <a:lnTo>
                    <a:pt x="315955" y="90799"/>
                  </a:lnTo>
                  <a:lnTo>
                    <a:pt x="313462" y="86116"/>
                  </a:lnTo>
                  <a:lnTo>
                    <a:pt x="310821" y="81515"/>
                  </a:lnTo>
                  <a:lnTo>
                    <a:pt x="308036" y="76999"/>
                  </a:lnTo>
                  <a:lnTo>
                    <a:pt x="305109" y="72575"/>
                  </a:lnTo>
                  <a:lnTo>
                    <a:pt x="302044" y="68245"/>
                  </a:lnTo>
                  <a:lnTo>
                    <a:pt x="298842" y="64015"/>
                  </a:lnTo>
                  <a:lnTo>
                    <a:pt x="295508" y="59889"/>
                  </a:lnTo>
                  <a:lnTo>
                    <a:pt x="292044" y="55870"/>
                  </a:lnTo>
                  <a:lnTo>
                    <a:pt x="288455" y="51963"/>
                  </a:lnTo>
                  <a:lnTo>
                    <a:pt x="284743" y="48173"/>
                  </a:lnTo>
                  <a:lnTo>
                    <a:pt x="280913" y="44502"/>
                  </a:lnTo>
                  <a:lnTo>
                    <a:pt x="276969" y="40954"/>
                  </a:lnTo>
                  <a:lnTo>
                    <a:pt x="272914" y="37533"/>
                  </a:lnTo>
                  <a:lnTo>
                    <a:pt x="268752" y="34243"/>
                  </a:lnTo>
                  <a:lnTo>
                    <a:pt x="264489" y="31086"/>
                  </a:lnTo>
                  <a:lnTo>
                    <a:pt x="260127" y="28066"/>
                  </a:lnTo>
                  <a:lnTo>
                    <a:pt x="255671" y="25187"/>
                  </a:lnTo>
                  <a:lnTo>
                    <a:pt x="251127" y="22450"/>
                  </a:lnTo>
                  <a:lnTo>
                    <a:pt x="246497" y="19858"/>
                  </a:lnTo>
                  <a:lnTo>
                    <a:pt x="241788" y="17415"/>
                  </a:lnTo>
                  <a:lnTo>
                    <a:pt x="237004" y="15122"/>
                  </a:lnTo>
                  <a:lnTo>
                    <a:pt x="232150" y="12983"/>
                  </a:lnTo>
                  <a:lnTo>
                    <a:pt x="227230" y="10998"/>
                  </a:lnTo>
                  <a:lnTo>
                    <a:pt x="222249" y="9171"/>
                  </a:lnTo>
                  <a:lnTo>
                    <a:pt x="217213" y="7503"/>
                  </a:lnTo>
                  <a:lnTo>
                    <a:pt x="212127" y="5995"/>
                  </a:lnTo>
                  <a:lnTo>
                    <a:pt x="206995" y="4649"/>
                  </a:lnTo>
                  <a:lnTo>
                    <a:pt x="201823" y="3467"/>
                  </a:lnTo>
                  <a:lnTo>
                    <a:pt x="196616" y="2450"/>
                  </a:lnTo>
                  <a:lnTo>
                    <a:pt x="191380" y="1598"/>
                  </a:lnTo>
                  <a:lnTo>
                    <a:pt x="167166" y="1670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4213" cy="167167"/>
            </a:xfrm>
            <a:custGeom>
              <a:avLst/>
              <a:pathLst>
                <a:path w="24213" h="167167">
                  <a:moveTo>
                    <a:pt x="24213" y="1762"/>
                  </a:moveTo>
                  <a:lnTo>
                    <a:pt x="16174" y="784"/>
                  </a:lnTo>
                  <a:lnTo>
                    <a:pt x="8096" y="1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7456" y="5399291"/>
              <a:ext cx="86087" cy="167167"/>
            </a:xfrm>
            <a:custGeom>
              <a:avLst/>
              <a:pathLst>
                <a:path w="86087" h="167167">
                  <a:moveTo>
                    <a:pt x="86087" y="0"/>
                  </a:moveTo>
                  <a:lnTo>
                    <a:pt x="80436" y="95"/>
                  </a:lnTo>
                  <a:lnTo>
                    <a:pt x="74791" y="382"/>
                  </a:lnTo>
                  <a:lnTo>
                    <a:pt x="69160" y="859"/>
                  </a:lnTo>
                  <a:lnTo>
                    <a:pt x="63547" y="1526"/>
                  </a:lnTo>
                  <a:lnTo>
                    <a:pt x="57961" y="2383"/>
                  </a:lnTo>
                  <a:lnTo>
                    <a:pt x="52406" y="3428"/>
                  </a:lnTo>
                  <a:lnTo>
                    <a:pt x="46890" y="4660"/>
                  </a:lnTo>
                  <a:lnTo>
                    <a:pt x="41419" y="6078"/>
                  </a:lnTo>
                  <a:lnTo>
                    <a:pt x="35999" y="7680"/>
                  </a:lnTo>
                  <a:lnTo>
                    <a:pt x="30636" y="9464"/>
                  </a:lnTo>
                  <a:lnTo>
                    <a:pt x="25337" y="11429"/>
                  </a:lnTo>
                  <a:lnTo>
                    <a:pt x="20107" y="13571"/>
                  </a:lnTo>
                  <a:lnTo>
                    <a:pt x="14952" y="15890"/>
                  </a:lnTo>
                  <a:lnTo>
                    <a:pt x="9879" y="18381"/>
                  </a:lnTo>
                  <a:lnTo>
                    <a:pt x="4893" y="21042"/>
                  </a:lnTo>
                  <a:lnTo>
                    <a:pt x="0" y="23870"/>
                  </a:lnTo>
                  <a:lnTo>
                    <a:pt x="860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7456" y="5423162"/>
              <a:ext cx="86087" cy="143296"/>
            </a:xfrm>
            <a:custGeom>
              <a:avLst/>
              <a:pathLst>
                <a:path w="86087" h="143296">
                  <a:moveTo>
                    <a:pt x="0" y="0"/>
                  </a:moveTo>
                  <a:lnTo>
                    <a:pt x="86087" y="143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7456" y="5423162"/>
              <a:ext cx="86087" cy="143296"/>
            </a:xfrm>
            <a:custGeom>
              <a:avLst/>
              <a:pathLst>
                <a:path w="86087" h="143296">
                  <a:moveTo>
                    <a:pt x="0" y="0"/>
                  </a:moveTo>
                  <a:lnTo>
                    <a:pt x="86087" y="143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7456" y="5423162"/>
              <a:ext cx="86087" cy="143296"/>
            </a:xfrm>
            <a:custGeom>
              <a:avLst/>
              <a:pathLst>
                <a:path w="86087" h="143296">
                  <a:moveTo>
                    <a:pt x="0" y="0"/>
                  </a:moveTo>
                  <a:lnTo>
                    <a:pt x="86087" y="143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7456" y="5423162"/>
              <a:ext cx="86087" cy="143296"/>
            </a:xfrm>
            <a:custGeom>
              <a:avLst/>
              <a:pathLst>
                <a:path w="86087" h="143296">
                  <a:moveTo>
                    <a:pt x="0" y="0"/>
                  </a:moveTo>
                  <a:lnTo>
                    <a:pt x="86087" y="1432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7456" y="5423162"/>
              <a:ext cx="86087" cy="143296"/>
            </a:xfrm>
            <a:custGeom>
              <a:avLst/>
              <a:pathLst>
                <a:path w="86087" h="143296">
                  <a:moveTo>
                    <a:pt x="0" y="0"/>
                  </a:moveTo>
                  <a:lnTo>
                    <a:pt x="86087" y="1432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0" y="5423162"/>
              <a:ext cx="220185" cy="310461"/>
            </a:xfrm>
            <a:custGeom>
              <a:avLst/>
              <a:pathLst>
                <a:path w="220185" h="310461">
                  <a:moveTo>
                    <a:pt x="81065" y="0"/>
                  </a:moveTo>
                  <a:lnTo>
                    <a:pt x="76556" y="2807"/>
                  </a:lnTo>
                  <a:lnTo>
                    <a:pt x="72138" y="5756"/>
                  </a:lnTo>
                  <a:lnTo>
                    <a:pt x="67817" y="8844"/>
                  </a:lnTo>
                  <a:lnTo>
                    <a:pt x="63595" y="12068"/>
                  </a:lnTo>
                  <a:lnTo>
                    <a:pt x="59478" y="15425"/>
                  </a:lnTo>
                  <a:lnTo>
                    <a:pt x="55470" y="18910"/>
                  </a:lnTo>
                  <a:lnTo>
                    <a:pt x="51574" y="22521"/>
                  </a:lnTo>
                  <a:lnTo>
                    <a:pt x="47796" y="26254"/>
                  </a:lnTo>
                  <a:lnTo>
                    <a:pt x="44137" y="30105"/>
                  </a:lnTo>
                  <a:lnTo>
                    <a:pt x="40603" y="34071"/>
                  </a:lnTo>
                  <a:lnTo>
                    <a:pt x="37197" y="38147"/>
                  </a:lnTo>
                  <a:lnTo>
                    <a:pt x="33922" y="42329"/>
                  </a:lnTo>
                  <a:lnTo>
                    <a:pt x="30781" y="46612"/>
                  </a:lnTo>
                  <a:lnTo>
                    <a:pt x="27778" y="50994"/>
                  </a:lnTo>
                  <a:lnTo>
                    <a:pt x="24916" y="55469"/>
                  </a:lnTo>
                  <a:lnTo>
                    <a:pt x="22198" y="60032"/>
                  </a:lnTo>
                  <a:lnTo>
                    <a:pt x="19625" y="64679"/>
                  </a:lnTo>
                  <a:lnTo>
                    <a:pt x="17202" y="69406"/>
                  </a:lnTo>
                  <a:lnTo>
                    <a:pt x="14930" y="74208"/>
                  </a:lnTo>
                  <a:lnTo>
                    <a:pt x="12812" y="79079"/>
                  </a:lnTo>
                  <a:lnTo>
                    <a:pt x="10850" y="84015"/>
                  </a:lnTo>
                  <a:lnTo>
                    <a:pt x="9045" y="89011"/>
                  </a:lnTo>
                  <a:lnTo>
                    <a:pt x="7400" y="94061"/>
                  </a:lnTo>
                  <a:lnTo>
                    <a:pt x="5917" y="99162"/>
                  </a:lnTo>
                  <a:lnTo>
                    <a:pt x="4596" y="104307"/>
                  </a:lnTo>
                  <a:lnTo>
                    <a:pt x="3439" y="109491"/>
                  </a:lnTo>
                  <a:lnTo>
                    <a:pt x="2448" y="114709"/>
                  </a:lnTo>
                  <a:lnTo>
                    <a:pt x="1623" y="119957"/>
                  </a:lnTo>
                  <a:lnTo>
                    <a:pt x="965" y="125227"/>
                  </a:lnTo>
                  <a:lnTo>
                    <a:pt x="475" y="130517"/>
                  </a:lnTo>
                  <a:lnTo>
                    <a:pt x="153" y="135819"/>
                  </a:lnTo>
                  <a:lnTo>
                    <a:pt x="0" y="141128"/>
                  </a:lnTo>
                  <a:lnTo>
                    <a:pt x="15" y="146440"/>
                  </a:lnTo>
                  <a:lnTo>
                    <a:pt x="199" y="151748"/>
                  </a:lnTo>
                  <a:lnTo>
                    <a:pt x="552" y="157048"/>
                  </a:lnTo>
                  <a:lnTo>
                    <a:pt x="1073" y="162335"/>
                  </a:lnTo>
                  <a:lnTo>
                    <a:pt x="1762" y="167601"/>
                  </a:lnTo>
                  <a:lnTo>
                    <a:pt x="2618" y="172844"/>
                  </a:lnTo>
                  <a:lnTo>
                    <a:pt x="3639" y="178056"/>
                  </a:lnTo>
                  <a:lnTo>
                    <a:pt x="4826" y="183234"/>
                  </a:lnTo>
                  <a:lnTo>
                    <a:pt x="6177" y="188371"/>
                  </a:lnTo>
                  <a:lnTo>
                    <a:pt x="7690" y="193463"/>
                  </a:lnTo>
                  <a:lnTo>
                    <a:pt x="9365" y="198504"/>
                  </a:lnTo>
                  <a:lnTo>
                    <a:pt x="11198" y="203489"/>
                  </a:lnTo>
                  <a:lnTo>
                    <a:pt x="13190" y="208413"/>
                  </a:lnTo>
                  <a:lnTo>
                    <a:pt x="15336" y="213272"/>
                  </a:lnTo>
                  <a:lnTo>
                    <a:pt x="17636" y="218060"/>
                  </a:lnTo>
                  <a:lnTo>
                    <a:pt x="20087" y="222773"/>
                  </a:lnTo>
                  <a:lnTo>
                    <a:pt x="22686" y="227405"/>
                  </a:lnTo>
                  <a:lnTo>
                    <a:pt x="25431" y="231952"/>
                  </a:lnTo>
                  <a:lnTo>
                    <a:pt x="28320" y="236410"/>
                  </a:lnTo>
                  <a:lnTo>
                    <a:pt x="31348" y="240774"/>
                  </a:lnTo>
                  <a:lnTo>
                    <a:pt x="34513" y="245040"/>
                  </a:lnTo>
                  <a:lnTo>
                    <a:pt x="37813" y="249202"/>
                  </a:lnTo>
                  <a:lnTo>
                    <a:pt x="41243" y="253258"/>
                  </a:lnTo>
                  <a:lnTo>
                    <a:pt x="44800" y="257203"/>
                  </a:lnTo>
                  <a:lnTo>
                    <a:pt x="48481" y="261033"/>
                  </a:lnTo>
                  <a:lnTo>
                    <a:pt x="52281" y="264744"/>
                  </a:lnTo>
                  <a:lnTo>
                    <a:pt x="56198" y="268332"/>
                  </a:lnTo>
                  <a:lnTo>
                    <a:pt x="60226" y="271794"/>
                  </a:lnTo>
                  <a:lnTo>
                    <a:pt x="64363" y="275126"/>
                  </a:lnTo>
                  <a:lnTo>
                    <a:pt x="68603" y="278325"/>
                  </a:lnTo>
                  <a:lnTo>
                    <a:pt x="72943" y="281388"/>
                  </a:lnTo>
                  <a:lnTo>
                    <a:pt x="77378" y="284312"/>
                  </a:lnTo>
                  <a:lnTo>
                    <a:pt x="81903" y="287093"/>
                  </a:lnTo>
                  <a:lnTo>
                    <a:pt x="86515" y="289729"/>
                  </a:lnTo>
                  <a:lnTo>
                    <a:pt x="91208" y="292217"/>
                  </a:lnTo>
                  <a:lnTo>
                    <a:pt x="95978" y="294554"/>
                  </a:lnTo>
                  <a:lnTo>
                    <a:pt x="100819" y="296739"/>
                  </a:lnTo>
                  <a:lnTo>
                    <a:pt x="105728" y="298769"/>
                  </a:lnTo>
                  <a:lnTo>
                    <a:pt x="110698" y="300642"/>
                  </a:lnTo>
                  <a:lnTo>
                    <a:pt x="115726" y="302357"/>
                  </a:lnTo>
                  <a:lnTo>
                    <a:pt x="120806" y="303910"/>
                  </a:lnTo>
                  <a:lnTo>
                    <a:pt x="125932" y="305302"/>
                  </a:lnTo>
                  <a:lnTo>
                    <a:pt x="131100" y="306529"/>
                  </a:lnTo>
                  <a:lnTo>
                    <a:pt x="136304" y="307592"/>
                  </a:lnTo>
                  <a:lnTo>
                    <a:pt x="141539" y="308490"/>
                  </a:lnTo>
                  <a:lnTo>
                    <a:pt x="146801" y="309220"/>
                  </a:lnTo>
                  <a:lnTo>
                    <a:pt x="152083" y="309783"/>
                  </a:lnTo>
                  <a:lnTo>
                    <a:pt x="157380" y="310178"/>
                  </a:lnTo>
                  <a:lnTo>
                    <a:pt x="162687" y="310404"/>
                  </a:lnTo>
                  <a:lnTo>
                    <a:pt x="167998" y="310461"/>
                  </a:lnTo>
                  <a:lnTo>
                    <a:pt x="173309" y="310350"/>
                  </a:lnTo>
                  <a:lnTo>
                    <a:pt x="178613" y="310070"/>
                  </a:lnTo>
                  <a:lnTo>
                    <a:pt x="183906" y="309622"/>
                  </a:lnTo>
                  <a:lnTo>
                    <a:pt x="189182" y="309006"/>
                  </a:lnTo>
                  <a:lnTo>
                    <a:pt x="194435" y="308222"/>
                  </a:lnTo>
                  <a:lnTo>
                    <a:pt x="199662" y="307272"/>
                  </a:lnTo>
                  <a:lnTo>
                    <a:pt x="204855" y="306156"/>
                  </a:lnTo>
                  <a:lnTo>
                    <a:pt x="210010" y="304876"/>
                  </a:lnTo>
                  <a:lnTo>
                    <a:pt x="215122" y="303433"/>
                  </a:lnTo>
                  <a:lnTo>
                    <a:pt x="220185" y="301828"/>
                  </a:lnTo>
                  <a:lnTo>
                    <a:pt x="167153" y="143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67" cy="325699"/>
            </a:xfrm>
            <a:custGeom>
              <a:avLst/>
              <a:pathLst>
                <a:path w="167167" h="325699">
                  <a:moveTo>
                    <a:pt x="53032" y="325699"/>
                  </a:moveTo>
                  <a:lnTo>
                    <a:pt x="58082" y="323920"/>
                  </a:lnTo>
                  <a:lnTo>
                    <a:pt x="63072" y="321979"/>
                  </a:lnTo>
                  <a:lnTo>
                    <a:pt x="67998" y="319880"/>
                  </a:lnTo>
                  <a:lnTo>
                    <a:pt x="72854" y="317624"/>
                  </a:lnTo>
                  <a:lnTo>
                    <a:pt x="77635" y="315213"/>
                  </a:lnTo>
                  <a:lnTo>
                    <a:pt x="82337" y="312651"/>
                  </a:lnTo>
                  <a:lnTo>
                    <a:pt x="86954" y="309939"/>
                  </a:lnTo>
                  <a:lnTo>
                    <a:pt x="91482" y="307081"/>
                  </a:lnTo>
                  <a:lnTo>
                    <a:pt x="95915" y="304080"/>
                  </a:lnTo>
                  <a:lnTo>
                    <a:pt x="100251" y="300938"/>
                  </a:lnTo>
                  <a:lnTo>
                    <a:pt x="104484" y="297658"/>
                  </a:lnTo>
                  <a:lnTo>
                    <a:pt x="108609" y="294245"/>
                  </a:lnTo>
                  <a:lnTo>
                    <a:pt x="112623" y="290702"/>
                  </a:lnTo>
                  <a:lnTo>
                    <a:pt x="116522" y="287031"/>
                  </a:lnTo>
                  <a:lnTo>
                    <a:pt x="120301" y="283238"/>
                  </a:lnTo>
                  <a:lnTo>
                    <a:pt x="123957" y="279326"/>
                  </a:lnTo>
                  <a:lnTo>
                    <a:pt x="127485" y="275298"/>
                  </a:lnTo>
                  <a:lnTo>
                    <a:pt x="130883" y="271160"/>
                  </a:lnTo>
                  <a:lnTo>
                    <a:pt x="134146" y="266915"/>
                  </a:lnTo>
                  <a:lnTo>
                    <a:pt x="137272" y="262568"/>
                  </a:lnTo>
                  <a:lnTo>
                    <a:pt x="140257" y="258123"/>
                  </a:lnTo>
                  <a:lnTo>
                    <a:pt x="143098" y="253584"/>
                  </a:lnTo>
                  <a:lnTo>
                    <a:pt x="145792" y="248957"/>
                  </a:lnTo>
                  <a:lnTo>
                    <a:pt x="148336" y="244246"/>
                  </a:lnTo>
                  <a:lnTo>
                    <a:pt x="150729" y="239456"/>
                  </a:lnTo>
                  <a:lnTo>
                    <a:pt x="152967" y="234591"/>
                  </a:lnTo>
                  <a:lnTo>
                    <a:pt x="155047" y="229658"/>
                  </a:lnTo>
                  <a:lnTo>
                    <a:pt x="156969" y="224660"/>
                  </a:lnTo>
                  <a:lnTo>
                    <a:pt x="158730" y="219603"/>
                  </a:lnTo>
                  <a:lnTo>
                    <a:pt x="160328" y="214493"/>
                  </a:lnTo>
                  <a:lnTo>
                    <a:pt x="161761" y="209334"/>
                  </a:lnTo>
                  <a:lnTo>
                    <a:pt x="163029" y="204132"/>
                  </a:lnTo>
                  <a:lnTo>
                    <a:pt x="164129" y="198892"/>
                  </a:lnTo>
                  <a:lnTo>
                    <a:pt x="165061" y="193619"/>
                  </a:lnTo>
                  <a:lnTo>
                    <a:pt x="165823" y="188319"/>
                  </a:lnTo>
                  <a:lnTo>
                    <a:pt x="166416" y="182998"/>
                  </a:lnTo>
                  <a:lnTo>
                    <a:pt x="166837" y="177660"/>
                  </a:lnTo>
                  <a:lnTo>
                    <a:pt x="167088" y="172311"/>
                  </a:lnTo>
                  <a:lnTo>
                    <a:pt x="167167" y="166958"/>
                  </a:lnTo>
                  <a:lnTo>
                    <a:pt x="167074" y="161604"/>
                  </a:lnTo>
                  <a:lnTo>
                    <a:pt x="166810" y="156256"/>
                  </a:lnTo>
                  <a:lnTo>
                    <a:pt x="166375" y="150919"/>
                  </a:lnTo>
                  <a:lnTo>
                    <a:pt x="165770" y="145599"/>
                  </a:lnTo>
                  <a:lnTo>
                    <a:pt x="164994" y="140301"/>
                  </a:lnTo>
                  <a:lnTo>
                    <a:pt x="164049" y="135031"/>
                  </a:lnTo>
                  <a:lnTo>
                    <a:pt x="162936" y="129794"/>
                  </a:lnTo>
                  <a:lnTo>
                    <a:pt x="161655" y="124595"/>
                  </a:lnTo>
                  <a:lnTo>
                    <a:pt x="160209" y="119439"/>
                  </a:lnTo>
                  <a:lnTo>
                    <a:pt x="158598" y="114333"/>
                  </a:lnTo>
                  <a:lnTo>
                    <a:pt x="156825" y="109281"/>
                  </a:lnTo>
                  <a:lnTo>
                    <a:pt x="154890" y="104288"/>
                  </a:lnTo>
                  <a:lnTo>
                    <a:pt x="152797" y="99360"/>
                  </a:lnTo>
                  <a:lnTo>
                    <a:pt x="150547" y="94501"/>
                  </a:lnTo>
                  <a:lnTo>
                    <a:pt x="148143" y="89717"/>
                  </a:lnTo>
                  <a:lnTo>
                    <a:pt x="145586" y="85012"/>
                  </a:lnTo>
                  <a:lnTo>
                    <a:pt x="142881" y="80392"/>
                  </a:lnTo>
                  <a:lnTo>
                    <a:pt x="140028" y="75860"/>
                  </a:lnTo>
                  <a:lnTo>
                    <a:pt x="137032" y="71423"/>
                  </a:lnTo>
                  <a:lnTo>
                    <a:pt x="133896" y="67083"/>
                  </a:lnTo>
                  <a:lnTo>
                    <a:pt x="130622" y="62846"/>
                  </a:lnTo>
                  <a:lnTo>
                    <a:pt x="127214" y="58716"/>
                  </a:lnTo>
                  <a:lnTo>
                    <a:pt x="123675" y="54698"/>
                  </a:lnTo>
                  <a:lnTo>
                    <a:pt x="120010" y="50795"/>
                  </a:lnTo>
                  <a:lnTo>
                    <a:pt x="116221" y="47011"/>
                  </a:lnTo>
                  <a:lnTo>
                    <a:pt x="112314" y="43351"/>
                  </a:lnTo>
                  <a:lnTo>
                    <a:pt x="108291" y="39817"/>
                  </a:lnTo>
                  <a:lnTo>
                    <a:pt x="104157" y="36414"/>
                  </a:lnTo>
                  <a:lnTo>
                    <a:pt x="99916" y="33146"/>
                  </a:lnTo>
                  <a:lnTo>
                    <a:pt x="95572" y="30014"/>
                  </a:lnTo>
                  <a:lnTo>
                    <a:pt x="91131" y="27024"/>
                  </a:lnTo>
                  <a:lnTo>
                    <a:pt x="86596" y="24177"/>
                  </a:lnTo>
                  <a:lnTo>
                    <a:pt x="81972" y="21477"/>
                  </a:lnTo>
                  <a:lnTo>
                    <a:pt x="77264" y="18927"/>
                  </a:lnTo>
                  <a:lnTo>
                    <a:pt x="72477" y="16528"/>
                  </a:lnTo>
                  <a:lnTo>
                    <a:pt x="67615" y="14284"/>
                  </a:lnTo>
                  <a:lnTo>
                    <a:pt x="62684" y="12197"/>
                  </a:lnTo>
                  <a:lnTo>
                    <a:pt x="57689" y="10269"/>
                  </a:lnTo>
                  <a:lnTo>
                    <a:pt x="52635" y="8502"/>
                  </a:lnTo>
                  <a:lnTo>
                    <a:pt x="47526" y="6898"/>
                  </a:lnTo>
                  <a:lnTo>
                    <a:pt x="42369" y="5458"/>
                  </a:lnTo>
                  <a:lnTo>
                    <a:pt x="37169" y="4184"/>
                  </a:lnTo>
                  <a:lnTo>
                    <a:pt x="31930" y="3077"/>
                  </a:lnTo>
                  <a:lnTo>
                    <a:pt x="26658" y="2139"/>
                  </a:lnTo>
                  <a:lnTo>
                    <a:pt x="21359" y="1370"/>
                  </a:lnTo>
                  <a:lnTo>
                    <a:pt x="16039" y="771"/>
                  </a:lnTo>
                  <a:lnTo>
                    <a:pt x="10701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3260" y="5269756"/>
              <a:ext cx="31998" cy="167167"/>
            </a:xfrm>
            <a:custGeom>
              <a:avLst/>
              <a:pathLst>
                <a:path w="31998" h="167167">
                  <a:moveTo>
                    <a:pt x="31998" y="0"/>
                  </a:moveTo>
                  <a:lnTo>
                    <a:pt x="25560" y="124"/>
                  </a:lnTo>
                  <a:lnTo>
                    <a:pt x="19132" y="495"/>
                  </a:lnTo>
                  <a:lnTo>
                    <a:pt x="12722" y="1114"/>
                  </a:lnTo>
                  <a:lnTo>
                    <a:pt x="6342" y="1980"/>
                  </a:lnTo>
                  <a:lnTo>
                    <a:pt x="0" y="3091"/>
                  </a:lnTo>
                  <a:lnTo>
                    <a:pt x="319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3260" y="5272847"/>
              <a:ext cx="31998" cy="164076"/>
            </a:xfrm>
            <a:custGeom>
              <a:avLst/>
              <a:pathLst>
                <a:path w="31998" h="164076">
                  <a:moveTo>
                    <a:pt x="0" y="0"/>
                  </a:moveTo>
                  <a:lnTo>
                    <a:pt x="31998" y="164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3260" y="5272847"/>
              <a:ext cx="31998" cy="164076"/>
            </a:xfrm>
            <a:custGeom>
              <a:avLst/>
              <a:pathLst>
                <a:path w="31998" h="164076">
                  <a:moveTo>
                    <a:pt x="0" y="0"/>
                  </a:moveTo>
                  <a:lnTo>
                    <a:pt x="31998" y="164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3260" y="5272847"/>
              <a:ext cx="31998" cy="164076"/>
            </a:xfrm>
            <a:custGeom>
              <a:avLst/>
              <a:pathLst>
                <a:path w="31998" h="164076">
                  <a:moveTo>
                    <a:pt x="0" y="0"/>
                  </a:moveTo>
                  <a:lnTo>
                    <a:pt x="31998" y="1640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3260" y="5272847"/>
              <a:ext cx="31998" cy="164076"/>
            </a:xfrm>
            <a:custGeom>
              <a:avLst/>
              <a:pathLst>
                <a:path w="31998" h="164076">
                  <a:moveTo>
                    <a:pt x="0" y="0"/>
                  </a:moveTo>
                  <a:lnTo>
                    <a:pt x="31998" y="1640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0929" y="5272847"/>
              <a:ext cx="164328" cy="164076"/>
            </a:xfrm>
            <a:custGeom>
              <a:avLst/>
              <a:pathLst>
                <a:path w="164328" h="164076">
                  <a:moveTo>
                    <a:pt x="132330" y="0"/>
                  </a:moveTo>
                  <a:lnTo>
                    <a:pt x="126909" y="1150"/>
                  </a:lnTo>
                  <a:lnTo>
                    <a:pt x="121528" y="2480"/>
                  </a:lnTo>
                  <a:lnTo>
                    <a:pt x="116195" y="3988"/>
                  </a:lnTo>
                  <a:lnTo>
                    <a:pt x="110914" y="5672"/>
                  </a:lnTo>
                  <a:lnTo>
                    <a:pt x="105692" y="7530"/>
                  </a:lnTo>
                  <a:lnTo>
                    <a:pt x="100535" y="9560"/>
                  </a:lnTo>
                  <a:lnTo>
                    <a:pt x="95447" y="11759"/>
                  </a:lnTo>
                  <a:lnTo>
                    <a:pt x="90436" y="14126"/>
                  </a:lnTo>
                  <a:lnTo>
                    <a:pt x="85506" y="16658"/>
                  </a:lnTo>
                  <a:lnTo>
                    <a:pt x="80662" y="19353"/>
                  </a:lnTo>
                  <a:lnTo>
                    <a:pt x="75910" y="22206"/>
                  </a:lnTo>
                  <a:lnTo>
                    <a:pt x="71256" y="25215"/>
                  </a:lnTo>
                  <a:lnTo>
                    <a:pt x="66703" y="28377"/>
                  </a:lnTo>
                  <a:lnTo>
                    <a:pt x="62259" y="31687"/>
                  </a:lnTo>
                  <a:lnTo>
                    <a:pt x="57926" y="35144"/>
                  </a:lnTo>
                  <a:lnTo>
                    <a:pt x="53710" y="38742"/>
                  </a:lnTo>
                  <a:lnTo>
                    <a:pt x="49616" y="42478"/>
                  </a:lnTo>
                  <a:lnTo>
                    <a:pt x="45648" y="46348"/>
                  </a:lnTo>
                  <a:lnTo>
                    <a:pt x="41810" y="50347"/>
                  </a:lnTo>
                  <a:lnTo>
                    <a:pt x="38108" y="54471"/>
                  </a:lnTo>
                  <a:lnTo>
                    <a:pt x="34543" y="58715"/>
                  </a:lnTo>
                  <a:lnTo>
                    <a:pt x="31122" y="63076"/>
                  </a:lnTo>
                  <a:lnTo>
                    <a:pt x="27847" y="67547"/>
                  </a:lnTo>
                  <a:lnTo>
                    <a:pt x="24722" y="72125"/>
                  </a:lnTo>
                  <a:lnTo>
                    <a:pt x="21750" y="76803"/>
                  </a:lnTo>
                  <a:lnTo>
                    <a:pt x="18936" y="81578"/>
                  </a:lnTo>
                  <a:lnTo>
                    <a:pt x="16281" y="86443"/>
                  </a:lnTo>
                  <a:lnTo>
                    <a:pt x="13789" y="91394"/>
                  </a:lnTo>
                  <a:lnTo>
                    <a:pt x="11462" y="96424"/>
                  </a:lnTo>
                  <a:lnTo>
                    <a:pt x="9303" y="101529"/>
                  </a:lnTo>
                  <a:lnTo>
                    <a:pt x="7315" y="106703"/>
                  </a:lnTo>
                  <a:lnTo>
                    <a:pt x="5499" y="111939"/>
                  </a:lnTo>
                  <a:lnTo>
                    <a:pt x="3858" y="117233"/>
                  </a:lnTo>
                  <a:lnTo>
                    <a:pt x="2393" y="122579"/>
                  </a:lnTo>
                  <a:lnTo>
                    <a:pt x="1107" y="127970"/>
                  </a:lnTo>
                  <a:lnTo>
                    <a:pt x="0" y="133401"/>
                  </a:lnTo>
                  <a:lnTo>
                    <a:pt x="164328" y="1640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4" y="5269756"/>
              <a:ext cx="334318" cy="334331"/>
            </a:xfrm>
            <a:custGeom>
              <a:avLst/>
              <a:pathLst>
                <a:path w="334318" h="334331">
                  <a:moveTo>
                    <a:pt x="2835" y="136492"/>
                  </a:moveTo>
                  <a:lnTo>
                    <a:pt x="1943" y="141732"/>
                  </a:lnTo>
                  <a:lnTo>
                    <a:pt x="1217" y="146997"/>
                  </a:lnTo>
                  <a:lnTo>
                    <a:pt x="660" y="152283"/>
                  </a:lnTo>
                  <a:lnTo>
                    <a:pt x="271" y="157585"/>
                  </a:lnTo>
                  <a:lnTo>
                    <a:pt x="51" y="162895"/>
                  </a:lnTo>
                  <a:lnTo>
                    <a:pt x="0" y="168211"/>
                  </a:lnTo>
                  <a:lnTo>
                    <a:pt x="117" y="173525"/>
                  </a:lnTo>
                  <a:lnTo>
                    <a:pt x="404" y="178832"/>
                  </a:lnTo>
                  <a:lnTo>
                    <a:pt x="859" y="184128"/>
                  </a:lnTo>
                  <a:lnTo>
                    <a:pt x="1482" y="189407"/>
                  </a:lnTo>
                  <a:lnTo>
                    <a:pt x="2273" y="194663"/>
                  </a:lnTo>
                  <a:lnTo>
                    <a:pt x="3231" y="199892"/>
                  </a:lnTo>
                  <a:lnTo>
                    <a:pt x="4354" y="205087"/>
                  </a:lnTo>
                  <a:lnTo>
                    <a:pt x="5642" y="210244"/>
                  </a:lnTo>
                  <a:lnTo>
                    <a:pt x="7093" y="215358"/>
                  </a:lnTo>
                  <a:lnTo>
                    <a:pt x="8706" y="220422"/>
                  </a:lnTo>
                  <a:lnTo>
                    <a:pt x="10479" y="225433"/>
                  </a:lnTo>
                  <a:lnTo>
                    <a:pt x="12411" y="230385"/>
                  </a:lnTo>
                  <a:lnTo>
                    <a:pt x="14499" y="235273"/>
                  </a:lnTo>
                  <a:lnTo>
                    <a:pt x="16742" y="240093"/>
                  </a:lnTo>
                  <a:lnTo>
                    <a:pt x="19136" y="244838"/>
                  </a:lnTo>
                  <a:lnTo>
                    <a:pt x="21680" y="249505"/>
                  </a:lnTo>
                  <a:lnTo>
                    <a:pt x="24372" y="254089"/>
                  </a:lnTo>
                  <a:lnTo>
                    <a:pt x="27207" y="258585"/>
                  </a:lnTo>
                  <a:lnTo>
                    <a:pt x="30185" y="262988"/>
                  </a:lnTo>
                  <a:lnTo>
                    <a:pt x="33300" y="267294"/>
                  </a:lnTo>
                  <a:lnTo>
                    <a:pt x="36551" y="271500"/>
                  </a:lnTo>
                  <a:lnTo>
                    <a:pt x="39934" y="275600"/>
                  </a:lnTo>
                  <a:lnTo>
                    <a:pt x="43446" y="279590"/>
                  </a:lnTo>
                  <a:lnTo>
                    <a:pt x="47083" y="283466"/>
                  </a:lnTo>
                  <a:lnTo>
                    <a:pt x="50841" y="287225"/>
                  </a:lnTo>
                  <a:lnTo>
                    <a:pt x="54717" y="290863"/>
                  </a:lnTo>
                  <a:lnTo>
                    <a:pt x="58706" y="294375"/>
                  </a:lnTo>
                  <a:lnTo>
                    <a:pt x="62805" y="297759"/>
                  </a:lnTo>
                  <a:lnTo>
                    <a:pt x="67010" y="301011"/>
                  </a:lnTo>
                  <a:lnTo>
                    <a:pt x="71316" y="304127"/>
                  </a:lnTo>
                  <a:lnTo>
                    <a:pt x="75719" y="307106"/>
                  </a:lnTo>
                  <a:lnTo>
                    <a:pt x="80214" y="309942"/>
                  </a:lnTo>
                  <a:lnTo>
                    <a:pt x="84797" y="312634"/>
                  </a:lnTo>
                  <a:lnTo>
                    <a:pt x="89464" y="315179"/>
                  </a:lnTo>
                  <a:lnTo>
                    <a:pt x="94209" y="317575"/>
                  </a:lnTo>
                  <a:lnTo>
                    <a:pt x="99028" y="319818"/>
                  </a:lnTo>
                  <a:lnTo>
                    <a:pt x="103915" y="321907"/>
                  </a:lnTo>
                  <a:lnTo>
                    <a:pt x="108867" y="323840"/>
                  </a:lnTo>
                  <a:lnTo>
                    <a:pt x="113878" y="325614"/>
                  </a:lnTo>
                  <a:lnTo>
                    <a:pt x="118942" y="327228"/>
                  </a:lnTo>
                  <a:lnTo>
                    <a:pt x="124055" y="328680"/>
                  </a:lnTo>
                  <a:lnTo>
                    <a:pt x="129212" y="329969"/>
                  </a:lnTo>
                  <a:lnTo>
                    <a:pt x="134407" y="331094"/>
                  </a:lnTo>
                  <a:lnTo>
                    <a:pt x="139635" y="332052"/>
                  </a:lnTo>
                  <a:lnTo>
                    <a:pt x="144891" y="332844"/>
                  </a:lnTo>
                  <a:lnTo>
                    <a:pt x="150170" y="333468"/>
                  </a:lnTo>
                  <a:lnTo>
                    <a:pt x="155466" y="333925"/>
                  </a:lnTo>
                  <a:lnTo>
                    <a:pt x="160773" y="334212"/>
                  </a:lnTo>
                  <a:lnTo>
                    <a:pt x="166088" y="334331"/>
                  </a:lnTo>
                  <a:lnTo>
                    <a:pt x="171403" y="334281"/>
                  </a:lnTo>
                  <a:lnTo>
                    <a:pt x="176714" y="334061"/>
                  </a:lnTo>
                  <a:lnTo>
                    <a:pt x="182015" y="333673"/>
                  </a:lnTo>
                  <a:lnTo>
                    <a:pt x="187301" y="333117"/>
                  </a:lnTo>
                  <a:lnTo>
                    <a:pt x="192567" y="332393"/>
                  </a:lnTo>
                  <a:lnTo>
                    <a:pt x="197807" y="331502"/>
                  </a:lnTo>
                  <a:lnTo>
                    <a:pt x="203016" y="330444"/>
                  </a:lnTo>
                  <a:lnTo>
                    <a:pt x="208189" y="329222"/>
                  </a:lnTo>
                  <a:lnTo>
                    <a:pt x="213321" y="327836"/>
                  </a:lnTo>
                  <a:lnTo>
                    <a:pt x="218406" y="326287"/>
                  </a:lnTo>
                  <a:lnTo>
                    <a:pt x="223439" y="324578"/>
                  </a:lnTo>
                  <a:lnTo>
                    <a:pt x="228415" y="322709"/>
                  </a:lnTo>
                  <a:lnTo>
                    <a:pt x="233329" y="320683"/>
                  </a:lnTo>
                  <a:lnTo>
                    <a:pt x="238176" y="318502"/>
                  </a:lnTo>
                  <a:lnTo>
                    <a:pt x="242952" y="316167"/>
                  </a:lnTo>
                  <a:lnTo>
                    <a:pt x="247650" y="313683"/>
                  </a:lnTo>
                  <a:lnTo>
                    <a:pt x="252268" y="311050"/>
                  </a:lnTo>
                  <a:lnTo>
                    <a:pt x="256799" y="308271"/>
                  </a:lnTo>
                  <a:lnTo>
                    <a:pt x="261240" y="305350"/>
                  </a:lnTo>
                  <a:lnTo>
                    <a:pt x="265586" y="302289"/>
                  </a:lnTo>
                  <a:lnTo>
                    <a:pt x="269832" y="299092"/>
                  </a:lnTo>
                  <a:lnTo>
                    <a:pt x="273974" y="295761"/>
                  </a:lnTo>
                  <a:lnTo>
                    <a:pt x="278009" y="292300"/>
                  </a:lnTo>
                  <a:lnTo>
                    <a:pt x="281931" y="288713"/>
                  </a:lnTo>
                  <a:lnTo>
                    <a:pt x="285737" y="285003"/>
                  </a:lnTo>
                  <a:lnTo>
                    <a:pt x="289424" y="281173"/>
                  </a:lnTo>
                  <a:lnTo>
                    <a:pt x="292987" y="277229"/>
                  </a:lnTo>
                  <a:lnTo>
                    <a:pt x="296422" y="273173"/>
                  </a:lnTo>
                  <a:lnTo>
                    <a:pt x="299727" y="269010"/>
                  </a:lnTo>
                  <a:lnTo>
                    <a:pt x="302898" y="264744"/>
                  </a:lnTo>
                  <a:lnTo>
                    <a:pt x="305931" y="260379"/>
                  </a:lnTo>
                  <a:lnTo>
                    <a:pt x="308825" y="255920"/>
                  </a:lnTo>
                  <a:lnTo>
                    <a:pt x="311575" y="251371"/>
                  </a:lnTo>
                  <a:lnTo>
                    <a:pt x="314179" y="246737"/>
                  </a:lnTo>
                  <a:lnTo>
                    <a:pt x="316634" y="242023"/>
                  </a:lnTo>
                  <a:lnTo>
                    <a:pt x="318939" y="237233"/>
                  </a:lnTo>
                  <a:lnTo>
                    <a:pt x="321090" y="232372"/>
                  </a:lnTo>
                  <a:lnTo>
                    <a:pt x="323085" y="227446"/>
                  </a:lnTo>
                  <a:lnTo>
                    <a:pt x="324923" y="222458"/>
                  </a:lnTo>
                  <a:lnTo>
                    <a:pt x="326601" y="217414"/>
                  </a:lnTo>
                  <a:lnTo>
                    <a:pt x="328118" y="212320"/>
                  </a:lnTo>
                  <a:lnTo>
                    <a:pt x="329472" y="207180"/>
                  </a:lnTo>
                  <a:lnTo>
                    <a:pt x="330662" y="202000"/>
                  </a:lnTo>
                  <a:lnTo>
                    <a:pt x="331687" y="196784"/>
                  </a:lnTo>
                  <a:lnTo>
                    <a:pt x="332545" y="191538"/>
                  </a:lnTo>
                  <a:lnTo>
                    <a:pt x="333236" y="186268"/>
                  </a:lnTo>
                  <a:lnTo>
                    <a:pt x="333760" y="180978"/>
                  </a:lnTo>
                  <a:lnTo>
                    <a:pt x="334114" y="175675"/>
                  </a:lnTo>
                  <a:lnTo>
                    <a:pt x="334301" y="170363"/>
                  </a:lnTo>
                  <a:lnTo>
                    <a:pt x="334318" y="165047"/>
                  </a:lnTo>
                  <a:lnTo>
                    <a:pt x="334166" y="159734"/>
                  </a:lnTo>
                  <a:lnTo>
                    <a:pt x="333845" y="154428"/>
                  </a:lnTo>
                  <a:lnTo>
                    <a:pt x="333356" y="149135"/>
                  </a:lnTo>
                  <a:lnTo>
                    <a:pt x="332699" y="143861"/>
                  </a:lnTo>
                  <a:lnTo>
                    <a:pt x="331874" y="138610"/>
                  </a:lnTo>
                  <a:lnTo>
                    <a:pt x="330883" y="133388"/>
                  </a:lnTo>
                  <a:lnTo>
                    <a:pt x="329726" y="128200"/>
                  </a:lnTo>
                  <a:lnTo>
                    <a:pt x="328405" y="123051"/>
                  </a:lnTo>
                  <a:lnTo>
                    <a:pt x="326921" y="117947"/>
                  </a:lnTo>
                  <a:lnTo>
                    <a:pt x="325275" y="112893"/>
                  </a:lnTo>
                  <a:lnTo>
                    <a:pt x="323470" y="107893"/>
                  </a:lnTo>
                  <a:lnTo>
                    <a:pt x="321506" y="102954"/>
                  </a:lnTo>
                  <a:lnTo>
                    <a:pt x="319387" y="98079"/>
                  </a:lnTo>
                  <a:lnTo>
                    <a:pt x="317113" y="93275"/>
                  </a:lnTo>
                  <a:lnTo>
                    <a:pt x="314688" y="88545"/>
                  </a:lnTo>
                  <a:lnTo>
                    <a:pt x="312114" y="83894"/>
                  </a:lnTo>
                  <a:lnTo>
                    <a:pt x="309393" y="79328"/>
                  </a:lnTo>
                  <a:lnTo>
                    <a:pt x="306529" y="74850"/>
                  </a:lnTo>
                  <a:lnTo>
                    <a:pt x="303523" y="70466"/>
                  </a:lnTo>
                  <a:lnTo>
                    <a:pt x="300380" y="66180"/>
                  </a:lnTo>
                  <a:lnTo>
                    <a:pt x="297102" y="61995"/>
                  </a:lnTo>
                  <a:lnTo>
                    <a:pt x="293692" y="57918"/>
                  </a:lnTo>
                  <a:lnTo>
                    <a:pt x="290155" y="53950"/>
                  </a:lnTo>
                  <a:lnTo>
                    <a:pt x="286493" y="50097"/>
                  </a:lnTo>
                  <a:lnTo>
                    <a:pt x="282711" y="46362"/>
                  </a:lnTo>
                  <a:lnTo>
                    <a:pt x="278812" y="42750"/>
                  </a:lnTo>
                  <a:lnTo>
                    <a:pt x="274800" y="39263"/>
                  </a:lnTo>
                  <a:lnTo>
                    <a:pt x="270679" y="35906"/>
                  </a:lnTo>
                  <a:lnTo>
                    <a:pt x="266454" y="32681"/>
                  </a:lnTo>
                  <a:lnTo>
                    <a:pt x="262128" y="29592"/>
                  </a:lnTo>
                  <a:lnTo>
                    <a:pt x="257706" y="26643"/>
                  </a:lnTo>
                  <a:lnTo>
                    <a:pt x="253192" y="23835"/>
                  </a:lnTo>
                  <a:lnTo>
                    <a:pt x="248592" y="21172"/>
                  </a:lnTo>
                  <a:lnTo>
                    <a:pt x="243909" y="18657"/>
                  </a:lnTo>
                  <a:lnTo>
                    <a:pt x="239149" y="16292"/>
                  </a:lnTo>
                  <a:lnTo>
                    <a:pt x="234316" y="14080"/>
                  </a:lnTo>
                  <a:lnTo>
                    <a:pt x="229415" y="12023"/>
                  </a:lnTo>
                  <a:lnTo>
                    <a:pt x="224451" y="10122"/>
                  </a:lnTo>
                  <a:lnTo>
                    <a:pt x="219429" y="8380"/>
                  </a:lnTo>
                  <a:lnTo>
                    <a:pt x="214354" y="6799"/>
                  </a:lnTo>
                  <a:lnTo>
                    <a:pt x="209232" y="5379"/>
                  </a:lnTo>
                  <a:lnTo>
                    <a:pt x="204067" y="4124"/>
                  </a:lnTo>
                  <a:lnTo>
                    <a:pt x="198864" y="3033"/>
                  </a:lnTo>
                  <a:lnTo>
                    <a:pt x="193630" y="2108"/>
                  </a:lnTo>
                  <a:lnTo>
                    <a:pt x="188369" y="1350"/>
                  </a:lnTo>
                  <a:lnTo>
                    <a:pt x="183086" y="760"/>
                  </a:lnTo>
                  <a:lnTo>
                    <a:pt x="177788" y="337"/>
                  </a:lnTo>
                  <a:lnTo>
                    <a:pt x="172478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6039" y="5018213"/>
              <a:ext cx="44999" cy="167167"/>
            </a:xfrm>
            <a:custGeom>
              <a:avLst/>
              <a:pathLst>
                <a:path w="44999" h="167167">
                  <a:moveTo>
                    <a:pt x="44999" y="0"/>
                  </a:moveTo>
                  <a:lnTo>
                    <a:pt x="38492" y="126"/>
                  </a:lnTo>
                  <a:lnTo>
                    <a:pt x="31995" y="506"/>
                  </a:lnTo>
                  <a:lnTo>
                    <a:pt x="25517" y="1139"/>
                  </a:lnTo>
                  <a:lnTo>
                    <a:pt x="19069" y="2023"/>
                  </a:lnTo>
                  <a:lnTo>
                    <a:pt x="12660" y="3157"/>
                  </a:lnTo>
                  <a:lnTo>
                    <a:pt x="6301" y="4540"/>
                  </a:lnTo>
                  <a:lnTo>
                    <a:pt x="0" y="6170"/>
                  </a:lnTo>
                  <a:lnTo>
                    <a:pt x="449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6039" y="5024383"/>
              <a:ext cx="44999" cy="160996"/>
            </a:xfrm>
            <a:custGeom>
              <a:avLst/>
              <a:pathLst>
                <a:path w="44999" h="160996">
                  <a:moveTo>
                    <a:pt x="0" y="0"/>
                  </a:moveTo>
                  <a:lnTo>
                    <a:pt x="44999" y="160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6039" y="5024383"/>
              <a:ext cx="44999" cy="160996"/>
            </a:xfrm>
            <a:custGeom>
              <a:avLst/>
              <a:pathLst>
                <a:path w="44999" h="160996">
                  <a:moveTo>
                    <a:pt x="0" y="0"/>
                  </a:moveTo>
                  <a:lnTo>
                    <a:pt x="44999" y="1609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6039" y="5024383"/>
              <a:ext cx="44999" cy="160996"/>
            </a:xfrm>
            <a:custGeom>
              <a:avLst/>
              <a:pathLst>
                <a:path w="44999" h="160996">
                  <a:moveTo>
                    <a:pt x="0" y="0"/>
                  </a:moveTo>
                  <a:lnTo>
                    <a:pt x="44999" y="1609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2" y="5024383"/>
              <a:ext cx="167166" cy="213789"/>
            </a:xfrm>
            <a:custGeom>
              <a:avLst/>
              <a:pathLst>
                <a:path w="167166" h="213789">
                  <a:moveTo>
                    <a:pt x="122167" y="0"/>
                  </a:moveTo>
                  <a:lnTo>
                    <a:pt x="116977" y="1541"/>
                  </a:lnTo>
                  <a:lnTo>
                    <a:pt x="111839" y="3250"/>
                  </a:lnTo>
                  <a:lnTo>
                    <a:pt x="106759" y="5125"/>
                  </a:lnTo>
                  <a:lnTo>
                    <a:pt x="101743" y="7163"/>
                  </a:lnTo>
                  <a:lnTo>
                    <a:pt x="96795" y="9362"/>
                  </a:lnTo>
                  <a:lnTo>
                    <a:pt x="91921" y="11721"/>
                  </a:lnTo>
                  <a:lnTo>
                    <a:pt x="87127" y="14236"/>
                  </a:lnTo>
                  <a:lnTo>
                    <a:pt x="82416" y="16905"/>
                  </a:lnTo>
                  <a:lnTo>
                    <a:pt x="77794" y="19725"/>
                  </a:lnTo>
                  <a:lnTo>
                    <a:pt x="73265" y="22694"/>
                  </a:lnTo>
                  <a:lnTo>
                    <a:pt x="68836" y="25807"/>
                  </a:lnTo>
                  <a:lnTo>
                    <a:pt x="64509" y="29063"/>
                  </a:lnTo>
                  <a:lnTo>
                    <a:pt x="60290" y="32457"/>
                  </a:lnTo>
                  <a:lnTo>
                    <a:pt x="56184" y="35985"/>
                  </a:lnTo>
                  <a:lnTo>
                    <a:pt x="52193" y="39645"/>
                  </a:lnTo>
                  <a:lnTo>
                    <a:pt x="48324" y="43432"/>
                  </a:lnTo>
                  <a:lnTo>
                    <a:pt x="44579" y="47343"/>
                  </a:lnTo>
                  <a:lnTo>
                    <a:pt x="40962" y="51372"/>
                  </a:lnTo>
                  <a:lnTo>
                    <a:pt x="37478" y="55517"/>
                  </a:lnTo>
                  <a:lnTo>
                    <a:pt x="34130" y="59772"/>
                  </a:lnTo>
                  <a:lnTo>
                    <a:pt x="30922" y="64134"/>
                  </a:lnTo>
                  <a:lnTo>
                    <a:pt x="27856" y="68597"/>
                  </a:lnTo>
                  <a:lnTo>
                    <a:pt x="24937" y="73157"/>
                  </a:lnTo>
                  <a:lnTo>
                    <a:pt x="22167" y="77809"/>
                  </a:lnTo>
                  <a:lnTo>
                    <a:pt x="19549" y="82549"/>
                  </a:lnTo>
                  <a:lnTo>
                    <a:pt x="17086" y="87371"/>
                  </a:lnTo>
                  <a:lnTo>
                    <a:pt x="14780" y="92270"/>
                  </a:lnTo>
                  <a:lnTo>
                    <a:pt x="12634" y="97241"/>
                  </a:lnTo>
                  <a:lnTo>
                    <a:pt x="10651" y="102279"/>
                  </a:lnTo>
                  <a:lnTo>
                    <a:pt x="8831" y="107378"/>
                  </a:lnTo>
                  <a:lnTo>
                    <a:pt x="7178" y="112534"/>
                  </a:lnTo>
                  <a:lnTo>
                    <a:pt x="5692" y="117741"/>
                  </a:lnTo>
                  <a:lnTo>
                    <a:pt x="4376" y="122993"/>
                  </a:lnTo>
                  <a:lnTo>
                    <a:pt x="3231" y="128285"/>
                  </a:lnTo>
                  <a:lnTo>
                    <a:pt x="2257" y="133611"/>
                  </a:lnTo>
                  <a:lnTo>
                    <a:pt x="1457" y="138966"/>
                  </a:lnTo>
                  <a:lnTo>
                    <a:pt x="830" y="144345"/>
                  </a:lnTo>
                  <a:lnTo>
                    <a:pt x="378" y="149740"/>
                  </a:lnTo>
                  <a:lnTo>
                    <a:pt x="101" y="155147"/>
                  </a:lnTo>
                  <a:lnTo>
                    <a:pt x="0" y="160561"/>
                  </a:lnTo>
                  <a:lnTo>
                    <a:pt x="73" y="165975"/>
                  </a:lnTo>
                  <a:lnTo>
                    <a:pt x="322" y="171384"/>
                  </a:lnTo>
                  <a:lnTo>
                    <a:pt x="746" y="176782"/>
                  </a:lnTo>
                  <a:lnTo>
                    <a:pt x="1344" y="182163"/>
                  </a:lnTo>
                  <a:lnTo>
                    <a:pt x="2117" y="187522"/>
                  </a:lnTo>
                  <a:lnTo>
                    <a:pt x="3062" y="192853"/>
                  </a:lnTo>
                  <a:lnTo>
                    <a:pt x="4180" y="198151"/>
                  </a:lnTo>
                  <a:lnTo>
                    <a:pt x="5469" y="203410"/>
                  </a:lnTo>
                  <a:lnTo>
                    <a:pt x="6927" y="208624"/>
                  </a:lnTo>
                  <a:lnTo>
                    <a:pt x="8554" y="213789"/>
                  </a:lnTo>
                  <a:lnTo>
                    <a:pt x="167166" y="160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2426" y="5018213"/>
              <a:ext cx="325768" cy="334328"/>
            </a:xfrm>
            <a:custGeom>
              <a:avLst/>
              <a:pathLst>
                <a:path w="325768" h="334328">
                  <a:moveTo>
                    <a:pt x="0" y="219959"/>
                  </a:moveTo>
                  <a:lnTo>
                    <a:pt x="1759" y="224979"/>
                  </a:lnTo>
                  <a:lnTo>
                    <a:pt x="3678" y="229940"/>
                  </a:lnTo>
                  <a:lnTo>
                    <a:pt x="5753" y="234837"/>
                  </a:lnTo>
                  <a:lnTo>
                    <a:pt x="7984" y="239666"/>
                  </a:lnTo>
                  <a:lnTo>
                    <a:pt x="10366" y="244421"/>
                  </a:lnTo>
                  <a:lnTo>
                    <a:pt x="12899" y="249098"/>
                  </a:lnTo>
                  <a:lnTo>
                    <a:pt x="15580" y="253693"/>
                  </a:lnTo>
                  <a:lnTo>
                    <a:pt x="18405" y="258199"/>
                  </a:lnTo>
                  <a:lnTo>
                    <a:pt x="21372" y="262614"/>
                  </a:lnTo>
                  <a:lnTo>
                    <a:pt x="24478" y="266932"/>
                  </a:lnTo>
                  <a:lnTo>
                    <a:pt x="27720" y="271148"/>
                  </a:lnTo>
                  <a:lnTo>
                    <a:pt x="31094" y="275260"/>
                  </a:lnTo>
                  <a:lnTo>
                    <a:pt x="34597" y="279262"/>
                  </a:lnTo>
                  <a:lnTo>
                    <a:pt x="38226" y="283151"/>
                  </a:lnTo>
                  <a:lnTo>
                    <a:pt x="41977" y="286922"/>
                  </a:lnTo>
                  <a:lnTo>
                    <a:pt x="45846" y="290572"/>
                  </a:lnTo>
                  <a:lnTo>
                    <a:pt x="49829" y="294097"/>
                  </a:lnTo>
                  <a:lnTo>
                    <a:pt x="53922" y="297494"/>
                  </a:lnTo>
                  <a:lnTo>
                    <a:pt x="58122" y="300758"/>
                  </a:lnTo>
                  <a:lnTo>
                    <a:pt x="62423" y="303888"/>
                  </a:lnTo>
                  <a:lnTo>
                    <a:pt x="66821" y="306879"/>
                  </a:lnTo>
                  <a:lnTo>
                    <a:pt x="71312" y="309728"/>
                  </a:lnTo>
                  <a:lnTo>
                    <a:pt x="75892" y="312433"/>
                  </a:lnTo>
                  <a:lnTo>
                    <a:pt x="80555" y="314992"/>
                  </a:lnTo>
                  <a:lnTo>
                    <a:pt x="85298" y="317400"/>
                  </a:lnTo>
                  <a:lnTo>
                    <a:pt x="90114" y="319656"/>
                  </a:lnTo>
                  <a:lnTo>
                    <a:pt x="95000" y="321758"/>
                  </a:lnTo>
                  <a:lnTo>
                    <a:pt x="99951" y="323704"/>
                  </a:lnTo>
                  <a:lnTo>
                    <a:pt x="104960" y="325491"/>
                  </a:lnTo>
                  <a:lnTo>
                    <a:pt x="110025" y="327118"/>
                  </a:lnTo>
                  <a:lnTo>
                    <a:pt x="115138" y="328582"/>
                  </a:lnTo>
                  <a:lnTo>
                    <a:pt x="120295" y="329884"/>
                  </a:lnTo>
                  <a:lnTo>
                    <a:pt x="125491" y="331020"/>
                  </a:lnTo>
                  <a:lnTo>
                    <a:pt x="130721" y="331991"/>
                  </a:lnTo>
                  <a:lnTo>
                    <a:pt x="135979" y="332795"/>
                  </a:lnTo>
                  <a:lnTo>
                    <a:pt x="141259" y="333431"/>
                  </a:lnTo>
                  <a:lnTo>
                    <a:pt x="146558" y="333899"/>
                  </a:lnTo>
                  <a:lnTo>
                    <a:pt x="151868" y="334198"/>
                  </a:lnTo>
                  <a:lnTo>
                    <a:pt x="157186" y="334328"/>
                  </a:lnTo>
                  <a:lnTo>
                    <a:pt x="162504" y="334289"/>
                  </a:lnTo>
                  <a:lnTo>
                    <a:pt x="167819" y="334081"/>
                  </a:lnTo>
                  <a:lnTo>
                    <a:pt x="173125" y="333703"/>
                  </a:lnTo>
                  <a:lnTo>
                    <a:pt x="178416" y="333157"/>
                  </a:lnTo>
                  <a:lnTo>
                    <a:pt x="183687" y="332443"/>
                  </a:lnTo>
                  <a:lnTo>
                    <a:pt x="188932" y="331562"/>
                  </a:lnTo>
                  <a:lnTo>
                    <a:pt x="194147" y="330514"/>
                  </a:lnTo>
                  <a:lnTo>
                    <a:pt x="199325" y="329301"/>
                  </a:lnTo>
                  <a:lnTo>
                    <a:pt x="204463" y="327923"/>
                  </a:lnTo>
                  <a:lnTo>
                    <a:pt x="209554" y="326383"/>
                  </a:lnTo>
                  <a:lnTo>
                    <a:pt x="214594" y="324682"/>
                  </a:lnTo>
                  <a:lnTo>
                    <a:pt x="219576" y="322821"/>
                  </a:lnTo>
                  <a:lnTo>
                    <a:pt x="224498" y="320803"/>
                  </a:lnTo>
                  <a:lnTo>
                    <a:pt x="229352" y="318629"/>
                  </a:lnTo>
                  <a:lnTo>
                    <a:pt x="234135" y="316302"/>
                  </a:lnTo>
                  <a:lnTo>
                    <a:pt x="238841" y="313824"/>
                  </a:lnTo>
                  <a:lnTo>
                    <a:pt x="243466" y="311197"/>
                  </a:lnTo>
                  <a:lnTo>
                    <a:pt x="248006" y="308425"/>
                  </a:lnTo>
                  <a:lnTo>
                    <a:pt x="252454" y="305509"/>
                  </a:lnTo>
                  <a:lnTo>
                    <a:pt x="256808" y="302454"/>
                  </a:lnTo>
                  <a:lnTo>
                    <a:pt x="261062" y="299261"/>
                  </a:lnTo>
                  <a:lnTo>
                    <a:pt x="265213" y="295935"/>
                  </a:lnTo>
                  <a:lnTo>
                    <a:pt x="269256" y="292478"/>
                  </a:lnTo>
                  <a:lnTo>
                    <a:pt x="273186" y="288895"/>
                  </a:lnTo>
                  <a:lnTo>
                    <a:pt x="277001" y="285188"/>
                  </a:lnTo>
                  <a:lnTo>
                    <a:pt x="280696" y="281362"/>
                  </a:lnTo>
                  <a:lnTo>
                    <a:pt x="284267" y="277420"/>
                  </a:lnTo>
                  <a:lnTo>
                    <a:pt x="287711" y="273367"/>
                  </a:lnTo>
                  <a:lnTo>
                    <a:pt x="291024" y="269206"/>
                  </a:lnTo>
                  <a:lnTo>
                    <a:pt x="294203" y="264942"/>
                  </a:lnTo>
                  <a:lnTo>
                    <a:pt x="297245" y="260578"/>
                  </a:lnTo>
                  <a:lnTo>
                    <a:pt x="300147" y="256121"/>
                  </a:lnTo>
                  <a:lnTo>
                    <a:pt x="302905" y="251573"/>
                  </a:lnTo>
                  <a:lnTo>
                    <a:pt x="305518" y="246939"/>
                  </a:lnTo>
                  <a:lnTo>
                    <a:pt x="307981" y="242225"/>
                  </a:lnTo>
                  <a:lnTo>
                    <a:pt x="310294" y="237435"/>
                  </a:lnTo>
                  <a:lnTo>
                    <a:pt x="312452" y="232574"/>
                  </a:lnTo>
                  <a:lnTo>
                    <a:pt x="314455" y="227647"/>
                  </a:lnTo>
                  <a:lnTo>
                    <a:pt x="316300" y="222658"/>
                  </a:lnTo>
                  <a:lnTo>
                    <a:pt x="317986" y="217613"/>
                  </a:lnTo>
                  <a:lnTo>
                    <a:pt x="319510" y="212518"/>
                  </a:lnTo>
                  <a:lnTo>
                    <a:pt x="320872" y="207376"/>
                  </a:lnTo>
                  <a:lnTo>
                    <a:pt x="322069" y="202193"/>
                  </a:lnTo>
                  <a:lnTo>
                    <a:pt x="323100" y="196975"/>
                  </a:lnTo>
                  <a:lnTo>
                    <a:pt x="323965" y="191727"/>
                  </a:lnTo>
                  <a:lnTo>
                    <a:pt x="324663" y="186454"/>
                  </a:lnTo>
                  <a:lnTo>
                    <a:pt x="325193" y="181162"/>
                  </a:lnTo>
                  <a:lnTo>
                    <a:pt x="325553" y="175855"/>
                  </a:lnTo>
                  <a:lnTo>
                    <a:pt x="325745" y="170539"/>
                  </a:lnTo>
                  <a:lnTo>
                    <a:pt x="325768" y="165221"/>
                  </a:lnTo>
                  <a:lnTo>
                    <a:pt x="325622" y="159904"/>
                  </a:lnTo>
                  <a:lnTo>
                    <a:pt x="325306" y="154594"/>
                  </a:lnTo>
                  <a:lnTo>
                    <a:pt x="324822" y="149297"/>
                  </a:lnTo>
                  <a:lnTo>
                    <a:pt x="324169" y="144018"/>
                  </a:lnTo>
                  <a:lnTo>
                    <a:pt x="323349" y="138763"/>
                  </a:lnTo>
                  <a:lnTo>
                    <a:pt x="322362" y="133537"/>
                  </a:lnTo>
                  <a:lnTo>
                    <a:pt x="321209" y="128344"/>
                  </a:lnTo>
                  <a:lnTo>
                    <a:pt x="319891" y="123191"/>
                  </a:lnTo>
                  <a:lnTo>
                    <a:pt x="318411" y="118082"/>
                  </a:lnTo>
                  <a:lnTo>
                    <a:pt x="316768" y="113023"/>
                  </a:lnTo>
                  <a:lnTo>
                    <a:pt x="314966" y="108019"/>
                  </a:lnTo>
                  <a:lnTo>
                    <a:pt x="313005" y="103075"/>
                  </a:lnTo>
                  <a:lnTo>
                    <a:pt x="310888" y="98195"/>
                  </a:lnTo>
                  <a:lnTo>
                    <a:pt x="308616" y="93386"/>
                  </a:lnTo>
                  <a:lnTo>
                    <a:pt x="306193" y="88651"/>
                  </a:lnTo>
                  <a:lnTo>
                    <a:pt x="303620" y="83995"/>
                  </a:lnTo>
                  <a:lnTo>
                    <a:pt x="300901" y="79424"/>
                  </a:lnTo>
                  <a:lnTo>
                    <a:pt x="298037" y="74942"/>
                  </a:lnTo>
                  <a:lnTo>
                    <a:pt x="295033" y="70553"/>
                  </a:lnTo>
                  <a:lnTo>
                    <a:pt x="291890" y="66262"/>
                  </a:lnTo>
                  <a:lnTo>
                    <a:pt x="288612" y="62072"/>
                  </a:lnTo>
                  <a:lnTo>
                    <a:pt x="285203" y="57990"/>
                  </a:lnTo>
                  <a:lnTo>
                    <a:pt x="281666" y="54018"/>
                  </a:lnTo>
                  <a:lnTo>
                    <a:pt x="278004" y="50160"/>
                  </a:lnTo>
                  <a:lnTo>
                    <a:pt x="274221" y="46421"/>
                  </a:lnTo>
                  <a:lnTo>
                    <a:pt x="270321" y="42804"/>
                  </a:lnTo>
                  <a:lnTo>
                    <a:pt x="266308" y="39313"/>
                  </a:lnTo>
                  <a:lnTo>
                    <a:pt x="262186" y="35952"/>
                  </a:lnTo>
                  <a:lnTo>
                    <a:pt x="257959" y="32723"/>
                  </a:lnTo>
                  <a:lnTo>
                    <a:pt x="253631" y="29630"/>
                  </a:lnTo>
                  <a:lnTo>
                    <a:pt x="249208" y="26677"/>
                  </a:lnTo>
                  <a:lnTo>
                    <a:pt x="244692" y="23866"/>
                  </a:lnTo>
                  <a:lnTo>
                    <a:pt x="240090" y="21200"/>
                  </a:lnTo>
                  <a:lnTo>
                    <a:pt x="235405" y="18682"/>
                  </a:lnTo>
                  <a:lnTo>
                    <a:pt x="230642" y="16314"/>
                  </a:lnTo>
                  <a:lnTo>
                    <a:pt x="225806" y="14099"/>
                  </a:lnTo>
                  <a:lnTo>
                    <a:pt x="220902" y="12038"/>
                  </a:lnTo>
                  <a:lnTo>
                    <a:pt x="215935" y="10135"/>
                  </a:lnTo>
                  <a:lnTo>
                    <a:pt x="210911" y="8391"/>
                  </a:lnTo>
                  <a:lnTo>
                    <a:pt x="205833" y="6808"/>
                  </a:lnTo>
                  <a:lnTo>
                    <a:pt x="200707" y="5386"/>
                  </a:lnTo>
                  <a:lnTo>
                    <a:pt x="195539" y="4129"/>
                  </a:lnTo>
                  <a:lnTo>
                    <a:pt x="190333" y="3037"/>
                  </a:lnTo>
                  <a:lnTo>
                    <a:pt x="185096" y="2111"/>
                  </a:lnTo>
                  <a:lnTo>
                    <a:pt x="179831" y="1352"/>
                  </a:lnTo>
                  <a:lnTo>
                    <a:pt x="174545" y="761"/>
                  </a:lnTo>
                  <a:lnTo>
                    <a:pt x="169243" y="338"/>
                  </a:lnTo>
                  <a:lnTo>
                    <a:pt x="163930" y="84"/>
                  </a:lnTo>
                  <a:lnTo>
                    <a:pt x="158612" y="0"/>
                  </a:lnTo>
                  <a:lnTo>
                    <a:pt x="1586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8021" y="4659281"/>
              <a:ext cx="105213" cy="167167"/>
            </a:xfrm>
            <a:custGeom>
              <a:avLst/>
              <a:pathLst>
                <a:path w="105213" h="167167">
                  <a:moveTo>
                    <a:pt x="105213" y="0"/>
                  </a:moveTo>
                  <a:lnTo>
                    <a:pt x="99524" y="96"/>
                  </a:lnTo>
                  <a:lnTo>
                    <a:pt x="93842" y="387"/>
                  </a:lnTo>
                  <a:lnTo>
                    <a:pt x="88172" y="870"/>
                  </a:lnTo>
                  <a:lnTo>
                    <a:pt x="82523" y="1547"/>
                  </a:lnTo>
                  <a:lnTo>
                    <a:pt x="76900" y="2415"/>
                  </a:lnTo>
                  <a:lnTo>
                    <a:pt x="71309" y="3474"/>
                  </a:lnTo>
                  <a:lnTo>
                    <a:pt x="65758" y="4722"/>
                  </a:lnTo>
                  <a:lnTo>
                    <a:pt x="60253" y="6159"/>
                  </a:lnTo>
                  <a:lnTo>
                    <a:pt x="54799" y="7783"/>
                  </a:lnTo>
                  <a:lnTo>
                    <a:pt x="49404" y="9591"/>
                  </a:lnTo>
                  <a:lnTo>
                    <a:pt x="44074" y="11581"/>
                  </a:lnTo>
                  <a:lnTo>
                    <a:pt x="38815" y="13752"/>
                  </a:lnTo>
                  <a:lnTo>
                    <a:pt x="33632" y="16100"/>
                  </a:lnTo>
                  <a:lnTo>
                    <a:pt x="28532" y="18624"/>
                  </a:lnTo>
                  <a:lnTo>
                    <a:pt x="23522" y="21320"/>
                  </a:lnTo>
                  <a:lnTo>
                    <a:pt x="18606" y="24184"/>
                  </a:lnTo>
                  <a:lnTo>
                    <a:pt x="13790" y="27214"/>
                  </a:lnTo>
                  <a:lnTo>
                    <a:pt x="9080" y="30407"/>
                  </a:lnTo>
                  <a:lnTo>
                    <a:pt x="4481" y="33758"/>
                  </a:lnTo>
                  <a:lnTo>
                    <a:pt x="0" y="37263"/>
                  </a:lnTo>
                  <a:lnTo>
                    <a:pt x="1052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8021" y="4696545"/>
              <a:ext cx="105213" cy="129903"/>
            </a:xfrm>
            <a:custGeom>
              <a:avLst/>
              <a:pathLst>
                <a:path w="105213" h="129903">
                  <a:moveTo>
                    <a:pt x="0" y="0"/>
                  </a:moveTo>
                  <a:lnTo>
                    <a:pt x="105213" y="1299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8021" y="4696545"/>
              <a:ext cx="105213" cy="129903"/>
            </a:xfrm>
            <a:custGeom>
              <a:avLst/>
              <a:pathLst>
                <a:path w="105213" h="129903">
                  <a:moveTo>
                    <a:pt x="0" y="0"/>
                  </a:moveTo>
                  <a:lnTo>
                    <a:pt x="105213" y="1299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0" y="4696545"/>
              <a:ext cx="279614" cy="297071"/>
            </a:xfrm>
            <a:custGeom>
              <a:avLst/>
              <a:pathLst>
                <a:path w="279614" h="297071">
                  <a:moveTo>
                    <a:pt x="61951" y="0"/>
                  </a:moveTo>
                  <a:lnTo>
                    <a:pt x="57850" y="3431"/>
                  </a:lnTo>
                  <a:lnTo>
                    <a:pt x="53861" y="6991"/>
                  </a:lnTo>
                  <a:lnTo>
                    <a:pt x="49988" y="10678"/>
                  </a:lnTo>
                  <a:lnTo>
                    <a:pt x="46235" y="14486"/>
                  </a:lnTo>
                  <a:lnTo>
                    <a:pt x="42606" y="18413"/>
                  </a:lnTo>
                  <a:lnTo>
                    <a:pt x="39104" y="22453"/>
                  </a:lnTo>
                  <a:lnTo>
                    <a:pt x="35733" y="26604"/>
                  </a:lnTo>
                  <a:lnTo>
                    <a:pt x="32497" y="30860"/>
                  </a:lnTo>
                  <a:lnTo>
                    <a:pt x="29398" y="35217"/>
                  </a:lnTo>
                  <a:lnTo>
                    <a:pt x="26441" y="39672"/>
                  </a:lnTo>
                  <a:lnTo>
                    <a:pt x="23627" y="44218"/>
                  </a:lnTo>
                  <a:lnTo>
                    <a:pt x="20960" y="48853"/>
                  </a:lnTo>
                  <a:lnTo>
                    <a:pt x="18443" y="53570"/>
                  </a:lnTo>
                  <a:lnTo>
                    <a:pt x="16078" y="58365"/>
                  </a:lnTo>
                  <a:lnTo>
                    <a:pt x="13867" y="63234"/>
                  </a:lnTo>
                  <a:lnTo>
                    <a:pt x="11813" y="68170"/>
                  </a:lnTo>
                  <a:lnTo>
                    <a:pt x="9918" y="73170"/>
                  </a:lnTo>
                  <a:lnTo>
                    <a:pt x="8184" y="78228"/>
                  </a:lnTo>
                  <a:lnTo>
                    <a:pt x="6613" y="83339"/>
                  </a:lnTo>
                  <a:lnTo>
                    <a:pt x="5206" y="88497"/>
                  </a:lnTo>
                  <a:lnTo>
                    <a:pt x="3965" y="93698"/>
                  </a:lnTo>
                  <a:lnTo>
                    <a:pt x="2890" y="98936"/>
                  </a:lnTo>
                  <a:lnTo>
                    <a:pt x="1984" y="104205"/>
                  </a:lnTo>
                  <a:lnTo>
                    <a:pt x="1247" y="109501"/>
                  </a:lnTo>
                  <a:lnTo>
                    <a:pt x="679" y="114818"/>
                  </a:lnTo>
                  <a:lnTo>
                    <a:pt x="282" y="120150"/>
                  </a:lnTo>
                  <a:lnTo>
                    <a:pt x="55" y="125492"/>
                  </a:lnTo>
                  <a:lnTo>
                    <a:pt x="0" y="130839"/>
                  </a:lnTo>
                  <a:lnTo>
                    <a:pt x="115" y="136184"/>
                  </a:lnTo>
                  <a:lnTo>
                    <a:pt x="401" y="141523"/>
                  </a:lnTo>
                  <a:lnTo>
                    <a:pt x="858" y="146851"/>
                  </a:lnTo>
                  <a:lnTo>
                    <a:pt x="1485" y="152161"/>
                  </a:lnTo>
                  <a:lnTo>
                    <a:pt x="2282" y="157448"/>
                  </a:lnTo>
                  <a:lnTo>
                    <a:pt x="3247" y="162707"/>
                  </a:lnTo>
                  <a:lnTo>
                    <a:pt x="4380" y="167932"/>
                  </a:lnTo>
                  <a:lnTo>
                    <a:pt x="5679" y="173119"/>
                  </a:lnTo>
                  <a:lnTo>
                    <a:pt x="7144" y="178261"/>
                  </a:lnTo>
                  <a:lnTo>
                    <a:pt x="8772" y="183354"/>
                  </a:lnTo>
                  <a:lnTo>
                    <a:pt x="10563" y="188392"/>
                  </a:lnTo>
                  <a:lnTo>
                    <a:pt x="12514" y="193371"/>
                  </a:lnTo>
                  <a:lnTo>
                    <a:pt x="14622" y="198284"/>
                  </a:lnTo>
                  <a:lnTo>
                    <a:pt x="16887" y="203128"/>
                  </a:lnTo>
                  <a:lnTo>
                    <a:pt x="19306" y="207896"/>
                  </a:lnTo>
                  <a:lnTo>
                    <a:pt x="21876" y="212585"/>
                  </a:lnTo>
                  <a:lnTo>
                    <a:pt x="24594" y="217189"/>
                  </a:lnTo>
                  <a:lnTo>
                    <a:pt x="27459" y="221704"/>
                  </a:lnTo>
                  <a:lnTo>
                    <a:pt x="30466" y="226125"/>
                  </a:lnTo>
                  <a:lnTo>
                    <a:pt x="33613" y="230447"/>
                  </a:lnTo>
                  <a:lnTo>
                    <a:pt x="36897" y="234667"/>
                  </a:lnTo>
                  <a:lnTo>
                    <a:pt x="40314" y="238780"/>
                  </a:lnTo>
                  <a:lnTo>
                    <a:pt x="43861" y="242781"/>
                  </a:lnTo>
                  <a:lnTo>
                    <a:pt x="47534" y="246666"/>
                  </a:lnTo>
                  <a:lnTo>
                    <a:pt x="51329" y="250432"/>
                  </a:lnTo>
                  <a:lnTo>
                    <a:pt x="55243" y="254075"/>
                  </a:lnTo>
                  <a:lnTo>
                    <a:pt x="59272" y="257591"/>
                  </a:lnTo>
                  <a:lnTo>
                    <a:pt x="63411" y="260976"/>
                  </a:lnTo>
                  <a:lnTo>
                    <a:pt x="67655" y="264227"/>
                  </a:lnTo>
                  <a:lnTo>
                    <a:pt x="72002" y="267341"/>
                  </a:lnTo>
                  <a:lnTo>
                    <a:pt x="76446" y="270314"/>
                  </a:lnTo>
                  <a:lnTo>
                    <a:pt x="80983" y="273144"/>
                  </a:lnTo>
                  <a:lnTo>
                    <a:pt x="85608" y="275827"/>
                  </a:lnTo>
                  <a:lnTo>
                    <a:pt x="90317" y="278360"/>
                  </a:lnTo>
                  <a:lnTo>
                    <a:pt x="95104" y="280742"/>
                  </a:lnTo>
                  <a:lnTo>
                    <a:pt x="99965" y="282969"/>
                  </a:lnTo>
                  <a:lnTo>
                    <a:pt x="104894" y="285040"/>
                  </a:lnTo>
                  <a:lnTo>
                    <a:pt x="109887" y="286952"/>
                  </a:lnTo>
                  <a:lnTo>
                    <a:pt x="114939" y="288704"/>
                  </a:lnTo>
                  <a:lnTo>
                    <a:pt x="120045" y="290293"/>
                  </a:lnTo>
                  <a:lnTo>
                    <a:pt x="125198" y="291718"/>
                  </a:lnTo>
                  <a:lnTo>
                    <a:pt x="130395" y="292977"/>
                  </a:lnTo>
                  <a:lnTo>
                    <a:pt x="135629" y="294069"/>
                  </a:lnTo>
                  <a:lnTo>
                    <a:pt x="140895" y="294994"/>
                  </a:lnTo>
                  <a:lnTo>
                    <a:pt x="146188" y="295750"/>
                  </a:lnTo>
                  <a:lnTo>
                    <a:pt x="151503" y="296336"/>
                  </a:lnTo>
                  <a:lnTo>
                    <a:pt x="156834" y="296751"/>
                  </a:lnTo>
                  <a:lnTo>
                    <a:pt x="162175" y="296996"/>
                  </a:lnTo>
                  <a:lnTo>
                    <a:pt x="167521" y="297071"/>
                  </a:lnTo>
                  <a:lnTo>
                    <a:pt x="172867" y="296974"/>
                  </a:lnTo>
                  <a:lnTo>
                    <a:pt x="178207" y="296706"/>
                  </a:lnTo>
                  <a:lnTo>
                    <a:pt x="183536" y="296267"/>
                  </a:lnTo>
                  <a:lnTo>
                    <a:pt x="188848" y="295659"/>
                  </a:lnTo>
                  <a:lnTo>
                    <a:pt x="194138" y="294880"/>
                  </a:lnTo>
                  <a:lnTo>
                    <a:pt x="199400" y="293933"/>
                  </a:lnTo>
                  <a:lnTo>
                    <a:pt x="204630" y="292818"/>
                  </a:lnTo>
                  <a:lnTo>
                    <a:pt x="209821" y="291537"/>
                  </a:lnTo>
                  <a:lnTo>
                    <a:pt x="214968" y="290090"/>
                  </a:lnTo>
                  <a:lnTo>
                    <a:pt x="220067" y="288479"/>
                  </a:lnTo>
                  <a:lnTo>
                    <a:pt x="225111" y="286706"/>
                  </a:lnTo>
                  <a:lnTo>
                    <a:pt x="230096" y="284773"/>
                  </a:lnTo>
                  <a:lnTo>
                    <a:pt x="235017" y="282681"/>
                  </a:lnTo>
                  <a:lnTo>
                    <a:pt x="239868" y="280433"/>
                  </a:lnTo>
                  <a:lnTo>
                    <a:pt x="244645" y="278031"/>
                  </a:lnTo>
                  <a:lnTo>
                    <a:pt x="249343" y="275477"/>
                  </a:lnTo>
                  <a:lnTo>
                    <a:pt x="253956" y="272774"/>
                  </a:lnTo>
                  <a:lnTo>
                    <a:pt x="258481" y="269926"/>
                  </a:lnTo>
                  <a:lnTo>
                    <a:pt x="262912" y="266934"/>
                  </a:lnTo>
                  <a:lnTo>
                    <a:pt x="267246" y="263801"/>
                  </a:lnTo>
                  <a:lnTo>
                    <a:pt x="271477" y="260532"/>
                  </a:lnTo>
                  <a:lnTo>
                    <a:pt x="275601" y="257129"/>
                  </a:lnTo>
                  <a:lnTo>
                    <a:pt x="279614" y="253596"/>
                  </a:lnTo>
                  <a:lnTo>
                    <a:pt x="167164" y="1299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7" cy="290860"/>
            </a:xfrm>
            <a:custGeom>
              <a:avLst/>
              <a:pathLst>
                <a:path w="167167" h="290860">
                  <a:moveTo>
                    <a:pt x="112449" y="290860"/>
                  </a:moveTo>
                  <a:lnTo>
                    <a:pt x="116355" y="287193"/>
                  </a:lnTo>
                  <a:lnTo>
                    <a:pt x="120142" y="283403"/>
                  </a:lnTo>
                  <a:lnTo>
                    <a:pt x="123805" y="279493"/>
                  </a:lnTo>
                  <a:lnTo>
                    <a:pt x="127341" y="275468"/>
                  </a:lnTo>
                  <a:lnTo>
                    <a:pt x="130746" y="271332"/>
                  </a:lnTo>
                  <a:lnTo>
                    <a:pt x="134017" y="267089"/>
                  </a:lnTo>
                  <a:lnTo>
                    <a:pt x="137150" y="262743"/>
                  </a:lnTo>
                  <a:lnTo>
                    <a:pt x="140142" y="258299"/>
                  </a:lnTo>
                  <a:lnTo>
                    <a:pt x="142990" y="253761"/>
                  </a:lnTo>
                  <a:lnTo>
                    <a:pt x="145692" y="249134"/>
                  </a:lnTo>
                  <a:lnTo>
                    <a:pt x="148244" y="244424"/>
                  </a:lnTo>
                  <a:lnTo>
                    <a:pt x="150643" y="239634"/>
                  </a:lnTo>
                  <a:lnTo>
                    <a:pt x="152888" y="234769"/>
                  </a:lnTo>
                  <a:lnTo>
                    <a:pt x="154976" y="229835"/>
                  </a:lnTo>
                  <a:lnTo>
                    <a:pt x="156904" y="224837"/>
                  </a:lnTo>
                  <a:lnTo>
                    <a:pt x="158672" y="219779"/>
                  </a:lnTo>
                  <a:lnTo>
                    <a:pt x="160276" y="214667"/>
                  </a:lnTo>
                  <a:lnTo>
                    <a:pt x="161716" y="209507"/>
                  </a:lnTo>
                  <a:lnTo>
                    <a:pt x="162990" y="204303"/>
                  </a:lnTo>
                  <a:lnTo>
                    <a:pt x="164096" y="199061"/>
                  </a:lnTo>
                  <a:lnTo>
                    <a:pt x="165034" y="193786"/>
                  </a:lnTo>
                  <a:lnTo>
                    <a:pt x="165802" y="188484"/>
                  </a:lnTo>
                  <a:lnTo>
                    <a:pt x="166400" y="183160"/>
                  </a:lnTo>
                  <a:lnTo>
                    <a:pt x="166827" y="177819"/>
                  </a:lnTo>
                  <a:lnTo>
                    <a:pt x="167083" y="172468"/>
                  </a:lnTo>
                  <a:lnTo>
                    <a:pt x="167167" y="167111"/>
                  </a:lnTo>
                  <a:lnTo>
                    <a:pt x="167079" y="161754"/>
                  </a:lnTo>
                  <a:lnTo>
                    <a:pt x="166820" y="156403"/>
                  </a:lnTo>
                  <a:lnTo>
                    <a:pt x="166389" y="151063"/>
                  </a:lnTo>
                  <a:lnTo>
                    <a:pt x="165788" y="145739"/>
                  </a:lnTo>
                  <a:lnTo>
                    <a:pt x="165016" y="140438"/>
                  </a:lnTo>
                  <a:lnTo>
                    <a:pt x="164075" y="135163"/>
                  </a:lnTo>
                  <a:lnTo>
                    <a:pt x="162965" y="129922"/>
                  </a:lnTo>
                  <a:lnTo>
                    <a:pt x="161688" y="124719"/>
                  </a:lnTo>
                  <a:lnTo>
                    <a:pt x="160245" y="119560"/>
                  </a:lnTo>
                  <a:lnTo>
                    <a:pt x="158637" y="114449"/>
                  </a:lnTo>
                  <a:lnTo>
                    <a:pt x="156866" y="109393"/>
                  </a:lnTo>
                  <a:lnTo>
                    <a:pt x="154934" y="104395"/>
                  </a:lnTo>
                  <a:lnTo>
                    <a:pt x="152843" y="99463"/>
                  </a:lnTo>
                  <a:lnTo>
                    <a:pt x="150595" y="94600"/>
                  </a:lnTo>
                  <a:lnTo>
                    <a:pt x="148192" y="89811"/>
                  </a:lnTo>
                  <a:lnTo>
                    <a:pt x="145637" y="85102"/>
                  </a:lnTo>
                  <a:lnTo>
                    <a:pt x="142933" y="80477"/>
                  </a:lnTo>
                  <a:lnTo>
                    <a:pt x="140081" y="75942"/>
                  </a:lnTo>
                  <a:lnTo>
                    <a:pt x="137086" y="71500"/>
                  </a:lnTo>
                  <a:lnTo>
                    <a:pt x="133950" y="67156"/>
                  </a:lnTo>
                  <a:lnTo>
                    <a:pt x="130676" y="62915"/>
                  </a:lnTo>
                  <a:lnTo>
                    <a:pt x="127269" y="58781"/>
                  </a:lnTo>
                  <a:lnTo>
                    <a:pt x="123730" y="54758"/>
                  </a:lnTo>
                  <a:lnTo>
                    <a:pt x="120064" y="50851"/>
                  </a:lnTo>
                  <a:lnTo>
                    <a:pt x="116275" y="47063"/>
                  </a:lnTo>
                  <a:lnTo>
                    <a:pt x="112367" y="43399"/>
                  </a:lnTo>
                  <a:lnTo>
                    <a:pt x="108343" y="39862"/>
                  </a:lnTo>
                  <a:lnTo>
                    <a:pt x="104208" y="36455"/>
                  </a:lnTo>
                  <a:lnTo>
                    <a:pt x="99966" y="33183"/>
                  </a:lnTo>
                  <a:lnTo>
                    <a:pt x="95621" y="30048"/>
                  </a:lnTo>
                  <a:lnTo>
                    <a:pt x="91178" y="27055"/>
                  </a:lnTo>
                  <a:lnTo>
                    <a:pt x="86641" y="24205"/>
                  </a:lnTo>
                  <a:lnTo>
                    <a:pt x="82016" y="21502"/>
                  </a:lnTo>
                  <a:lnTo>
                    <a:pt x="77306" y="18949"/>
                  </a:lnTo>
                  <a:lnTo>
                    <a:pt x="72516" y="16547"/>
                  </a:lnTo>
                  <a:lnTo>
                    <a:pt x="67653" y="14301"/>
                  </a:lnTo>
                  <a:lnTo>
                    <a:pt x="62719" y="12212"/>
                  </a:lnTo>
                  <a:lnTo>
                    <a:pt x="57722" y="10281"/>
                  </a:lnTo>
                  <a:lnTo>
                    <a:pt x="52665" y="8512"/>
                  </a:lnTo>
                  <a:lnTo>
                    <a:pt x="47553" y="6906"/>
                  </a:lnTo>
                  <a:lnTo>
                    <a:pt x="42393" y="5464"/>
                  </a:lnTo>
                  <a:lnTo>
                    <a:pt x="37190" y="4189"/>
                  </a:lnTo>
                  <a:lnTo>
                    <a:pt x="31948" y="3081"/>
                  </a:lnTo>
                  <a:lnTo>
                    <a:pt x="26674" y="2141"/>
                  </a:lnTo>
                  <a:lnTo>
                    <a:pt x="21372" y="1371"/>
                  </a:lnTo>
                  <a:lnTo>
                    <a:pt x="16048" y="772"/>
                  </a:lnTo>
                  <a:lnTo>
                    <a:pt x="10708" y="343"/>
                  </a:lnTo>
                  <a:lnTo>
                    <a:pt x="535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00001" y="4213821"/>
              <a:ext cx="128471" cy="167167"/>
            </a:xfrm>
            <a:custGeom>
              <a:avLst/>
              <a:pathLst>
                <a:path w="128471" h="167167">
                  <a:moveTo>
                    <a:pt x="128471" y="0"/>
                  </a:moveTo>
                  <a:lnTo>
                    <a:pt x="122836" y="94"/>
                  </a:lnTo>
                  <a:lnTo>
                    <a:pt x="117208" y="379"/>
                  </a:lnTo>
                  <a:lnTo>
                    <a:pt x="111593" y="854"/>
                  </a:lnTo>
                  <a:lnTo>
                    <a:pt x="105996" y="1517"/>
                  </a:lnTo>
                  <a:lnTo>
                    <a:pt x="100426" y="2369"/>
                  </a:lnTo>
                  <a:lnTo>
                    <a:pt x="94887" y="3408"/>
                  </a:lnTo>
                  <a:lnTo>
                    <a:pt x="89386" y="4633"/>
                  </a:lnTo>
                  <a:lnTo>
                    <a:pt x="83930" y="6042"/>
                  </a:lnTo>
                  <a:lnTo>
                    <a:pt x="78525" y="7635"/>
                  </a:lnTo>
                  <a:lnTo>
                    <a:pt x="73176" y="9409"/>
                  </a:lnTo>
                  <a:lnTo>
                    <a:pt x="67890" y="11363"/>
                  </a:lnTo>
                  <a:lnTo>
                    <a:pt x="62673" y="13493"/>
                  </a:lnTo>
                  <a:lnTo>
                    <a:pt x="57531" y="15798"/>
                  </a:lnTo>
                  <a:lnTo>
                    <a:pt x="52469" y="18275"/>
                  </a:lnTo>
                  <a:lnTo>
                    <a:pt x="47494" y="20922"/>
                  </a:lnTo>
                  <a:lnTo>
                    <a:pt x="42610" y="23734"/>
                  </a:lnTo>
                  <a:lnTo>
                    <a:pt x="37824" y="26710"/>
                  </a:lnTo>
                  <a:lnTo>
                    <a:pt x="33142" y="29845"/>
                  </a:lnTo>
                  <a:lnTo>
                    <a:pt x="28567" y="33136"/>
                  </a:lnTo>
                  <a:lnTo>
                    <a:pt x="24106" y="36580"/>
                  </a:lnTo>
                  <a:lnTo>
                    <a:pt x="19764" y="40171"/>
                  </a:lnTo>
                  <a:lnTo>
                    <a:pt x="15545" y="43908"/>
                  </a:lnTo>
                  <a:lnTo>
                    <a:pt x="11455" y="47784"/>
                  </a:lnTo>
                  <a:lnTo>
                    <a:pt x="7498" y="51796"/>
                  </a:lnTo>
                  <a:lnTo>
                    <a:pt x="3678" y="55939"/>
                  </a:lnTo>
                  <a:lnTo>
                    <a:pt x="0" y="60208"/>
                  </a:lnTo>
                  <a:lnTo>
                    <a:pt x="12847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600001" y="4274030"/>
              <a:ext cx="128471" cy="106958"/>
            </a:xfrm>
            <a:custGeom>
              <a:avLst/>
              <a:pathLst>
                <a:path w="128471" h="106958">
                  <a:moveTo>
                    <a:pt x="0" y="0"/>
                  </a:moveTo>
                  <a:lnTo>
                    <a:pt x="128471" y="1069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7" y="4274030"/>
              <a:ext cx="334299" cy="274121"/>
            </a:xfrm>
            <a:custGeom>
              <a:avLst/>
              <a:pathLst>
                <a:path w="334299" h="274121">
                  <a:moveTo>
                    <a:pt x="38693" y="0"/>
                  </a:moveTo>
                  <a:lnTo>
                    <a:pt x="35358" y="4138"/>
                  </a:lnTo>
                  <a:lnTo>
                    <a:pt x="32155" y="8381"/>
                  </a:lnTo>
                  <a:lnTo>
                    <a:pt x="29089" y="12723"/>
                  </a:lnTo>
                  <a:lnTo>
                    <a:pt x="26163" y="17161"/>
                  </a:lnTo>
                  <a:lnTo>
                    <a:pt x="23379" y="21689"/>
                  </a:lnTo>
                  <a:lnTo>
                    <a:pt x="20741" y="26304"/>
                  </a:lnTo>
                  <a:lnTo>
                    <a:pt x="18251" y="31000"/>
                  </a:lnTo>
                  <a:lnTo>
                    <a:pt x="15911" y="35773"/>
                  </a:lnTo>
                  <a:lnTo>
                    <a:pt x="13724" y="40618"/>
                  </a:lnTo>
                  <a:lnTo>
                    <a:pt x="11693" y="45530"/>
                  </a:lnTo>
                  <a:lnTo>
                    <a:pt x="9818" y="50504"/>
                  </a:lnTo>
                  <a:lnTo>
                    <a:pt x="8103" y="55535"/>
                  </a:lnTo>
                  <a:lnTo>
                    <a:pt x="6548" y="60619"/>
                  </a:lnTo>
                  <a:lnTo>
                    <a:pt x="5156" y="65749"/>
                  </a:lnTo>
                  <a:lnTo>
                    <a:pt x="3928" y="70921"/>
                  </a:lnTo>
                  <a:lnTo>
                    <a:pt x="2865" y="76129"/>
                  </a:lnTo>
                  <a:lnTo>
                    <a:pt x="1967" y="81368"/>
                  </a:lnTo>
                  <a:lnTo>
                    <a:pt x="1237" y="86633"/>
                  </a:lnTo>
                  <a:lnTo>
                    <a:pt x="675" y="91919"/>
                  </a:lnTo>
                  <a:lnTo>
                    <a:pt x="281" y="97220"/>
                  </a:lnTo>
                  <a:lnTo>
                    <a:pt x="56" y="102531"/>
                  </a:lnTo>
                  <a:lnTo>
                    <a:pt x="0" y="107846"/>
                  </a:lnTo>
                  <a:lnTo>
                    <a:pt x="112" y="113161"/>
                  </a:lnTo>
                  <a:lnTo>
                    <a:pt x="394" y="118469"/>
                  </a:lnTo>
                  <a:lnTo>
                    <a:pt x="844" y="123765"/>
                  </a:lnTo>
                  <a:lnTo>
                    <a:pt x="1463" y="129045"/>
                  </a:lnTo>
                  <a:lnTo>
                    <a:pt x="2249" y="134302"/>
                  </a:lnTo>
                  <a:lnTo>
                    <a:pt x="3201" y="139532"/>
                  </a:lnTo>
                  <a:lnTo>
                    <a:pt x="4320" y="144728"/>
                  </a:lnTo>
                  <a:lnTo>
                    <a:pt x="5603" y="149887"/>
                  </a:lnTo>
                  <a:lnTo>
                    <a:pt x="7050" y="155002"/>
                  </a:lnTo>
                  <a:lnTo>
                    <a:pt x="8658" y="160068"/>
                  </a:lnTo>
                  <a:lnTo>
                    <a:pt x="10427" y="165081"/>
                  </a:lnTo>
                  <a:lnTo>
                    <a:pt x="12354" y="170035"/>
                  </a:lnTo>
                  <a:lnTo>
                    <a:pt x="14438" y="174925"/>
                  </a:lnTo>
                  <a:lnTo>
                    <a:pt x="16676" y="179746"/>
                  </a:lnTo>
                  <a:lnTo>
                    <a:pt x="19066" y="184494"/>
                  </a:lnTo>
                  <a:lnTo>
                    <a:pt x="21606" y="189164"/>
                  </a:lnTo>
                  <a:lnTo>
                    <a:pt x="24294" y="193750"/>
                  </a:lnTo>
                  <a:lnTo>
                    <a:pt x="27125" y="198249"/>
                  </a:lnTo>
                  <a:lnTo>
                    <a:pt x="30099" y="202655"/>
                  </a:lnTo>
                  <a:lnTo>
                    <a:pt x="33211" y="206964"/>
                  </a:lnTo>
                  <a:lnTo>
                    <a:pt x="36458" y="211173"/>
                  </a:lnTo>
                  <a:lnTo>
                    <a:pt x="39837" y="215276"/>
                  </a:lnTo>
                  <a:lnTo>
                    <a:pt x="43346" y="219269"/>
                  </a:lnTo>
                  <a:lnTo>
                    <a:pt x="46979" y="223149"/>
                  </a:lnTo>
                  <a:lnTo>
                    <a:pt x="50734" y="226912"/>
                  </a:lnTo>
                  <a:lnTo>
                    <a:pt x="54607" y="230553"/>
                  </a:lnTo>
                  <a:lnTo>
                    <a:pt x="58593" y="234069"/>
                  </a:lnTo>
                  <a:lnTo>
                    <a:pt x="62690" y="237457"/>
                  </a:lnTo>
                  <a:lnTo>
                    <a:pt x="66891" y="240713"/>
                  </a:lnTo>
                  <a:lnTo>
                    <a:pt x="71195" y="243833"/>
                  </a:lnTo>
                  <a:lnTo>
                    <a:pt x="75595" y="246815"/>
                  </a:lnTo>
                  <a:lnTo>
                    <a:pt x="80088" y="249656"/>
                  </a:lnTo>
                  <a:lnTo>
                    <a:pt x="84669" y="252352"/>
                  </a:lnTo>
                  <a:lnTo>
                    <a:pt x="89333" y="254901"/>
                  </a:lnTo>
                  <a:lnTo>
                    <a:pt x="94076" y="257301"/>
                  </a:lnTo>
                  <a:lnTo>
                    <a:pt x="98893" y="259549"/>
                  </a:lnTo>
                  <a:lnTo>
                    <a:pt x="103779" y="261643"/>
                  </a:lnTo>
                  <a:lnTo>
                    <a:pt x="108730" y="263580"/>
                  </a:lnTo>
                  <a:lnTo>
                    <a:pt x="113739" y="265358"/>
                  </a:lnTo>
                  <a:lnTo>
                    <a:pt x="118802" y="266977"/>
                  </a:lnTo>
                  <a:lnTo>
                    <a:pt x="123914" y="268434"/>
                  </a:lnTo>
                  <a:lnTo>
                    <a:pt x="129070" y="269727"/>
                  </a:lnTo>
                  <a:lnTo>
                    <a:pt x="134264" y="270856"/>
                  </a:lnTo>
                  <a:lnTo>
                    <a:pt x="139492" y="271819"/>
                  </a:lnTo>
                  <a:lnTo>
                    <a:pt x="144748" y="272616"/>
                  </a:lnTo>
                  <a:lnTo>
                    <a:pt x="150026" y="273245"/>
                  </a:lnTo>
                  <a:lnTo>
                    <a:pt x="155321" y="273705"/>
                  </a:lnTo>
                  <a:lnTo>
                    <a:pt x="160629" y="273998"/>
                  </a:lnTo>
                  <a:lnTo>
                    <a:pt x="165943" y="274121"/>
                  </a:lnTo>
                  <a:lnTo>
                    <a:pt x="171259" y="274075"/>
                  </a:lnTo>
                  <a:lnTo>
                    <a:pt x="176570" y="273861"/>
                  </a:lnTo>
                  <a:lnTo>
                    <a:pt x="181872" y="273477"/>
                  </a:lnTo>
                  <a:lnTo>
                    <a:pt x="187159" y="272926"/>
                  </a:lnTo>
                  <a:lnTo>
                    <a:pt x="192425" y="272206"/>
                  </a:lnTo>
                  <a:lnTo>
                    <a:pt x="197666" y="271319"/>
                  </a:lnTo>
                  <a:lnTo>
                    <a:pt x="202877" y="270266"/>
                  </a:lnTo>
                  <a:lnTo>
                    <a:pt x="208051" y="269048"/>
                  </a:lnTo>
                  <a:lnTo>
                    <a:pt x="213184" y="267666"/>
                  </a:lnTo>
                  <a:lnTo>
                    <a:pt x="218270" y="266122"/>
                  </a:lnTo>
                  <a:lnTo>
                    <a:pt x="223305" y="264417"/>
                  </a:lnTo>
                  <a:lnTo>
                    <a:pt x="228283" y="262552"/>
                  </a:lnTo>
                  <a:lnTo>
                    <a:pt x="233199" y="260530"/>
                  </a:lnTo>
                  <a:lnTo>
                    <a:pt x="238048" y="258353"/>
                  </a:lnTo>
                  <a:lnTo>
                    <a:pt x="242826" y="256023"/>
                  </a:lnTo>
                  <a:lnTo>
                    <a:pt x="247527" y="253542"/>
                  </a:lnTo>
                  <a:lnTo>
                    <a:pt x="252147" y="250913"/>
                  </a:lnTo>
                  <a:lnTo>
                    <a:pt x="256681" y="248138"/>
                  </a:lnTo>
                  <a:lnTo>
                    <a:pt x="261124" y="245221"/>
                  </a:lnTo>
                  <a:lnTo>
                    <a:pt x="265473" y="242163"/>
                  </a:lnTo>
                  <a:lnTo>
                    <a:pt x="269722" y="238969"/>
                  </a:lnTo>
                  <a:lnTo>
                    <a:pt x="273867" y="235642"/>
                  </a:lnTo>
                  <a:lnTo>
                    <a:pt x="277904" y="232184"/>
                  </a:lnTo>
                  <a:lnTo>
                    <a:pt x="281830" y="228600"/>
                  </a:lnTo>
                  <a:lnTo>
                    <a:pt x="285639" y="224893"/>
                  </a:lnTo>
                  <a:lnTo>
                    <a:pt x="289329" y="221067"/>
                  </a:lnTo>
                  <a:lnTo>
                    <a:pt x="292895" y="217125"/>
                  </a:lnTo>
                  <a:lnTo>
                    <a:pt x="296334" y="213072"/>
                  </a:lnTo>
                  <a:lnTo>
                    <a:pt x="299643" y="208911"/>
                  </a:lnTo>
                  <a:lnTo>
                    <a:pt x="302818" y="204648"/>
                  </a:lnTo>
                  <a:lnTo>
                    <a:pt x="305855" y="200285"/>
                  </a:lnTo>
                  <a:lnTo>
                    <a:pt x="308752" y="195828"/>
                  </a:lnTo>
                  <a:lnTo>
                    <a:pt x="311506" y="191282"/>
                  </a:lnTo>
                  <a:lnTo>
                    <a:pt x="314114" y="186650"/>
                  </a:lnTo>
                  <a:lnTo>
                    <a:pt x="316573" y="181938"/>
                  </a:lnTo>
                  <a:lnTo>
                    <a:pt x="318882" y="177149"/>
                  </a:lnTo>
                  <a:lnTo>
                    <a:pt x="321037" y="172290"/>
                  </a:lnTo>
                  <a:lnTo>
                    <a:pt x="323036" y="167365"/>
                  </a:lnTo>
                  <a:lnTo>
                    <a:pt x="324878" y="162379"/>
                  </a:lnTo>
                  <a:lnTo>
                    <a:pt x="326560" y="157336"/>
                  </a:lnTo>
                  <a:lnTo>
                    <a:pt x="328081" y="152243"/>
                  </a:lnTo>
                  <a:lnTo>
                    <a:pt x="329440" y="147104"/>
                  </a:lnTo>
                  <a:lnTo>
                    <a:pt x="330634" y="141924"/>
                  </a:lnTo>
                  <a:lnTo>
                    <a:pt x="331663" y="136709"/>
                  </a:lnTo>
                  <a:lnTo>
                    <a:pt x="332526" y="131464"/>
                  </a:lnTo>
                  <a:lnTo>
                    <a:pt x="333222" y="126194"/>
                  </a:lnTo>
                  <a:lnTo>
                    <a:pt x="333749" y="120905"/>
                  </a:lnTo>
                  <a:lnTo>
                    <a:pt x="334108" y="115601"/>
                  </a:lnTo>
                  <a:lnTo>
                    <a:pt x="334299" y="110289"/>
                  </a:lnTo>
                  <a:lnTo>
                    <a:pt x="167165" y="1069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54" cy="170498"/>
            </a:xfrm>
            <a:custGeom>
              <a:avLst/>
              <a:pathLst>
                <a:path w="167154" h="170498">
                  <a:moveTo>
                    <a:pt x="167134" y="170498"/>
                  </a:moveTo>
                  <a:lnTo>
                    <a:pt x="167154" y="165071"/>
                  </a:lnTo>
                  <a:lnTo>
                    <a:pt x="166998" y="159647"/>
                  </a:lnTo>
                  <a:lnTo>
                    <a:pt x="166666" y="154230"/>
                  </a:lnTo>
                  <a:lnTo>
                    <a:pt x="166158" y="148827"/>
                  </a:lnTo>
                  <a:lnTo>
                    <a:pt x="165475" y="143444"/>
                  </a:lnTo>
                  <a:lnTo>
                    <a:pt x="164618" y="138085"/>
                  </a:lnTo>
                  <a:lnTo>
                    <a:pt x="163587" y="132758"/>
                  </a:lnTo>
                  <a:lnTo>
                    <a:pt x="162384" y="127466"/>
                  </a:lnTo>
                  <a:lnTo>
                    <a:pt x="161010" y="122216"/>
                  </a:lnTo>
                  <a:lnTo>
                    <a:pt x="159466" y="117014"/>
                  </a:lnTo>
                  <a:lnTo>
                    <a:pt x="157754" y="111864"/>
                  </a:lnTo>
                  <a:lnTo>
                    <a:pt x="155876" y="106773"/>
                  </a:lnTo>
                  <a:lnTo>
                    <a:pt x="153834" y="101745"/>
                  </a:lnTo>
                  <a:lnTo>
                    <a:pt x="151629" y="96787"/>
                  </a:lnTo>
                  <a:lnTo>
                    <a:pt x="149265" y="91902"/>
                  </a:lnTo>
                  <a:lnTo>
                    <a:pt x="146743" y="87097"/>
                  </a:lnTo>
                  <a:lnTo>
                    <a:pt x="144067" y="82376"/>
                  </a:lnTo>
                  <a:lnTo>
                    <a:pt x="141239" y="77745"/>
                  </a:lnTo>
                  <a:lnTo>
                    <a:pt x="138262" y="73207"/>
                  </a:lnTo>
                  <a:lnTo>
                    <a:pt x="135140" y="68769"/>
                  </a:lnTo>
                  <a:lnTo>
                    <a:pt x="131875" y="64435"/>
                  </a:lnTo>
                  <a:lnTo>
                    <a:pt x="128471" y="60208"/>
                  </a:lnTo>
                  <a:lnTo>
                    <a:pt x="124931" y="56095"/>
                  </a:lnTo>
                  <a:lnTo>
                    <a:pt x="121260" y="52098"/>
                  </a:lnTo>
                  <a:lnTo>
                    <a:pt x="117461" y="48223"/>
                  </a:lnTo>
                  <a:lnTo>
                    <a:pt x="113539" y="44473"/>
                  </a:lnTo>
                  <a:lnTo>
                    <a:pt x="109497" y="40853"/>
                  </a:lnTo>
                  <a:lnTo>
                    <a:pt x="105339" y="37365"/>
                  </a:lnTo>
                  <a:lnTo>
                    <a:pt x="101070" y="34014"/>
                  </a:lnTo>
                  <a:lnTo>
                    <a:pt x="96695" y="30804"/>
                  </a:lnTo>
                  <a:lnTo>
                    <a:pt x="92218" y="27737"/>
                  </a:lnTo>
                  <a:lnTo>
                    <a:pt x="87644" y="24817"/>
                  </a:lnTo>
                  <a:lnTo>
                    <a:pt x="82977" y="22048"/>
                  </a:lnTo>
                  <a:lnTo>
                    <a:pt x="78223" y="19431"/>
                  </a:lnTo>
                  <a:lnTo>
                    <a:pt x="73387" y="16970"/>
                  </a:lnTo>
                  <a:lnTo>
                    <a:pt x="68473" y="14667"/>
                  </a:lnTo>
                  <a:lnTo>
                    <a:pt x="63487" y="12525"/>
                  </a:lnTo>
                  <a:lnTo>
                    <a:pt x="58434" y="10545"/>
                  </a:lnTo>
                  <a:lnTo>
                    <a:pt x="53320" y="8731"/>
                  </a:lnTo>
                  <a:lnTo>
                    <a:pt x="48149" y="7084"/>
                  </a:lnTo>
                  <a:lnTo>
                    <a:pt x="42928" y="5606"/>
                  </a:lnTo>
                  <a:lnTo>
                    <a:pt x="37662" y="4297"/>
                  </a:lnTo>
                  <a:lnTo>
                    <a:pt x="32355" y="3161"/>
                  </a:lnTo>
                  <a:lnTo>
                    <a:pt x="27015" y="2197"/>
                  </a:lnTo>
                  <a:lnTo>
                    <a:pt x="21646" y="1407"/>
                  </a:lnTo>
                  <a:lnTo>
                    <a:pt x="16254" y="792"/>
                  </a:lnTo>
                  <a:lnTo>
                    <a:pt x="10846" y="352"/>
                  </a:lnTo>
                  <a:lnTo>
                    <a:pt x="5425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82" y="3707720"/>
              <a:ext cx="167128" cy="167167"/>
            </a:xfrm>
            <a:custGeom>
              <a:avLst/>
              <a:pathLst>
                <a:path w="167128" h="167167">
                  <a:moveTo>
                    <a:pt x="167128" y="0"/>
                  </a:moveTo>
                  <a:lnTo>
                    <a:pt x="161734" y="87"/>
                  </a:lnTo>
                  <a:lnTo>
                    <a:pt x="156344" y="348"/>
                  </a:lnTo>
                  <a:lnTo>
                    <a:pt x="150967" y="783"/>
                  </a:lnTo>
                  <a:lnTo>
                    <a:pt x="145606" y="1391"/>
                  </a:lnTo>
                  <a:lnTo>
                    <a:pt x="140267" y="2172"/>
                  </a:lnTo>
                  <a:lnTo>
                    <a:pt x="134956" y="3125"/>
                  </a:lnTo>
                  <a:lnTo>
                    <a:pt x="129679" y="4248"/>
                  </a:lnTo>
                  <a:lnTo>
                    <a:pt x="124441" y="5542"/>
                  </a:lnTo>
                  <a:lnTo>
                    <a:pt x="119247" y="7003"/>
                  </a:lnTo>
                  <a:lnTo>
                    <a:pt x="114104" y="8632"/>
                  </a:lnTo>
                  <a:lnTo>
                    <a:pt x="109015" y="10426"/>
                  </a:lnTo>
                  <a:lnTo>
                    <a:pt x="103987" y="12383"/>
                  </a:lnTo>
                  <a:lnTo>
                    <a:pt x="99025" y="14501"/>
                  </a:lnTo>
                  <a:lnTo>
                    <a:pt x="94134" y="16778"/>
                  </a:lnTo>
                  <a:lnTo>
                    <a:pt x="89318" y="19212"/>
                  </a:lnTo>
                  <a:lnTo>
                    <a:pt x="84584" y="21800"/>
                  </a:lnTo>
                  <a:lnTo>
                    <a:pt x="79936" y="24540"/>
                  </a:lnTo>
                  <a:lnTo>
                    <a:pt x="75379" y="27428"/>
                  </a:lnTo>
                  <a:lnTo>
                    <a:pt x="70917" y="30462"/>
                  </a:lnTo>
                  <a:lnTo>
                    <a:pt x="66555" y="33638"/>
                  </a:lnTo>
                  <a:lnTo>
                    <a:pt x="62299" y="36953"/>
                  </a:lnTo>
                  <a:lnTo>
                    <a:pt x="58151" y="40404"/>
                  </a:lnTo>
                  <a:lnTo>
                    <a:pt x="54117" y="43987"/>
                  </a:lnTo>
                  <a:lnTo>
                    <a:pt x="50201" y="47698"/>
                  </a:lnTo>
                  <a:lnTo>
                    <a:pt x="46406" y="51533"/>
                  </a:lnTo>
                  <a:lnTo>
                    <a:pt x="42737" y="55490"/>
                  </a:lnTo>
                  <a:lnTo>
                    <a:pt x="39198" y="59562"/>
                  </a:lnTo>
                  <a:lnTo>
                    <a:pt x="35792" y="63746"/>
                  </a:lnTo>
                  <a:lnTo>
                    <a:pt x="32523" y="68039"/>
                  </a:lnTo>
                  <a:lnTo>
                    <a:pt x="29394" y="72434"/>
                  </a:lnTo>
                  <a:lnTo>
                    <a:pt x="26409" y="76928"/>
                  </a:lnTo>
                  <a:lnTo>
                    <a:pt x="23570" y="81517"/>
                  </a:lnTo>
                  <a:lnTo>
                    <a:pt x="20881" y="86194"/>
                  </a:lnTo>
                  <a:lnTo>
                    <a:pt x="18344" y="90956"/>
                  </a:lnTo>
                  <a:lnTo>
                    <a:pt x="15962" y="95797"/>
                  </a:lnTo>
                  <a:lnTo>
                    <a:pt x="13737" y="100713"/>
                  </a:lnTo>
                  <a:lnTo>
                    <a:pt x="11673" y="105697"/>
                  </a:lnTo>
                  <a:lnTo>
                    <a:pt x="9770" y="110746"/>
                  </a:lnTo>
                  <a:lnTo>
                    <a:pt x="8031" y="115854"/>
                  </a:lnTo>
                  <a:lnTo>
                    <a:pt x="6458" y="121015"/>
                  </a:lnTo>
                  <a:lnTo>
                    <a:pt x="5052" y="126224"/>
                  </a:lnTo>
                  <a:lnTo>
                    <a:pt x="3815" y="131476"/>
                  </a:lnTo>
                  <a:lnTo>
                    <a:pt x="2749" y="136764"/>
                  </a:lnTo>
                  <a:lnTo>
                    <a:pt x="1853" y="142085"/>
                  </a:lnTo>
                  <a:lnTo>
                    <a:pt x="1130" y="147432"/>
                  </a:lnTo>
                  <a:lnTo>
                    <a:pt x="579" y="152799"/>
                  </a:lnTo>
                  <a:lnTo>
                    <a:pt x="203" y="158181"/>
                  </a:lnTo>
                  <a:lnTo>
                    <a:pt x="0" y="163573"/>
                  </a:lnTo>
                  <a:lnTo>
                    <a:pt x="16712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2" y="3713171"/>
              <a:ext cx="334312" cy="328882"/>
            </a:xfrm>
            <a:custGeom>
              <a:avLst/>
              <a:pathLst>
                <a:path w="334312" h="328882">
                  <a:moveTo>
                    <a:pt x="29" y="158122"/>
                  </a:moveTo>
                  <a:lnTo>
                    <a:pt x="0" y="163430"/>
                  </a:lnTo>
                  <a:lnTo>
                    <a:pt x="138" y="168737"/>
                  </a:lnTo>
                  <a:lnTo>
                    <a:pt x="445" y="174037"/>
                  </a:lnTo>
                  <a:lnTo>
                    <a:pt x="921" y="179324"/>
                  </a:lnTo>
                  <a:lnTo>
                    <a:pt x="1564" y="184594"/>
                  </a:lnTo>
                  <a:lnTo>
                    <a:pt x="2374" y="189840"/>
                  </a:lnTo>
                  <a:lnTo>
                    <a:pt x="3350" y="195058"/>
                  </a:lnTo>
                  <a:lnTo>
                    <a:pt x="4491" y="200243"/>
                  </a:lnTo>
                  <a:lnTo>
                    <a:pt x="5796" y="205388"/>
                  </a:lnTo>
                  <a:lnTo>
                    <a:pt x="7264" y="210490"/>
                  </a:lnTo>
                  <a:lnTo>
                    <a:pt x="8894" y="215542"/>
                  </a:lnTo>
                  <a:lnTo>
                    <a:pt x="10683" y="220540"/>
                  </a:lnTo>
                  <a:lnTo>
                    <a:pt x="12629" y="225479"/>
                  </a:lnTo>
                  <a:lnTo>
                    <a:pt x="14732" y="230354"/>
                  </a:lnTo>
                  <a:lnTo>
                    <a:pt x="16988" y="235159"/>
                  </a:lnTo>
                  <a:lnTo>
                    <a:pt x="19396" y="239890"/>
                  </a:lnTo>
                  <a:lnTo>
                    <a:pt x="21952" y="244542"/>
                  </a:lnTo>
                  <a:lnTo>
                    <a:pt x="24656" y="249111"/>
                  </a:lnTo>
                  <a:lnTo>
                    <a:pt x="27502" y="253592"/>
                  </a:lnTo>
                  <a:lnTo>
                    <a:pt x="30490" y="257980"/>
                  </a:lnTo>
                  <a:lnTo>
                    <a:pt x="33616" y="262271"/>
                  </a:lnTo>
                  <a:lnTo>
                    <a:pt x="36876" y="266461"/>
                  </a:lnTo>
                  <a:lnTo>
                    <a:pt x="40267" y="270545"/>
                  </a:lnTo>
                  <a:lnTo>
                    <a:pt x="43787" y="274519"/>
                  </a:lnTo>
                  <a:lnTo>
                    <a:pt x="47431" y="278379"/>
                  </a:lnTo>
                  <a:lnTo>
                    <a:pt x="51196" y="282122"/>
                  </a:lnTo>
                  <a:lnTo>
                    <a:pt x="55077" y="285743"/>
                  </a:lnTo>
                  <a:lnTo>
                    <a:pt x="59072" y="289240"/>
                  </a:lnTo>
                  <a:lnTo>
                    <a:pt x="63176" y="292607"/>
                  </a:lnTo>
                  <a:lnTo>
                    <a:pt x="67384" y="295843"/>
                  </a:lnTo>
                  <a:lnTo>
                    <a:pt x="71693" y="298943"/>
                  </a:lnTo>
                  <a:lnTo>
                    <a:pt x="76099" y="301905"/>
                  </a:lnTo>
                  <a:lnTo>
                    <a:pt x="80596" y="304726"/>
                  </a:lnTo>
                  <a:lnTo>
                    <a:pt x="85180" y="307402"/>
                  </a:lnTo>
                  <a:lnTo>
                    <a:pt x="89848" y="309932"/>
                  </a:lnTo>
                  <a:lnTo>
                    <a:pt x="94593" y="312312"/>
                  </a:lnTo>
                  <a:lnTo>
                    <a:pt x="99411" y="314540"/>
                  </a:lnTo>
                  <a:lnTo>
                    <a:pt x="104298" y="316614"/>
                  </a:lnTo>
                  <a:lnTo>
                    <a:pt x="109248" y="318532"/>
                  </a:lnTo>
                  <a:lnTo>
                    <a:pt x="114256" y="320292"/>
                  </a:lnTo>
                  <a:lnTo>
                    <a:pt x="119318" y="321892"/>
                  </a:lnTo>
                  <a:lnTo>
                    <a:pt x="124428" y="323330"/>
                  </a:lnTo>
                  <a:lnTo>
                    <a:pt x="129581" y="324605"/>
                  </a:lnTo>
                  <a:lnTo>
                    <a:pt x="134772" y="325716"/>
                  </a:lnTo>
                  <a:lnTo>
                    <a:pt x="139996" y="326662"/>
                  </a:lnTo>
                  <a:lnTo>
                    <a:pt x="145247" y="327441"/>
                  </a:lnTo>
                  <a:lnTo>
                    <a:pt x="150520" y="328053"/>
                  </a:lnTo>
                  <a:lnTo>
                    <a:pt x="155810" y="328498"/>
                  </a:lnTo>
                  <a:lnTo>
                    <a:pt x="161112" y="328774"/>
                  </a:lnTo>
                  <a:lnTo>
                    <a:pt x="166419" y="328882"/>
                  </a:lnTo>
                  <a:lnTo>
                    <a:pt x="171728" y="328821"/>
                  </a:lnTo>
                  <a:lnTo>
                    <a:pt x="177031" y="328591"/>
                  </a:lnTo>
                  <a:lnTo>
                    <a:pt x="182325" y="328194"/>
                  </a:lnTo>
                  <a:lnTo>
                    <a:pt x="187603" y="327628"/>
                  </a:lnTo>
                  <a:lnTo>
                    <a:pt x="192861" y="326895"/>
                  </a:lnTo>
                  <a:lnTo>
                    <a:pt x="198093" y="325996"/>
                  </a:lnTo>
                  <a:lnTo>
                    <a:pt x="203294" y="324931"/>
                  </a:lnTo>
                  <a:lnTo>
                    <a:pt x="208458" y="323701"/>
                  </a:lnTo>
                  <a:lnTo>
                    <a:pt x="213580" y="322308"/>
                  </a:lnTo>
                  <a:lnTo>
                    <a:pt x="218656" y="320753"/>
                  </a:lnTo>
                  <a:lnTo>
                    <a:pt x="223680" y="319038"/>
                  </a:lnTo>
                  <a:lnTo>
                    <a:pt x="228647" y="317164"/>
                  </a:lnTo>
                  <a:lnTo>
                    <a:pt x="233552" y="315133"/>
                  </a:lnTo>
                  <a:lnTo>
                    <a:pt x="238389" y="312948"/>
                  </a:lnTo>
                  <a:lnTo>
                    <a:pt x="243155" y="310610"/>
                  </a:lnTo>
                  <a:lnTo>
                    <a:pt x="247845" y="308121"/>
                  </a:lnTo>
                  <a:lnTo>
                    <a:pt x="252453" y="305486"/>
                  </a:lnTo>
                  <a:lnTo>
                    <a:pt x="256975" y="302705"/>
                  </a:lnTo>
                  <a:lnTo>
                    <a:pt x="261406" y="299782"/>
                  </a:lnTo>
                  <a:lnTo>
                    <a:pt x="265743" y="296720"/>
                  </a:lnTo>
                  <a:lnTo>
                    <a:pt x="269980" y="293521"/>
                  </a:lnTo>
                  <a:lnTo>
                    <a:pt x="274113" y="290190"/>
                  </a:lnTo>
                  <a:lnTo>
                    <a:pt x="278138" y="286729"/>
                  </a:lnTo>
                  <a:lnTo>
                    <a:pt x="282052" y="283142"/>
                  </a:lnTo>
                  <a:lnTo>
                    <a:pt x="285849" y="279433"/>
                  </a:lnTo>
                  <a:lnTo>
                    <a:pt x="289527" y="275605"/>
                  </a:lnTo>
                  <a:lnTo>
                    <a:pt x="293082" y="271662"/>
                  </a:lnTo>
                  <a:lnTo>
                    <a:pt x="296509" y="267608"/>
                  </a:lnTo>
                  <a:lnTo>
                    <a:pt x="299807" y="263448"/>
                  </a:lnTo>
                  <a:lnTo>
                    <a:pt x="302970" y="259184"/>
                  </a:lnTo>
                  <a:lnTo>
                    <a:pt x="305996" y="254823"/>
                  </a:lnTo>
                  <a:lnTo>
                    <a:pt x="308883" y="250368"/>
                  </a:lnTo>
                  <a:lnTo>
                    <a:pt x="311626" y="245823"/>
                  </a:lnTo>
                  <a:lnTo>
                    <a:pt x="314224" y="241193"/>
                  </a:lnTo>
                  <a:lnTo>
                    <a:pt x="316673" y="236484"/>
                  </a:lnTo>
                  <a:lnTo>
                    <a:pt x="318972" y="231698"/>
                  </a:lnTo>
                  <a:lnTo>
                    <a:pt x="321117" y="226843"/>
                  </a:lnTo>
                  <a:lnTo>
                    <a:pt x="323108" y="221921"/>
                  </a:lnTo>
                  <a:lnTo>
                    <a:pt x="324941" y="216939"/>
                  </a:lnTo>
                  <a:lnTo>
                    <a:pt x="326615" y="211901"/>
                  </a:lnTo>
                  <a:lnTo>
                    <a:pt x="328128" y="206813"/>
                  </a:lnTo>
                  <a:lnTo>
                    <a:pt x="329478" y="201679"/>
                  </a:lnTo>
                  <a:lnTo>
                    <a:pt x="330666" y="196505"/>
                  </a:lnTo>
                  <a:lnTo>
                    <a:pt x="331688" y="191296"/>
                  </a:lnTo>
                  <a:lnTo>
                    <a:pt x="332544" y="186057"/>
                  </a:lnTo>
                  <a:lnTo>
                    <a:pt x="333233" y="180793"/>
                  </a:lnTo>
                  <a:lnTo>
                    <a:pt x="333755" y="175510"/>
                  </a:lnTo>
                  <a:lnTo>
                    <a:pt x="334109" y="170213"/>
                  </a:lnTo>
                  <a:lnTo>
                    <a:pt x="334295" y="164908"/>
                  </a:lnTo>
                  <a:lnTo>
                    <a:pt x="334312" y="159599"/>
                  </a:lnTo>
                  <a:lnTo>
                    <a:pt x="334161" y="154293"/>
                  </a:lnTo>
                  <a:lnTo>
                    <a:pt x="333841" y="148994"/>
                  </a:lnTo>
                  <a:lnTo>
                    <a:pt x="333353" y="143708"/>
                  </a:lnTo>
                  <a:lnTo>
                    <a:pt x="332697" y="138440"/>
                  </a:lnTo>
                  <a:lnTo>
                    <a:pt x="331875" y="133195"/>
                  </a:lnTo>
                  <a:lnTo>
                    <a:pt x="330886" y="127980"/>
                  </a:lnTo>
                  <a:lnTo>
                    <a:pt x="329732" y="122798"/>
                  </a:lnTo>
                  <a:lnTo>
                    <a:pt x="328415" y="117655"/>
                  </a:lnTo>
                  <a:lnTo>
                    <a:pt x="326934" y="112557"/>
                  </a:lnTo>
                  <a:lnTo>
                    <a:pt x="325293" y="107509"/>
                  </a:lnTo>
                  <a:lnTo>
                    <a:pt x="323492" y="102515"/>
                  </a:lnTo>
                  <a:lnTo>
                    <a:pt x="321533" y="97581"/>
                  </a:lnTo>
                  <a:lnTo>
                    <a:pt x="319419" y="92712"/>
                  </a:lnTo>
                  <a:lnTo>
                    <a:pt x="317151" y="87912"/>
                  </a:lnTo>
                  <a:lnTo>
                    <a:pt x="314732" y="83186"/>
                  </a:lnTo>
                  <a:lnTo>
                    <a:pt x="312164" y="78540"/>
                  </a:lnTo>
                  <a:lnTo>
                    <a:pt x="309450" y="73978"/>
                  </a:lnTo>
                  <a:lnTo>
                    <a:pt x="306593" y="69504"/>
                  </a:lnTo>
                  <a:lnTo>
                    <a:pt x="303594" y="65123"/>
                  </a:lnTo>
                  <a:lnTo>
                    <a:pt x="300458" y="60840"/>
                  </a:lnTo>
                  <a:lnTo>
                    <a:pt x="297188" y="56658"/>
                  </a:lnTo>
                  <a:lnTo>
                    <a:pt x="293787" y="52582"/>
                  </a:lnTo>
                  <a:lnTo>
                    <a:pt x="290258" y="48617"/>
                  </a:lnTo>
                  <a:lnTo>
                    <a:pt x="286605" y="44765"/>
                  </a:lnTo>
                  <a:lnTo>
                    <a:pt x="282831" y="41031"/>
                  </a:lnTo>
                  <a:lnTo>
                    <a:pt x="278941" y="37419"/>
                  </a:lnTo>
                  <a:lnTo>
                    <a:pt x="274937" y="33933"/>
                  </a:lnTo>
                  <a:lnTo>
                    <a:pt x="270826" y="30575"/>
                  </a:lnTo>
                  <a:lnTo>
                    <a:pt x="266609" y="27349"/>
                  </a:lnTo>
                  <a:lnTo>
                    <a:pt x="262293" y="24259"/>
                  </a:lnTo>
                  <a:lnTo>
                    <a:pt x="257880" y="21308"/>
                  </a:lnTo>
                  <a:lnTo>
                    <a:pt x="253376" y="18498"/>
                  </a:lnTo>
                  <a:lnTo>
                    <a:pt x="248785" y="15832"/>
                  </a:lnTo>
                  <a:lnTo>
                    <a:pt x="244112" y="13314"/>
                  </a:lnTo>
                  <a:lnTo>
                    <a:pt x="239361" y="10946"/>
                  </a:lnTo>
                  <a:lnTo>
                    <a:pt x="234538" y="8729"/>
                  </a:lnTo>
                  <a:lnTo>
                    <a:pt x="229646" y="6667"/>
                  </a:lnTo>
                  <a:lnTo>
                    <a:pt x="224691" y="4761"/>
                  </a:lnTo>
                  <a:lnTo>
                    <a:pt x="219679" y="3013"/>
                  </a:lnTo>
                  <a:lnTo>
                    <a:pt x="214613" y="1425"/>
                  </a:lnTo>
                  <a:lnTo>
                    <a:pt x="209499" y="0"/>
                  </a:lnTo>
                  <a:lnTo>
                    <a:pt x="167158" y="161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2341" cy="167167"/>
            </a:xfrm>
            <a:custGeom>
              <a:avLst/>
              <a:pathLst>
                <a:path w="42341" h="167167">
                  <a:moveTo>
                    <a:pt x="42341" y="5451"/>
                  </a:moveTo>
                  <a:lnTo>
                    <a:pt x="36398" y="4010"/>
                  </a:lnTo>
                  <a:lnTo>
                    <a:pt x="30406" y="2788"/>
                  </a:lnTo>
                  <a:lnTo>
                    <a:pt x="24374" y="1786"/>
                  </a:lnTo>
                  <a:lnTo>
                    <a:pt x="18309" y="1005"/>
                  </a:lnTo>
                  <a:lnTo>
                    <a:pt x="12219" y="447"/>
                  </a:lnTo>
                  <a:lnTo>
                    <a:pt x="6113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2025-06-05T21:53:13Z</dcterms:modified>
  <cp:category/>
</cp:coreProperties>
</file>