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2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88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1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2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2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76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63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87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6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04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2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2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2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05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47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2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65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08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63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2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2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47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32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2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54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38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2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66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52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2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66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2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2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6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57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2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2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6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08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65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05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77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59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1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0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2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54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6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18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16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10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2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76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62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59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88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10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04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54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76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59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188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1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04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12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2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8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1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54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38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2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88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16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66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52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2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1730" y="3170392"/>
              <a:ext cx="52048" cy="167167"/>
            </a:xfrm>
            <a:custGeom>
              <a:avLst/>
              <a:pathLst>
                <a:path w="52048" h="167167">
                  <a:moveTo>
                    <a:pt x="52048" y="0"/>
                  </a:moveTo>
                  <a:lnTo>
                    <a:pt x="46169" y="103"/>
                  </a:lnTo>
                  <a:lnTo>
                    <a:pt x="40296" y="413"/>
                  </a:lnTo>
                  <a:lnTo>
                    <a:pt x="34438" y="930"/>
                  </a:lnTo>
                  <a:lnTo>
                    <a:pt x="28602" y="1652"/>
                  </a:lnTo>
                  <a:lnTo>
                    <a:pt x="22795" y="2579"/>
                  </a:lnTo>
                  <a:lnTo>
                    <a:pt x="17024" y="3710"/>
                  </a:lnTo>
                  <a:lnTo>
                    <a:pt x="11296" y="5043"/>
                  </a:lnTo>
                  <a:lnTo>
                    <a:pt x="5619" y="6577"/>
                  </a:lnTo>
                  <a:lnTo>
                    <a:pt x="0" y="8309"/>
                  </a:lnTo>
                  <a:lnTo>
                    <a:pt x="520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1730" y="3178702"/>
              <a:ext cx="52048" cy="158857"/>
            </a:xfrm>
            <a:custGeom>
              <a:avLst/>
              <a:pathLst>
                <a:path w="52048" h="158857">
                  <a:moveTo>
                    <a:pt x="0" y="0"/>
                  </a:moveTo>
                  <a:lnTo>
                    <a:pt x="52048" y="1588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816622" y="3170418"/>
              <a:ext cx="334323" cy="334302"/>
            </a:xfrm>
            <a:custGeom>
              <a:avLst/>
              <a:pathLst>
                <a:path w="334323" h="334302">
                  <a:moveTo>
                    <a:pt x="115107" y="8283"/>
                  </a:moveTo>
                  <a:lnTo>
                    <a:pt x="110107" y="10009"/>
                  </a:lnTo>
                  <a:lnTo>
                    <a:pt x="105164" y="11893"/>
                  </a:lnTo>
                  <a:lnTo>
                    <a:pt x="100283" y="13932"/>
                  </a:lnTo>
                  <a:lnTo>
                    <a:pt x="95470" y="16124"/>
                  </a:lnTo>
                  <a:lnTo>
                    <a:pt x="90728" y="18468"/>
                  </a:lnTo>
                  <a:lnTo>
                    <a:pt x="86062" y="20960"/>
                  </a:lnTo>
                  <a:lnTo>
                    <a:pt x="81478" y="23599"/>
                  </a:lnTo>
                  <a:lnTo>
                    <a:pt x="76979" y="26382"/>
                  </a:lnTo>
                  <a:lnTo>
                    <a:pt x="72571" y="29305"/>
                  </a:lnTo>
                  <a:lnTo>
                    <a:pt x="68258" y="32367"/>
                  </a:lnTo>
                  <a:lnTo>
                    <a:pt x="64043" y="35563"/>
                  </a:lnTo>
                  <a:lnTo>
                    <a:pt x="59932" y="38891"/>
                  </a:lnTo>
                  <a:lnTo>
                    <a:pt x="55928" y="42348"/>
                  </a:lnTo>
                  <a:lnTo>
                    <a:pt x="52035" y="45930"/>
                  </a:lnTo>
                  <a:lnTo>
                    <a:pt x="48258" y="49632"/>
                  </a:lnTo>
                  <a:lnTo>
                    <a:pt x="44600" y="53453"/>
                  </a:lnTo>
                  <a:lnTo>
                    <a:pt x="41064" y="57387"/>
                  </a:lnTo>
                  <a:lnTo>
                    <a:pt x="37655" y="61432"/>
                  </a:lnTo>
                  <a:lnTo>
                    <a:pt x="34375" y="65582"/>
                  </a:lnTo>
                  <a:lnTo>
                    <a:pt x="31229" y="69833"/>
                  </a:lnTo>
                  <a:lnTo>
                    <a:pt x="28218" y="74183"/>
                  </a:lnTo>
                  <a:lnTo>
                    <a:pt x="25347" y="78625"/>
                  </a:lnTo>
                  <a:lnTo>
                    <a:pt x="22617" y="83156"/>
                  </a:lnTo>
                  <a:lnTo>
                    <a:pt x="20032" y="87771"/>
                  </a:lnTo>
                  <a:lnTo>
                    <a:pt x="17595" y="92465"/>
                  </a:lnTo>
                  <a:lnTo>
                    <a:pt x="15307" y="97234"/>
                  </a:lnTo>
                  <a:lnTo>
                    <a:pt x="13171" y="102074"/>
                  </a:lnTo>
                  <a:lnTo>
                    <a:pt x="11190" y="106978"/>
                  </a:lnTo>
                  <a:lnTo>
                    <a:pt x="9364" y="111943"/>
                  </a:lnTo>
                  <a:lnTo>
                    <a:pt x="7697" y="116963"/>
                  </a:lnTo>
                  <a:lnTo>
                    <a:pt x="6189" y="122033"/>
                  </a:lnTo>
                  <a:lnTo>
                    <a:pt x="4843" y="127148"/>
                  </a:lnTo>
                  <a:lnTo>
                    <a:pt x="3659" y="132303"/>
                  </a:lnTo>
                  <a:lnTo>
                    <a:pt x="2638" y="137493"/>
                  </a:lnTo>
                  <a:lnTo>
                    <a:pt x="1783" y="142713"/>
                  </a:lnTo>
                  <a:lnTo>
                    <a:pt x="1093" y="147958"/>
                  </a:lnTo>
                  <a:lnTo>
                    <a:pt x="569" y="153221"/>
                  </a:lnTo>
                  <a:lnTo>
                    <a:pt x="212" y="158499"/>
                  </a:lnTo>
                  <a:lnTo>
                    <a:pt x="22" y="163785"/>
                  </a:lnTo>
                  <a:lnTo>
                    <a:pt x="0" y="169074"/>
                  </a:lnTo>
                  <a:lnTo>
                    <a:pt x="144" y="174362"/>
                  </a:lnTo>
                  <a:lnTo>
                    <a:pt x="456" y="179642"/>
                  </a:lnTo>
                  <a:lnTo>
                    <a:pt x="935" y="184910"/>
                  </a:lnTo>
                  <a:lnTo>
                    <a:pt x="1581" y="190160"/>
                  </a:lnTo>
                  <a:lnTo>
                    <a:pt x="2392" y="195387"/>
                  </a:lnTo>
                  <a:lnTo>
                    <a:pt x="3368" y="200586"/>
                  </a:lnTo>
                  <a:lnTo>
                    <a:pt x="4508" y="205751"/>
                  </a:lnTo>
                  <a:lnTo>
                    <a:pt x="5811" y="210877"/>
                  </a:lnTo>
                  <a:lnTo>
                    <a:pt x="7276" y="215960"/>
                  </a:lnTo>
                  <a:lnTo>
                    <a:pt x="8900" y="220994"/>
                  </a:lnTo>
                  <a:lnTo>
                    <a:pt x="10683" y="225974"/>
                  </a:lnTo>
                  <a:lnTo>
                    <a:pt x="12623" y="230895"/>
                  </a:lnTo>
                  <a:lnTo>
                    <a:pt x="14717" y="235752"/>
                  </a:lnTo>
                  <a:lnTo>
                    <a:pt x="16964" y="240541"/>
                  </a:lnTo>
                  <a:lnTo>
                    <a:pt x="19362" y="245256"/>
                  </a:lnTo>
                  <a:lnTo>
                    <a:pt x="21907" y="249893"/>
                  </a:lnTo>
                  <a:lnTo>
                    <a:pt x="24598" y="254447"/>
                  </a:lnTo>
                  <a:lnTo>
                    <a:pt x="27432" y="258913"/>
                  </a:lnTo>
                  <a:lnTo>
                    <a:pt x="30405" y="263288"/>
                  </a:lnTo>
                  <a:lnTo>
                    <a:pt x="33515" y="267566"/>
                  </a:lnTo>
                  <a:lnTo>
                    <a:pt x="36760" y="271744"/>
                  </a:lnTo>
                  <a:lnTo>
                    <a:pt x="40134" y="275817"/>
                  </a:lnTo>
                  <a:lnTo>
                    <a:pt x="43636" y="279782"/>
                  </a:lnTo>
                  <a:lnTo>
                    <a:pt x="47262" y="283633"/>
                  </a:lnTo>
                  <a:lnTo>
                    <a:pt x="51007" y="287368"/>
                  </a:lnTo>
                  <a:lnTo>
                    <a:pt x="54869" y="290983"/>
                  </a:lnTo>
                  <a:lnTo>
                    <a:pt x="58844" y="294473"/>
                  </a:lnTo>
                  <a:lnTo>
                    <a:pt x="62926" y="297836"/>
                  </a:lnTo>
                  <a:lnTo>
                    <a:pt x="67114" y="301068"/>
                  </a:lnTo>
                  <a:lnTo>
                    <a:pt x="71401" y="304166"/>
                  </a:lnTo>
                  <a:lnTo>
                    <a:pt x="75784" y="307127"/>
                  </a:lnTo>
                  <a:lnTo>
                    <a:pt x="80259" y="309948"/>
                  </a:lnTo>
                  <a:lnTo>
                    <a:pt x="84820" y="312626"/>
                  </a:lnTo>
                  <a:lnTo>
                    <a:pt x="89464" y="315158"/>
                  </a:lnTo>
                  <a:lnTo>
                    <a:pt x="94186" y="317542"/>
                  </a:lnTo>
                  <a:lnTo>
                    <a:pt x="98981" y="319775"/>
                  </a:lnTo>
                  <a:lnTo>
                    <a:pt x="103845" y="321856"/>
                  </a:lnTo>
                  <a:lnTo>
                    <a:pt x="108771" y="323781"/>
                  </a:lnTo>
                  <a:lnTo>
                    <a:pt x="113756" y="325550"/>
                  </a:lnTo>
                  <a:lnTo>
                    <a:pt x="118795" y="327160"/>
                  </a:lnTo>
                  <a:lnTo>
                    <a:pt x="123882" y="328610"/>
                  </a:lnTo>
                  <a:lnTo>
                    <a:pt x="129012" y="329899"/>
                  </a:lnTo>
                  <a:lnTo>
                    <a:pt x="134180" y="331024"/>
                  </a:lnTo>
                  <a:lnTo>
                    <a:pt x="139382" y="331985"/>
                  </a:lnTo>
                  <a:lnTo>
                    <a:pt x="144611" y="332781"/>
                  </a:lnTo>
                  <a:lnTo>
                    <a:pt x="149863" y="333412"/>
                  </a:lnTo>
                  <a:lnTo>
                    <a:pt x="155132" y="333876"/>
                  </a:lnTo>
                  <a:lnTo>
                    <a:pt x="160413" y="334172"/>
                  </a:lnTo>
                  <a:lnTo>
                    <a:pt x="165701" y="334302"/>
                  </a:lnTo>
                  <a:lnTo>
                    <a:pt x="170991" y="334265"/>
                  </a:lnTo>
                  <a:lnTo>
                    <a:pt x="176276" y="334060"/>
                  </a:lnTo>
                  <a:lnTo>
                    <a:pt x="181553" y="333687"/>
                  </a:lnTo>
                  <a:lnTo>
                    <a:pt x="186815" y="333149"/>
                  </a:lnTo>
                  <a:lnTo>
                    <a:pt x="192057" y="332443"/>
                  </a:lnTo>
                  <a:lnTo>
                    <a:pt x="197274" y="331573"/>
                  </a:lnTo>
                  <a:lnTo>
                    <a:pt x="202462" y="330538"/>
                  </a:lnTo>
                  <a:lnTo>
                    <a:pt x="207613" y="329339"/>
                  </a:lnTo>
                  <a:lnTo>
                    <a:pt x="212725" y="327978"/>
                  </a:lnTo>
                  <a:lnTo>
                    <a:pt x="217791" y="326455"/>
                  </a:lnTo>
                  <a:lnTo>
                    <a:pt x="222806" y="324774"/>
                  </a:lnTo>
                  <a:lnTo>
                    <a:pt x="227765" y="322934"/>
                  </a:lnTo>
                  <a:lnTo>
                    <a:pt x="232664" y="320939"/>
                  </a:lnTo>
                  <a:lnTo>
                    <a:pt x="237497" y="318789"/>
                  </a:lnTo>
                  <a:lnTo>
                    <a:pt x="242259" y="316488"/>
                  </a:lnTo>
                  <a:lnTo>
                    <a:pt x="246947" y="314037"/>
                  </a:lnTo>
                  <a:lnTo>
                    <a:pt x="251554" y="311439"/>
                  </a:lnTo>
                  <a:lnTo>
                    <a:pt x="256078" y="308696"/>
                  </a:lnTo>
                  <a:lnTo>
                    <a:pt x="260512" y="305812"/>
                  </a:lnTo>
                  <a:lnTo>
                    <a:pt x="264852" y="302789"/>
                  </a:lnTo>
                  <a:lnTo>
                    <a:pt x="269095" y="299630"/>
                  </a:lnTo>
                  <a:lnTo>
                    <a:pt x="273236" y="296339"/>
                  </a:lnTo>
                  <a:lnTo>
                    <a:pt x="277270" y="292918"/>
                  </a:lnTo>
                  <a:lnTo>
                    <a:pt x="281194" y="289371"/>
                  </a:lnTo>
                  <a:lnTo>
                    <a:pt x="285004" y="285702"/>
                  </a:lnTo>
                  <a:lnTo>
                    <a:pt x="288696" y="281914"/>
                  </a:lnTo>
                  <a:lnTo>
                    <a:pt x="292267" y="278011"/>
                  </a:lnTo>
                  <a:lnTo>
                    <a:pt x="295712" y="273997"/>
                  </a:lnTo>
                  <a:lnTo>
                    <a:pt x="299028" y="269877"/>
                  </a:lnTo>
                  <a:lnTo>
                    <a:pt x="302213" y="265653"/>
                  </a:lnTo>
                  <a:lnTo>
                    <a:pt x="305262" y="261331"/>
                  </a:lnTo>
                  <a:lnTo>
                    <a:pt x="308173" y="256914"/>
                  </a:lnTo>
                  <a:lnTo>
                    <a:pt x="310942" y="252408"/>
                  </a:lnTo>
                  <a:lnTo>
                    <a:pt x="313568" y="247816"/>
                  </a:lnTo>
                  <a:lnTo>
                    <a:pt x="316047" y="243143"/>
                  </a:lnTo>
                  <a:lnTo>
                    <a:pt x="318377" y="238395"/>
                  </a:lnTo>
                  <a:lnTo>
                    <a:pt x="320556" y="233575"/>
                  </a:lnTo>
                  <a:lnTo>
                    <a:pt x="322581" y="228688"/>
                  </a:lnTo>
                  <a:lnTo>
                    <a:pt x="324450" y="223740"/>
                  </a:lnTo>
                  <a:lnTo>
                    <a:pt x="326162" y="218735"/>
                  </a:lnTo>
                  <a:lnTo>
                    <a:pt x="327715" y="213678"/>
                  </a:lnTo>
                  <a:lnTo>
                    <a:pt x="329107" y="208575"/>
                  </a:lnTo>
                  <a:lnTo>
                    <a:pt x="330337" y="203431"/>
                  </a:lnTo>
                  <a:lnTo>
                    <a:pt x="331403" y="198250"/>
                  </a:lnTo>
                  <a:lnTo>
                    <a:pt x="332305" y="193038"/>
                  </a:lnTo>
                  <a:lnTo>
                    <a:pt x="333042" y="187800"/>
                  </a:lnTo>
                  <a:lnTo>
                    <a:pt x="333612" y="182541"/>
                  </a:lnTo>
                  <a:lnTo>
                    <a:pt x="334016" y="177267"/>
                  </a:lnTo>
                  <a:lnTo>
                    <a:pt x="334253" y="171983"/>
                  </a:lnTo>
                  <a:lnTo>
                    <a:pt x="334323" y="166694"/>
                  </a:lnTo>
                  <a:lnTo>
                    <a:pt x="334225" y="161405"/>
                  </a:lnTo>
                  <a:lnTo>
                    <a:pt x="333960" y="156122"/>
                  </a:lnTo>
                  <a:lnTo>
                    <a:pt x="333528" y="150850"/>
                  </a:lnTo>
                  <a:lnTo>
                    <a:pt x="332929" y="145595"/>
                  </a:lnTo>
                  <a:lnTo>
                    <a:pt x="332164" y="140361"/>
                  </a:lnTo>
                  <a:lnTo>
                    <a:pt x="331234" y="135154"/>
                  </a:lnTo>
                  <a:lnTo>
                    <a:pt x="330140" y="129979"/>
                  </a:lnTo>
                  <a:lnTo>
                    <a:pt x="328883" y="124841"/>
                  </a:lnTo>
                  <a:lnTo>
                    <a:pt x="327463" y="119745"/>
                  </a:lnTo>
                  <a:lnTo>
                    <a:pt x="325884" y="114697"/>
                  </a:lnTo>
                  <a:lnTo>
                    <a:pt x="324145" y="109701"/>
                  </a:lnTo>
                  <a:lnTo>
                    <a:pt x="322249" y="104763"/>
                  </a:lnTo>
                  <a:lnTo>
                    <a:pt x="320198" y="99888"/>
                  </a:lnTo>
                  <a:lnTo>
                    <a:pt x="317994" y="95079"/>
                  </a:lnTo>
                  <a:lnTo>
                    <a:pt x="315638" y="90343"/>
                  </a:lnTo>
                  <a:lnTo>
                    <a:pt x="313134" y="85684"/>
                  </a:lnTo>
                  <a:lnTo>
                    <a:pt x="310484" y="81106"/>
                  </a:lnTo>
                  <a:lnTo>
                    <a:pt x="307690" y="76615"/>
                  </a:lnTo>
                  <a:lnTo>
                    <a:pt x="304756" y="72214"/>
                  </a:lnTo>
                  <a:lnTo>
                    <a:pt x="301683" y="67908"/>
                  </a:lnTo>
                  <a:lnTo>
                    <a:pt x="298477" y="63701"/>
                  </a:lnTo>
                  <a:lnTo>
                    <a:pt x="295138" y="59598"/>
                  </a:lnTo>
                  <a:lnTo>
                    <a:pt x="291672" y="55603"/>
                  </a:lnTo>
                  <a:lnTo>
                    <a:pt x="288080" y="51719"/>
                  </a:lnTo>
                  <a:lnTo>
                    <a:pt x="284368" y="47951"/>
                  </a:lnTo>
                  <a:lnTo>
                    <a:pt x="280538" y="44303"/>
                  </a:lnTo>
                  <a:lnTo>
                    <a:pt x="276595" y="40777"/>
                  </a:lnTo>
                  <a:lnTo>
                    <a:pt x="272543" y="37378"/>
                  </a:lnTo>
                  <a:lnTo>
                    <a:pt x="268384" y="34108"/>
                  </a:lnTo>
                  <a:lnTo>
                    <a:pt x="264125" y="30972"/>
                  </a:lnTo>
                  <a:lnTo>
                    <a:pt x="259768" y="27972"/>
                  </a:lnTo>
                  <a:lnTo>
                    <a:pt x="255319" y="25112"/>
                  </a:lnTo>
                  <a:lnTo>
                    <a:pt x="250781" y="22394"/>
                  </a:lnTo>
                  <a:lnTo>
                    <a:pt x="246160" y="19821"/>
                  </a:lnTo>
                  <a:lnTo>
                    <a:pt x="241459" y="17395"/>
                  </a:lnTo>
                  <a:lnTo>
                    <a:pt x="236684" y="15119"/>
                  </a:lnTo>
                  <a:lnTo>
                    <a:pt x="231840" y="12995"/>
                  </a:lnTo>
                  <a:lnTo>
                    <a:pt x="226930" y="11026"/>
                  </a:lnTo>
                  <a:lnTo>
                    <a:pt x="221961" y="9213"/>
                  </a:lnTo>
                  <a:lnTo>
                    <a:pt x="216937" y="7558"/>
                  </a:lnTo>
                  <a:lnTo>
                    <a:pt x="211863" y="6063"/>
                  </a:lnTo>
                  <a:lnTo>
                    <a:pt x="206745" y="4729"/>
                  </a:lnTo>
                  <a:lnTo>
                    <a:pt x="201587" y="3558"/>
                  </a:lnTo>
                  <a:lnTo>
                    <a:pt x="196394" y="2550"/>
                  </a:lnTo>
                  <a:lnTo>
                    <a:pt x="191172" y="1708"/>
                  </a:lnTo>
                  <a:lnTo>
                    <a:pt x="185926" y="1031"/>
                  </a:lnTo>
                  <a:lnTo>
                    <a:pt x="180661" y="520"/>
                  </a:lnTo>
                  <a:lnTo>
                    <a:pt x="175383" y="176"/>
                  </a:lnTo>
                  <a:lnTo>
                    <a:pt x="170096" y="0"/>
                  </a:lnTo>
                  <a:lnTo>
                    <a:pt x="167156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83779" y="3170392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1845" y="2633064"/>
              <a:ext cx="167166" cy="177452"/>
            </a:xfrm>
            <a:custGeom>
              <a:avLst/>
              <a:pathLst>
                <a:path w="167166" h="177452">
                  <a:moveTo>
                    <a:pt x="167166" y="0"/>
                  </a:moveTo>
                  <a:lnTo>
                    <a:pt x="161709" y="89"/>
                  </a:lnTo>
                  <a:lnTo>
                    <a:pt x="156258" y="356"/>
                  </a:lnTo>
                  <a:lnTo>
                    <a:pt x="150819" y="801"/>
                  </a:lnTo>
                  <a:lnTo>
                    <a:pt x="145398" y="1423"/>
                  </a:lnTo>
                  <a:lnTo>
                    <a:pt x="139999" y="2222"/>
                  </a:lnTo>
                  <a:lnTo>
                    <a:pt x="134629" y="3196"/>
                  </a:lnTo>
                  <a:lnTo>
                    <a:pt x="129295" y="4346"/>
                  </a:lnTo>
                  <a:lnTo>
                    <a:pt x="124000" y="5669"/>
                  </a:lnTo>
                  <a:lnTo>
                    <a:pt x="118751" y="7164"/>
                  </a:lnTo>
                  <a:lnTo>
                    <a:pt x="113555" y="8829"/>
                  </a:lnTo>
                  <a:lnTo>
                    <a:pt x="108415" y="10664"/>
                  </a:lnTo>
                  <a:lnTo>
                    <a:pt x="103338" y="12665"/>
                  </a:lnTo>
                  <a:lnTo>
                    <a:pt x="98328" y="14831"/>
                  </a:lnTo>
                  <a:lnTo>
                    <a:pt x="93393" y="17159"/>
                  </a:lnTo>
                  <a:lnTo>
                    <a:pt x="88535" y="19647"/>
                  </a:lnTo>
                  <a:lnTo>
                    <a:pt x="83762" y="22292"/>
                  </a:lnTo>
                  <a:lnTo>
                    <a:pt x="79078" y="25092"/>
                  </a:lnTo>
                  <a:lnTo>
                    <a:pt x="74487" y="28043"/>
                  </a:lnTo>
                  <a:lnTo>
                    <a:pt x="69995" y="31142"/>
                  </a:lnTo>
                  <a:lnTo>
                    <a:pt x="65607" y="34386"/>
                  </a:lnTo>
                  <a:lnTo>
                    <a:pt x="61327" y="37772"/>
                  </a:lnTo>
                  <a:lnTo>
                    <a:pt x="57160" y="41296"/>
                  </a:lnTo>
                  <a:lnTo>
                    <a:pt x="53110" y="44953"/>
                  </a:lnTo>
                  <a:lnTo>
                    <a:pt x="49181" y="48742"/>
                  </a:lnTo>
                  <a:lnTo>
                    <a:pt x="45378" y="52656"/>
                  </a:lnTo>
                  <a:lnTo>
                    <a:pt x="41706" y="56692"/>
                  </a:lnTo>
                  <a:lnTo>
                    <a:pt x="38166" y="60846"/>
                  </a:lnTo>
                  <a:lnTo>
                    <a:pt x="34765" y="65114"/>
                  </a:lnTo>
                  <a:lnTo>
                    <a:pt x="31504" y="69490"/>
                  </a:lnTo>
                  <a:lnTo>
                    <a:pt x="28388" y="73970"/>
                  </a:lnTo>
                  <a:lnTo>
                    <a:pt x="25420" y="78550"/>
                  </a:lnTo>
                  <a:lnTo>
                    <a:pt x="22603" y="83224"/>
                  </a:lnTo>
                  <a:lnTo>
                    <a:pt x="19940" y="87987"/>
                  </a:lnTo>
                  <a:lnTo>
                    <a:pt x="17434" y="92835"/>
                  </a:lnTo>
                  <a:lnTo>
                    <a:pt x="15087" y="97762"/>
                  </a:lnTo>
                  <a:lnTo>
                    <a:pt x="12903" y="102763"/>
                  </a:lnTo>
                  <a:lnTo>
                    <a:pt x="10883" y="107833"/>
                  </a:lnTo>
                  <a:lnTo>
                    <a:pt x="9029" y="112966"/>
                  </a:lnTo>
                  <a:lnTo>
                    <a:pt x="7344" y="118156"/>
                  </a:lnTo>
                  <a:lnTo>
                    <a:pt x="5830" y="123399"/>
                  </a:lnTo>
                  <a:lnTo>
                    <a:pt x="4487" y="128689"/>
                  </a:lnTo>
                  <a:lnTo>
                    <a:pt x="3318" y="134019"/>
                  </a:lnTo>
                  <a:lnTo>
                    <a:pt x="2323" y="139385"/>
                  </a:lnTo>
                  <a:lnTo>
                    <a:pt x="1504" y="144781"/>
                  </a:lnTo>
                  <a:lnTo>
                    <a:pt x="862" y="150200"/>
                  </a:lnTo>
                  <a:lnTo>
                    <a:pt x="396" y="155638"/>
                  </a:lnTo>
                  <a:lnTo>
                    <a:pt x="109" y="161087"/>
                  </a:lnTo>
                  <a:lnTo>
                    <a:pt x="0" y="166544"/>
                  </a:lnTo>
                  <a:lnTo>
                    <a:pt x="68" y="172000"/>
                  </a:lnTo>
                  <a:lnTo>
                    <a:pt x="315" y="17745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160" y="2800231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160" y="2637965"/>
              <a:ext cx="334016" cy="329419"/>
            </a:xfrm>
            <a:custGeom>
              <a:avLst/>
              <a:pathLst>
                <a:path w="334016" h="329419">
                  <a:moveTo>
                    <a:pt x="0" y="172551"/>
                  </a:moveTo>
                  <a:lnTo>
                    <a:pt x="410" y="177836"/>
                  </a:lnTo>
                  <a:lnTo>
                    <a:pt x="987" y="183106"/>
                  </a:lnTo>
                  <a:lnTo>
                    <a:pt x="1731" y="188355"/>
                  </a:lnTo>
                  <a:lnTo>
                    <a:pt x="2641" y="193577"/>
                  </a:lnTo>
                  <a:lnTo>
                    <a:pt x="3717" y="198768"/>
                  </a:lnTo>
                  <a:lnTo>
                    <a:pt x="4956" y="203922"/>
                  </a:lnTo>
                  <a:lnTo>
                    <a:pt x="6358" y="209034"/>
                  </a:lnTo>
                  <a:lnTo>
                    <a:pt x="7922" y="214100"/>
                  </a:lnTo>
                  <a:lnTo>
                    <a:pt x="9645" y="219113"/>
                  </a:lnTo>
                  <a:lnTo>
                    <a:pt x="11527" y="224069"/>
                  </a:lnTo>
                  <a:lnTo>
                    <a:pt x="13565" y="228963"/>
                  </a:lnTo>
                  <a:lnTo>
                    <a:pt x="15756" y="233790"/>
                  </a:lnTo>
                  <a:lnTo>
                    <a:pt x="18100" y="238544"/>
                  </a:lnTo>
                  <a:lnTo>
                    <a:pt x="20594" y="243222"/>
                  </a:lnTo>
                  <a:lnTo>
                    <a:pt x="23234" y="247819"/>
                  </a:lnTo>
                  <a:lnTo>
                    <a:pt x="26019" y="252330"/>
                  </a:lnTo>
                  <a:lnTo>
                    <a:pt x="28946" y="256750"/>
                  </a:lnTo>
                  <a:lnTo>
                    <a:pt x="32011" y="261075"/>
                  </a:lnTo>
                  <a:lnTo>
                    <a:pt x="35211" y="265301"/>
                  </a:lnTo>
                  <a:lnTo>
                    <a:pt x="38545" y="269423"/>
                  </a:lnTo>
                  <a:lnTo>
                    <a:pt x="42007" y="273437"/>
                  </a:lnTo>
                  <a:lnTo>
                    <a:pt x="45595" y="277340"/>
                  </a:lnTo>
                  <a:lnTo>
                    <a:pt x="49304" y="281127"/>
                  </a:lnTo>
                  <a:lnTo>
                    <a:pt x="53132" y="284794"/>
                  </a:lnTo>
                  <a:lnTo>
                    <a:pt x="57074" y="288338"/>
                  </a:lnTo>
                  <a:lnTo>
                    <a:pt x="61127" y="291756"/>
                  </a:lnTo>
                  <a:lnTo>
                    <a:pt x="65286" y="295043"/>
                  </a:lnTo>
                  <a:lnTo>
                    <a:pt x="69547" y="298196"/>
                  </a:lnTo>
                  <a:lnTo>
                    <a:pt x="73906" y="301213"/>
                  </a:lnTo>
                  <a:lnTo>
                    <a:pt x="78358" y="304090"/>
                  </a:lnTo>
                  <a:lnTo>
                    <a:pt x="82900" y="306825"/>
                  </a:lnTo>
                  <a:lnTo>
                    <a:pt x="87526" y="309414"/>
                  </a:lnTo>
                  <a:lnTo>
                    <a:pt x="92231" y="311855"/>
                  </a:lnTo>
                  <a:lnTo>
                    <a:pt x="97012" y="314146"/>
                  </a:lnTo>
                  <a:lnTo>
                    <a:pt x="101863" y="316284"/>
                  </a:lnTo>
                  <a:lnTo>
                    <a:pt x="106779" y="318267"/>
                  </a:lnTo>
                  <a:lnTo>
                    <a:pt x="111755" y="320093"/>
                  </a:lnTo>
                  <a:lnTo>
                    <a:pt x="116787" y="321761"/>
                  </a:lnTo>
                  <a:lnTo>
                    <a:pt x="121870" y="323268"/>
                  </a:lnTo>
                  <a:lnTo>
                    <a:pt x="126997" y="324613"/>
                  </a:lnTo>
                  <a:lnTo>
                    <a:pt x="132165" y="325795"/>
                  </a:lnTo>
                  <a:lnTo>
                    <a:pt x="137368" y="326813"/>
                  </a:lnTo>
                  <a:lnTo>
                    <a:pt x="142600" y="327665"/>
                  </a:lnTo>
                  <a:lnTo>
                    <a:pt x="147856" y="328351"/>
                  </a:lnTo>
                  <a:lnTo>
                    <a:pt x="153132" y="328870"/>
                  </a:lnTo>
                  <a:lnTo>
                    <a:pt x="158422" y="329221"/>
                  </a:lnTo>
                  <a:lnTo>
                    <a:pt x="163720" y="329404"/>
                  </a:lnTo>
                  <a:lnTo>
                    <a:pt x="169021" y="329419"/>
                  </a:lnTo>
                  <a:lnTo>
                    <a:pt x="174320" y="329266"/>
                  </a:lnTo>
                  <a:lnTo>
                    <a:pt x="179611" y="328946"/>
                  </a:lnTo>
                  <a:lnTo>
                    <a:pt x="184890" y="328457"/>
                  </a:lnTo>
                  <a:lnTo>
                    <a:pt x="190150" y="327802"/>
                  </a:lnTo>
                  <a:lnTo>
                    <a:pt x="195387" y="326980"/>
                  </a:lnTo>
                  <a:lnTo>
                    <a:pt x="200595" y="325992"/>
                  </a:lnTo>
                  <a:lnTo>
                    <a:pt x="205770" y="324840"/>
                  </a:lnTo>
                  <a:lnTo>
                    <a:pt x="210905" y="323524"/>
                  </a:lnTo>
                  <a:lnTo>
                    <a:pt x="215996" y="322046"/>
                  </a:lnTo>
                  <a:lnTo>
                    <a:pt x="221037" y="320407"/>
                  </a:lnTo>
                  <a:lnTo>
                    <a:pt x="226024" y="318610"/>
                  </a:lnTo>
                  <a:lnTo>
                    <a:pt x="230952" y="316655"/>
                  </a:lnTo>
                  <a:lnTo>
                    <a:pt x="235815" y="314545"/>
                  </a:lnTo>
                  <a:lnTo>
                    <a:pt x="240609" y="312281"/>
                  </a:lnTo>
                  <a:lnTo>
                    <a:pt x="245328" y="309867"/>
                  </a:lnTo>
                  <a:lnTo>
                    <a:pt x="249969" y="307305"/>
                  </a:lnTo>
                  <a:lnTo>
                    <a:pt x="254526" y="304596"/>
                  </a:lnTo>
                  <a:lnTo>
                    <a:pt x="258995" y="301745"/>
                  </a:lnTo>
                  <a:lnTo>
                    <a:pt x="263371" y="298753"/>
                  </a:lnTo>
                  <a:lnTo>
                    <a:pt x="267650" y="295624"/>
                  </a:lnTo>
                  <a:lnTo>
                    <a:pt x="271828" y="292361"/>
                  </a:lnTo>
                  <a:lnTo>
                    <a:pt x="275900" y="288967"/>
                  </a:lnTo>
                  <a:lnTo>
                    <a:pt x="279863" y="285445"/>
                  </a:lnTo>
                  <a:lnTo>
                    <a:pt x="283711" y="281800"/>
                  </a:lnTo>
                  <a:lnTo>
                    <a:pt x="287443" y="278035"/>
                  </a:lnTo>
                  <a:lnTo>
                    <a:pt x="291053" y="274153"/>
                  </a:lnTo>
                  <a:lnTo>
                    <a:pt x="294538" y="270158"/>
                  </a:lnTo>
                  <a:lnTo>
                    <a:pt x="297895" y="266055"/>
                  </a:lnTo>
                  <a:lnTo>
                    <a:pt x="301120" y="261848"/>
                  </a:lnTo>
                  <a:lnTo>
                    <a:pt x="304210" y="257541"/>
                  </a:lnTo>
                  <a:lnTo>
                    <a:pt x="307162" y="253138"/>
                  </a:lnTo>
                  <a:lnTo>
                    <a:pt x="309972" y="248643"/>
                  </a:lnTo>
                  <a:lnTo>
                    <a:pt x="312639" y="244061"/>
                  </a:lnTo>
                  <a:lnTo>
                    <a:pt x="315160" y="239398"/>
                  </a:lnTo>
                  <a:lnTo>
                    <a:pt x="317531" y="234656"/>
                  </a:lnTo>
                  <a:lnTo>
                    <a:pt x="319750" y="229842"/>
                  </a:lnTo>
                  <a:lnTo>
                    <a:pt x="321816" y="224960"/>
                  </a:lnTo>
                  <a:lnTo>
                    <a:pt x="323726" y="220015"/>
                  </a:lnTo>
                  <a:lnTo>
                    <a:pt x="325478" y="215012"/>
                  </a:lnTo>
                  <a:lnTo>
                    <a:pt x="327071" y="209956"/>
                  </a:lnTo>
                  <a:lnTo>
                    <a:pt x="328502" y="204852"/>
                  </a:lnTo>
                  <a:lnTo>
                    <a:pt x="329771" y="199705"/>
                  </a:lnTo>
                  <a:lnTo>
                    <a:pt x="330877" y="194520"/>
                  </a:lnTo>
                  <a:lnTo>
                    <a:pt x="331817" y="189303"/>
                  </a:lnTo>
                  <a:lnTo>
                    <a:pt x="332591" y="184059"/>
                  </a:lnTo>
                  <a:lnTo>
                    <a:pt x="333199" y="178792"/>
                  </a:lnTo>
                  <a:lnTo>
                    <a:pt x="333639" y="173510"/>
                  </a:lnTo>
                  <a:lnTo>
                    <a:pt x="333912" y="168215"/>
                  </a:lnTo>
                  <a:lnTo>
                    <a:pt x="334016" y="162915"/>
                  </a:lnTo>
                  <a:lnTo>
                    <a:pt x="333953" y="157615"/>
                  </a:lnTo>
                  <a:lnTo>
                    <a:pt x="333721" y="152319"/>
                  </a:lnTo>
                  <a:lnTo>
                    <a:pt x="333322" y="147033"/>
                  </a:lnTo>
                  <a:lnTo>
                    <a:pt x="332755" y="141762"/>
                  </a:lnTo>
                  <a:lnTo>
                    <a:pt x="332022" y="136512"/>
                  </a:lnTo>
                  <a:lnTo>
                    <a:pt x="331122" y="131287"/>
                  </a:lnTo>
                  <a:lnTo>
                    <a:pt x="330057" y="126094"/>
                  </a:lnTo>
                  <a:lnTo>
                    <a:pt x="328828" y="120938"/>
                  </a:lnTo>
                  <a:lnTo>
                    <a:pt x="327437" y="115823"/>
                  </a:lnTo>
                  <a:lnTo>
                    <a:pt x="325883" y="110754"/>
                  </a:lnTo>
                  <a:lnTo>
                    <a:pt x="324170" y="105737"/>
                  </a:lnTo>
                  <a:lnTo>
                    <a:pt x="322298" y="100778"/>
                  </a:lnTo>
                  <a:lnTo>
                    <a:pt x="320271" y="95880"/>
                  </a:lnTo>
                  <a:lnTo>
                    <a:pt x="318089" y="91048"/>
                  </a:lnTo>
                  <a:lnTo>
                    <a:pt x="315754" y="86289"/>
                  </a:lnTo>
                  <a:lnTo>
                    <a:pt x="313270" y="81606"/>
                  </a:lnTo>
                  <a:lnTo>
                    <a:pt x="310639" y="77004"/>
                  </a:lnTo>
                  <a:lnTo>
                    <a:pt x="307864" y="72487"/>
                  </a:lnTo>
                  <a:lnTo>
                    <a:pt x="304946" y="68061"/>
                  </a:lnTo>
                  <a:lnTo>
                    <a:pt x="301890" y="63730"/>
                  </a:lnTo>
                  <a:lnTo>
                    <a:pt x="298697" y="59498"/>
                  </a:lnTo>
                  <a:lnTo>
                    <a:pt x="295373" y="55369"/>
                  </a:lnTo>
                  <a:lnTo>
                    <a:pt x="291918" y="51348"/>
                  </a:lnTo>
                  <a:lnTo>
                    <a:pt x="288339" y="47438"/>
                  </a:lnTo>
                  <a:lnTo>
                    <a:pt x="284637" y="43643"/>
                  </a:lnTo>
                  <a:lnTo>
                    <a:pt x="280816" y="39968"/>
                  </a:lnTo>
                  <a:lnTo>
                    <a:pt x="276881" y="36416"/>
                  </a:lnTo>
                  <a:lnTo>
                    <a:pt x="272835" y="32991"/>
                  </a:lnTo>
                  <a:lnTo>
                    <a:pt x="268683" y="29695"/>
                  </a:lnTo>
                  <a:lnTo>
                    <a:pt x="264428" y="26533"/>
                  </a:lnTo>
                  <a:lnTo>
                    <a:pt x="260076" y="23507"/>
                  </a:lnTo>
                  <a:lnTo>
                    <a:pt x="255629" y="20621"/>
                  </a:lnTo>
                  <a:lnTo>
                    <a:pt x="251093" y="17877"/>
                  </a:lnTo>
                  <a:lnTo>
                    <a:pt x="246473" y="15279"/>
                  </a:lnTo>
                  <a:lnTo>
                    <a:pt x="241772" y="12828"/>
                  </a:lnTo>
                  <a:lnTo>
                    <a:pt x="236996" y="10528"/>
                  </a:lnTo>
                  <a:lnTo>
                    <a:pt x="232150" y="8380"/>
                  </a:lnTo>
                  <a:lnTo>
                    <a:pt x="227237" y="6387"/>
                  </a:lnTo>
                  <a:lnTo>
                    <a:pt x="222264" y="4550"/>
                  </a:lnTo>
                  <a:lnTo>
                    <a:pt x="217236" y="2873"/>
                  </a:lnTo>
                  <a:lnTo>
                    <a:pt x="212157" y="1355"/>
                  </a:lnTo>
                  <a:lnTo>
                    <a:pt x="207032" y="0"/>
                  </a:lnTo>
                  <a:lnTo>
                    <a:pt x="166850" y="1622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919011" y="2633064"/>
              <a:ext cx="40181" cy="167167"/>
            </a:xfrm>
            <a:custGeom>
              <a:avLst/>
              <a:pathLst>
                <a:path w="40181" h="167167">
                  <a:moveTo>
                    <a:pt x="40181" y="4900"/>
                  </a:moveTo>
                  <a:lnTo>
                    <a:pt x="33585" y="3408"/>
                  </a:lnTo>
                  <a:lnTo>
                    <a:pt x="26934" y="2184"/>
                  </a:lnTo>
                  <a:lnTo>
                    <a:pt x="20239" y="1229"/>
                  </a:lnTo>
                  <a:lnTo>
                    <a:pt x="13511" y="546"/>
                  </a:lnTo>
                  <a:lnTo>
                    <a:pt x="6761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44803" y="2126963"/>
              <a:ext cx="83668" cy="167167"/>
            </a:xfrm>
            <a:custGeom>
              <a:avLst/>
              <a:pathLst>
                <a:path w="83668" h="167167">
                  <a:moveTo>
                    <a:pt x="83668" y="0"/>
                  </a:moveTo>
                  <a:lnTo>
                    <a:pt x="77828" y="102"/>
                  </a:lnTo>
                  <a:lnTo>
                    <a:pt x="71994" y="408"/>
                  </a:lnTo>
                  <a:lnTo>
                    <a:pt x="66175" y="917"/>
                  </a:lnTo>
                  <a:lnTo>
                    <a:pt x="60377" y="1630"/>
                  </a:lnTo>
                  <a:lnTo>
                    <a:pt x="54608" y="2545"/>
                  </a:lnTo>
                  <a:lnTo>
                    <a:pt x="48874" y="3661"/>
                  </a:lnTo>
                  <a:lnTo>
                    <a:pt x="43182" y="4976"/>
                  </a:lnTo>
                  <a:lnTo>
                    <a:pt x="37540" y="6490"/>
                  </a:lnTo>
                  <a:lnTo>
                    <a:pt x="31955" y="8199"/>
                  </a:lnTo>
                  <a:lnTo>
                    <a:pt x="26432" y="10103"/>
                  </a:lnTo>
                  <a:lnTo>
                    <a:pt x="20979" y="12199"/>
                  </a:lnTo>
                  <a:lnTo>
                    <a:pt x="15603" y="14484"/>
                  </a:lnTo>
                  <a:lnTo>
                    <a:pt x="10310" y="16955"/>
                  </a:lnTo>
                  <a:lnTo>
                    <a:pt x="5107" y="19610"/>
                  </a:lnTo>
                  <a:lnTo>
                    <a:pt x="0" y="22445"/>
                  </a:lnTo>
                  <a:lnTo>
                    <a:pt x="836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44803" y="2149408"/>
              <a:ext cx="83668" cy="144722"/>
            </a:xfrm>
            <a:custGeom>
              <a:avLst/>
              <a:pathLst>
                <a:path w="83668" h="144722">
                  <a:moveTo>
                    <a:pt x="0" y="0"/>
                  </a:moveTo>
                  <a:lnTo>
                    <a:pt x="83668" y="1447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561320" y="2149408"/>
              <a:ext cx="167151" cy="294186"/>
            </a:xfrm>
            <a:custGeom>
              <a:avLst/>
              <a:pathLst>
                <a:path w="167151" h="294186">
                  <a:moveTo>
                    <a:pt x="83482" y="0"/>
                  </a:moveTo>
                  <a:lnTo>
                    <a:pt x="78876" y="2762"/>
                  </a:lnTo>
                  <a:lnTo>
                    <a:pt x="74360" y="5672"/>
                  </a:lnTo>
                  <a:lnTo>
                    <a:pt x="69941" y="8725"/>
                  </a:lnTo>
                  <a:lnTo>
                    <a:pt x="65621" y="11919"/>
                  </a:lnTo>
                  <a:lnTo>
                    <a:pt x="61407" y="15249"/>
                  </a:lnTo>
                  <a:lnTo>
                    <a:pt x="57302" y="18713"/>
                  </a:lnTo>
                  <a:lnTo>
                    <a:pt x="53310" y="22308"/>
                  </a:lnTo>
                  <a:lnTo>
                    <a:pt x="49435" y="26029"/>
                  </a:lnTo>
                  <a:lnTo>
                    <a:pt x="45683" y="29872"/>
                  </a:lnTo>
                  <a:lnTo>
                    <a:pt x="42055" y="33834"/>
                  </a:lnTo>
                  <a:lnTo>
                    <a:pt x="38557" y="37911"/>
                  </a:lnTo>
                  <a:lnTo>
                    <a:pt x="35192" y="42097"/>
                  </a:lnTo>
                  <a:lnTo>
                    <a:pt x="31963" y="46390"/>
                  </a:lnTo>
                  <a:lnTo>
                    <a:pt x="28873" y="50784"/>
                  </a:lnTo>
                  <a:lnTo>
                    <a:pt x="25927" y="55276"/>
                  </a:lnTo>
                  <a:lnTo>
                    <a:pt x="23126" y="59859"/>
                  </a:lnTo>
                  <a:lnTo>
                    <a:pt x="20473" y="64530"/>
                  </a:lnTo>
                  <a:lnTo>
                    <a:pt x="17973" y="69284"/>
                  </a:lnTo>
                  <a:lnTo>
                    <a:pt x="15626" y="74116"/>
                  </a:lnTo>
                  <a:lnTo>
                    <a:pt x="13436" y="79021"/>
                  </a:lnTo>
                  <a:lnTo>
                    <a:pt x="11404" y="83994"/>
                  </a:lnTo>
                  <a:lnTo>
                    <a:pt x="9533" y="89029"/>
                  </a:lnTo>
                  <a:lnTo>
                    <a:pt x="7825" y="94122"/>
                  </a:lnTo>
                  <a:lnTo>
                    <a:pt x="6282" y="99267"/>
                  </a:lnTo>
                  <a:lnTo>
                    <a:pt x="4905" y="104459"/>
                  </a:lnTo>
                  <a:lnTo>
                    <a:pt x="3695" y="109693"/>
                  </a:lnTo>
                  <a:lnTo>
                    <a:pt x="2654" y="114963"/>
                  </a:lnTo>
                  <a:lnTo>
                    <a:pt x="1782" y="120263"/>
                  </a:lnTo>
                  <a:lnTo>
                    <a:pt x="1082" y="125589"/>
                  </a:lnTo>
                  <a:lnTo>
                    <a:pt x="553" y="130935"/>
                  </a:lnTo>
                  <a:lnTo>
                    <a:pt x="196" y="136294"/>
                  </a:lnTo>
                  <a:lnTo>
                    <a:pt x="11" y="141663"/>
                  </a:lnTo>
                  <a:lnTo>
                    <a:pt x="0" y="147035"/>
                  </a:lnTo>
                  <a:lnTo>
                    <a:pt x="160" y="152404"/>
                  </a:lnTo>
                  <a:lnTo>
                    <a:pt x="493" y="157765"/>
                  </a:lnTo>
                  <a:lnTo>
                    <a:pt x="998" y="163113"/>
                  </a:lnTo>
                  <a:lnTo>
                    <a:pt x="1675" y="168442"/>
                  </a:lnTo>
                  <a:lnTo>
                    <a:pt x="2522" y="173746"/>
                  </a:lnTo>
                  <a:lnTo>
                    <a:pt x="3540" y="179021"/>
                  </a:lnTo>
                  <a:lnTo>
                    <a:pt x="4726" y="184260"/>
                  </a:lnTo>
                  <a:lnTo>
                    <a:pt x="6081" y="189458"/>
                  </a:lnTo>
                  <a:lnTo>
                    <a:pt x="7601" y="194610"/>
                  </a:lnTo>
                  <a:lnTo>
                    <a:pt x="9286" y="199710"/>
                  </a:lnTo>
                  <a:lnTo>
                    <a:pt x="11135" y="204754"/>
                  </a:lnTo>
                  <a:lnTo>
                    <a:pt x="13144" y="209736"/>
                  </a:lnTo>
                  <a:lnTo>
                    <a:pt x="15312" y="214650"/>
                  </a:lnTo>
                  <a:lnTo>
                    <a:pt x="17637" y="219492"/>
                  </a:lnTo>
                  <a:lnTo>
                    <a:pt x="20117" y="224258"/>
                  </a:lnTo>
                  <a:lnTo>
                    <a:pt x="22748" y="228941"/>
                  </a:lnTo>
                  <a:lnTo>
                    <a:pt x="25529" y="233537"/>
                  </a:lnTo>
                  <a:lnTo>
                    <a:pt x="28455" y="238041"/>
                  </a:lnTo>
                  <a:lnTo>
                    <a:pt x="31525" y="242449"/>
                  </a:lnTo>
                  <a:lnTo>
                    <a:pt x="34735" y="246756"/>
                  </a:lnTo>
                  <a:lnTo>
                    <a:pt x="38082" y="250958"/>
                  </a:lnTo>
                  <a:lnTo>
                    <a:pt x="41562" y="255050"/>
                  </a:lnTo>
                  <a:lnTo>
                    <a:pt x="45171" y="259028"/>
                  </a:lnTo>
                  <a:lnTo>
                    <a:pt x="48907" y="262888"/>
                  </a:lnTo>
                  <a:lnTo>
                    <a:pt x="52765" y="266626"/>
                  </a:lnTo>
                  <a:lnTo>
                    <a:pt x="56740" y="270238"/>
                  </a:lnTo>
                  <a:lnTo>
                    <a:pt x="60830" y="273721"/>
                  </a:lnTo>
                  <a:lnTo>
                    <a:pt x="65030" y="277070"/>
                  </a:lnTo>
                  <a:lnTo>
                    <a:pt x="69335" y="280283"/>
                  </a:lnTo>
                  <a:lnTo>
                    <a:pt x="73741" y="283356"/>
                  </a:lnTo>
                  <a:lnTo>
                    <a:pt x="78243" y="286286"/>
                  </a:lnTo>
                  <a:lnTo>
                    <a:pt x="82837" y="289069"/>
                  </a:lnTo>
                  <a:lnTo>
                    <a:pt x="87519" y="291703"/>
                  </a:lnTo>
                  <a:lnTo>
                    <a:pt x="92282" y="294186"/>
                  </a:lnTo>
                  <a:lnTo>
                    <a:pt x="167151" y="144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53603" y="2126963"/>
              <a:ext cx="242032" cy="334317"/>
            </a:xfrm>
            <a:custGeom>
              <a:avLst/>
              <a:pathLst>
                <a:path w="242032" h="334317">
                  <a:moveTo>
                    <a:pt x="0" y="316631"/>
                  </a:moveTo>
                  <a:lnTo>
                    <a:pt x="4806" y="318944"/>
                  </a:lnTo>
                  <a:lnTo>
                    <a:pt x="9685" y="321102"/>
                  </a:lnTo>
                  <a:lnTo>
                    <a:pt x="14629" y="323103"/>
                  </a:lnTo>
                  <a:lnTo>
                    <a:pt x="19635" y="324946"/>
                  </a:lnTo>
                  <a:lnTo>
                    <a:pt x="24697" y="326628"/>
                  </a:lnTo>
                  <a:lnTo>
                    <a:pt x="29811" y="328148"/>
                  </a:lnTo>
                  <a:lnTo>
                    <a:pt x="34970" y="329503"/>
                  </a:lnTo>
                  <a:lnTo>
                    <a:pt x="40170" y="330694"/>
                  </a:lnTo>
                  <a:lnTo>
                    <a:pt x="45405" y="331717"/>
                  </a:lnTo>
                  <a:lnTo>
                    <a:pt x="50670" y="332574"/>
                  </a:lnTo>
                  <a:lnTo>
                    <a:pt x="55960" y="333262"/>
                  </a:lnTo>
                  <a:lnTo>
                    <a:pt x="61269" y="333780"/>
                  </a:lnTo>
                  <a:lnTo>
                    <a:pt x="66592" y="334129"/>
                  </a:lnTo>
                  <a:lnTo>
                    <a:pt x="71923" y="334308"/>
                  </a:lnTo>
                  <a:lnTo>
                    <a:pt x="77257" y="334317"/>
                  </a:lnTo>
                  <a:lnTo>
                    <a:pt x="82589" y="334156"/>
                  </a:lnTo>
                  <a:lnTo>
                    <a:pt x="87913" y="333825"/>
                  </a:lnTo>
                  <a:lnTo>
                    <a:pt x="93224" y="333324"/>
                  </a:lnTo>
                  <a:lnTo>
                    <a:pt x="98516" y="332653"/>
                  </a:lnTo>
                  <a:lnTo>
                    <a:pt x="103784" y="331815"/>
                  </a:lnTo>
                  <a:lnTo>
                    <a:pt x="109022" y="330808"/>
                  </a:lnTo>
                  <a:lnTo>
                    <a:pt x="114226" y="329635"/>
                  </a:lnTo>
                  <a:lnTo>
                    <a:pt x="119389" y="328297"/>
                  </a:lnTo>
                  <a:lnTo>
                    <a:pt x="124508" y="326794"/>
                  </a:lnTo>
                  <a:lnTo>
                    <a:pt x="129576" y="325129"/>
                  </a:lnTo>
                  <a:lnTo>
                    <a:pt x="134588" y="323303"/>
                  </a:lnTo>
                  <a:lnTo>
                    <a:pt x="139539" y="321318"/>
                  </a:lnTo>
                  <a:lnTo>
                    <a:pt x="144424" y="319177"/>
                  </a:lnTo>
                  <a:lnTo>
                    <a:pt x="149239" y="316880"/>
                  </a:lnTo>
                  <a:lnTo>
                    <a:pt x="153978" y="314431"/>
                  </a:lnTo>
                  <a:lnTo>
                    <a:pt x="158636" y="311832"/>
                  </a:lnTo>
                  <a:lnTo>
                    <a:pt x="163209" y="309085"/>
                  </a:lnTo>
                  <a:lnTo>
                    <a:pt x="167692" y="306195"/>
                  </a:lnTo>
                  <a:lnTo>
                    <a:pt x="172081" y="303162"/>
                  </a:lnTo>
                  <a:lnTo>
                    <a:pt x="176370" y="299991"/>
                  </a:lnTo>
                  <a:lnTo>
                    <a:pt x="180556" y="296685"/>
                  </a:lnTo>
                  <a:lnTo>
                    <a:pt x="184635" y="293247"/>
                  </a:lnTo>
                  <a:lnTo>
                    <a:pt x="188602" y="289681"/>
                  </a:lnTo>
                  <a:lnTo>
                    <a:pt x="192453" y="285990"/>
                  </a:lnTo>
                  <a:lnTo>
                    <a:pt x="196184" y="282178"/>
                  </a:lnTo>
                  <a:lnTo>
                    <a:pt x="199792" y="278248"/>
                  </a:lnTo>
                  <a:lnTo>
                    <a:pt x="203272" y="274206"/>
                  </a:lnTo>
                  <a:lnTo>
                    <a:pt x="206622" y="270055"/>
                  </a:lnTo>
                  <a:lnTo>
                    <a:pt x="209838" y="265799"/>
                  </a:lnTo>
                  <a:lnTo>
                    <a:pt x="212916" y="261442"/>
                  </a:lnTo>
                  <a:lnTo>
                    <a:pt x="215854" y="256990"/>
                  </a:lnTo>
                  <a:lnTo>
                    <a:pt x="218648" y="252446"/>
                  </a:lnTo>
                  <a:lnTo>
                    <a:pt x="221295" y="247815"/>
                  </a:lnTo>
                  <a:lnTo>
                    <a:pt x="223794" y="243102"/>
                  </a:lnTo>
                  <a:lnTo>
                    <a:pt x="226141" y="238312"/>
                  </a:lnTo>
                  <a:lnTo>
                    <a:pt x="228334" y="233449"/>
                  </a:lnTo>
                  <a:lnTo>
                    <a:pt x="230371" y="228519"/>
                  </a:lnTo>
                  <a:lnTo>
                    <a:pt x="232249" y="223526"/>
                  </a:lnTo>
                  <a:lnTo>
                    <a:pt x="233967" y="218476"/>
                  </a:lnTo>
                  <a:lnTo>
                    <a:pt x="235523" y="213374"/>
                  </a:lnTo>
                  <a:lnTo>
                    <a:pt x="236915" y="208224"/>
                  </a:lnTo>
                  <a:lnTo>
                    <a:pt x="238143" y="203033"/>
                  </a:lnTo>
                  <a:lnTo>
                    <a:pt x="239204" y="197805"/>
                  </a:lnTo>
                  <a:lnTo>
                    <a:pt x="240098" y="192547"/>
                  </a:lnTo>
                  <a:lnTo>
                    <a:pt x="240824" y="187262"/>
                  </a:lnTo>
                  <a:lnTo>
                    <a:pt x="241380" y="181957"/>
                  </a:lnTo>
                  <a:lnTo>
                    <a:pt x="241767" y="176637"/>
                  </a:lnTo>
                  <a:lnTo>
                    <a:pt x="241985" y="171307"/>
                  </a:lnTo>
                  <a:lnTo>
                    <a:pt x="242032" y="165973"/>
                  </a:lnTo>
                  <a:lnTo>
                    <a:pt x="241908" y="160640"/>
                  </a:lnTo>
                  <a:lnTo>
                    <a:pt x="241615" y="155313"/>
                  </a:lnTo>
                  <a:lnTo>
                    <a:pt x="241152" y="149999"/>
                  </a:lnTo>
                  <a:lnTo>
                    <a:pt x="240520" y="144703"/>
                  </a:lnTo>
                  <a:lnTo>
                    <a:pt x="239718" y="139429"/>
                  </a:lnTo>
                  <a:lnTo>
                    <a:pt x="238749" y="134183"/>
                  </a:lnTo>
                  <a:lnTo>
                    <a:pt x="237614" y="128971"/>
                  </a:lnTo>
                  <a:lnTo>
                    <a:pt x="236312" y="123798"/>
                  </a:lnTo>
                  <a:lnTo>
                    <a:pt x="234846" y="118669"/>
                  </a:lnTo>
                  <a:lnTo>
                    <a:pt x="233217" y="113590"/>
                  </a:lnTo>
                  <a:lnTo>
                    <a:pt x="231427" y="108565"/>
                  </a:lnTo>
                  <a:lnTo>
                    <a:pt x="229478" y="103599"/>
                  </a:lnTo>
                  <a:lnTo>
                    <a:pt x="227371" y="98699"/>
                  </a:lnTo>
                  <a:lnTo>
                    <a:pt x="225109" y="93868"/>
                  </a:lnTo>
                  <a:lnTo>
                    <a:pt x="222694" y="89112"/>
                  </a:lnTo>
                  <a:lnTo>
                    <a:pt x="220128" y="84435"/>
                  </a:lnTo>
                  <a:lnTo>
                    <a:pt x="217414" y="79842"/>
                  </a:lnTo>
                  <a:lnTo>
                    <a:pt x="214556" y="75339"/>
                  </a:lnTo>
                  <a:lnTo>
                    <a:pt x="211555" y="70929"/>
                  </a:lnTo>
                  <a:lnTo>
                    <a:pt x="208415" y="66617"/>
                  </a:lnTo>
                  <a:lnTo>
                    <a:pt x="205138" y="62407"/>
                  </a:lnTo>
                  <a:lnTo>
                    <a:pt x="201730" y="58304"/>
                  </a:lnTo>
                  <a:lnTo>
                    <a:pt x="198192" y="54312"/>
                  </a:lnTo>
                  <a:lnTo>
                    <a:pt x="194528" y="50434"/>
                  </a:lnTo>
                  <a:lnTo>
                    <a:pt x="190743" y="46676"/>
                  </a:lnTo>
                  <a:lnTo>
                    <a:pt x="186840" y="43040"/>
                  </a:lnTo>
                  <a:lnTo>
                    <a:pt x="182822" y="39531"/>
                  </a:lnTo>
                  <a:lnTo>
                    <a:pt x="178695" y="36152"/>
                  </a:lnTo>
                  <a:lnTo>
                    <a:pt x="174462" y="32906"/>
                  </a:lnTo>
                  <a:lnTo>
                    <a:pt x="170127" y="29796"/>
                  </a:lnTo>
                  <a:lnTo>
                    <a:pt x="165696" y="26827"/>
                  </a:lnTo>
                  <a:lnTo>
                    <a:pt x="161172" y="24001"/>
                  </a:lnTo>
                  <a:lnTo>
                    <a:pt x="156560" y="21320"/>
                  </a:lnTo>
                  <a:lnTo>
                    <a:pt x="151865" y="18788"/>
                  </a:lnTo>
                  <a:lnTo>
                    <a:pt x="147092" y="16407"/>
                  </a:lnTo>
                  <a:lnTo>
                    <a:pt x="142245" y="14179"/>
                  </a:lnTo>
                  <a:lnTo>
                    <a:pt x="137330" y="12107"/>
                  </a:lnTo>
                  <a:lnTo>
                    <a:pt x="132350" y="10193"/>
                  </a:lnTo>
                  <a:lnTo>
                    <a:pt x="127313" y="8439"/>
                  </a:lnTo>
                  <a:lnTo>
                    <a:pt x="122222" y="6847"/>
                  </a:lnTo>
                  <a:lnTo>
                    <a:pt x="117082" y="5417"/>
                  </a:lnTo>
                  <a:lnTo>
                    <a:pt x="111900" y="4153"/>
                  </a:lnTo>
                  <a:lnTo>
                    <a:pt x="106680" y="3054"/>
                  </a:lnTo>
                  <a:lnTo>
                    <a:pt x="101428" y="2123"/>
                  </a:lnTo>
                  <a:lnTo>
                    <a:pt x="96149" y="1360"/>
                  </a:lnTo>
                  <a:lnTo>
                    <a:pt x="90847" y="765"/>
                  </a:lnTo>
                  <a:lnTo>
                    <a:pt x="85530" y="340"/>
                  </a:lnTo>
                  <a:lnTo>
                    <a:pt x="80202" y="85"/>
                  </a:lnTo>
                  <a:lnTo>
                    <a:pt x="74868" y="0"/>
                  </a:lnTo>
                  <a:lnTo>
                    <a:pt x="748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3402" y="1681503"/>
              <a:ext cx="29832" cy="167167"/>
            </a:xfrm>
            <a:custGeom>
              <a:avLst/>
              <a:pathLst>
                <a:path w="29832" h="167167">
                  <a:moveTo>
                    <a:pt x="29832" y="0"/>
                  </a:moveTo>
                  <a:lnTo>
                    <a:pt x="22336" y="168"/>
                  </a:lnTo>
                  <a:lnTo>
                    <a:pt x="14855" y="672"/>
                  </a:lnTo>
                  <a:lnTo>
                    <a:pt x="7405" y="1511"/>
                  </a:lnTo>
                  <a:lnTo>
                    <a:pt x="0" y="2683"/>
                  </a:lnTo>
                  <a:lnTo>
                    <a:pt x="2983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93402" y="1684186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256067" y="1684186"/>
              <a:ext cx="334318" cy="331645"/>
            </a:xfrm>
            <a:custGeom>
              <a:avLst/>
              <a:pathLst>
                <a:path w="334318" h="331645">
                  <a:moveTo>
                    <a:pt x="137335" y="0"/>
                  </a:moveTo>
                  <a:lnTo>
                    <a:pt x="132152" y="1024"/>
                  </a:lnTo>
                  <a:lnTo>
                    <a:pt x="127005" y="2212"/>
                  </a:lnTo>
                  <a:lnTo>
                    <a:pt x="121897" y="3562"/>
                  </a:lnTo>
                  <a:lnTo>
                    <a:pt x="116835" y="5073"/>
                  </a:lnTo>
                  <a:lnTo>
                    <a:pt x="111824" y="6743"/>
                  </a:lnTo>
                  <a:lnTo>
                    <a:pt x="106867" y="8570"/>
                  </a:lnTo>
                  <a:lnTo>
                    <a:pt x="101971" y="10554"/>
                  </a:lnTo>
                  <a:lnTo>
                    <a:pt x="97140" y="12690"/>
                  </a:lnTo>
                  <a:lnTo>
                    <a:pt x="92378" y="14979"/>
                  </a:lnTo>
                  <a:lnTo>
                    <a:pt x="87692" y="17417"/>
                  </a:lnTo>
                  <a:lnTo>
                    <a:pt x="83084" y="20001"/>
                  </a:lnTo>
                  <a:lnTo>
                    <a:pt x="78561" y="22730"/>
                  </a:lnTo>
                  <a:lnTo>
                    <a:pt x="74126" y="25601"/>
                  </a:lnTo>
                  <a:lnTo>
                    <a:pt x="69785" y="28610"/>
                  </a:lnTo>
                  <a:lnTo>
                    <a:pt x="65540" y="31755"/>
                  </a:lnTo>
                  <a:lnTo>
                    <a:pt x="61397" y="35032"/>
                  </a:lnTo>
                  <a:lnTo>
                    <a:pt x="57359" y="38439"/>
                  </a:lnTo>
                  <a:lnTo>
                    <a:pt x="53431" y="41971"/>
                  </a:lnTo>
                  <a:lnTo>
                    <a:pt x="49617" y="45626"/>
                  </a:lnTo>
                  <a:lnTo>
                    <a:pt x="45920" y="49400"/>
                  </a:lnTo>
                  <a:lnTo>
                    <a:pt x="42345" y="53288"/>
                  </a:lnTo>
                  <a:lnTo>
                    <a:pt x="38893" y="57288"/>
                  </a:lnTo>
                  <a:lnTo>
                    <a:pt x="35570" y="61395"/>
                  </a:lnTo>
                  <a:lnTo>
                    <a:pt x="32379" y="65604"/>
                  </a:lnTo>
                  <a:lnTo>
                    <a:pt x="29322" y="69913"/>
                  </a:lnTo>
                  <a:lnTo>
                    <a:pt x="26402" y="74315"/>
                  </a:lnTo>
                  <a:lnTo>
                    <a:pt x="23624" y="78808"/>
                  </a:lnTo>
                  <a:lnTo>
                    <a:pt x="20988" y="83386"/>
                  </a:lnTo>
                  <a:lnTo>
                    <a:pt x="18499" y="88046"/>
                  </a:lnTo>
                  <a:lnTo>
                    <a:pt x="16158" y="92781"/>
                  </a:lnTo>
                  <a:lnTo>
                    <a:pt x="13967" y="97589"/>
                  </a:lnTo>
                  <a:lnTo>
                    <a:pt x="11930" y="102463"/>
                  </a:lnTo>
                  <a:lnTo>
                    <a:pt x="10048" y="107399"/>
                  </a:lnTo>
                  <a:lnTo>
                    <a:pt x="8323" y="112392"/>
                  </a:lnTo>
                  <a:lnTo>
                    <a:pt x="6756" y="117437"/>
                  </a:lnTo>
                  <a:lnTo>
                    <a:pt x="5350" y="122529"/>
                  </a:lnTo>
                  <a:lnTo>
                    <a:pt x="4105" y="127663"/>
                  </a:lnTo>
                  <a:lnTo>
                    <a:pt x="3023" y="132834"/>
                  </a:lnTo>
                  <a:lnTo>
                    <a:pt x="2105" y="138036"/>
                  </a:lnTo>
                  <a:lnTo>
                    <a:pt x="1352" y="143265"/>
                  </a:lnTo>
                  <a:lnTo>
                    <a:pt x="764" y="148515"/>
                  </a:lnTo>
                  <a:lnTo>
                    <a:pt x="342" y="153780"/>
                  </a:lnTo>
                  <a:lnTo>
                    <a:pt x="88" y="159057"/>
                  </a:lnTo>
                  <a:lnTo>
                    <a:pt x="0" y="164339"/>
                  </a:lnTo>
                  <a:lnTo>
                    <a:pt x="78" y="169621"/>
                  </a:lnTo>
                  <a:lnTo>
                    <a:pt x="324" y="174898"/>
                  </a:lnTo>
                  <a:lnTo>
                    <a:pt x="737" y="180165"/>
                  </a:lnTo>
                  <a:lnTo>
                    <a:pt x="1315" y="185416"/>
                  </a:lnTo>
                  <a:lnTo>
                    <a:pt x="2059" y="190646"/>
                  </a:lnTo>
                  <a:lnTo>
                    <a:pt x="2968" y="195849"/>
                  </a:lnTo>
                  <a:lnTo>
                    <a:pt x="4041" y="201022"/>
                  </a:lnTo>
                  <a:lnTo>
                    <a:pt x="5277" y="206158"/>
                  </a:lnTo>
                  <a:lnTo>
                    <a:pt x="6675" y="211253"/>
                  </a:lnTo>
                  <a:lnTo>
                    <a:pt x="8233" y="216300"/>
                  </a:lnTo>
                  <a:lnTo>
                    <a:pt x="9950" y="221296"/>
                  </a:lnTo>
                  <a:lnTo>
                    <a:pt x="11823" y="226236"/>
                  </a:lnTo>
                  <a:lnTo>
                    <a:pt x="13852" y="231113"/>
                  </a:lnTo>
                  <a:lnTo>
                    <a:pt x="16034" y="235924"/>
                  </a:lnTo>
                  <a:lnTo>
                    <a:pt x="18367" y="240664"/>
                  </a:lnTo>
                  <a:lnTo>
                    <a:pt x="20848" y="245328"/>
                  </a:lnTo>
                  <a:lnTo>
                    <a:pt x="23476" y="249911"/>
                  </a:lnTo>
                  <a:lnTo>
                    <a:pt x="26247" y="254408"/>
                  </a:lnTo>
                  <a:lnTo>
                    <a:pt x="29158" y="258816"/>
                  </a:lnTo>
                  <a:lnTo>
                    <a:pt x="32208" y="263130"/>
                  </a:lnTo>
                  <a:lnTo>
                    <a:pt x="35392" y="267345"/>
                  </a:lnTo>
                  <a:lnTo>
                    <a:pt x="38708" y="271457"/>
                  </a:lnTo>
                  <a:lnTo>
                    <a:pt x="42152" y="275463"/>
                  </a:lnTo>
                  <a:lnTo>
                    <a:pt x="45721" y="279357"/>
                  </a:lnTo>
                  <a:lnTo>
                    <a:pt x="49412" y="283137"/>
                  </a:lnTo>
                  <a:lnTo>
                    <a:pt x="53220" y="286799"/>
                  </a:lnTo>
                  <a:lnTo>
                    <a:pt x="57141" y="290338"/>
                  </a:lnTo>
                  <a:lnTo>
                    <a:pt x="61173" y="293752"/>
                  </a:lnTo>
                  <a:lnTo>
                    <a:pt x="65311" y="297036"/>
                  </a:lnTo>
                  <a:lnTo>
                    <a:pt x="69550" y="300188"/>
                  </a:lnTo>
                  <a:lnTo>
                    <a:pt x="73886" y="303205"/>
                  </a:lnTo>
                  <a:lnTo>
                    <a:pt x="78316" y="306083"/>
                  </a:lnTo>
                  <a:lnTo>
                    <a:pt x="82835" y="308820"/>
                  </a:lnTo>
                  <a:lnTo>
                    <a:pt x="87437" y="311413"/>
                  </a:lnTo>
                  <a:lnTo>
                    <a:pt x="92120" y="313859"/>
                  </a:lnTo>
                  <a:lnTo>
                    <a:pt x="96877" y="316155"/>
                  </a:lnTo>
                  <a:lnTo>
                    <a:pt x="101705" y="318300"/>
                  </a:lnTo>
                  <a:lnTo>
                    <a:pt x="106598" y="320292"/>
                  </a:lnTo>
                  <a:lnTo>
                    <a:pt x="111551" y="322128"/>
                  </a:lnTo>
                  <a:lnTo>
                    <a:pt x="116560" y="323807"/>
                  </a:lnTo>
                  <a:lnTo>
                    <a:pt x="121619" y="325326"/>
                  </a:lnTo>
                  <a:lnTo>
                    <a:pt x="126724" y="326685"/>
                  </a:lnTo>
                  <a:lnTo>
                    <a:pt x="131870" y="327882"/>
                  </a:lnTo>
                  <a:lnTo>
                    <a:pt x="137050" y="328916"/>
                  </a:lnTo>
                  <a:lnTo>
                    <a:pt x="142261" y="329785"/>
                  </a:lnTo>
                  <a:lnTo>
                    <a:pt x="147496" y="330490"/>
                  </a:lnTo>
                  <a:lnTo>
                    <a:pt x="152751" y="331028"/>
                  </a:lnTo>
                  <a:lnTo>
                    <a:pt x="158021" y="331401"/>
                  </a:lnTo>
                  <a:lnTo>
                    <a:pt x="163300" y="331606"/>
                  </a:lnTo>
                  <a:lnTo>
                    <a:pt x="168582" y="331645"/>
                  </a:lnTo>
                  <a:lnTo>
                    <a:pt x="173863" y="331517"/>
                  </a:lnTo>
                  <a:lnTo>
                    <a:pt x="179138" y="331222"/>
                  </a:lnTo>
                  <a:lnTo>
                    <a:pt x="184400" y="330760"/>
                  </a:lnTo>
                  <a:lnTo>
                    <a:pt x="189646" y="330133"/>
                  </a:lnTo>
                  <a:lnTo>
                    <a:pt x="194869" y="329340"/>
                  </a:lnTo>
                  <a:lnTo>
                    <a:pt x="200064" y="328382"/>
                  </a:lnTo>
                  <a:lnTo>
                    <a:pt x="205226" y="327261"/>
                  </a:lnTo>
                  <a:lnTo>
                    <a:pt x="210350" y="325977"/>
                  </a:lnTo>
                  <a:lnTo>
                    <a:pt x="215432" y="324532"/>
                  </a:lnTo>
                  <a:lnTo>
                    <a:pt x="220465" y="322927"/>
                  </a:lnTo>
                  <a:lnTo>
                    <a:pt x="225444" y="321164"/>
                  </a:lnTo>
                  <a:lnTo>
                    <a:pt x="230366" y="319244"/>
                  </a:lnTo>
                  <a:lnTo>
                    <a:pt x="235224" y="317170"/>
                  </a:lnTo>
                  <a:lnTo>
                    <a:pt x="240015" y="314943"/>
                  </a:lnTo>
                  <a:lnTo>
                    <a:pt x="244733" y="312566"/>
                  </a:lnTo>
                  <a:lnTo>
                    <a:pt x="249373" y="310041"/>
                  </a:lnTo>
                  <a:lnTo>
                    <a:pt x="253931" y="307371"/>
                  </a:lnTo>
                  <a:lnTo>
                    <a:pt x="258403" y="304558"/>
                  </a:lnTo>
                  <a:lnTo>
                    <a:pt x="262783" y="301606"/>
                  </a:lnTo>
                  <a:lnTo>
                    <a:pt x="267068" y="298516"/>
                  </a:lnTo>
                  <a:lnTo>
                    <a:pt x="271253" y="295292"/>
                  </a:lnTo>
                  <a:lnTo>
                    <a:pt x="275334" y="291938"/>
                  </a:lnTo>
                  <a:lnTo>
                    <a:pt x="279308" y="288457"/>
                  </a:lnTo>
                  <a:lnTo>
                    <a:pt x="283169" y="284852"/>
                  </a:lnTo>
                  <a:lnTo>
                    <a:pt x="286914" y="281126"/>
                  </a:lnTo>
                  <a:lnTo>
                    <a:pt x="290540" y="277284"/>
                  </a:lnTo>
                  <a:lnTo>
                    <a:pt x="294043" y="273330"/>
                  </a:lnTo>
                  <a:lnTo>
                    <a:pt x="297419" y="269266"/>
                  </a:lnTo>
                  <a:lnTo>
                    <a:pt x="300664" y="265098"/>
                  </a:lnTo>
                  <a:lnTo>
                    <a:pt x="303777" y="260830"/>
                  </a:lnTo>
                  <a:lnTo>
                    <a:pt x="306753" y="256465"/>
                  </a:lnTo>
                  <a:lnTo>
                    <a:pt x="309590" y="252009"/>
                  </a:lnTo>
                  <a:lnTo>
                    <a:pt x="312284" y="247465"/>
                  </a:lnTo>
                  <a:lnTo>
                    <a:pt x="314834" y="242838"/>
                  </a:lnTo>
                  <a:lnTo>
                    <a:pt x="317236" y="238133"/>
                  </a:lnTo>
                  <a:lnTo>
                    <a:pt x="319488" y="233355"/>
                  </a:lnTo>
                  <a:lnTo>
                    <a:pt x="321588" y="228507"/>
                  </a:lnTo>
                  <a:lnTo>
                    <a:pt x="323534" y="223596"/>
                  </a:lnTo>
                  <a:lnTo>
                    <a:pt x="325324" y="218626"/>
                  </a:lnTo>
                  <a:lnTo>
                    <a:pt x="326955" y="213602"/>
                  </a:lnTo>
                  <a:lnTo>
                    <a:pt x="328428" y="208528"/>
                  </a:lnTo>
                  <a:lnTo>
                    <a:pt x="329739" y="203411"/>
                  </a:lnTo>
                  <a:lnTo>
                    <a:pt x="330888" y="198255"/>
                  </a:lnTo>
                  <a:lnTo>
                    <a:pt x="331873" y="193065"/>
                  </a:lnTo>
                  <a:lnTo>
                    <a:pt x="332694" y="187846"/>
                  </a:lnTo>
                  <a:lnTo>
                    <a:pt x="333349" y="182604"/>
                  </a:lnTo>
                  <a:lnTo>
                    <a:pt x="333839" y="177344"/>
                  </a:lnTo>
                  <a:lnTo>
                    <a:pt x="334162" y="172071"/>
                  </a:lnTo>
                  <a:lnTo>
                    <a:pt x="334318" y="166791"/>
                  </a:lnTo>
                  <a:lnTo>
                    <a:pt x="334308" y="161508"/>
                  </a:lnTo>
                  <a:lnTo>
                    <a:pt x="334130" y="156229"/>
                  </a:lnTo>
                  <a:lnTo>
                    <a:pt x="333786" y="150957"/>
                  </a:lnTo>
                  <a:lnTo>
                    <a:pt x="333276" y="145699"/>
                  </a:lnTo>
                  <a:lnTo>
                    <a:pt x="332599" y="140460"/>
                  </a:lnTo>
                  <a:lnTo>
                    <a:pt x="331757" y="135245"/>
                  </a:lnTo>
                  <a:lnTo>
                    <a:pt x="330751" y="130059"/>
                  </a:lnTo>
                  <a:lnTo>
                    <a:pt x="329582" y="124907"/>
                  </a:lnTo>
                  <a:lnTo>
                    <a:pt x="328250" y="119795"/>
                  </a:lnTo>
                  <a:lnTo>
                    <a:pt x="326758" y="114727"/>
                  </a:lnTo>
                  <a:lnTo>
                    <a:pt x="325106" y="109710"/>
                  </a:lnTo>
                  <a:lnTo>
                    <a:pt x="323296" y="104747"/>
                  </a:lnTo>
                  <a:lnTo>
                    <a:pt x="321331" y="99843"/>
                  </a:lnTo>
                  <a:lnTo>
                    <a:pt x="319212" y="95004"/>
                  </a:lnTo>
                  <a:lnTo>
                    <a:pt x="316940" y="90235"/>
                  </a:lnTo>
                  <a:lnTo>
                    <a:pt x="314519" y="85539"/>
                  </a:lnTo>
                  <a:lnTo>
                    <a:pt x="311951" y="80923"/>
                  </a:lnTo>
                  <a:lnTo>
                    <a:pt x="309239" y="76390"/>
                  </a:lnTo>
                  <a:lnTo>
                    <a:pt x="306384" y="71945"/>
                  </a:lnTo>
                  <a:lnTo>
                    <a:pt x="303391" y="67592"/>
                  </a:lnTo>
                  <a:lnTo>
                    <a:pt x="300261" y="63336"/>
                  </a:lnTo>
                  <a:lnTo>
                    <a:pt x="296999" y="59181"/>
                  </a:lnTo>
                  <a:lnTo>
                    <a:pt x="293607" y="55131"/>
                  </a:lnTo>
                  <a:lnTo>
                    <a:pt x="290088" y="51191"/>
                  </a:lnTo>
                  <a:lnTo>
                    <a:pt x="286447" y="47363"/>
                  </a:lnTo>
                  <a:lnTo>
                    <a:pt x="282687" y="43653"/>
                  </a:lnTo>
                  <a:lnTo>
                    <a:pt x="278811" y="40063"/>
                  </a:lnTo>
                  <a:lnTo>
                    <a:pt x="274824" y="36598"/>
                  </a:lnTo>
                  <a:lnTo>
                    <a:pt x="270730" y="33260"/>
                  </a:lnTo>
                  <a:lnTo>
                    <a:pt x="266532" y="30053"/>
                  </a:lnTo>
                  <a:lnTo>
                    <a:pt x="262234" y="26980"/>
                  </a:lnTo>
                  <a:lnTo>
                    <a:pt x="257842" y="24045"/>
                  </a:lnTo>
                  <a:lnTo>
                    <a:pt x="253360" y="21250"/>
                  </a:lnTo>
                  <a:lnTo>
                    <a:pt x="248791" y="18598"/>
                  </a:lnTo>
                  <a:lnTo>
                    <a:pt x="167167" y="1644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423235" y="1681503"/>
              <a:ext cx="81623" cy="167167"/>
            </a:xfrm>
            <a:custGeom>
              <a:avLst/>
              <a:pathLst>
                <a:path w="81623" h="167167">
                  <a:moveTo>
                    <a:pt x="81623" y="21282"/>
                  </a:moveTo>
                  <a:lnTo>
                    <a:pt x="76616" y="18591"/>
                  </a:lnTo>
                  <a:lnTo>
                    <a:pt x="71520" y="16072"/>
                  </a:lnTo>
                  <a:lnTo>
                    <a:pt x="66341" y="13727"/>
                  </a:lnTo>
                  <a:lnTo>
                    <a:pt x="61086" y="11560"/>
                  </a:lnTo>
                  <a:lnTo>
                    <a:pt x="55760" y="9573"/>
                  </a:lnTo>
                  <a:lnTo>
                    <a:pt x="50369" y="7768"/>
                  </a:lnTo>
                  <a:lnTo>
                    <a:pt x="44920" y="6148"/>
                  </a:lnTo>
                  <a:lnTo>
                    <a:pt x="39419" y="4714"/>
                  </a:lnTo>
                  <a:lnTo>
                    <a:pt x="33873" y="3467"/>
                  </a:lnTo>
                  <a:lnTo>
                    <a:pt x="28287" y="2410"/>
                  </a:lnTo>
                  <a:lnTo>
                    <a:pt x="22669" y="1544"/>
                  </a:lnTo>
                  <a:lnTo>
                    <a:pt x="17025" y="869"/>
                  </a:lnTo>
                  <a:lnTo>
                    <a:pt x="11361" y="386"/>
                  </a:lnTo>
                  <a:lnTo>
                    <a:pt x="568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853884" y="1322571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320005" y="99478"/>
                  </a:lnTo>
                  <a:lnTo>
                    <a:pt x="317785" y="94674"/>
                  </a:lnTo>
                  <a:lnTo>
                    <a:pt x="315415" y="89941"/>
                  </a:lnTo>
                  <a:lnTo>
                    <a:pt x="312896" y="85287"/>
                  </a:lnTo>
                  <a:lnTo>
                    <a:pt x="310231" y="80714"/>
                  </a:lnTo>
                  <a:lnTo>
                    <a:pt x="307422" y="76228"/>
                  </a:lnTo>
                  <a:lnTo>
                    <a:pt x="304473" y="71833"/>
                  </a:lnTo>
                  <a:lnTo>
                    <a:pt x="301386" y="67534"/>
                  </a:lnTo>
                  <a:lnTo>
                    <a:pt x="298165" y="63334"/>
                  </a:lnTo>
                  <a:lnTo>
                    <a:pt x="294812" y="59239"/>
                  </a:lnTo>
                  <a:lnTo>
                    <a:pt x="291331" y="55252"/>
                  </a:lnTo>
                  <a:lnTo>
                    <a:pt x="287726" y="51377"/>
                  </a:lnTo>
                  <a:lnTo>
                    <a:pt x="284000" y="47618"/>
                  </a:lnTo>
                  <a:lnTo>
                    <a:pt x="280157" y="43979"/>
                  </a:lnTo>
                  <a:lnTo>
                    <a:pt x="276201" y="40463"/>
                  </a:lnTo>
                  <a:lnTo>
                    <a:pt x="272135" y="37075"/>
                  </a:lnTo>
                  <a:lnTo>
                    <a:pt x="267964" y="33817"/>
                  </a:lnTo>
                  <a:lnTo>
                    <a:pt x="263692" y="30692"/>
                  </a:lnTo>
                  <a:lnTo>
                    <a:pt x="259323" y="27704"/>
                  </a:lnTo>
                  <a:lnTo>
                    <a:pt x="254862" y="24857"/>
                  </a:lnTo>
                  <a:lnTo>
                    <a:pt x="250313" y="22151"/>
                  </a:lnTo>
                  <a:lnTo>
                    <a:pt x="245681" y="19591"/>
                  </a:lnTo>
                  <a:lnTo>
                    <a:pt x="240970" y="17179"/>
                  </a:lnTo>
                  <a:lnTo>
                    <a:pt x="236185" y="14918"/>
                  </a:lnTo>
                  <a:lnTo>
                    <a:pt x="231330" y="12809"/>
                  </a:lnTo>
                  <a:lnTo>
                    <a:pt x="226412" y="10855"/>
                  </a:lnTo>
                  <a:lnTo>
                    <a:pt x="221433" y="9057"/>
                  </a:lnTo>
                  <a:lnTo>
                    <a:pt x="216401" y="7418"/>
                  </a:lnTo>
                  <a:lnTo>
                    <a:pt x="211319" y="5939"/>
                  </a:lnTo>
                  <a:lnTo>
                    <a:pt x="206193" y="4622"/>
                  </a:lnTo>
                  <a:lnTo>
                    <a:pt x="201028" y="3467"/>
                  </a:lnTo>
                  <a:lnTo>
                    <a:pt x="195829" y="2477"/>
                  </a:lnTo>
                  <a:lnTo>
                    <a:pt x="190601" y="1652"/>
                  </a:lnTo>
                  <a:lnTo>
                    <a:pt x="185349" y="993"/>
                  </a:lnTo>
                  <a:lnTo>
                    <a:pt x="180080" y="500"/>
                  </a:lnTo>
                  <a:lnTo>
                    <a:pt x="174797" y="174"/>
                  </a:lnTo>
                  <a:lnTo>
                    <a:pt x="169507" y="1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88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378100" y="1071028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2" y="334"/>
                  </a:lnTo>
                  <a:lnTo>
                    <a:pt x="151323" y="751"/>
                  </a:lnTo>
                  <a:lnTo>
                    <a:pt x="146069" y="1335"/>
                  </a:lnTo>
                  <a:lnTo>
                    <a:pt x="140837" y="2085"/>
                  </a:lnTo>
                  <a:lnTo>
                    <a:pt x="135630" y="2999"/>
                  </a:lnTo>
                  <a:lnTo>
                    <a:pt x="130456" y="4078"/>
                  </a:lnTo>
                  <a:lnTo>
                    <a:pt x="125317" y="5320"/>
                  </a:lnTo>
                  <a:lnTo>
                    <a:pt x="120221" y="6724"/>
                  </a:lnTo>
                  <a:lnTo>
                    <a:pt x="115172" y="8288"/>
                  </a:lnTo>
                  <a:lnTo>
                    <a:pt x="110175" y="10011"/>
                  </a:lnTo>
                  <a:lnTo>
                    <a:pt x="105234" y="11892"/>
                  </a:lnTo>
                  <a:lnTo>
                    <a:pt x="100356" y="13927"/>
                  </a:lnTo>
                  <a:lnTo>
                    <a:pt x="95544" y="16116"/>
                  </a:lnTo>
                  <a:lnTo>
                    <a:pt x="90804" y="18456"/>
                  </a:lnTo>
                  <a:lnTo>
                    <a:pt x="86140" y="20944"/>
                  </a:lnTo>
                  <a:lnTo>
                    <a:pt x="81558" y="23579"/>
                  </a:lnTo>
                  <a:lnTo>
                    <a:pt x="77061" y="26357"/>
                  </a:lnTo>
                  <a:lnTo>
                    <a:pt x="72654" y="29276"/>
                  </a:lnTo>
                  <a:lnTo>
                    <a:pt x="68341" y="32333"/>
                  </a:lnTo>
                  <a:lnTo>
                    <a:pt x="64127" y="35525"/>
                  </a:lnTo>
                  <a:lnTo>
                    <a:pt x="60017" y="38848"/>
                  </a:lnTo>
                  <a:lnTo>
                    <a:pt x="56013" y="42300"/>
                  </a:lnTo>
                  <a:lnTo>
                    <a:pt x="52121" y="45876"/>
                  </a:lnTo>
                  <a:lnTo>
                    <a:pt x="48343" y="49574"/>
                  </a:lnTo>
                  <a:lnTo>
                    <a:pt x="44685" y="53390"/>
                  </a:lnTo>
                  <a:lnTo>
                    <a:pt x="41149" y="57319"/>
                  </a:lnTo>
                  <a:lnTo>
                    <a:pt x="37739" y="61358"/>
                  </a:lnTo>
                  <a:lnTo>
                    <a:pt x="34458" y="65503"/>
                  </a:lnTo>
                  <a:lnTo>
                    <a:pt x="31310" y="69749"/>
                  </a:lnTo>
                  <a:lnTo>
                    <a:pt x="28298" y="74093"/>
                  </a:lnTo>
                  <a:lnTo>
                    <a:pt x="25424" y="78530"/>
                  </a:lnTo>
                  <a:lnTo>
                    <a:pt x="22693" y="83055"/>
                  </a:lnTo>
                  <a:lnTo>
                    <a:pt x="20106" y="87665"/>
                  </a:lnTo>
                  <a:lnTo>
                    <a:pt x="17666" y="92354"/>
                  </a:lnTo>
                  <a:lnTo>
                    <a:pt x="15375" y="97118"/>
                  </a:lnTo>
                  <a:lnTo>
                    <a:pt x="13236" y="101952"/>
                  </a:lnTo>
                  <a:lnTo>
                    <a:pt x="11251" y="106851"/>
                  </a:lnTo>
                  <a:lnTo>
                    <a:pt x="9422" y="111811"/>
                  </a:lnTo>
                  <a:lnTo>
                    <a:pt x="7751" y="116826"/>
                  </a:lnTo>
                  <a:lnTo>
                    <a:pt x="6239" y="121891"/>
                  </a:lnTo>
                  <a:lnTo>
                    <a:pt x="4888" y="127002"/>
                  </a:lnTo>
                  <a:lnTo>
                    <a:pt x="3699" y="132152"/>
                  </a:lnTo>
                  <a:lnTo>
                    <a:pt x="2673" y="137338"/>
                  </a:lnTo>
                  <a:lnTo>
                    <a:pt x="1813" y="142553"/>
                  </a:lnTo>
                  <a:lnTo>
                    <a:pt x="1117" y="147793"/>
                  </a:lnTo>
                  <a:lnTo>
                    <a:pt x="587" y="153053"/>
                  </a:lnTo>
                  <a:lnTo>
                    <a:pt x="224" y="158326"/>
                  </a:lnTo>
                  <a:lnTo>
                    <a:pt x="28" y="163609"/>
                  </a:lnTo>
                  <a:lnTo>
                    <a:pt x="0" y="168895"/>
                  </a:lnTo>
                  <a:lnTo>
                    <a:pt x="138" y="174179"/>
                  </a:lnTo>
                  <a:lnTo>
                    <a:pt x="443" y="179456"/>
                  </a:lnTo>
                  <a:lnTo>
                    <a:pt x="915" y="184721"/>
                  </a:lnTo>
                  <a:lnTo>
                    <a:pt x="1553" y="189969"/>
                  </a:lnTo>
                  <a:lnTo>
                    <a:pt x="2357" y="195193"/>
                  </a:lnTo>
                  <a:lnTo>
                    <a:pt x="3325" y="200390"/>
                  </a:lnTo>
                  <a:lnTo>
                    <a:pt x="4458" y="205553"/>
                  </a:lnTo>
                  <a:lnTo>
                    <a:pt x="5753" y="210678"/>
                  </a:lnTo>
                  <a:lnTo>
                    <a:pt x="7209" y="215760"/>
                  </a:lnTo>
                  <a:lnTo>
                    <a:pt x="8825" y="220793"/>
                  </a:lnTo>
                  <a:lnTo>
                    <a:pt x="10600" y="225772"/>
                  </a:lnTo>
                  <a:lnTo>
                    <a:pt x="12531" y="230692"/>
                  </a:lnTo>
                  <a:lnTo>
                    <a:pt x="14617" y="235550"/>
                  </a:lnTo>
                  <a:lnTo>
                    <a:pt x="16855" y="240338"/>
                  </a:lnTo>
                  <a:lnTo>
                    <a:pt x="19244" y="245054"/>
                  </a:lnTo>
                  <a:lnTo>
                    <a:pt x="21780" y="249692"/>
                  </a:lnTo>
                  <a:lnTo>
                    <a:pt x="24462" y="254247"/>
                  </a:lnTo>
                  <a:lnTo>
                    <a:pt x="27287" y="258715"/>
                  </a:lnTo>
                  <a:lnTo>
                    <a:pt x="30251" y="263092"/>
                  </a:lnTo>
                  <a:lnTo>
                    <a:pt x="33353" y="267372"/>
                  </a:lnTo>
                  <a:lnTo>
                    <a:pt x="36588" y="271553"/>
                  </a:lnTo>
                  <a:lnTo>
                    <a:pt x="39954" y="275629"/>
                  </a:lnTo>
                  <a:lnTo>
                    <a:pt x="43446" y="279596"/>
                  </a:lnTo>
                  <a:lnTo>
                    <a:pt x="47063" y="283452"/>
                  </a:lnTo>
                  <a:lnTo>
                    <a:pt x="50800" y="287191"/>
                  </a:lnTo>
                  <a:lnTo>
                    <a:pt x="54653" y="290810"/>
                  </a:lnTo>
                  <a:lnTo>
                    <a:pt x="58618" y="294305"/>
                  </a:lnTo>
                  <a:lnTo>
                    <a:pt x="62692" y="297673"/>
                  </a:lnTo>
                  <a:lnTo>
                    <a:pt x="66871" y="300911"/>
                  </a:lnTo>
                  <a:lnTo>
                    <a:pt x="71149" y="304015"/>
                  </a:lnTo>
                  <a:lnTo>
                    <a:pt x="75524" y="306982"/>
                  </a:lnTo>
                  <a:lnTo>
                    <a:pt x="79991" y="309809"/>
                  </a:lnTo>
                  <a:lnTo>
                    <a:pt x="84544" y="312494"/>
                  </a:lnTo>
                  <a:lnTo>
                    <a:pt x="89180" y="315033"/>
                  </a:lnTo>
                  <a:lnTo>
                    <a:pt x="93895" y="317425"/>
                  </a:lnTo>
                  <a:lnTo>
                    <a:pt x="98682" y="319666"/>
                  </a:lnTo>
                  <a:lnTo>
                    <a:pt x="103538" y="321755"/>
                  </a:lnTo>
                  <a:lnTo>
                    <a:pt x="108457" y="323689"/>
                  </a:lnTo>
                  <a:lnTo>
                    <a:pt x="113435" y="325467"/>
                  </a:lnTo>
                  <a:lnTo>
                    <a:pt x="118467" y="327086"/>
                  </a:lnTo>
                  <a:lnTo>
                    <a:pt x="123548" y="328546"/>
                  </a:lnTo>
                  <a:lnTo>
                    <a:pt x="128672" y="329844"/>
                  </a:lnTo>
                  <a:lnTo>
                    <a:pt x="133835" y="330979"/>
                  </a:lnTo>
                  <a:lnTo>
                    <a:pt x="139031" y="331951"/>
                  </a:lnTo>
                  <a:lnTo>
                    <a:pt x="144255" y="332758"/>
                  </a:lnTo>
                  <a:lnTo>
                    <a:pt x="149502" y="333399"/>
                  </a:lnTo>
                  <a:lnTo>
                    <a:pt x="154766" y="333874"/>
                  </a:lnTo>
                  <a:lnTo>
                    <a:pt x="160044" y="334183"/>
                  </a:lnTo>
                  <a:lnTo>
                    <a:pt x="165328" y="334324"/>
                  </a:lnTo>
                  <a:lnTo>
                    <a:pt x="170614" y="334299"/>
                  </a:lnTo>
                  <a:lnTo>
                    <a:pt x="175896" y="334106"/>
                  </a:lnTo>
                  <a:lnTo>
                    <a:pt x="181170" y="333746"/>
                  </a:lnTo>
                  <a:lnTo>
                    <a:pt x="186430" y="333220"/>
                  </a:lnTo>
                  <a:lnTo>
                    <a:pt x="191670" y="332527"/>
                  </a:lnTo>
                  <a:lnTo>
                    <a:pt x="196886" y="331670"/>
                  </a:lnTo>
                  <a:lnTo>
                    <a:pt x="202073" y="330648"/>
                  </a:lnTo>
                  <a:lnTo>
                    <a:pt x="207224" y="329462"/>
                  </a:lnTo>
                  <a:lnTo>
                    <a:pt x="212335" y="328114"/>
                  </a:lnTo>
                  <a:lnTo>
                    <a:pt x="217401" y="326605"/>
                  </a:lnTo>
                  <a:lnTo>
                    <a:pt x="222417" y="324937"/>
                  </a:lnTo>
                  <a:lnTo>
                    <a:pt x="227378" y="323111"/>
                  </a:lnTo>
                  <a:lnTo>
                    <a:pt x="232278" y="321129"/>
                  </a:lnTo>
                  <a:lnTo>
                    <a:pt x="237114" y="318993"/>
                  </a:lnTo>
                  <a:lnTo>
                    <a:pt x="241879" y="316705"/>
                  </a:lnTo>
                  <a:lnTo>
                    <a:pt x="246570" y="314268"/>
                  </a:lnTo>
                  <a:lnTo>
                    <a:pt x="251181" y="311684"/>
                  </a:lnTo>
                  <a:lnTo>
                    <a:pt x="255708" y="308955"/>
                  </a:lnTo>
                  <a:lnTo>
                    <a:pt x="260147" y="306084"/>
                  </a:lnTo>
                  <a:lnTo>
                    <a:pt x="264493" y="303075"/>
                  </a:lnTo>
                  <a:lnTo>
                    <a:pt x="268741" y="299929"/>
                  </a:lnTo>
                  <a:lnTo>
                    <a:pt x="272888" y="296651"/>
                  </a:lnTo>
                  <a:lnTo>
                    <a:pt x="276929" y="293243"/>
                  </a:lnTo>
                  <a:lnTo>
                    <a:pt x="280860" y="289710"/>
                  </a:lnTo>
                  <a:lnTo>
                    <a:pt x="284678" y="286054"/>
                  </a:lnTo>
                  <a:lnTo>
                    <a:pt x="288378" y="282278"/>
                  </a:lnTo>
                  <a:lnTo>
                    <a:pt x="291957" y="278388"/>
                  </a:lnTo>
                  <a:lnTo>
                    <a:pt x="295411" y="274387"/>
                  </a:lnTo>
                  <a:lnTo>
                    <a:pt x="298737" y="270278"/>
                  </a:lnTo>
                  <a:lnTo>
                    <a:pt x="301931" y="266066"/>
                  </a:lnTo>
                  <a:lnTo>
                    <a:pt x="304991" y="261756"/>
                  </a:lnTo>
                  <a:lnTo>
                    <a:pt x="307913" y="257351"/>
                  </a:lnTo>
                  <a:lnTo>
                    <a:pt x="310694" y="252855"/>
                  </a:lnTo>
                  <a:lnTo>
                    <a:pt x="313331" y="248274"/>
                  </a:lnTo>
                  <a:lnTo>
                    <a:pt x="315822" y="243612"/>
                  </a:lnTo>
                  <a:lnTo>
                    <a:pt x="318165" y="238873"/>
                  </a:lnTo>
                  <a:lnTo>
                    <a:pt x="320357" y="234063"/>
                  </a:lnTo>
                  <a:lnTo>
                    <a:pt x="322395" y="229186"/>
                  </a:lnTo>
                  <a:lnTo>
                    <a:pt x="324279" y="224247"/>
                  </a:lnTo>
                  <a:lnTo>
                    <a:pt x="326005" y="219250"/>
                  </a:lnTo>
                  <a:lnTo>
                    <a:pt x="327572" y="214202"/>
                  </a:lnTo>
                  <a:lnTo>
                    <a:pt x="328979" y="209107"/>
                  </a:lnTo>
                  <a:lnTo>
                    <a:pt x="330224" y="203969"/>
                  </a:lnTo>
                  <a:lnTo>
                    <a:pt x="331306" y="198795"/>
                  </a:lnTo>
                  <a:lnTo>
                    <a:pt x="332224" y="193589"/>
                  </a:lnTo>
                  <a:lnTo>
                    <a:pt x="332977" y="188357"/>
                  </a:lnTo>
                  <a:lnTo>
                    <a:pt x="333564" y="183104"/>
                  </a:lnTo>
                  <a:lnTo>
                    <a:pt x="333985" y="177835"/>
                  </a:lnTo>
                  <a:lnTo>
                    <a:pt x="334239" y="172555"/>
                  </a:lnTo>
                  <a:lnTo>
                    <a:pt x="334325" y="167269"/>
                  </a:lnTo>
                  <a:lnTo>
                    <a:pt x="334245" y="161984"/>
                  </a:lnTo>
                  <a:lnTo>
                    <a:pt x="333998" y="156704"/>
                  </a:lnTo>
                  <a:lnTo>
                    <a:pt x="333583" y="151434"/>
                  </a:lnTo>
                  <a:lnTo>
                    <a:pt x="333003" y="146180"/>
                  </a:lnTo>
                  <a:lnTo>
                    <a:pt x="332256" y="140947"/>
                  </a:lnTo>
                  <a:lnTo>
                    <a:pt x="331345" y="135740"/>
                  </a:lnTo>
                  <a:lnTo>
                    <a:pt x="330269" y="130564"/>
                  </a:lnTo>
                  <a:lnTo>
                    <a:pt x="329030" y="125426"/>
                  </a:lnTo>
                  <a:lnTo>
                    <a:pt x="327630" y="120328"/>
                  </a:lnTo>
                  <a:lnTo>
                    <a:pt x="326068" y="115278"/>
                  </a:lnTo>
                  <a:lnTo>
                    <a:pt x="324348" y="110280"/>
                  </a:lnTo>
                  <a:lnTo>
                    <a:pt x="322471" y="105338"/>
                  </a:lnTo>
                  <a:lnTo>
                    <a:pt x="320439" y="100459"/>
                  </a:lnTo>
                  <a:lnTo>
                    <a:pt x="318253" y="95646"/>
                  </a:lnTo>
                  <a:lnTo>
                    <a:pt x="315916" y="90904"/>
                  </a:lnTo>
                  <a:lnTo>
                    <a:pt x="313430" y="86239"/>
                  </a:lnTo>
                  <a:lnTo>
                    <a:pt x="310799" y="81655"/>
                  </a:lnTo>
                  <a:lnTo>
                    <a:pt x="308023" y="77156"/>
                  </a:lnTo>
                  <a:lnTo>
                    <a:pt x="305107" y="72747"/>
                  </a:lnTo>
                  <a:lnTo>
                    <a:pt x="302052" y="68433"/>
                  </a:lnTo>
                  <a:lnTo>
                    <a:pt x="298863" y="64217"/>
                  </a:lnTo>
                  <a:lnTo>
                    <a:pt x="295542" y="60104"/>
                  </a:lnTo>
                  <a:lnTo>
                    <a:pt x="292093" y="56099"/>
                  </a:lnTo>
                  <a:lnTo>
                    <a:pt x="288519" y="52204"/>
                  </a:lnTo>
                  <a:lnTo>
                    <a:pt x="284824" y="48424"/>
                  </a:lnTo>
                  <a:lnTo>
                    <a:pt x="281010" y="44764"/>
                  </a:lnTo>
                  <a:lnTo>
                    <a:pt x="277083" y="41225"/>
                  </a:lnTo>
                  <a:lnTo>
                    <a:pt x="273046" y="37812"/>
                  </a:lnTo>
                  <a:lnTo>
                    <a:pt x="268904" y="3452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01721"/>
              <a:ext cx="101745" cy="136474"/>
            </a:xfrm>
            <a:custGeom>
              <a:avLst/>
              <a:pathLst>
                <a:path w="101745" h="136474">
                  <a:moveTo>
                    <a:pt x="101745" y="3837"/>
                  </a:moveTo>
                  <a:lnTo>
                    <a:pt x="96537" y="0"/>
                  </a:lnTo>
                  <a:lnTo>
                    <a:pt x="0" y="1364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071028"/>
              <a:ext cx="96537" cy="167167"/>
            </a:xfrm>
            <a:custGeom>
              <a:avLst/>
              <a:pathLst>
                <a:path w="96537" h="167167">
                  <a:moveTo>
                    <a:pt x="96537" y="30692"/>
                  </a:moveTo>
                  <a:lnTo>
                    <a:pt x="91814" y="27471"/>
                  </a:lnTo>
                  <a:lnTo>
                    <a:pt x="86983" y="24413"/>
                  </a:lnTo>
                  <a:lnTo>
                    <a:pt x="82051" y="21522"/>
                  </a:lnTo>
                  <a:lnTo>
                    <a:pt x="77022" y="18801"/>
                  </a:lnTo>
                  <a:lnTo>
                    <a:pt x="71904" y="16254"/>
                  </a:lnTo>
                  <a:lnTo>
                    <a:pt x="66701" y="13883"/>
                  </a:lnTo>
                  <a:lnTo>
                    <a:pt x="61420" y="11692"/>
                  </a:lnTo>
                  <a:lnTo>
                    <a:pt x="56067" y="9683"/>
                  </a:lnTo>
                  <a:lnTo>
                    <a:pt x="50649" y="7857"/>
                  </a:lnTo>
                  <a:lnTo>
                    <a:pt x="45172" y="6218"/>
                  </a:lnTo>
                  <a:lnTo>
                    <a:pt x="39642" y="4768"/>
                  </a:lnTo>
                  <a:lnTo>
                    <a:pt x="34065" y="3507"/>
                  </a:lnTo>
                  <a:lnTo>
                    <a:pt x="28448" y="2438"/>
                  </a:lnTo>
                  <a:lnTo>
                    <a:pt x="22799" y="1562"/>
                  </a:lnTo>
                  <a:lnTo>
                    <a:pt x="17122" y="879"/>
                  </a:lnTo>
                  <a:lnTo>
                    <a:pt x="11426" y="390"/>
                  </a:lnTo>
                  <a:lnTo>
                    <a:pt x="571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24620" y="941493"/>
              <a:ext cx="98923" cy="167167"/>
            </a:xfrm>
            <a:custGeom>
              <a:avLst/>
              <a:pathLst>
                <a:path w="98923" h="167167">
                  <a:moveTo>
                    <a:pt x="98923" y="0"/>
                  </a:moveTo>
                  <a:lnTo>
                    <a:pt x="93353" y="92"/>
                  </a:lnTo>
                  <a:lnTo>
                    <a:pt x="87788" y="371"/>
                  </a:lnTo>
                  <a:lnTo>
                    <a:pt x="82236" y="834"/>
                  </a:lnTo>
                  <a:lnTo>
                    <a:pt x="76703" y="1483"/>
                  </a:lnTo>
                  <a:lnTo>
                    <a:pt x="71194" y="2315"/>
                  </a:lnTo>
                  <a:lnTo>
                    <a:pt x="65717" y="3331"/>
                  </a:lnTo>
                  <a:lnTo>
                    <a:pt x="60276" y="4528"/>
                  </a:lnTo>
                  <a:lnTo>
                    <a:pt x="54878" y="5906"/>
                  </a:lnTo>
                  <a:lnTo>
                    <a:pt x="49528" y="7464"/>
                  </a:lnTo>
                  <a:lnTo>
                    <a:pt x="44234" y="9198"/>
                  </a:lnTo>
                  <a:lnTo>
                    <a:pt x="39001" y="11108"/>
                  </a:lnTo>
                  <a:lnTo>
                    <a:pt x="33834" y="13192"/>
                  </a:lnTo>
                  <a:lnTo>
                    <a:pt x="28739" y="15446"/>
                  </a:lnTo>
                  <a:lnTo>
                    <a:pt x="23722" y="17869"/>
                  </a:lnTo>
                  <a:lnTo>
                    <a:pt x="18789" y="20458"/>
                  </a:lnTo>
                  <a:lnTo>
                    <a:pt x="13945" y="23210"/>
                  </a:lnTo>
                  <a:lnTo>
                    <a:pt x="9195" y="26121"/>
                  </a:lnTo>
                  <a:lnTo>
                    <a:pt x="4545" y="29190"/>
                  </a:lnTo>
                  <a:lnTo>
                    <a:pt x="0" y="32411"/>
                  </a:lnTo>
                  <a:lnTo>
                    <a:pt x="9892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24620" y="973905"/>
              <a:ext cx="98923" cy="134755"/>
            </a:xfrm>
            <a:custGeom>
              <a:avLst/>
              <a:pathLst>
                <a:path w="98923" h="134755">
                  <a:moveTo>
                    <a:pt x="0" y="0"/>
                  </a:moveTo>
                  <a:lnTo>
                    <a:pt x="98923" y="1347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56395" y="973905"/>
              <a:ext cx="334298" cy="301923"/>
            </a:xfrm>
            <a:custGeom>
              <a:avLst/>
              <a:pathLst>
                <a:path w="334298" h="301923">
                  <a:moveTo>
                    <a:pt x="68224" y="0"/>
                  </a:moveTo>
                  <a:lnTo>
                    <a:pt x="63996" y="3208"/>
                  </a:lnTo>
                  <a:lnTo>
                    <a:pt x="59872" y="6549"/>
                  </a:lnTo>
                  <a:lnTo>
                    <a:pt x="55855" y="10020"/>
                  </a:lnTo>
                  <a:lnTo>
                    <a:pt x="51951" y="13616"/>
                  </a:lnTo>
                  <a:lnTo>
                    <a:pt x="48163" y="17335"/>
                  </a:lnTo>
                  <a:lnTo>
                    <a:pt x="44495" y="21171"/>
                  </a:lnTo>
                  <a:lnTo>
                    <a:pt x="40951" y="25123"/>
                  </a:lnTo>
                  <a:lnTo>
                    <a:pt x="37534" y="29185"/>
                  </a:lnTo>
                  <a:lnTo>
                    <a:pt x="34247" y="33353"/>
                  </a:lnTo>
                  <a:lnTo>
                    <a:pt x="31095" y="37624"/>
                  </a:lnTo>
                  <a:lnTo>
                    <a:pt x="28080" y="41992"/>
                  </a:lnTo>
                  <a:lnTo>
                    <a:pt x="25205" y="46454"/>
                  </a:lnTo>
                  <a:lnTo>
                    <a:pt x="22473" y="51005"/>
                  </a:lnTo>
                  <a:lnTo>
                    <a:pt x="19887" y="55641"/>
                  </a:lnTo>
                  <a:lnTo>
                    <a:pt x="17449" y="60356"/>
                  </a:lnTo>
                  <a:lnTo>
                    <a:pt x="15163" y="65146"/>
                  </a:lnTo>
                  <a:lnTo>
                    <a:pt x="13029" y="70007"/>
                  </a:lnTo>
                  <a:lnTo>
                    <a:pt x="11051" y="74932"/>
                  </a:lnTo>
                  <a:lnTo>
                    <a:pt x="9231" y="79918"/>
                  </a:lnTo>
                  <a:lnTo>
                    <a:pt x="7569" y="84960"/>
                  </a:lnTo>
                  <a:lnTo>
                    <a:pt x="6069" y="90051"/>
                  </a:lnTo>
                  <a:lnTo>
                    <a:pt x="4731" y="95188"/>
                  </a:lnTo>
                  <a:lnTo>
                    <a:pt x="3556" y="100364"/>
                  </a:lnTo>
                  <a:lnTo>
                    <a:pt x="2547" y="105575"/>
                  </a:lnTo>
                  <a:lnTo>
                    <a:pt x="1703" y="110816"/>
                  </a:lnTo>
                  <a:lnTo>
                    <a:pt x="1027" y="116081"/>
                  </a:lnTo>
                  <a:lnTo>
                    <a:pt x="518" y="121364"/>
                  </a:lnTo>
                  <a:lnTo>
                    <a:pt x="177" y="126661"/>
                  </a:lnTo>
                  <a:lnTo>
                    <a:pt x="4" y="131967"/>
                  </a:lnTo>
                  <a:lnTo>
                    <a:pt x="0" y="137275"/>
                  </a:lnTo>
                  <a:lnTo>
                    <a:pt x="164" y="142580"/>
                  </a:lnTo>
                  <a:lnTo>
                    <a:pt x="496" y="147878"/>
                  </a:lnTo>
                  <a:lnTo>
                    <a:pt x="997" y="153162"/>
                  </a:lnTo>
                  <a:lnTo>
                    <a:pt x="1665" y="158428"/>
                  </a:lnTo>
                  <a:lnTo>
                    <a:pt x="2500" y="163670"/>
                  </a:lnTo>
                  <a:lnTo>
                    <a:pt x="3501" y="168883"/>
                  </a:lnTo>
                  <a:lnTo>
                    <a:pt x="4667" y="174061"/>
                  </a:lnTo>
                  <a:lnTo>
                    <a:pt x="5997" y="179200"/>
                  </a:lnTo>
                  <a:lnTo>
                    <a:pt x="7489" y="184294"/>
                  </a:lnTo>
                  <a:lnTo>
                    <a:pt x="9143" y="189338"/>
                  </a:lnTo>
                  <a:lnTo>
                    <a:pt x="10955" y="194327"/>
                  </a:lnTo>
                  <a:lnTo>
                    <a:pt x="12925" y="199256"/>
                  </a:lnTo>
                  <a:lnTo>
                    <a:pt x="15051" y="204120"/>
                  </a:lnTo>
                  <a:lnTo>
                    <a:pt x="17330" y="208914"/>
                  </a:lnTo>
                  <a:lnTo>
                    <a:pt x="19760" y="213633"/>
                  </a:lnTo>
                  <a:lnTo>
                    <a:pt x="22338" y="218272"/>
                  </a:lnTo>
                  <a:lnTo>
                    <a:pt x="25063" y="222828"/>
                  </a:lnTo>
                  <a:lnTo>
                    <a:pt x="27931" y="227294"/>
                  </a:lnTo>
                  <a:lnTo>
                    <a:pt x="30939" y="231668"/>
                  </a:lnTo>
                  <a:lnTo>
                    <a:pt x="34084" y="235943"/>
                  </a:lnTo>
                  <a:lnTo>
                    <a:pt x="37364" y="240117"/>
                  </a:lnTo>
                  <a:lnTo>
                    <a:pt x="40775" y="244184"/>
                  </a:lnTo>
                  <a:lnTo>
                    <a:pt x="44313" y="248141"/>
                  </a:lnTo>
                  <a:lnTo>
                    <a:pt x="47974" y="251984"/>
                  </a:lnTo>
                  <a:lnTo>
                    <a:pt x="51756" y="255709"/>
                  </a:lnTo>
                  <a:lnTo>
                    <a:pt x="55655" y="259311"/>
                  </a:lnTo>
                  <a:lnTo>
                    <a:pt x="59665" y="262788"/>
                  </a:lnTo>
                  <a:lnTo>
                    <a:pt x="63784" y="266136"/>
                  </a:lnTo>
                  <a:lnTo>
                    <a:pt x="68008" y="269352"/>
                  </a:lnTo>
                  <a:lnTo>
                    <a:pt x="72331" y="272431"/>
                  </a:lnTo>
                  <a:lnTo>
                    <a:pt x="76750" y="275372"/>
                  </a:lnTo>
                  <a:lnTo>
                    <a:pt x="81260" y="278171"/>
                  </a:lnTo>
                  <a:lnTo>
                    <a:pt x="85856" y="280826"/>
                  </a:lnTo>
                  <a:lnTo>
                    <a:pt x="90535" y="283333"/>
                  </a:lnTo>
                  <a:lnTo>
                    <a:pt x="95291" y="285691"/>
                  </a:lnTo>
                  <a:lnTo>
                    <a:pt x="100119" y="287896"/>
                  </a:lnTo>
                  <a:lnTo>
                    <a:pt x="105015" y="289947"/>
                  </a:lnTo>
                  <a:lnTo>
                    <a:pt x="109973" y="291841"/>
                  </a:lnTo>
                  <a:lnTo>
                    <a:pt x="114989" y="293577"/>
                  </a:lnTo>
                  <a:lnTo>
                    <a:pt x="120058" y="295153"/>
                  </a:lnTo>
                  <a:lnTo>
                    <a:pt x="125174" y="296567"/>
                  </a:lnTo>
                  <a:lnTo>
                    <a:pt x="130333" y="297818"/>
                  </a:lnTo>
                  <a:lnTo>
                    <a:pt x="135528" y="298905"/>
                  </a:lnTo>
                  <a:lnTo>
                    <a:pt x="140756" y="299826"/>
                  </a:lnTo>
                  <a:lnTo>
                    <a:pt x="146010" y="300581"/>
                  </a:lnTo>
                  <a:lnTo>
                    <a:pt x="151286" y="301168"/>
                  </a:lnTo>
                  <a:lnTo>
                    <a:pt x="156577" y="301588"/>
                  </a:lnTo>
                  <a:lnTo>
                    <a:pt x="161879" y="301840"/>
                  </a:lnTo>
                  <a:lnTo>
                    <a:pt x="167186" y="301923"/>
                  </a:lnTo>
                  <a:lnTo>
                    <a:pt x="172494" y="301837"/>
                  </a:lnTo>
                  <a:lnTo>
                    <a:pt x="177796" y="301583"/>
                  </a:lnTo>
                  <a:lnTo>
                    <a:pt x="183087" y="301161"/>
                  </a:lnTo>
                  <a:lnTo>
                    <a:pt x="188362" y="300571"/>
                  </a:lnTo>
                  <a:lnTo>
                    <a:pt x="193616" y="299814"/>
                  </a:lnTo>
                  <a:lnTo>
                    <a:pt x="198843" y="298890"/>
                  </a:lnTo>
                  <a:lnTo>
                    <a:pt x="204038" y="297801"/>
                  </a:lnTo>
                  <a:lnTo>
                    <a:pt x="209196" y="296548"/>
                  </a:lnTo>
                  <a:lnTo>
                    <a:pt x="214312" y="295131"/>
                  </a:lnTo>
                  <a:lnTo>
                    <a:pt x="219379" y="293553"/>
                  </a:lnTo>
                  <a:lnTo>
                    <a:pt x="224395" y="291815"/>
                  </a:lnTo>
                  <a:lnTo>
                    <a:pt x="229352" y="289918"/>
                  </a:lnTo>
                  <a:lnTo>
                    <a:pt x="234247" y="287865"/>
                  </a:lnTo>
                  <a:lnTo>
                    <a:pt x="239075" y="285658"/>
                  </a:lnTo>
                  <a:lnTo>
                    <a:pt x="243829" y="283298"/>
                  </a:lnTo>
                  <a:lnTo>
                    <a:pt x="248507" y="280788"/>
                  </a:lnTo>
                  <a:lnTo>
                    <a:pt x="253102" y="278132"/>
                  </a:lnTo>
                  <a:lnTo>
                    <a:pt x="257611" y="275331"/>
                  </a:lnTo>
                  <a:lnTo>
                    <a:pt x="262028" y="272388"/>
                  </a:lnTo>
                  <a:lnTo>
                    <a:pt x="266350" y="269306"/>
                  </a:lnTo>
                  <a:lnTo>
                    <a:pt x="270572" y="266089"/>
                  </a:lnTo>
                  <a:lnTo>
                    <a:pt x="274689" y="262739"/>
                  </a:lnTo>
                  <a:lnTo>
                    <a:pt x="278699" y="259260"/>
                  </a:lnTo>
                  <a:lnTo>
                    <a:pt x="282595" y="255656"/>
                  </a:lnTo>
                  <a:lnTo>
                    <a:pt x="286375" y="251929"/>
                  </a:lnTo>
                  <a:lnTo>
                    <a:pt x="290035" y="248085"/>
                  </a:lnTo>
                  <a:lnTo>
                    <a:pt x="293572" y="244126"/>
                  </a:lnTo>
                  <a:lnTo>
                    <a:pt x="296980" y="240057"/>
                  </a:lnTo>
                  <a:lnTo>
                    <a:pt x="300258" y="235882"/>
                  </a:lnTo>
                  <a:lnTo>
                    <a:pt x="303402" y="231605"/>
                  </a:lnTo>
                  <a:lnTo>
                    <a:pt x="306408" y="227230"/>
                  </a:lnTo>
                  <a:lnTo>
                    <a:pt x="309274" y="222762"/>
                  </a:lnTo>
                  <a:lnTo>
                    <a:pt x="311996" y="218206"/>
                  </a:lnTo>
                  <a:lnTo>
                    <a:pt x="314572" y="213565"/>
                  </a:lnTo>
                  <a:lnTo>
                    <a:pt x="317000" y="208845"/>
                  </a:lnTo>
                  <a:lnTo>
                    <a:pt x="319277" y="204050"/>
                  </a:lnTo>
                  <a:lnTo>
                    <a:pt x="321400" y="199185"/>
                  </a:lnTo>
                  <a:lnTo>
                    <a:pt x="323368" y="194255"/>
                  </a:lnTo>
                  <a:lnTo>
                    <a:pt x="325178" y="189265"/>
                  </a:lnTo>
                  <a:lnTo>
                    <a:pt x="326829" y="184220"/>
                  </a:lnTo>
                  <a:lnTo>
                    <a:pt x="328319" y="179126"/>
                  </a:lnTo>
                  <a:lnTo>
                    <a:pt x="329647" y="173986"/>
                  </a:lnTo>
                  <a:lnTo>
                    <a:pt x="330810" y="168808"/>
                  </a:lnTo>
                  <a:lnTo>
                    <a:pt x="331809" y="163594"/>
                  </a:lnTo>
                  <a:lnTo>
                    <a:pt x="332642" y="158352"/>
                  </a:lnTo>
                  <a:lnTo>
                    <a:pt x="333307" y="153086"/>
                  </a:lnTo>
                  <a:lnTo>
                    <a:pt x="333806" y="147801"/>
                  </a:lnTo>
                  <a:lnTo>
                    <a:pt x="334136" y="142503"/>
                  </a:lnTo>
                  <a:lnTo>
                    <a:pt x="334298" y="137198"/>
                  </a:lnTo>
                  <a:lnTo>
                    <a:pt x="334291" y="131890"/>
                  </a:lnTo>
                  <a:lnTo>
                    <a:pt x="334116" y="126585"/>
                  </a:lnTo>
                  <a:lnTo>
                    <a:pt x="333772" y="121288"/>
                  </a:lnTo>
                  <a:lnTo>
                    <a:pt x="333260" y="116004"/>
                  </a:lnTo>
                  <a:lnTo>
                    <a:pt x="332581" y="110740"/>
                  </a:lnTo>
                  <a:lnTo>
                    <a:pt x="331736" y="105500"/>
                  </a:lnTo>
                  <a:lnTo>
                    <a:pt x="330724" y="100289"/>
                  </a:lnTo>
                  <a:lnTo>
                    <a:pt x="329547" y="95113"/>
                  </a:lnTo>
                  <a:lnTo>
                    <a:pt x="328207" y="89977"/>
                  </a:lnTo>
                  <a:lnTo>
                    <a:pt x="326704" y="84886"/>
                  </a:lnTo>
                  <a:lnTo>
                    <a:pt x="325040" y="79846"/>
                  </a:lnTo>
                  <a:lnTo>
                    <a:pt x="323217" y="74861"/>
                  </a:lnTo>
                  <a:lnTo>
                    <a:pt x="321237" y="69936"/>
                  </a:lnTo>
                  <a:lnTo>
                    <a:pt x="319101" y="65076"/>
                  </a:lnTo>
                  <a:lnTo>
                    <a:pt x="316812" y="60287"/>
                  </a:lnTo>
                  <a:lnTo>
                    <a:pt x="314373" y="55573"/>
                  </a:lnTo>
                  <a:lnTo>
                    <a:pt x="311784" y="50939"/>
                  </a:lnTo>
                  <a:lnTo>
                    <a:pt x="309050" y="46389"/>
                  </a:lnTo>
                  <a:lnTo>
                    <a:pt x="306173" y="41928"/>
                  </a:lnTo>
                  <a:lnTo>
                    <a:pt x="303156" y="37561"/>
                  </a:lnTo>
                  <a:lnTo>
                    <a:pt x="300002" y="33292"/>
                  </a:lnTo>
                  <a:lnTo>
                    <a:pt x="296714" y="29125"/>
                  </a:lnTo>
                  <a:lnTo>
                    <a:pt x="293295" y="25065"/>
                  </a:lnTo>
                  <a:lnTo>
                    <a:pt x="289748" y="21115"/>
                  </a:lnTo>
                  <a:lnTo>
                    <a:pt x="286079" y="17280"/>
                  </a:lnTo>
                  <a:lnTo>
                    <a:pt x="167148" y="1347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5023544" y="941493"/>
              <a:ext cx="118930" cy="167167"/>
            </a:xfrm>
            <a:custGeom>
              <a:avLst/>
              <a:pathLst>
                <a:path w="118930" h="167167">
                  <a:moveTo>
                    <a:pt x="118930" y="49692"/>
                  </a:moveTo>
                  <a:lnTo>
                    <a:pt x="114992" y="45834"/>
                  </a:lnTo>
                  <a:lnTo>
                    <a:pt x="110928" y="42108"/>
                  </a:lnTo>
                  <a:lnTo>
                    <a:pt x="106744" y="38518"/>
                  </a:lnTo>
                  <a:lnTo>
                    <a:pt x="102444" y="35068"/>
                  </a:lnTo>
                  <a:lnTo>
                    <a:pt x="98032" y="31762"/>
                  </a:lnTo>
                  <a:lnTo>
                    <a:pt x="93514" y="28603"/>
                  </a:lnTo>
                  <a:lnTo>
                    <a:pt x="88893" y="25594"/>
                  </a:lnTo>
                  <a:lnTo>
                    <a:pt x="84177" y="22740"/>
                  </a:lnTo>
                  <a:lnTo>
                    <a:pt x="79368" y="20043"/>
                  </a:lnTo>
                  <a:lnTo>
                    <a:pt x="74474" y="17506"/>
                  </a:lnTo>
                  <a:lnTo>
                    <a:pt x="69498" y="15131"/>
                  </a:lnTo>
                  <a:lnTo>
                    <a:pt x="64447" y="12922"/>
                  </a:lnTo>
                  <a:lnTo>
                    <a:pt x="59325" y="10881"/>
                  </a:lnTo>
                  <a:lnTo>
                    <a:pt x="54140" y="9009"/>
                  </a:lnTo>
                  <a:lnTo>
                    <a:pt x="48895" y="7310"/>
                  </a:lnTo>
                  <a:lnTo>
                    <a:pt x="43597" y="5785"/>
                  </a:lnTo>
                  <a:lnTo>
                    <a:pt x="38252" y="4435"/>
                  </a:lnTo>
                  <a:lnTo>
                    <a:pt x="32865" y="3262"/>
                  </a:lnTo>
                  <a:lnTo>
                    <a:pt x="27442" y="2267"/>
                  </a:lnTo>
                  <a:lnTo>
                    <a:pt x="21989" y="1452"/>
                  </a:lnTo>
                  <a:lnTo>
                    <a:pt x="16513" y="817"/>
                  </a:lnTo>
                  <a:lnTo>
                    <a:pt x="11018" y="363"/>
                  </a:lnTo>
                  <a:lnTo>
                    <a:pt x="5512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19092" y="941493"/>
              <a:ext cx="167123" cy="167167"/>
            </a:xfrm>
            <a:custGeom>
              <a:avLst/>
              <a:pathLst>
                <a:path w="167123" h="167167">
                  <a:moveTo>
                    <a:pt x="167123" y="0"/>
                  </a:moveTo>
                  <a:lnTo>
                    <a:pt x="161733" y="86"/>
                  </a:lnTo>
                  <a:lnTo>
                    <a:pt x="156349" y="347"/>
                  </a:lnTo>
                  <a:lnTo>
                    <a:pt x="150976" y="781"/>
                  </a:lnTo>
                  <a:lnTo>
                    <a:pt x="145619" y="1388"/>
                  </a:lnTo>
                  <a:lnTo>
                    <a:pt x="140285" y="2168"/>
                  </a:lnTo>
                  <a:lnTo>
                    <a:pt x="134979" y="3119"/>
                  </a:lnTo>
                  <a:lnTo>
                    <a:pt x="129707" y="4241"/>
                  </a:lnTo>
                  <a:lnTo>
                    <a:pt x="124473" y="5532"/>
                  </a:lnTo>
                  <a:lnTo>
                    <a:pt x="119283" y="6991"/>
                  </a:lnTo>
                  <a:lnTo>
                    <a:pt x="114144" y="8617"/>
                  </a:lnTo>
                  <a:lnTo>
                    <a:pt x="109059" y="10408"/>
                  </a:lnTo>
                  <a:lnTo>
                    <a:pt x="104035" y="12361"/>
                  </a:lnTo>
                  <a:lnTo>
                    <a:pt x="99076" y="14476"/>
                  </a:lnTo>
                  <a:lnTo>
                    <a:pt x="94189" y="16749"/>
                  </a:lnTo>
                  <a:lnTo>
                    <a:pt x="89377" y="19179"/>
                  </a:lnTo>
                  <a:lnTo>
                    <a:pt x="84645" y="21763"/>
                  </a:lnTo>
                  <a:lnTo>
                    <a:pt x="80000" y="24498"/>
                  </a:lnTo>
                  <a:lnTo>
                    <a:pt x="75445" y="27381"/>
                  </a:lnTo>
                  <a:lnTo>
                    <a:pt x="70986" y="30410"/>
                  </a:lnTo>
                  <a:lnTo>
                    <a:pt x="66626" y="33581"/>
                  </a:lnTo>
                  <a:lnTo>
                    <a:pt x="62371" y="36890"/>
                  </a:lnTo>
                  <a:lnTo>
                    <a:pt x="58225" y="40336"/>
                  </a:lnTo>
                  <a:lnTo>
                    <a:pt x="54193" y="43913"/>
                  </a:lnTo>
                  <a:lnTo>
                    <a:pt x="50277" y="47618"/>
                  </a:lnTo>
                  <a:lnTo>
                    <a:pt x="46483" y="51448"/>
                  </a:lnTo>
                  <a:lnTo>
                    <a:pt x="42815" y="55398"/>
                  </a:lnTo>
                  <a:lnTo>
                    <a:pt x="39276" y="59464"/>
                  </a:lnTo>
                  <a:lnTo>
                    <a:pt x="35870" y="63642"/>
                  </a:lnTo>
                  <a:lnTo>
                    <a:pt x="32600" y="67928"/>
                  </a:lnTo>
                  <a:lnTo>
                    <a:pt x="29470" y="72317"/>
                  </a:lnTo>
                  <a:lnTo>
                    <a:pt x="26483" y="76804"/>
                  </a:lnTo>
                  <a:lnTo>
                    <a:pt x="23643" y="81386"/>
                  </a:lnTo>
                  <a:lnTo>
                    <a:pt x="20952" y="86057"/>
                  </a:lnTo>
                  <a:lnTo>
                    <a:pt x="18413" y="90812"/>
                  </a:lnTo>
                  <a:lnTo>
                    <a:pt x="16028" y="95647"/>
                  </a:lnTo>
                  <a:lnTo>
                    <a:pt x="13800" y="100556"/>
                  </a:lnTo>
                  <a:lnTo>
                    <a:pt x="11732" y="105534"/>
                  </a:lnTo>
                  <a:lnTo>
                    <a:pt x="9826" y="110576"/>
                  </a:lnTo>
                  <a:lnTo>
                    <a:pt x="8083" y="115677"/>
                  </a:lnTo>
                  <a:lnTo>
                    <a:pt x="6506" y="120832"/>
                  </a:lnTo>
                  <a:lnTo>
                    <a:pt x="5095" y="126035"/>
                  </a:lnTo>
                  <a:lnTo>
                    <a:pt x="3853" y="131280"/>
                  </a:lnTo>
                  <a:lnTo>
                    <a:pt x="2781" y="136563"/>
                  </a:lnTo>
                  <a:lnTo>
                    <a:pt x="1880" y="141878"/>
                  </a:lnTo>
                  <a:lnTo>
                    <a:pt x="1150" y="147219"/>
                  </a:lnTo>
                  <a:lnTo>
                    <a:pt x="593" y="152581"/>
                  </a:lnTo>
                  <a:lnTo>
                    <a:pt x="210" y="157958"/>
                  </a:lnTo>
                  <a:lnTo>
                    <a:pt x="0" y="163345"/>
                  </a:lnTo>
                  <a:lnTo>
                    <a:pt x="16712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19092" y="1104838"/>
              <a:ext cx="167123" cy="3822"/>
            </a:xfrm>
            <a:custGeom>
              <a:avLst/>
              <a:pathLst>
                <a:path w="167123" h="3822">
                  <a:moveTo>
                    <a:pt x="0" y="0"/>
                  </a:moveTo>
                  <a:lnTo>
                    <a:pt x="167123" y="38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19056" y="1104838"/>
              <a:ext cx="167158" cy="164735"/>
            </a:xfrm>
            <a:custGeom>
              <a:avLst/>
              <a:pathLst>
                <a:path w="167158" h="164735">
                  <a:moveTo>
                    <a:pt x="35" y="0"/>
                  </a:moveTo>
                  <a:lnTo>
                    <a:pt x="0" y="5513"/>
                  </a:lnTo>
                  <a:lnTo>
                    <a:pt x="146" y="11024"/>
                  </a:lnTo>
                  <a:lnTo>
                    <a:pt x="474" y="16527"/>
                  </a:lnTo>
                  <a:lnTo>
                    <a:pt x="984" y="22017"/>
                  </a:lnTo>
                  <a:lnTo>
                    <a:pt x="1674" y="27487"/>
                  </a:lnTo>
                  <a:lnTo>
                    <a:pt x="2545" y="32931"/>
                  </a:lnTo>
                  <a:lnTo>
                    <a:pt x="3594" y="38343"/>
                  </a:lnTo>
                  <a:lnTo>
                    <a:pt x="4822" y="43718"/>
                  </a:lnTo>
                  <a:lnTo>
                    <a:pt x="6225" y="49049"/>
                  </a:lnTo>
                  <a:lnTo>
                    <a:pt x="7804" y="54331"/>
                  </a:lnTo>
                  <a:lnTo>
                    <a:pt x="9557" y="59559"/>
                  </a:lnTo>
                  <a:lnTo>
                    <a:pt x="11480" y="64725"/>
                  </a:lnTo>
                  <a:lnTo>
                    <a:pt x="13573" y="69826"/>
                  </a:lnTo>
                  <a:lnTo>
                    <a:pt x="15833" y="74855"/>
                  </a:lnTo>
                  <a:lnTo>
                    <a:pt x="18258" y="79806"/>
                  </a:lnTo>
                  <a:lnTo>
                    <a:pt x="20844" y="84675"/>
                  </a:lnTo>
                  <a:lnTo>
                    <a:pt x="23590" y="89455"/>
                  </a:lnTo>
                  <a:lnTo>
                    <a:pt x="26492" y="94143"/>
                  </a:lnTo>
                  <a:lnTo>
                    <a:pt x="29547" y="98733"/>
                  </a:lnTo>
                  <a:lnTo>
                    <a:pt x="32752" y="103219"/>
                  </a:lnTo>
                  <a:lnTo>
                    <a:pt x="36102" y="107597"/>
                  </a:lnTo>
                  <a:lnTo>
                    <a:pt x="39596" y="111862"/>
                  </a:lnTo>
                  <a:lnTo>
                    <a:pt x="43228" y="116010"/>
                  </a:lnTo>
                  <a:lnTo>
                    <a:pt x="46994" y="120035"/>
                  </a:lnTo>
                  <a:lnTo>
                    <a:pt x="50892" y="123935"/>
                  </a:lnTo>
                  <a:lnTo>
                    <a:pt x="54916" y="127703"/>
                  </a:lnTo>
                  <a:lnTo>
                    <a:pt x="59062" y="131337"/>
                  </a:lnTo>
                  <a:lnTo>
                    <a:pt x="63326" y="134832"/>
                  </a:lnTo>
                  <a:lnTo>
                    <a:pt x="67702" y="138185"/>
                  </a:lnTo>
                  <a:lnTo>
                    <a:pt x="72187" y="141391"/>
                  </a:lnTo>
                  <a:lnTo>
                    <a:pt x="76775" y="144448"/>
                  </a:lnTo>
                  <a:lnTo>
                    <a:pt x="81462" y="147352"/>
                  </a:lnTo>
                  <a:lnTo>
                    <a:pt x="86241" y="150100"/>
                  </a:lnTo>
                  <a:lnTo>
                    <a:pt x="91109" y="152689"/>
                  </a:lnTo>
                  <a:lnTo>
                    <a:pt x="96059" y="155116"/>
                  </a:lnTo>
                  <a:lnTo>
                    <a:pt x="101087" y="157378"/>
                  </a:lnTo>
                  <a:lnTo>
                    <a:pt x="106186" y="159473"/>
                  </a:lnTo>
                  <a:lnTo>
                    <a:pt x="111352" y="161399"/>
                  </a:lnTo>
                  <a:lnTo>
                    <a:pt x="116579" y="163154"/>
                  </a:lnTo>
                  <a:lnTo>
                    <a:pt x="121860" y="164735"/>
                  </a:lnTo>
                  <a:lnTo>
                    <a:pt x="167158" y="3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440917" y="941493"/>
              <a:ext cx="212462" cy="334320"/>
            </a:xfrm>
            <a:custGeom>
              <a:avLst/>
              <a:pathLst>
                <a:path w="212462" h="334320">
                  <a:moveTo>
                    <a:pt x="0" y="328080"/>
                  </a:moveTo>
                  <a:lnTo>
                    <a:pt x="5159" y="329444"/>
                  </a:lnTo>
                  <a:lnTo>
                    <a:pt x="10359" y="330642"/>
                  </a:lnTo>
                  <a:lnTo>
                    <a:pt x="15595" y="331674"/>
                  </a:lnTo>
                  <a:lnTo>
                    <a:pt x="20861" y="332539"/>
                  </a:lnTo>
                  <a:lnTo>
                    <a:pt x="26152" y="333234"/>
                  </a:lnTo>
                  <a:lnTo>
                    <a:pt x="31463" y="333761"/>
                  </a:lnTo>
                  <a:lnTo>
                    <a:pt x="36788" y="334118"/>
                  </a:lnTo>
                  <a:lnTo>
                    <a:pt x="42121" y="334304"/>
                  </a:lnTo>
                  <a:lnTo>
                    <a:pt x="47458" y="334320"/>
                  </a:lnTo>
                  <a:lnTo>
                    <a:pt x="52792" y="334166"/>
                  </a:lnTo>
                  <a:lnTo>
                    <a:pt x="58119" y="333842"/>
                  </a:lnTo>
                  <a:lnTo>
                    <a:pt x="63433" y="333348"/>
                  </a:lnTo>
                  <a:lnTo>
                    <a:pt x="68728" y="332684"/>
                  </a:lnTo>
                  <a:lnTo>
                    <a:pt x="73999" y="331852"/>
                  </a:lnTo>
                  <a:lnTo>
                    <a:pt x="79241" y="330852"/>
                  </a:lnTo>
                  <a:lnTo>
                    <a:pt x="84449" y="329685"/>
                  </a:lnTo>
                  <a:lnTo>
                    <a:pt x="89616" y="328353"/>
                  </a:lnTo>
                  <a:lnTo>
                    <a:pt x="94739" y="326856"/>
                  </a:lnTo>
                  <a:lnTo>
                    <a:pt x="99811" y="325196"/>
                  </a:lnTo>
                  <a:lnTo>
                    <a:pt x="104827" y="323376"/>
                  </a:lnTo>
                  <a:lnTo>
                    <a:pt x="109783" y="321396"/>
                  </a:lnTo>
                  <a:lnTo>
                    <a:pt x="114673" y="319259"/>
                  </a:lnTo>
                  <a:lnTo>
                    <a:pt x="119493" y="316967"/>
                  </a:lnTo>
                  <a:lnTo>
                    <a:pt x="124236" y="314522"/>
                  </a:lnTo>
                  <a:lnTo>
                    <a:pt x="128900" y="311928"/>
                  </a:lnTo>
                  <a:lnTo>
                    <a:pt x="133478" y="309185"/>
                  </a:lnTo>
                  <a:lnTo>
                    <a:pt x="137966" y="306298"/>
                  </a:lnTo>
                  <a:lnTo>
                    <a:pt x="142360" y="303269"/>
                  </a:lnTo>
                  <a:lnTo>
                    <a:pt x="146655" y="300102"/>
                  </a:lnTo>
                  <a:lnTo>
                    <a:pt x="150846" y="296799"/>
                  </a:lnTo>
                  <a:lnTo>
                    <a:pt x="154930" y="293364"/>
                  </a:lnTo>
                  <a:lnTo>
                    <a:pt x="158903" y="289800"/>
                  </a:lnTo>
                  <a:lnTo>
                    <a:pt x="162759" y="286111"/>
                  </a:lnTo>
                  <a:lnTo>
                    <a:pt x="166496" y="282301"/>
                  </a:lnTo>
                  <a:lnTo>
                    <a:pt x="170109" y="278374"/>
                  </a:lnTo>
                  <a:lnTo>
                    <a:pt x="173595" y="274333"/>
                  </a:lnTo>
                  <a:lnTo>
                    <a:pt x="176951" y="270183"/>
                  </a:lnTo>
                  <a:lnTo>
                    <a:pt x="180172" y="265929"/>
                  </a:lnTo>
                  <a:lnTo>
                    <a:pt x="183256" y="261573"/>
                  </a:lnTo>
                  <a:lnTo>
                    <a:pt x="186199" y="257121"/>
                  </a:lnTo>
                  <a:lnTo>
                    <a:pt x="188998" y="252578"/>
                  </a:lnTo>
                  <a:lnTo>
                    <a:pt x="191651" y="247948"/>
                  </a:lnTo>
                  <a:lnTo>
                    <a:pt x="194155" y="243235"/>
                  </a:lnTo>
                  <a:lnTo>
                    <a:pt x="196508" y="238445"/>
                  </a:lnTo>
                  <a:lnTo>
                    <a:pt x="198706" y="233582"/>
                  </a:lnTo>
                  <a:lnTo>
                    <a:pt x="200748" y="228651"/>
                  </a:lnTo>
                  <a:lnTo>
                    <a:pt x="202631" y="223658"/>
                  </a:lnTo>
                  <a:lnTo>
                    <a:pt x="204354" y="218607"/>
                  </a:lnTo>
                  <a:lnTo>
                    <a:pt x="205915" y="213504"/>
                  </a:lnTo>
                  <a:lnTo>
                    <a:pt x="207312" y="208353"/>
                  </a:lnTo>
                  <a:lnTo>
                    <a:pt x="208544" y="203161"/>
                  </a:lnTo>
                  <a:lnTo>
                    <a:pt x="209610" y="197932"/>
                  </a:lnTo>
                  <a:lnTo>
                    <a:pt x="210508" y="192671"/>
                  </a:lnTo>
                  <a:lnTo>
                    <a:pt x="211238" y="187385"/>
                  </a:lnTo>
                  <a:lnTo>
                    <a:pt x="211799" y="182078"/>
                  </a:lnTo>
                  <a:lnTo>
                    <a:pt x="212190" y="176755"/>
                  </a:lnTo>
                  <a:lnTo>
                    <a:pt x="212411" y="171423"/>
                  </a:lnTo>
                  <a:lnTo>
                    <a:pt x="212462" y="166087"/>
                  </a:lnTo>
                  <a:lnTo>
                    <a:pt x="212342" y="160752"/>
                  </a:lnTo>
                  <a:lnTo>
                    <a:pt x="212052" y="155423"/>
                  </a:lnTo>
                  <a:lnTo>
                    <a:pt x="211592" y="150106"/>
                  </a:lnTo>
                  <a:lnTo>
                    <a:pt x="210963" y="144807"/>
                  </a:lnTo>
                  <a:lnTo>
                    <a:pt x="210165" y="139530"/>
                  </a:lnTo>
                  <a:lnTo>
                    <a:pt x="209199" y="134282"/>
                  </a:lnTo>
                  <a:lnTo>
                    <a:pt x="208065" y="129067"/>
                  </a:lnTo>
                  <a:lnTo>
                    <a:pt x="206766" y="123891"/>
                  </a:lnTo>
                  <a:lnTo>
                    <a:pt x="205303" y="118759"/>
                  </a:lnTo>
                  <a:lnTo>
                    <a:pt x="203676" y="113676"/>
                  </a:lnTo>
                  <a:lnTo>
                    <a:pt x="201888" y="108648"/>
                  </a:lnTo>
                  <a:lnTo>
                    <a:pt x="199940" y="103679"/>
                  </a:lnTo>
                  <a:lnTo>
                    <a:pt x="197835" y="98776"/>
                  </a:lnTo>
                  <a:lnTo>
                    <a:pt x="195574" y="93941"/>
                  </a:lnTo>
                  <a:lnTo>
                    <a:pt x="193160" y="89182"/>
                  </a:lnTo>
                  <a:lnTo>
                    <a:pt x="190595" y="84502"/>
                  </a:lnTo>
                  <a:lnTo>
                    <a:pt x="187883" y="79906"/>
                  </a:lnTo>
                  <a:lnTo>
                    <a:pt x="185025" y="75399"/>
                  </a:lnTo>
                  <a:lnTo>
                    <a:pt x="182024" y="70986"/>
                  </a:lnTo>
                  <a:lnTo>
                    <a:pt x="178885" y="66671"/>
                  </a:lnTo>
                  <a:lnTo>
                    <a:pt x="175609" y="62458"/>
                  </a:lnTo>
                  <a:lnTo>
                    <a:pt x="172200" y="58352"/>
                  </a:lnTo>
                  <a:lnTo>
                    <a:pt x="168662" y="54357"/>
                  </a:lnTo>
                  <a:lnTo>
                    <a:pt x="164998" y="50476"/>
                  </a:lnTo>
                  <a:lnTo>
                    <a:pt x="161213" y="46715"/>
                  </a:lnTo>
                  <a:lnTo>
                    <a:pt x="157309" y="43076"/>
                  </a:lnTo>
                  <a:lnTo>
                    <a:pt x="153291" y="39564"/>
                  </a:lnTo>
                  <a:lnTo>
                    <a:pt x="149163" y="36182"/>
                  </a:lnTo>
                  <a:lnTo>
                    <a:pt x="144929" y="32933"/>
                  </a:lnTo>
                  <a:lnTo>
                    <a:pt x="140593" y="29822"/>
                  </a:lnTo>
                  <a:lnTo>
                    <a:pt x="136161" y="26850"/>
                  </a:lnTo>
                  <a:lnTo>
                    <a:pt x="131635" y="24021"/>
                  </a:lnTo>
                  <a:lnTo>
                    <a:pt x="127022" y="21338"/>
                  </a:lnTo>
                  <a:lnTo>
                    <a:pt x="122326" y="18804"/>
                  </a:lnTo>
                  <a:lnTo>
                    <a:pt x="117551" y="16421"/>
                  </a:lnTo>
                  <a:lnTo>
                    <a:pt x="112702" y="14191"/>
                  </a:lnTo>
                  <a:lnTo>
                    <a:pt x="107785" y="12118"/>
                  </a:lnTo>
                  <a:lnTo>
                    <a:pt x="102804" y="10202"/>
                  </a:lnTo>
                  <a:lnTo>
                    <a:pt x="97764" y="8446"/>
                  </a:lnTo>
                  <a:lnTo>
                    <a:pt x="92671" y="6853"/>
                  </a:lnTo>
                  <a:lnTo>
                    <a:pt x="87530" y="5422"/>
                  </a:lnTo>
                  <a:lnTo>
                    <a:pt x="82345" y="4156"/>
                  </a:lnTo>
                  <a:lnTo>
                    <a:pt x="77123" y="3057"/>
                  </a:lnTo>
                  <a:lnTo>
                    <a:pt x="71869" y="2125"/>
                  </a:lnTo>
                  <a:lnTo>
                    <a:pt x="66587" y="1361"/>
                  </a:lnTo>
                  <a:lnTo>
                    <a:pt x="61284" y="766"/>
                  </a:lnTo>
                  <a:lnTo>
                    <a:pt x="55964" y="340"/>
                  </a:lnTo>
                  <a:lnTo>
                    <a:pt x="50634" y="85"/>
                  </a:lnTo>
                  <a:lnTo>
                    <a:pt x="45298" y="0"/>
                  </a:lnTo>
                  <a:lnTo>
                    <a:pt x="452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797334" y="1071028"/>
              <a:ext cx="177158" cy="334333"/>
            </a:xfrm>
            <a:custGeom>
              <a:avLst/>
              <a:pathLst>
                <a:path w="177158" h="334333">
                  <a:moveTo>
                    <a:pt x="167167" y="0"/>
                  </a:moveTo>
                  <a:lnTo>
                    <a:pt x="161816" y="85"/>
                  </a:lnTo>
                  <a:lnTo>
                    <a:pt x="156470" y="342"/>
                  </a:lnTo>
                  <a:lnTo>
                    <a:pt x="151136" y="770"/>
                  </a:lnTo>
                  <a:lnTo>
                    <a:pt x="145818" y="1368"/>
                  </a:lnTo>
                  <a:lnTo>
                    <a:pt x="140522" y="2137"/>
                  </a:lnTo>
                  <a:lnTo>
                    <a:pt x="135253" y="3074"/>
                  </a:lnTo>
                  <a:lnTo>
                    <a:pt x="130017" y="4180"/>
                  </a:lnTo>
                  <a:lnTo>
                    <a:pt x="124820" y="5452"/>
                  </a:lnTo>
                  <a:lnTo>
                    <a:pt x="119665" y="6890"/>
                  </a:lnTo>
                  <a:lnTo>
                    <a:pt x="114559" y="8493"/>
                  </a:lnTo>
                  <a:lnTo>
                    <a:pt x="109507" y="10258"/>
                  </a:lnTo>
                  <a:lnTo>
                    <a:pt x="104514" y="12184"/>
                  </a:lnTo>
                  <a:lnTo>
                    <a:pt x="99586" y="14269"/>
                  </a:lnTo>
                  <a:lnTo>
                    <a:pt x="94726" y="16511"/>
                  </a:lnTo>
                  <a:lnTo>
                    <a:pt x="89941" y="18906"/>
                  </a:lnTo>
                  <a:lnTo>
                    <a:pt x="85235" y="21454"/>
                  </a:lnTo>
                  <a:lnTo>
                    <a:pt x="80613" y="24151"/>
                  </a:lnTo>
                  <a:lnTo>
                    <a:pt x="76080" y="26995"/>
                  </a:lnTo>
                  <a:lnTo>
                    <a:pt x="71640" y="29983"/>
                  </a:lnTo>
                  <a:lnTo>
                    <a:pt x="67297" y="33111"/>
                  </a:lnTo>
                  <a:lnTo>
                    <a:pt x="63058" y="36376"/>
                  </a:lnTo>
                  <a:lnTo>
                    <a:pt x="58925" y="39775"/>
                  </a:lnTo>
                  <a:lnTo>
                    <a:pt x="54902" y="43305"/>
                  </a:lnTo>
                  <a:lnTo>
                    <a:pt x="50995" y="46962"/>
                  </a:lnTo>
                  <a:lnTo>
                    <a:pt x="47207" y="50742"/>
                  </a:lnTo>
                  <a:lnTo>
                    <a:pt x="43542" y="54642"/>
                  </a:lnTo>
                  <a:lnTo>
                    <a:pt x="40004" y="58656"/>
                  </a:lnTo>
                  <a:lnTo>
                    <a:pt x="36596" y="62782"/>
                  </a:lnTo>
                  <a:lnTo>
                    <a:pt x="33321" y="67015"/>
                  </a:lnTo>
                  <a:lnTo>
                    <a:pt x="30184" y="71351"/>
                  </a:lnTo>
                  <a:lnTo>
                    <a:pt x="27187" y="75784"/>
                  </a:lnTo>
                  <a:lnTo>
                    <a:pt x="24334" y="80312"/>
                  </a:lnTo>
                  <a:lnTo>
                    <a:pt x="21627" y="84928"/>
                  </a:lnTo>
                  <a:lnTo>
                    <a:pt x="19069" y="89629"/>
                  </a:lnTo>
                  <a:lnTo>
                    <a:pt x="16663" y="94409"/>
                  </a:lnTo>
                  <a:lnTo>
                    <a:pt x="14412" y="99263"/>
                  </a:lnTo>
                  <a:lnTo>
                    <a:pt x="12316" y="104188"/>
                  </a:lnTo>
                  <a:lnTo>
                    <a:pt x="10380" y="109176"/>
                  </a:lnTo>
                  <a:lnTo>
                    <a:pt x="8604" y="114225"/>
                  </a:lnTo>
                  <a:lnTo>
                    <a:pt x="6991" y="119327"/>
                  </a:lnTo>
                  <a:lnTo>
                    <a:pt x="5542" y="124479"/>
                  </a:lnTo>
                  <a:lnTo>
                    <a:pt x="4258" y="129674"/>
                  </a:lnTo>
                  <a:lnTo>
                    <a:pt x="3141" y="134908"/>
                  </a:lnTo>
                  <a:lnTo>
                    <a:pt x="2193" y="140174"/>
                  </a:lnTo>
                  <a:lnTo>
                    <a:pt x="1413" y="145469"/>
                  </a:lnTo>
                  <a:lnTo>
                    <a:pt x="804" y="150785"/>
                  </a:lnTo>
                  <a:lnTo>
                    <a:pt x="365" y="156119"/>
                  </a:lnTo>
                  <a:lnTo>
                    <a:pt x="96" y="161463"/>
                  </a:lnTo>
                  <a:lnTo>
                    <a:pt x="0" y="166814"/>
                  </a:lnTo>
                  <a:lnTo>
                    <a:pt x="74" y="172165"/>
                  </a:lnTo>
                  <a:lnTo>
                    <a:pt x="319" y="177511"/>
                  </a:lnTo>
                  <a:lnTo>
                    <a:pt x="736" y="182846"/>
                  </a:lnTo>
                  <a:lnTo>
                    <a:pt x="1323" y="188165"/>
                  </a:lnTo>
                  <a:lnTo>
                    <a:pt x="2080" y="193463"/>
                  </a:lnTo>
                  <a:lnTo>
                    <a:pt x="3007" y="198734"/>
                  </a:lnTo>
                  <a:lnTo>
                    <a:pt x="4101" y="203972"/>
                  </a:lnTo>
                  <a:lnTo>
                    <a:pt x="5363" y="209173"/>
                  </a:lnTo>
                  <a:lnTo>
                    <a:pt x="6790" y="214330"/>
                  </a:lnTo>
                  <a:lnTo>
                    <a:pt x="8382" y="219439"/>
                  </a:lnTo>
                  <a:lnTo>
                    <a:pt x="10137" y="224495"/>
                  </a:lnTo>
                  <a:lnTo>
                    <a:pt x="12052" y="229492"/>
                  </a:lnTo>
                  <a:lnTo>
                    <a:pt x="14126" y="234425"/>
                  </a:lnTo>
                  <a:lnTo>
                    <a:pt x="16358" y="239289"/>
                  </a:lnTo>
                  <a:lnTo>
                    <a:pt x="18743" y="244079"/>
                  </a:lnTo>
                  <a:lnTo>
                    <a:pt x="21281" y="248791"/>
                  </a:lnTo>
                  <a:lnTo>
                    <a:pt x="23969" y="253419"/>
                  </a:lnTo>
                  <a:lnTo>
                    <a:pt x="26803" y="257958"/>
                  </a:lnTo>
                  <a:lnTo>
                    <a:pt x="29781" y="262404"/>
                  </a:lnTo>
                  <a:lnTo>
                    <a:pt x="32900" y="266753"/>
                  </a:lnTo>
                  <a:lnTo>
                    <a:pt x="36156" y="271000"/>
                  </a:lnTo>
                  <a:lnTo>
                    <a:pt x="39547" y="275140"/>
                  </a:lnTo>
                  <a:lnTo>
                    <a:pt x="43068" y="279169"/>
                  </a:lnTo>
                  <a:lnTo>
                    <a:pt x="46717" y="283084"/>
                  </a:lnTo>
                  <a:lnTo>
                    <a:pt x="50489" y="286880"/>
                  </a:lnTo>
                  <a:lnTo>
                    <a:pt x="54381" y="290554"/>
                  </a:lnTo>
                  <a:lnTo>
                    <a:pt x="58388" y="294100"/>
                  </a:lnTo>
                  <a:lnTo>
                    <a:pt x="62506" y="297517"/>
                  </a:lnTo>
                  <a:lnTo>
                    <a:pt x="66732" y="300800"/>
                  </a:lnTo>
                  <a:lnTo>
                    <a:pt x="71061" y="303947"/>
                  </a:lnTo>
                  <a:lnTo>
                    <a:pt x="75489" y="306953"/>
                  </a:lnTo>
                  <a:lnTo>
                    <a:pt x="80010" y="309816"/>
                  </a:lnTo>
                  <a:lnTo>
                    <a:pt x="84621" y="312532"/>
                  </a:lnTo>
                  <a:lnTo>
                    <a:pt x="89316" y="315100"/>
                  </a:lnTo>
                  <a:lnTo>
                    <a:pt x="94091" y="317516"/>
                  </a:lnTo>
                  <a:lnTo>
                    <a:pt x="98941" y="319778"/>
                  </a:lnTo>
                  <a:lnTo>
                    <a:pt x="103861" y="321884"/>
                  </a:lnTo>
                  <a:lnTo>
                    <a:pt x="108845" y="323831"/>
                  </a:lnTo>
                  <a:lnTo>
                    <a:pt x="113890" y="325617"/>
                  </a:lnTo>
                  <a:lnTo>
                    <a:pt x="118989" y="327241"/>
                  </a:lnTo>
                  <a:lnTo>
                    <a:pt x="124137" y="328702"/>
                  </a:lnTo>
                  <a:lnTo>
                    <a:pt x="129330" y="329996"/>
                  </a:lnTo>
                  <a:lnTo>
                    <a:pt x="134561" y="331124"/>
                  </a:lnTo>
                  <a:lnTo>
                    <a:pt x="139826" y="332083"/>
                  </a:lnTo>
                  <a:lnTo>
                    <a:pt x="145118" y="332874"/>
                  </a:lnTo>
                  <a:lnTo>
                    <a:pt x="150434" y="333495"/>
                  </a:lnTo>
                  <a:lnTo>
                    <a:pt x="155766" y="333945"/>
                  </a:lnTo>
                  <a:lnTo>
                    <a:pt x="161110" y="334225"/>
                  </a:lnTo>
                  <a:lnTo>
                    <a:pt x="166461" y="334333"/>
                  </a:lnTo>
                  <a:lnTo>
                    <a:pt x="171812" y="334270"/>
                  </a:lnTo>
                  <a:lnTo>
                    <a:pt x="177158" y="33403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9991" cy="166868"/>
            </a:xfrm>
            <a:custGeom>
              <a:avLst/>
              <a:pathLst>
                <a:path w="9991" h="166868">
                  <a:moveTo>
                    <a:pt x="9991" y="1668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072021"/>
              <a:ext cx="167161" cy="333042"/>
            </a:xfrm>
            <a:custGeom>
              <a:avLst/>
              <a:pathLst>
                <a:path w="167161" h="333042">
                  <a:moveTo>
                    <a:pt x="9991" y="333042"/>
                  </a:moveTo>
                  <a:lnTo>
                    <a:pt x="15319" y="332638"/>
                  </a:lnTo>
                  <a:lnTo>
                    <a:pt x="20631" y="332063"/>
                  </a:lnTo>
                  <a:lnTo>
                    <a:pt x="25923" y="331319"/>
                  </a:lnTo>
                  <a:lnTo>
                    <a:pt x="31187" y="330406"/>
                  </a:lnTo>
                  <a:lnTo>
                    <a:pt x="36420" y="329326"/>
                  </a:lnTo>
                  <a:lnTo>
                    <a:pt x="41616" y="328078"/>
                  </a:lnTo>
                  <a:lnTo>
                    <a:pt x="46769" y="326665"/>
                  </a:lnTo>
                  <a:lnTo>
                    <a:pt x="51874" y="325089"/>
                  </a:lnTo>
                  <a:lnTo>
                    <a:pt x="56926" y="323350"/>
                  </a:lnTo>
                  <a:lnTo>
                    <a:pt x="61921" y="321450"/>
                  </a:lnTo>
                  <a:lnTo>
                    <a:pt x="66852" y="319392"/>
                  </a:lnTo>
                  <a:lnTo>
                    <a:pt x="71714" y="317177"/>
                  </a:lnTo>
                  <a:lnTo>
                    <a:pt x="76503" y="314808"/>
                  </a:lnTo>
                  <a:lnTo>
                    <a:pt x="81215" y="312287"/>
                  </a:lnTo>
                  <a:lnTo>
                    <a:pt x="85843" y="309617"/>
                  </a:lnTo>
                  <a:lnTo>
                    <a:pt x="90383" y="306800"/>
                  </a:lnTo>
                  <a:lnTo>
                    <a:pt x="94831" y="303840"/>
                  </a:lnTo>
                  <a:lnTo>
                    <a:pt x="99183" y="300738"/>
                  </a:lnTo>
                  <a:lnTo>
                    <a:pt x="103433" y="297500"/>
                  </a:lnTo>
                  <a:lnTo>
                    <a:pt x="107577" y="294127"/>
                  </a:lnTo>
                  <a:lnTo>
                    <a:pt x="111611" y="290624"/>
                  </a:lnTo>
                  <a:lnTo>
                    <a:pt x="115532" y="286993"/>
                  </a:lnTo>
                  <a:lnTo>
                    <a:pt x="119334" y="283239"/>
                  </a:lnTo>
                  <a:lnTo>
                    <a:pt x="123014" y="279365"/>
                  </a:lnTo>
                  <a:lnTo>
                    <a:pt x="126569" y="275376"/>
                  </a:lnTo>
                  <a:lnTo>
                    <a:pt x="129994" y="271275"/>
                  </a:lnTo>
                  <a:lnTo>
                    <a:pt x="133287" y="267067"/>
                  </a:lnTo>
                  <a:lnTo>
                    <a:pt x="136443" y="262756"/>
                  </a:lnTo>
                  <a:lnTo>
                    <a:pt x="139460" y="258346"/>
                  </a:lnTo>
                  <a:lnTo>
                    <a:pt x="142335" y="253841"/>
                  </a:lnTo>
                  <a:lnTo>
                    <a:pt x="145064" y="249248"/>
                  </a:lnTo>
                  <a:lnTo>
                    <a:pt x="147645" y="244569"/>
                  </a:lnTo>
                  <a:lnTo>
                    <a:pt x="150075" y="239810"/>
                  </a:lnTo>
                  <a:lnTo>
                    <a:pt x="152352" y="234976"/>
                  </a:lnTo>
                  <a:lnTo>
                    <a:pt x="154473" y="230072"/>
                  </a:lnTo>
                  <a:lnTo>
                    <a:pt x="156436" y="225103"/>
                  </a:lnTo>
                  <a:lnTo>
                    <a:pt x="158239" y="220073"/>
                  </a:lnTo>
                  <a:lnTo>
                    <a:pt x="159881" y="214988"/>
                  </a:lnTo>
                  <a:lnTo>
                    <a:pt x="161359" y="209854"/>
                  </a:lnTo>
                  <a:lnTo>
                    <a:pt x="162673" y="204674"/>
                  </a:lnTo>
                  <a:lnTo>
                    <a:pt x="163820" y="199456"/>
                  </a:lnTo>
                  <a:lnTo>
                    <a:pt x="164800" y="194203"/>
                  </a:lnTo>
                  <a:lnTo>
                    <a:pt x="165612" y="188922"/>
                  </a:lnTo>
                  <a:lnTo>
                    <a:pt x="166254" y="183617"/>
                  </a:lnTo>
                  <a:lnTo>
                    <a:pt x="166727" y="178295"/>
                  </a:lnTo>
                  <a:lnTo>
                    <a:pt x="167029" y="172960"/>
                  </a:lnTo>
                  <a:lnTo>
                    <a:pt x="167161" y="167619"/>
                  </a:lnTo>
                  <a:lnTo>
                    <a:pt x="167121" y="162276"/>
                  </a:lnTo>
                  <a:lnTo>
                    <a:pt x="166912" y="156937"/>
                  </a:lnTo>
                  <a:lnTo>
                    <a:pt x="166531" y="151607"/>
                  </a:lnTo>
                  <a:lnTo>
                    <a:pt x="165980" y="146292"/>
                  </a:lnTo>
                  <a:lnTo>
                    <a:pt x="165260" y="140998"/>
                  </a:lnTo>
                  <a:lnTo>
                    <a:pt x="164371" y="135729"/>
                  </a:lnTo>
                  <a:lnTo>
                    <a:pt x="163314" y="130491"/>
                  </a:lnTo>
                  <a:lnTo>
                    <a:pt x="162090" y="125290"/>
                  </a:lnTo>
                  <a:lnTo>
                    <a:pt x="160701" y="120130"/>
                  </a:lnTo>
                  <a:lnTo>
                    <a:pt x="159147" y="115018"/>
                  </a:lnTo>
                  <a:lnTo>
                    <a:pt x="157431" y="109958"/>
                  </a:lnTo>
                  <a:lnTo>
                    <a:pt x="155554" y="104955"/>
                  </a:lnTo>
                  <a:lnTo>
                    <a:pt x="153518" y="100015"/>
                  </a:lnTo>
                  <a:lnTo>
                    <a:pt x="151325" y="95143"/>
                  </a:lnTo>
                  <a:lnTo>
                    <a:pt x="148978" y="90343"/>
                  </a:lnTo>
                  <a:lnTo>
                    <a:pt x="146478" y="85620"/>
                  </a:lnTo>
                  <a:lnTo>
                    <a:pt x="143829" y="80980"/>
                  </a:lnTo>
                  <a:lnTo>
                    <a:pt x="141033" y="76427"/>
                  </a:lnTo>
                  <a:lnTo>
                    <a:pt x="138092" y="71965"/>
                  </a:lnTo>
                  <a:lnTo>
                    <a:pt x="135011" y="67600"/>
                  </a:lnTo>
                  <a:lnTo>
                    <a:pt x="131792" y="63335"/>
                  </a:lnTo>
                  <a:lnTo>
                    <a:pt x="128438" y="59176"/>
                  </a:lnTo>
                  <a:lnTo>
                    <a:pt x="124953" y="55126"/>
                  </a:lnTo>
                  <a:lnTo>
                    <a:pt x="121340" y="51189"/>
                  </a:lnTo>
                  <a:lnTo>
                    <a:pt x="117603" y="47370"/>
                  </a:lnTo>
                  <a:lnTo>
                    <a:pt x="113746" y="43672"/>
                  </a:lnTo>
                  <a:lnTo>
                    <a:pt x="109773" y="40099"/>
                  </a:lnTo>
                  <a:lnTo>
                    <a:pt x="105687" y="36655"/>
                  </a:lnTo>
                  <a:lnTo>
                    <a:pt x="101494" y="33344"/>
                  </a:lnTo>
                  <a:lnTo>
                    <a:pt x="97197" y="30168"/>
                  </a:lnTo>
                  <a:lnTo>
                    <a:pt x="92801" y="27131"/>
                  </a:lnTo>
                  <a:lnTo>
                    <a:pt x="88310" y="24236"/>
                  </a:lnTo>
                  <a:lnTo>
                    <a:pt x="83728" y="21486"/>
                  </a:lnTo>
                  <a:lnTo>
                    <a:pt x="79061" y="18884"/>
                  </a:lnTo>
                  <a:lnTo>
                    <a:pt x="74314" y="16433"/>
                  </a:lnTo>
                  <a:lnTo>
                    <a:pt x="69490" y="14134"/>
                  </a:lnTo>
                  <a:lnTo>
                    <a:pt x="64596" y="11991"/>
                  </a:lnTo>
                  <a:lnTo>
                    <a:pt x="59635" y="10005"/>
                  </a:lnTo>
                  <a:lnTo>
                    <a:pt x="54613" y="8179"/>
                  </a:lnTo>
                  <a:lnTo>
                    <a:pt x="49536" y="6515"/>
                  </a:lnTo>
                  <a:lnTo>
                    <a:pt x="44408" y="5013"/>
                  </a:lnTo>
                  <a:lnTo>
                    <a:pt x="39235" y="3676"/>
                  </a:lnTo>
                  <a:lnTo>
                    <a:pt x="34022" y="2505"/>
                  </a:lnTo>
                  <a:lnTo>
                    <a:pt x="28773" y="1501"/>
                  </a:lnTo>
                  <a:lnTo>
                    <a:pt x="23496" y="666"/>
                  </a:lnTo>
                  <a:lnTo>
                    <a:pt x="18194" y="0"/>
                  </a:lnTo>
                  <a:lnTo>
                    <a:pt x="0" y="1661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071028"/>
              <a:ext cx="18194" cy="167167"/>
            </a:xfrm>
            <a:custGeom>
              <a:avLst/>
              <a:pathLst>
                <a:path w="18194" h="167167">
                  <a:moveTo>
                    <a:pt x="18194" y="993"/>
                  </a:moveTo>
                  <a:lnTo>
                    <a:pt x="9111" y="2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83740" y="1322571"/>
              <a:ext cx="104980" cy="167167"/>
            </a:xfrm>
            <a:custGeom>
              <a:avLst/>
              <a:pathLst>
                <a:path w="104980" h="167167">
                  <a:moveTo>
                    <a:pt x="104980" y="0"/>
                  </a:moveTo>
                  <a:lnTo>
                    <a:pt x="99306" y="96"/>
                  </a:lnTo>
                  <a:lnTo>
                    <a:pt x="93639" y="385"/>
                  </a:lnTo>
                  <a:lnTo>
                    <a:pt x="87984" y="866"/>
                  </a:lnTo>
                  <a:lnTo>
                    <a:pt x="82349" y="1538"/>
                  </a:lnTo>
                  <a:lnTo>
                    <a:pt x="76741" y="2402"/>
                  </a:lnTo>
                  <a:lnTo>
                    <a:pt x="71164" y="3455"/>
                  </a:lnTo>
                  <a:lnTo>
                    <a:pt x="65627" y="4698"/>
                  </a:lnTo>
                  <a:lnTo>
                    <a:pt x="60135" y="6127"/>
                  </a:lnTo>
                  <a:lnTo>
                    <a:pt x="54695" y="7742"/>
                  </a:lnTo>
                  <a:lnTo>
                    <a:pt x="49313" y="9541"/>
                  </a:lnTo>
                  <a:lnTo>
                    <a:pt x="43995" y="11521"/>
                  </a:lnTo>
                  <a:lnTo>
                    <a:pt x="38747" y="13681"/>
                  </a:lnTo>
                  <a:lnTo>
                    <a:pt x="33575" y="16017"/>
                  </a:lnTo>
                  <a:lnTo>
                    <a:pt x="28486" y="18528"/>
                  </a:lnTo>
                  <a:lnTo>
                    <a:pt x="23485" y="21210"/>
                  </a:lnTo>
                  <a:lnTo>
                    <a:pt x="18578" y="24060"/>
                  </a:lnTo>
                  <a:lnTo>
                    <a:pt x="13770" y="27075"/>
                  </a:lnTo>
                  <a:lnTo>
                    <a:pt x="9068" y="30252"/>
                  </a:lnTo>
                  <a:lnTo>
                    <a:pt x="4476" y="33586"/>
                  </a:lnTo>
                  <a:lnTo>
                    <a:pt x="0" y="37075"/>
                  </a:lnTo>
                  <a:lnTo>
                    <a:pt x="10498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83740" y="1359647"/>
              <a:ext cx="104980" cy="130092"/>
            </a:xfrm>
            <a:custGeom>
              <a:avLst/>
              <a:pathLst>
                <a:path w="104980" h="130092">
                  <a:moveTo>
                    <a:pt x="0" y="0"/>
                  </a:moveTo>
                  <a:lnTo>
                    <a:pt x="104980" y="1300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21555" y="1351587"/>
              <a:ext cx="334325" cy="305312"/>
            </a:xfrm>
            <a:custGeom>
              <a:avLst/>
              <a:pathLst>
                <a:path w="334325" h="305312">
                  <a:moveTo>
                    <a:pt x="62184" y="8059"/>
                  </a:moveTo>
                  <a:lnTo>
                    <a:pt x="58116" y="11450"/>
                  </a:lnTo>
                  <a:lnTo>
                    <a:pt x="54157" y="14968"/>
                  </a:lnTo>
                  <a:lnTo>
                    <a:pt x="50311" y="18610"/>
                  </a:lnTo>
                  <a:lnTo>
                    <a:pt x="46583" y="22372"/>
                  </a:lnTo>
                  <a:lnTo>
                    <a:pt x="42976" y="26250"/>
                  </a:lnTo>
                  <a:lnTo>
                    <a:pt x="39493" y="30240"/>
                  </a:lnTo>
                  <a:lnTo>
                    <a:pt x="36138" y="34339"/>
                  </a:lnTo>
                  <a:lnTo>
                    <a:pt x="32916" y="38542"/>
                  </a:lnTo>
                  <a:lnTo>
                    <a:pt x="29827" y="42845"/>
                  </a:lnTo>
                  <a:lnTo>
                    <a:pt x="26877" y="47243"/>
                  </a:lnTo>
                  <a:lnTo>
                    <a:pt x="24068" y="51733"/>
                  </a:lnTo>
                  <a:lnTo>
                    <a:pt x="21402" y="56310"/>
                  </a:lnTo>
                  <a:lnTo>
                    <a:pt x="18882" y="60969"/>
                  </a:lnTo>
                  <a:lnTo>
                    <a:pt x="16512" y="65705"/>
                  </a:lnTo>
                  <a:lnTo>
                    <a:pt x="14292" y="70514"/>
                  </a:lnTo>
                  <a:lnTo>
                    <a:pt x="12226" y="75391"/>
                  </a:lnTo>
                  <a:lnTo>
                    <a:pt x="10316" y="80330"/>
                  </a:lnTo>
                  <a:lnTo>
                    <a:pt x="8563" y="85328"/>
                  </a:lnTo>
                  <a:lnTo>
                    <a:pt x="6969" y="90379"/>
                  </a:lnTo>
                  <a:lnTo>
                    <a:pt x="5536" y="95478"/>
                  </a:lnTo>
                  <a:lnTo>
                    <a:pt x="4265" y="100620"/>
                  </a:lnTo>
                  <a:lnTo>
                    <a:pt x="3158" y="105799"/>
                  </a:lnTo>
                  <a:lnTo>
                    <a:pt x="2216" y="111011"/>
                  </a:lnTo>
                  <a:lnTo>
                    <a:pt x="1439" y="116250"/>
                  </a:lnTo>
                  <a:lnTo>
                    <a:pt x="828" y="121511"/>
                  </a:lnTo>
                  <a:lnTo>
                    <a:pt x="384" y="126789"/>
                  </a:lnTo>
                  <a:lnTo>
                    <a:pt x="108" y="132078"/>
                  </a:lnTo>
                  <a:lnTo>
                    <a:pt x="0" y="137373"/>
                  </a:lnTo>
                  <a:lnTo>
                    <a:pt x="59" y="142669"/>
                  </a:lnTo>
                  <a:lnTo>
                    <a:pt x="286" y="147961"/>
                  </a:lnTo>
                  <a:lnTo>
                    <a:pt x="680" y="153243"/>
                  </a:lnTo>
                  <a:lnTo>
                    <a:pt x="1242" y="158509"/>
                  </a:lnTo>
                  <a:lnTo>
                    <a:pt x="1970" y="163755"/>
                  </a:lnTo>
                  <a:lnTo>
                    <a:pt x="2864" y="168976"/>
                  </a:lnTo>
                  <a:lnTo>
                    <a:pt x="3923" y="174165"/>
                  </a:lnTo>
                  <a:lnTo>
                    <a:pt x="5146" y="179318"/>
                  </a:lnTo>
                  <a:lnTo>
                    <a:pt x="6531" y="184430"/>
                  </a:lnTo>
                  <a:lnTo>
                    <a:pt x="8078" y="189496"/>
                  </a:lnTo>
                  <a:lnTo>
                    <a:pt x="9784" y="194510"/>
                  </a:lnTo>
                  <a:lnTo>
                    <a:pt x="11649" y="199467"/>
                  </a:lnTo>
                  <a:lnTo>
                    <a:pt x="13669" y="204363"/>
                  </a:lnTo>
                  <a:lnTo>
                    <a:pt x="15844" y="209192"/>
                  </a:lnTo>
                  <a:lnTo>
                    <a:pt x="18170" y="213950"/>
                  </a:lnTo>
                  <a:lnTo>
                    <a:pt x="20646" y="218632"/>
                  </a:lnTo>
                  <a:lnTo>
                    <a:pt x="23270" y="223234"/>
                  </a:lnTo>
                  <a:lnTo>
                    <a:pt x="26037" y="227749"/>
                  </a:lnTo>
                  <a:lnTo>
                    <a:pt x="28946" y="232175"/>
                  </a:lnTo>
                  <a:lnTo>
                    <a:pt x="31994" y="236507"/>
                  </a:lnTo>
                  <a:lnTo>
                    <a:pt x="35178" y="240739"/>
                  </a:lnTo>
                  <a:lnTo>
                    <a:pt x="38494" y="244869"/>
                  </a:lnTo>
                  <a:lnTo>
                    <a:pt x="41939" y="248892"/>
                  </a:lnTo>
                  <a:lnTo>
                    <a:pt x="45510" y="252803"/>
                  </a:lnTo>
                  <a:lnTo>
                    <a:pt x="49204" y="256600"/>
                  </a:lnTo>
                  <a:lnTo>
                    <a:pt x="53015" y="260277"/>
                  </a:lnTo>
                  <a:lnTo>
                    <a:pt x="56941" y="263832"/>
                  </a:lnTo>
                  <a:lnTo>
                    <a:pt x="60978" y="267261"/>
                  </a:lnTo>
                  <a:lnTo>
                    <a:pt x="65121" y="270560"/>
                  </a:lnTo>
                  <a:lnTo>
                    <a:pt x="69367" y="273726"/>
                  </a:lnTo>
                  <a:lnTo>
                    <a:pt x="73711" y="276756"/>
                  </a:lnTo>
                  <a:lnTo>
                    <a:pt x="78149" y="279647"/>
                  </a:lnTo>
                  <a:lnTo>
                    <a:pt x="82676" y="282396"/>
                  </a:lnTo>
                  <a:lnTo>
                    <a:pt x="87288" y="285000"/>
                  </a:lnTo>
                  <a:lnTo>
                    <a:pt x="91980" y="287457"/>
                  </a:lnTo>
                  <a:lnTo>
                    <a:pt x="96748" y="289764"/>
                  </a:lnTo>
                  <a:lnTo>
                    <a:pt x="101586" y="291918"/>
                  </a:lnTo>
                  <a:lnTo>
                    <a:pt x="106490" y="293919"/>
                  </a:lnTo>
                  <a:lnTo>
                    <a:pt x="111455" y="295763"/>
                  </a:lnTo>
                  <a:lnTo>
                    <a:pt x="116476" y="297448"/>
                  </a:lnTo>
                  <a:lnTo>
                    <a:pt x="121548" y="298974"/>
                  </a:lnTo>
                  <a:lnTo>
                    <a:pt x="126666" y="300339"/>
                  </a:lnTo>
                  <a:lnTo>
                    <a:pt x="131824" y="301540"/>
                  </a:lnTo>
                  <a:lnTo>
                    <a:pt x="137018" y="302578"/>
                  </a:lnTo>
                  <a:lnTo>
                    <a:pt x="142242" y="303450"/>
                  </a:lnTo>
                  <a:lnTo>
                    <a:pt x="147491" y="304157"/>
                  </a:lnTo>
                  <a:lnTo>
                    <a:pt x="152760" y="304697"/>
                  </a:lnTo>
                  <a:lnTo>
                    <a:pt x="158043" y="305070"/>
                  </a:lnTo>
                  <a:lnTo>
                    <a:pt x="163335" y="305275"/>
                  </a:lnTo>
                  <a:lnTo>
                    <a:pt x="168632" y="305312"/>
                  </a:lnTo>
                  <a:lnTo>
                    <a:pt x="173926" y="305182"/>
                  </a:lnTo>
                  <a:lnTo>
                    <a:pt x="179214" y="304884"/>
                  </a:lnTo>
                  <a:lnTo>
                    <a:pt x="184490" y="304418"/>
                  </a:lnTo>
                  <a:lnTo>
                    <a:pt x="189749" y="303786"/>
                  </a:lnTo>
                  <a:lnTo>
                    <a:pt x="194985" y="302988"/>
                  </a:lnTo>
                  <a:lnTo>
                    <a:pt x="200193" y="302024"/>
                  </a:lnTo>
                  <a:lnTo>
                    <a:pt x="205367" y="300895"/>
                  </a:lnTo>
                  <a:lnTo>
                    <a:pt x="210504" y="299603"/>
                  </a:lnTo>
                  <a:lnTo>
                    <a:pt x="215597" y="298149"/>
                  </a:lnTo>
                  <a:lnTo>
                    <a:pt x="220641" y="296535"/>
                  </a:lnTo>
                  <a:lnTo>
                    <a:pt x="225632" y="294761"/>
                  </a:lnTo>
                  <a:lnTo>
                    <a:pt x="230563" y="292830"/>
                  </a:lnTo>
                  <a:lnTo>
                    <a:pt x="235432" y="290744"/>
                  </a:lnTo>
                  <a:lnTo>
                    <a:pt x="240232" y="288505"/>
                  </a:lnTo>
                  <a:lnTo>
                    <a:pt x="244958" y="286115"/>
                  </a:lnTo>
                  <a:lnTo>
                    <a:pt x="249606" y="283576"/>
                  </a:lnTo>
                  <a:lnTo>
                    <a:pt x="254172" y="280892"/>
                  </a:lnTo>
                  <a:lnTo>
                    <a:pt x="258650" y="278064"/>
                  </a:lnTo>
                  <a:lnTo>
                    <a:pt x="263036" y="275095"/>
                  </a:lnTo>
                  <a:lnTo>
                    <a:pt x="267327" y="271989"/>
                  </a:lnTo>
                  <a:lnTo>
                    <a:pt x="271516" y="268749"/>
                  </a:lnTo>
                  <a:lnTo>
                    <a:pt x="275601" y="265378"/>
                  </a:lnTo>
                  <a:lnTo>
                    <a:pt x="279577" y="261879"/>
                  </a:lnTo>
                  <a:lnTo>
                    <a:pt x="283440" y="258256"/>
                  </a:lnTo>
                  <a:lnTo>
                    <a:pt x="287187" y="254512"/>
                  </a:lnTo>
                  <a:lnTo>
                    <a:pt x="290813" y="250651"/>
                  </a:lnTo>
                  <a:lnTo>
                    <a:pt x="294314" y="246678"/>
                  </a:lnTo>
                  <a:lnTo>
                    <a:pt x="297689" y="242595"/>
                  </a:lnTo>
                  <a:lnTo>
                    <a:pt x="300932" y="238408"/>
                  </a:lnTo>
                  <a:lnTo>
                    <a:pt x="304041" y="234120"/>
                  </a:lnTo>
                  <a:lnTo>
                    <a:pt x="307012" y="229736"/>
                  </a:lnTo>
                  <a:lnTo>
                    <a:pt x="309843" y="225260"/>
                  </a:lnTo>
                  <a:lnTo>
                    <a:pt x="312531" y="220696"/>
                  </a:lnTo>
                  <a:lnTo>
                    <a:pt x="315073" y="216049"/>
                  </a:lnTo>
                  <a:lnTo>
                    <a:pt x="317467" y="211325"/>
                  </a:lnTo>
                  <a:lnTo>
                    <a:pt x="319709" y="206527"/>
                  </a:lnTo>
                  <a:lnTo>
                    <a:pt x="321799" y="201660"/>
                  </a:lnTo>
                  <a:lnTo>
                    <a:pt x="323733" y="196729"/>
                  </a:lnTo>
                  <a:lnTo>
                    <a:pt x="325510" y="191740"/>
                  </a:lnTo>
                  <a:lnTo>
                    <a:pt x="327129" y="186697"/>
                  </a:lnTo>
                  <a:lnTo>
                    <a:pt x="328586" y="181605"/>
                  </a:lnTo>
                  <a:lnTo>
                    <a:pt x="329882" y="176469"/>
                  </a:lnTo>
                  <a:lnTo>
                    <a:pt x="331014" y="171295"/>
                  </a:lnTo>
                  <a:lnTo>
                    <a:pt x="331982" y="166088"/>
                  </a:lnTo>
                  <a:lnTo>
                    <a:pt x="332784" y="160853"/>
                  </a:lnTo>
                  <a:lnTo>
                    <a:pt x="333420" y="155595"/>
                  </a:lnTo>
                  <a:lnTo>
                    <a:pt x="333889" y="150319"/>
                  </a:lnTo>
                  <a:lnTo>
                    <a:pt x="334191" y="145032"/>
                  </a:lnTo>
                  <a:lnTo>
                    <a:pt x="334325" y="139737"/>
                  </a:lnTo>
                  <a:lnTo>
                    <a:pt x="334291" y="134441"/>
                  </a:lnTo>
                  <a:lnTo>
                    <a:pt x="334090" y="129148"/>
                  </a:lnTo>
                  <a:lnTo>
                    <a:pt x="333721" y="123865"/>
                  </a:lnTo>
                  <a:lnTo>
                    <a:pt x="333185" y="118595"/>
                  </a:lnTo>
                  <a:lnTo>
                    <a:pt x="332482" y="113346"/>
                  </a:lnTo>
                  <a:lnTo>
                    <a:pt x="331613" y="108121"/>
                  </a:lnTo>
                  <a:lnTo>
                    <a:pt x="330579" y="102927"/>
                  </a:lnTo>
                  <a:lnTo>
                    <a:pt x="329381" y="97768"/>
                  </a:lnTo>
                  <a:lnTo>
                    <a:pt x="328021" y="92649"/>
                  </a:lnTo>
                  <a:lnTo>
                    <a:pt x="326498" y="87576"/>
                  </a:lnTo>
                  <a:lnTo>
                    <a:pt x="324816" y="82554"/>
                  </a:lnTo>
                  <a:lnTo>
                    <a:pt x="322976" y="77587"/>
                  </a:lnTo>
                  <a:lnTo>
                    <a:pt x="320979" y="72682"/>
                  </a:lnTo>
                  <a:lnTo>
                    <a:pt x="318828" y="67842"/>
                  </a:lnTo>
                  <a:lnTo>
                    <a:pt x="316524" y="63073"/>
                  </a:lnTo>
                  <a:lnTo>
                    <a:pt x="314071" y="58379"/>
                  </a:lnTo>
                  <a:lnTo>
                    <a:pt x="311470" y="53765"/>
                  </a:lnTo>
                  <a:lnTo>
                    <a:pt x="308724" y="49236"/>
                  </a:lnTo>
                  <a:lnTo>
                    <a:pt x="305837" y="44796"/>
                  </a:lnTo>
                  <a:lnTo>
                    <a:pt x="302810" y="40450"/>
                  </a:lnTo>
                  <a:lnTo>
                    <a:pt x="299646" y="36202"/>
                  </a:lnTo>
                  <a:lnTo>
                    <a:pt x="296350" y="32056"/>
                  </a:lnTo>
                  <a:lnTo>
                    <a:pt x="292924" y="28017"/>
                  </a:lnTo>
                  <a:lnTo>
                    <a:pt x="289372" y="24088"/>
                  </a:lnTo>
                  <a:lnTo>
                    <a:pt x="285698" y="20274"/>
                  </a:lnTo>
                  <a:lnTo>
                    <a:pt x="281904" y="16578"/>
                  </a:lnTo>
                  <a:lnTo>
                    <a:pt x="277995" y="13005"/>
                  </a:lnTo>
                  <a:lnTo>
                    <a:pt x="273975" y="9556"/>
                  </a:lnTo>
                  <a:lnTo>
                    <a:pt x="269847" y="6237"/>
                  </a:lnTo>
                  <a:lnTo>
                    <a:pt x="265617" y="3051"/>
                  </a:lnTo>
                  <a:lnTo>
                    <a:pt x="261288" y="0"/>
                  </a:lnTo>
                  <a:lnTo>
                    <a:pt x="167165" y="138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488720" y="1322571"/>
              <a:ext cx="94122" cy="167167"/>
            </a:xfrm>
            <a:custGeom>
              <a:avLst/>
              <a:pathLst>
                <a:path w="94122" h="167167">
                  <a:moveTo>
                    <a:pt x="94122" y="29015"/>
                  </a:moveTo>
                  <a:lnTo>
                    <a:pt x="89481" y="25965"/>
                  </a:lnTo>
                  <a:lnTo>
                    <a:pt x="84741" y="23070"/>
                  </a:lnTo>
                  <a:lnTo>
                    <a:pt x="79907" y="20335"/>
                  </a:lnTo>
                  <a:lnTo>
                    <a:pt x="74985" y="17761"/>
                  </a:lnTo>
                  <a:lnTo>
                    <a:pt x="69981" y="15353"/>
                  </a:lnTo>
                  <a:lnTo>
                    <a:pt x="64899" y="13112"/>
                  </a:lnTo>
                  <a:lnTo>
                    <a:pt x="59745" y="11041"/>
                  </a:lnTo>
                  <a:lnTo>
                    <a:pt x="54526" y="9142"/>
                  </a:lnTo>
                  <a:lnTo>
                    <a:pt x="49246" y="7418"/>
                  </a:lnTo>
                  <a:lnTo>
                    <a:pt x="43912" y="5870"/>
                  </a:lnTo>
                  <a:lnTo>
                    <a:pt x="38530" y="4500"/>
                  </a:lnTo>
                  <a:lnTo>
                    <a:pt x="33105" y="3310"/>
                  </a:lnTo>
                  <a:lnTo>
                    <a:pt x="27643" y="2301"/>
                  </a:lnTo>
                  <a:lnTo>
                    <a:pt x="22151" y="1474"/>
                  </a:lnTo>
                  <a:lnTo>
                    <a:pt x="16635" y="829"/>
                  </a:lnTo>
                  <a:lnTo>
                    <a:pt x="11100" y="368"/>
                  </a:lnTo>
                  <a:lnTo>
                    <a:pt x="555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6445" y="1681503"/>
              <a:ext cx="80079" cy="167167"/>
            </a:xfrm>
            <a:custGeom>
              <a:avLst/>
              <a:pathLst>
                <a:path w="80079" h="167167">
                  <a:moveTo>
                    <a:pt x="80079" y="0"/>
                  </a:moveTo>
                  <a:lnTo>
                    <a:pt x="74115" y="106"/>
                  </a:lnTo>
                  <a:lnTo>
                    <a:pt x="68159" y="425"/>
                  </a:lnTo>
                  <a:lnTo>
                    <a:pt x="62218" y="956"/>
                  </a:lnTo>
                  <a:lnTo>
                    <a:pt x="56300" y="1699"/>
                  </a:lnTo>
                  <a:lnTo>
                    <a:pt x="50412" y="2653"/>
                  </a:lnTo>
                  <a:lnTo>
                    <a:pt x="44562" y="3816"/>
                  </a:lnTo>
                  <a:lnTo>
                    <a:pt x="38757" y="5187"/>
                  </a:lnTo>
                  <a:lnTo>
                    <a:pt x="33005" y="6765"/>
                  </a:lnTo>
                  <a:lnTo>
                    <a:pt x="27312" y="8546"/>
                  </a:lnTo>
                  <a:lnTo>
                    <a:pt x="21687" y="10529"/>
                  </a:lnTo>
                  <a:lnTo>
                    <a:pt x="16136" y="12712"/>
                  </a:lnTo>
                  <a:lnTo>
                    <a:pt x="10667" y="15092"/>
                  </a:lnTo>
                  <a:lnTo>
                    <a:pt x="5285" y="17665"/>
                  </a:lnTo>
                  <a:lnTo>
                    <a:pt x="0" y="20428"/>
                  </a:lnTo>
                  <a:lnTo>
                    <a:pt x="8007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06445" y="170193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87086" y="20428"/>
                  </a:moveTo>
                  <a:lnTo>
                    <a:pt x="82490" y="23032"/>
                  </a:lnTo>
                  <a:lnTo>
                    <a:pt x="77977" y="25780"/>
                  </a:lnTo>
                  <a:lnTo>
                    <a:pt x="73554" y="28669"/>
                  </a:lnTo>
                  <a:lnTo>
                    <a:pt x="69224" y="31696"/>
                  </a:lnTo>
                  <a:lnTo>
                    <a:pt x="64993" y="34858"/>
                  </a:lnTo>
                  <a:lnTo>
                    <a:pt x="60863" y="38153"/>
                  </a:lnTo>
                  <a:lnTo>
                    <a:pt x="56839" y="41577"/>
                  </a:lnTo>
                  <a:lnTo>
                    <a:pt x="52926" y="45126"/>
                  </a:lnTo>
                  <a:lnTo>
                    <a:pt x="49126" y="48797"/>
                  </a:lnTo>
                  <a:lnTo>
                    <a:pt x="45445" y="52586"/>
                  </a:lnTo>
                  <a:lnTo>
                    <a:pt x="41885" y="56489"/>
                  </a:lnTo>
                  <a:lnTo>
                    <a:pt x="38450" y="60503"/>
                  </a:lnTo>
                  <a:lnTo>
                    <a:pt x="35144" y="64624"/>
                  </a:lnTo>
                  <a:lnTo>
                    <a:pt x="31970" y="68847"/>
                  </a:lnTo>
                  <a:lnTo>
                    <a:pt x="28930" y="73168"/>
                  </a:lnTo>
                  <a:lnTo>
                    <a:pt x="26029" y="77583"/>
                  </a:lnTo>
                  <a:lnTo>
                    <a:pt x="23269" y="82088"/>
                  </a:lnTo>
                  <a:lnTo>
                    <a:pt x="20652" y="86677"/>
                  </a:lnTo>
                  <a:lnTo>
                    <a:pt x="18182" y="91347"/>
                  </a:lnTo>
                  <a:lnTo>
                    <a:pt x="15860" y="96093"/>
                  </a:lnTo>
                  <a:lnTo>
                    <a:pt x="13690" y="100909"/>
                  </a:lnTo>
                  <a:lnTo>
                    <a:pt x="11673" y="105792"/>
                  </a:lnTo>
                  <a:lnTo>
                    <a:pt x="9811" y="110736"/>
                  </a:lnTo>
                  <a:lnTo>
                    <a:pt x="8107" y="115737"/>
                  </a:lnTo>
                  <a:lnTo>
                    <a:pt x="6561" y="120789"/>
                  </a:lnTo>
                  <a:lnTo>
                    <a:pt x="5176" y="125887"/>
                  </a:lnTo>
                  <a:lnTo>
                    <a:pt x="3952" y="131026"/>
                  </a:lnTo>
                  <a:lnTo>
                    <a:pt x="2892" y="136202"/>
                  </a:lnTo>
                  <a:lnTo>
                    <a:pt x="1995" y="141408"/>
                  </a:lnTo>
                  <a:lnTo>
                    <a:pt x="1264" y="146640"/>
                  </a:lnTo>
                  <a:lnTo>
                    <a:pt x="698" y="151893"/>
                  </a:lnTo>
                  <a:lnTo>
                    <a:pt x="298" y="157161"/>
                  </a:lnTo>
                  <a:lnTo>
                    <a:pt x="65" y="162439"/>
                  </a:lnTo>
                  <a:lnTo>
                    <a:pt x="0" y="167721"/>
                  </a:lnTo>
                  <a:lnTo>
                    <a:pt x="100" y="173003"/>
                  </a:lnTo>
                  <a:lnTo>
                    <a:pt x="368" y="178280"/>
                  </a:lnTo>
                  <a:lnTo>
                    <a:pt x="803" y="183545"/>
                  </a:lnTo>
                  <a:lnTo>
                    <a:pt x="1403" y="188793"/>
                  </a:lnTo>
                  <a:lnTo>
                    <a:pt x="2170" y="194021"/>
                  </a:lnTo>
                  <a:lnTo>
                    <a:pt x="3101" y="199221"/>
                  </a:lnTo>
                  <a:lnTo>
                    <a:pt x="4195" y="204389"/>
                  </a:lnTo>
                  <a:lnTo>
                    <a:pt x="5453" y="209521"/>
                  </a:lnTo>
                  <a:lnTo>
                    <a:pt x="6872" y="214609"/>
                  </a:lnTo>
                  <a:lnTo>
                    <a:pt x="8451" y="219651"/>
                  </a:lnTo>
                  <a:lnTo>
                    <a:pt x="10189" y="224640"/>
                  </a:lnTo>
                  <a:lnTo>
                    <a:pt x="12083" y="229572"/>
                  </a:lnTo>
                  <a:lnTo>
                    <a:pt x="14133" y="234441"/>
                  </a:lnTo>
                  <a:lnTo>
                    <a:pt x="16335" y="239243"/>
                  </a:lnTo>
                  <a:lnTo>
                    <a:pt x="18688" y="243973"/>
                  </a:lnTo>
                  <a:lnTo>
                    <a:pt x="21189" y="248627"/>
                  </a:lnTo>
                  <a:lnTo>
                    <a:pt x="23836" y="253199"/>
                  </a:lnTo>
                  <a:lnTo>
                    <a:pt x="26626" y="257685"/>
                  </a:lnTo>
                  <a:lnTo>
                    <a:pt x="29557" y="262081"/>
                  </a:lnTo>
                  <a:lnTo>
                    <a:pt x="32625" y="266382"/>
                  </a:lnTo>
                  <a:lnTo>
                    <a:pt x="35827" y="270583"/>
                  </a:lnTo>
                  <a:lnTo>
                    <a:pt x="39160" y="274682"/>
                  </a:lnTo>
                  <a:lnTo>
                    <a:pt x="42622" y="278673"/>
                  </a:lnTo>
                  <a:lnTo>
                    <a:pt x="46207" y="282553"/>
                  </a:lnTo>
                  <a:lnTo>
                    <a:pt x="49914" y="286318"/>
                  </a:lnTo>
                  <a:lnTo>
                    <a:pt x="53738" y="289963"/>
                  </a:lnTo>
                  <a:lnTo>
                    <a:pt x="57674" y="293486"/>
                  </a:lnTo>
                  <a:lnTo>
                    <a:pt x="61721" y="296883"/>
                  </a:lnTo>
                  <a:lnTo>
                    <a:pt x="65872" y="300150"/>
                  </a:lnTo>
                  <a:lnTo>
                    <a:pt x="70125" y="303285"/>
                  </a:lnTo>
                  <a:lnTo>
                    <a:pt x="74475" y="306283"/>
                  </a:lnTo>
                  <a:lnTo>
                    <a:pt x="78917" y="309142"/>
                  </a:lnTo>
                  <a:lnTo>
                    <a:pt x="83447" y="311860"/>
                  </a:lnTo>
                  <a:lnTo>
                    <a:pt x="88061" y="314433"/>
                  </a:lnTo>
                  <a:lnTo>
                    <a:pt x="92754" y="316859"/>
                  </a:lnTo>
                  <a:lnTo>
                    <a:pt x="97522" y="319136"/>
                  </a:lnTo>
                  <a:lnTo>
                    <a:pt x="102359" y="321261"/>
                  </a:lnTo>
                  <a:lnTo>
                    <a:pt x="107260" y="323232"/>
                  </a:lnTo>
                  <a:lnTo>
                    <a:pt x="112222" y="325047"/>
                  </a:lnTo>
                  <a:lnTo>
                    <a:pt x="117238" y="326704"/>
                  </a:lnTo>
                  <a:lnTo>
                    <a:pt x="122304" y="328202"/>
                  </a:lnTo>
                  <a:lnTo>
                    <a:pt x="127415" y="329539"/>
                  </a:lnTo>
                  <a:lnTo>
                    <a:pt x="132566" y="330714"/>
                  </a:lnTo>
                  <a:lnTo>
                    <a:pt x="137751" y="331726"/>
                  </a:lnTo>
                  <a:lnTo>
                    <a:pt x="142966" y="332573"/>
                  </a:lnTo>
                  <a:lnTo>
                    <a:pt x="148205" y="333256"/>
                  </a:lnTo>
                  <a:lnTo>
                    <a:pt x="153462" y="333772"/>
                  </a:lnTo>
                  <a:lnTo>
                    <a:pt x="158734" y="334122"/>
                  </a:lnTo>
                  <a:lnTo>
                    <a:pt x="164014" y="334305"/>
                  </a:lnTo>
                  <a:lnTo>
                    <a:pt x="169297" y="334321"/>
                  </a:lnTo>
                  <a:lnTo>
                    <a:pt x="174577" y="334170"/>
                  </a:lnTo>
                  <a:lnTo>
                    <a:pt x="179851" y="333852"/>
                  </a:lnTo>
                  <a:lnTo>
                    <a:pt x="185112" y="333368"/>
                  </a:lnTo>
                  <a:lnTo>
                    <a:pt x="190355" y="332718"/>
                  </a:lnTo>
                  <a:lnTo>
                    <a:pt x="195574" y="331903"/>
                  </a:lnTo>
                  <a:lnTo>
                    <a:pt x="200766" y="330923"/>
                  </a:lnTo>
                  <a:lnTo>
                    <a:pt x="205923" y="329779"/>
                  </a:lnTo>
                  <a:lnTo>
                    <a:pt x="211043" y="328473"/>
                  </a:lnTo>
                  <a:lnTo>
                    <a:pt x="216118" y="327006"/>
                  </a:lnTo>
                  <a:lnTo>
                    <a:pt x="221144" y="325380"/>
                  </a:lnTo>
                  <a:lnTo>
                    <a:pt x="226117" y="323595"/>
                  </a:lnTo>
                  <a:lnTo>
                    <a:pt x="231030" y="321654"/>
                  </a:lnTo>
                  <a:lnTo>
                    <a:pt x="235880" y="319559"/>
                  </a:lnTo>
                  <a:lnTo>
                    <a:pt x="240661" y="317312"/>
                  </a:lnTo>
                  <a:lnTo>
                    <a:pt x="245369" y="314914"/>
                  </a:lnTo>
                  <a:lnTo>
                    <a:pt x="249999" y="312369"/>
                  </a:lnTo>
                  <a:lnTo>
                    <a:pt x="254545" y="309679"/>
                  </a:lnTo>
                  <a:lnTo>
                    <a:pt x="259005" y="306847"/>
                  </a:lnTo>
                  <a:lnTo>
                    <a:pt x="263373" y="303875"/>
                  </a:lnTo>
                  <a:lnTo>
                    <a:pt x="267645" y="300767"/>
                  </a:lnTo>
                  <a:lnTo>
                    <a:pt x="271816" y="297525"/>
                  </a:lnTo>
                  <a:lnTo>
                    <a:pt x="275883" y="294153"/>
                  </a:lnTo>
                  <a:lnTo>
                    <a:pt x="279842" y="290654"/>
                  </a:lnTo>
                  <a:lnTo>
                    <a:pt x="283688" y="287032"/>
                  </a:lnTo>
                  <a:lnTo>
                    <a:pt x="287417" y="283290"/>
                  </a:lnTo>
                  <a:lnTo>
                    <a:pt x="291026" y="279433"/>
                  </a:lnTo>
                  <a:lnTo>
                    <a:pt x="294512" y="275463"/>
                  </a:lnTo>
                  <a:lnTo>
                    <a:pt x="297871" y="271384"/>
                  </a:lnTo>
                  <a:lnTo>
                    <a:pt x="301098" y="267202"/>
                  </a:lnTo>
                  <a:lnTo>
                    <a:pt x="304193" y="262920"/>
                  </a:lnTo>
                  <a:lnTo>
                    <a:pt x="307150" y="258542"/>
                  </a:lnTo>
                  <a:lnTo>
                    <a:pt x="309967" y="254073"/>
                  </a:lnTo>
                  <a:lnTo>
                    <a:pt x="312642" y="249518"/>
                  </a:lnTo>
                  <a:lnTo>
                    <a:pt x="315172" y="244879"/>
                  </a:lnTo>
                  <a:lnTo>
                    <a:pt x="317554" y="240164"/>
                  </a:lnTo>
                  <a:lnTo>
                    <a:pt x="319785" y="235375"/>
                  </a:lnTo>
                  <a:lnTo>
                    <a:pt x="321864" y="230518"/>
                  </a:lnTo>
                  <a:lnTo>
                    <a:pt x="323789" y="225598"/>
                  </a:lnTo>
                  <a:lnTo>
                    <a:pt x="325557" y="220620"/>
                  </a:lnTo>
                  <a:lnTo>
                    <a:pt x="327167" y="215588"/>
                  </a:lnTo>
                  <a:lnTo>
                    <a:pt x="328617" y="210508"/>
                  </a:lnTo>
                  <a:lnTo>
                    <a:pt x="329906" y="205385"/>
                  </a:lnTo>
                  <a:lnTo>
                    <a:pt x="331033" y="200223"/>
                  </a:lnTo>
                  <a:lnTo>
                    <a:pt x="331995" y="195029"/>
                  </a:lnTo>
                  <a:lnTo>
                    <a:pt x="332793" y="189806"/>
                  </a:lnTo>
                  <a:lnTo>
                    <a:pt x="333426" y="184561"/>
                  </a:lnTo>
                  <a:lnTo>
                    <a:pt x="333893" y="179299"/>
                  </a:lnTo>
                  <a:lnTo>
                    <a:pt x="334193" y="174025"/>
                  </a:lnTo>
                  <a:lnTo>
                    <a:pt x="334326" y="168743"/>
                  </a:lnTo>
                  <a:lnTo>
                    <a:pt x="334292" y="163460"/>
                  </a:lnTo>
                  <a:lnTo>
                    <a:pt x="334092" y="158181"/>
                  </a:lnTo>
                  <a:lnTo>
                    <a:pt x="333724" y="152911"/>
                  </a:lnTo>
                  <a:lnTo>
                    <a:pt x="333191" y="147655"/>
                  </a:lnTo>
                  <a:lnTo>
                    <a:pt x="332491" y="142418"/>
                  </a:lnTo>
                  <a:lnTo>
                    <a:pt x="331627" y="137207"/>
                  </a:lnTo>
                  <a:lnTo>
                    <a:pt x="330598" y="132025"/>
                  </a:lnTo>
                  <a:lnTo>
                    <a:pt x="329406" y="126878"/>
                  </a:lnTo>
                  <a:lnTo>
                    <a:pt x="328052" y="121771"/>
                  </a:lnTo>
                  <a:lnTo>
                    <a:pt x="326537" y="116710"/>
                  </a:lnTo>
                  <a:lnTo>
                    <a:pt x="324863" y="111699"/>
                  </a:lnTo>
                  <a:lnTo>
                    <a:pt x="323031" y="106744"/>
                  </a:lnTo>
                  <a:lnTo>
                    <a:pt x="321044" y="101849"/>
                  </a:lnTo>
                  <a:lnTo>
                    <a:pt x="318903" y="97019"/>
                  </a:lnTo>
                  <a:lnTo>
                    <a:pt x="316611" y="92259"/>
                  </a:lnTo>
                  <a:lnTo>
                    <a:pt x="314169" y="87574"/>
                  </a:lnTo>
                  <a:lnTo>
                    <a:pt x="311581" y="82969"/>
                  </a:lnTo>
                  <a:lnTo>
                    <a:pt x="308848" y="78448"/>
                  </a:lnTo>
                  <a:lnTo>
                    <a:pt x="305974" y="74015"/>
                  </a:lnTo>
                  <a:lnTo>
                    <a:pt x="302961" y="69675"/>
                  </a:lnTo>
                  <a:lnTo>
                    <a:pt x="299813" y="65433"/>
                  </a:lnTo>
                  <a:lnTo>
                    <a:pt x="296532" y="61292"/>
                  </a:lnTo>
                  <a:lnTo>
                    <a:pt x="293121" y="57257"/>
                  </a:lnTo>
                  <a:lnTo>
                    <a:pt x="289585" y="53332"/>
                  </a:lnTo>
                  <a:lnTo>
                    <a:pt x="285927" y="49520"/>
                  </a:lnTo>
                  <a:lnTo>
                    <a:pt x="282150" y="45826"/>
                  </a:lnTo>
                  <a:lnTo>
                    <a:pt x="278259" y="42253"/>
                  </a:lnTo>
                  <a:lnTo>
                    <a:pt x="274256" y="38805"/>
                  </a:lnTo>
                  <a:lnTo>
                    <a:pt x="270146" y="35486"/>
                  </a:lnTo>
                  <a:lnTo>
                    <a:pt x="265934" y="32297"/>
                  </a:lnTo>
                  <a:lnTo>
                    <a:pt x="261623" y="29244"/>
                  </a:lnTo>
                  <a:lnTo>
                    <a:pt x="257217" y="26328"/>
                  </a:lnTo>
                  <a:lnTo>
                    <a:pt x="252722" y="23552"/>
                  </a:lnTo>
                  <a:lnTo>
                    <a:pt x="248141" y="20921"/>
                  </a:lnTo>
                  <a:lnTo>
                    <a:pt x="243479" y="18435"/>
                  </a:lnTo>
                  <a:lnTo>
                    <a:pt x="238742" y="16098"/>
                  </a:lnTo>
                  <a:lnTo>
                    <a:pt x="233932" y="13911"/>
                  </a:lnTo>
                  <a:lnTo>
                    <a:pt x="229056" y="11878"/>
                  </a:lnTo>
                  <a:lnTo>
                    <a:pt x="224118" y="10000"/>
                  </a:lnTo>
                  <a:lnTo>
                    <a:pt x="219123" y="8279"/>
                  </a:lnTo>
                  <a:lnTo>
                    <a:pt x="214077" y="6716"/>
                  </a:lnTo>
                  <a:lnTo>
                    <a:pt x="208983" y="5314"/>
                  </a:lnTo>
                  <a:lnTo>
                    <a:pt x="203848" y="4074"/>
                  </a:lnTo>
                  <a:lnTo>
                    <a:pt x="198676" y="2996"/>
                  </a:lnTo>
                  <a:lnTo>
                    <a:pt x="193472" y="2082"/>
                  </a:lnTo>
                  <a:lnTo>
                    <a:pt x="188243" y="1334"/>
                  </a:lnTo>
                  <a:lnTo>
                    <a:pt x="182992" y="750"/>
                  </a:lnTo>
                  <a:lnTo>
                    <a:pt x="177725" y="333"/>
                  </a:lnTo>
                  <a:lnTo>
                    <a:pt x="172448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8611" y="2126963"/>
              <a:ext cx="102676" cy="167167"/>
            </a:xfrm>
            <a:custGeom>
              <a:avLst/>
              <a:pathLst>
                <a:path w="102676" h="167167">
                  <a:moveTo>
                    <a:pt x="102676" y="0"/>
                  </a:moveTo>
                  <a:lnTo>
                    <a:pt x="97149" y="91"/>
                  </a:lnTo>
                  <a:lnTo>
                    <a:pt x="91628" y="365"/>
                  </a:lnTo>
                  <a:lnTo>
                    <a:pt x="86119" y="821"/>
                  </a:lnTo>
                  <a:lnTo>
                    <a:pt x="80628" y="1460"/>
                  </a:lnTo>
                  <a:lnTo>
                    <a:pt x="75161" y="2279"/>
                  </a:lnTo>
                  <a:lnTo>
                    <a:pt x="69724" y="3279"/>
                  </a:lnTo>
                  <a:lnTo>
                    <a:pt x="64324" y="4458"/>
                  </a:lnTo>
                  <a:lnTo>
                    <a:pt x="58965" y="5815"/>
                  </a:lnTo>
                  <a:lnTo>
                    <a:pt x="53654" y="7349"/>
                  </a:lnTo>
                  <a:lnTo>
                    <a:pt x="48397" y="9057"/>
                  </a:lnTo>
                  <a:lnTo>
                    <a:pt x="43199" y="10938"/>
                  </a:lnTo>
                  <a:lnTo>
                    <a:pt x="38066" y="12990"/>
                  </a:lnTo>
                  <a:lnTo>
                    <a:pt x="33004" y="15211"/>
                  </a:lnTo>
                  <a:lnTo>
                    <a:pt x="28017" y="17597"/>
                  </a:lnTo>
                  <a:lnTo>
                    <a:pt x="23113" y="20148"/>
                  </a:lnTo>
                  <a:lnTo>
                    <a:pt x="18296" y="22859"/>
                  </a:lnTo>
                  <a:lnTo>
                    <a:pt x="13570" y="25727"/>
                  </a:lnTo>
                  <a:lnTo>
                    <a:pt x="8943" y="28751"/>
                  </a:lnTo>
                  <a:lnTo>
                    <a:pt x="4417" y="31926"/>
                  </a:lnTo>
                  <a:lnTo>
                    <a:pt x="0" y="35248"/>
                  </a:lnTo>
                  <a:lnTo>
                    <a:pt x="1026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14126" y="2127166"/>
              <a:ext cx="334328" cy="334122"/>
            </a:xfrm>
            <a:custGeom>
              <a:avLst/>
              <a:pathLst>
                <a:path w="334328" h="334122">
                  <a:moveTo>
                    <a:pt x="64484" y="35046"/>
                  </a:moveTo>
                  <a:lnTo>
                    <a:pt x="60359" y="38362"/>
                  </a:lnTo>
                  <a:lnTo>
                    <a:pt x="56342" y="41808"/>
                  </a:lnTo>
                  <a:lnTo>
                    <a:pt x="52435" y="45379"/>
                  </a:lnTo>
                  <a:lnTo>
                    <a:pt x="48644" y="49071"/>
                  </a:lnTo>
                  <a:lnTo>
                    <a:pt x="44971" y="52882"/>
                  </a:lnTo>
                  <a:lnTo>
                    <a:pt x="41421" y="56808"/>
                  </a:lnTo>
                  <a:lnTo>
                    <a:pt x="37997" y="60843"/>
                  </a:lnTo>
                  <a:lnTo>
                    <a:pt x="34702" y="64985"/>
                  </a:lnTo>
                  <a:lnTo>
                    <a:pt x="31540" y="69230"/>
                  </a:lnTo>
                  <a:lnTo>
                    <a:pt x="28514" y="73572"/>
                  </a:lnTo>
                  <a:lnTo>
                    <a:pt x="25627" y="78008"/>
                  </a:lnTo>
                  <a:lnTo>
                    <a:pt x="22882" y="82533"/>
                  </a:lnTo>
                  <a:lnTo>
                    <a:pt x="20281" y="87143"/>
                  </a:lnTo>
                  <a:lnTo>
                    <a:pt x="17828" y="91833"/>
                  </a:lnTo>
                  <a:lnTo>
                    <a:pt x="15524" y="96598"/>
                  </a:lnTo>
                  <a:lnTo>
                    <a:pt x="13373" y="101433"/>
                  </a:lnTo>
                  <a:lnTo>
                    <a:pt x="11375" y="106335"/>
                  </a:lnTo>
                  <a:lnTo>
                    <a:pt x="9534" y="111297"/>
                  </a:lnTo>
                  <a:lnTo>
                    <a:pt x="7851" y="116314"/>
                  </a:lnTo>
                  <a:lnTo>
                    <a:pt x="6327" y="121383"/>
                  </a:lnTo>
                  <a:lnTo>
                    <a:pt x="4965" y="126497"/>
                  </a:lnTo>
                  <a:lnTo>
                    <a:pt x="3765" y="131652"/>
                  </a:lnTo>
                  <a:lnTo>
                    <a:pt x="2729" y="136843"/>
                  </a:lnTo>
                  <a:lnTo>
                    <a:pt x="1858" y="142063"/>
                  </a:lnTo>
                  <a:lnTo>
                    <a:pt x="1153" y="147309"/>
                  </a:lnTo>
                  <a:lnTo>
                    <a:pt x="614" y="152574"/>
                  </a:lnTo>
                  <a:lnTo>
                    <a:pt x="242" y="157853"/>
                  </a:lnTo>
                  <a:lnTo>
                    <a:pt x="37" y="163142"/>
                  </a:lnTo>
                  <a:lnTo>
                    <a:pt x="0" y="168434"/>
                  </a:lnTo>
                  <a:lnTo>
                    <a:pt x="130" y="173726"/>
                  </a:lnTo>
                  <a:lnTo>
                    <a:pt x="428" y="179010"/>
                  </a:lnTo>
                  <a:lnTo>
                    <a:pt x="892" y="184282"/>
                  </a:lnTo>
                  <a:lnTo>
                    <a:pt x="1524" y="189537"/>
                  </a:lnTo>
                  <a:lnTo>
                    <a:pt x="2322" y="194769"/>
                  </a:lnTo>
                  <a:lnTo>
                    <a:pt x="3284" y="199973"/>
                  </a:lnTo>
                  <a:lnTo>
                    <a:pt x="4412" y="205145"/>
                  </a:lnTo>
                  <a:lnTo>
                    <a:pt x="5702" y="210278"/>
                  </a:lnTo>
                  <a:lnTo>
                    <a:pt x="7154" y="215367"/>
                  </a:lnTo>
                  <a:lnTo>
                    <a:pt x="8766" y="220408"/>
                  </a:lnTo>
                  <a:lnTo>
                    <a:pt x="10538" y="225396"/>
                  </a:lnTo>
                  <a:lnTo>
                    <a:pt x="12466" y="230325"/>
                  </a:lnTo>
                  <a:lnTo>
                    <a:pt x="14549" y="235190"/>
                  </a:lnTo>
                  <a:lnTo>
                    <a:pt x="16786" y="239987"/>
                  </a:lnTo>
                  <a:lnTo>
                    <a:pt x="19173" y="244711"/>
                  </a:lnTo>
                  <a:lnTo>
                    <a:pt x="21708" y="249357"/>
                  </a:lnTo>
                  <a:lnTo>
                    <a:pt x="24389" y="253920"/>
                  </a:lnTo>
                  <a:lnTo>
                    <a:pt x="27213" y="258396"/>
                  </a:lnTo>
                  <a:lnTo>
                    <a:pt x="30178" y="262781"/>
                  </a:lnTo>
                  <a:lnTo>
                    <a:pt x="33280" y="267069"/>
                  </a:lnTo>
                  <a:lnTo>
                    <a:pt x="36516" y="271257"/>
                  </a:lnTo>
                  <a:lnTo>
                    <a:pt x="39883" y="275341"/>
                  </a:lnTo>
                  <a:lnTo>
                    <a:pt x="43378" y="279316"/>
                  </a:lnTo>
                  <a:lnTo>
                    <a:pt x="46997" y="283178"/>
                  </a:lnTo>
                  <a:lnTo>
                    <a:pt x="50736" y="286924"/>
                  </a:lnTo>
                  <a:lnTo>
                    <a:pt x="54592" y="290549"/>
                  </a:lnTo>
                  <a:lnTo>
                    <a:pt x="58560" y="294051"/>
                  </a:lnTo>
                  <a:lnTo>
                    <a:pt x="62638" y="297425"/>
                  </a:lnTo>
                  <a:lnTo>
                    <a:pt x="66820" y="300668"/>
                  </a:lnTo>
                  <a:lnTo>
                    <a:pt x="71103" y="303778"/>
                  </a:lnTo>
                  <a:lnTo>
                    <a:pt x="75483" y="306750"/>
                  </a:lnTo>
                  <a:lnTo>
                    <a:pt x="79954" y="309582"/>
                  </a:lnTo>
                  <a:lnTo>
                    <a:pt x="84512" y="312272"/>
                  </a:lnTo>
                  <a:lnTo>
                    <a:pt x="89154" y="314815"/>
                  </a:lnTo>
                  <a:lnTo>
                    <a:pt x="93873" y="317210"/>
                  </a:lnTo>
                  <a:lnTo>
                    <a:pt x="98666" y="319455"/>
                  </a:lnTo>
                  <a:lnTo>
                    <a:pt x="103528" y="321547"/>
                  </a:lnTo>
                  <a:lnTo>
                    <a:pt x="108454" y="323484"/>
                  </a:lnTo>
                  <a:lnTo>
                    <a:pt x="113438" y="325264"/>
                  </a:lnTo>
                  <a:lnTo>
                    <a:pt x="118476" y="326885"/>
                  </a:lnTo>
                  <a:lnTo>
                    <a:pt x="123563" y="328346"/>
                  </a:lnTo>
                  <a:lnTo>
                    <a:pt x="128694" y="329646"/>
                  </a:lnTo>
                  <a:lnTo>
                    <a:pt x="133863" y="330782"/>
                  </a:lnTo>
                  <a:lnTo>
                    <a:pt x="139066" y="331754"/>
                  </a:lnTo>
                  <a:lnTo>
                    <a:pt x="144297" y="332561"/>
                  </a:lnTo>
                  <a:lnTo>
                    <a:pt x="149550" y="333202"/>
                  </a:lnTo>
                  <a:lnTo>
                    <a:pt x="154822" y="333676"/>
                  </a:lnTo>
                  <a:lnTo>
                    <a:pt x="160105" y="333983"/>
                  </a:lnTo>
                  <a:lnTo>
                    <a:pt x="165396" y="334122"/>
                  </a:lnTo>
                  <a:lnTo>
                    <a:pt x="170689" y="334094"/>
                  </a:lnTo>
                  <a:lnTo>
                    <a:pt x="175978" y="333899"/>
                  </a:lnTo>
                  <a:lnTo>
                    <a:pt x="181258" y="333536"/>
                  </a:lnTo>
                  <a:lnTo>
                    <a:pt x="186524" y="333006"/>
                  </a:lnTo>
                  <a:lnTo>
                    <a:pt x="191771" y="332310"/>
                  </a:lnTo>
                  <a:lnTo>
                    <a:pt x="196993" y="331448"/>
                  </a:lnTo>
                  <a:lnTo>
                    <a:pt x="202185" y="330421"/>
                  </a:lnTo>
                  <a:lnTo>
                    <a:pt x="207342" y="329231"/>
                  </a:lnTo>
                  <a:lnTo>
                    <a:pt x="212459" y="327877"/>
                  </a:lnTo>
                  <a:lnTo>
                    <a:pt x="217530" y="326363"/>
                  </a:lnTo>
                  <a:lnTo>
                    <a:pt x="222551" y="324688"/>
                  </a:lnTo>
                  <a:lnTo>
                    <a:pt x="227516" y="322856"/>
                  </a:lnTo>
                  <a:lnTo>
                    <a:pt x="232421" y="320867"/>
                  </a:lnTo>
                  <a:lnTo>
                    <a:pt x="237260" y="318724"/>
                  </a:lnTo>
                  <a:lnTo>
                    <a:pt x="242029" y="316429"/>
                  </a:lnTo>
                  <a:lnTo>
                    <a:pt x="246723" y="313984"/>
                  </a:lnTo>
                  <a:lnTo>
                    <a:pt x="251338" y="311391"/>
                  </a:lnTo>
                  <a:lnTo>
                    <a:pt x="255868" y="308654"/>
                  </a:lnTo>
                  <a:lnTo>
                    <a:pt x="260309" y="305775"/>
                  </a:lnTo>
                  <a:lnTo>
                    <a:pt x="264656" y="302756"/>
                  </a:lnTo>
                  <a:lnTo>
                    <a:pt x="268906" y="299602"/>
                  </a:lnTo>
                  <a:lnTo>
                    <a:pt x="273054" y="296315"/>
                  </a:lnTo>
                  <a:lnTo>
                    <a:pt x="277096" y="292897"/>
                  </a:lnTo>
                  <a:lnTo>
                    <a:pt x="281027" y="289354"/>
                  </a:lnTo>
                  <a:lnTo>
                    <a:pt x="284845" y="285688"/>
                  </a:lnTo>
                  <a:lnTo>
                    <a:pt x="288544" y="281903"/>
                  </a:lnTo>
                  <a:lnTo>
                    <a:pt x="292122" y="278003"/>
                  </a:lnTo>
                  <a:lnTo>
                    <a:pt x="295574" y="273991"/>
                  </a:lnTo>
                  <a:lnTo>
                    <a:pt x="298898" y="269872"/>
                  </a:lnTo>
                  <a:lnTo>
                    <a:pt x="302090" y="265650"/>
                  </a:lnTo>
                  <a:lnTo>
                    <a:pt x="305146" y="261330"/>
                  </a:lnTo>
                  <a:lnTo>
                    <a:pt x="308065" y="256914"/>
                  </a:lnTo>
                  <a:lnTo>
                    <a:pt x="310842" y="252408"/>
                  </a:lnTo>
                  <a:lnTo>
                    <a:pt x="313474" y="247817"/>
                  </a:lnTo>
                  <a:lnTo>
                    <a:pt x="315961" y="243145"/>
                  </a:lnTo>
                  <a:lnTo>
                    <a:pt x="318298" y="238396"/>
                  </a:lnTo>
                  <a:lnTo>
                    <a:pt x="320483" y="233576"/>
                  </a:lnTo>
                  <a:lnTo>
                    <a:pt x="322515" y="228689"/>
                  </a:lnTo>
                  <a:lnTo>
                    <a:pt x="324391" y="223740"/>
                  </a:lnTo>
                  <a:lnTo>
                    <a:pt x="326110" y="218734"/>
                  </a:lnTo>
                  <a:lnTo>
                    <a:pt x="327669" y="213676"/>
                  </a:lnTo>
                  <a:lnTo>
                    <a:pt x="329067" y="208571"/>
                  </a:lnTo>
                  <a:lnTo>
                    <a:pt x="330303" y="203425"/>
                  </a:lnTo>
                  <a:lnTo>
                    <a:pt x="331376" y="198242"/>
                  </a:lnTo>
                  <a:lnTo>
                    <a:pt x="332284" y="193028"/>
                  </a:lnTo>
                  <a:lnTo>
                    <a:pt x="333026" y="187787"/>
                  </a:lnTo>
                  <a:lnTo>
                    <a:pt x="333602" y="182526"/>
                  </a:lnTo>
                  <a:lnTo>
                    <a:pt x="334011" y="177249"/>
                  </a:lnTo>
                  <a:lnTo>
                    <a:pt x="334253" y="171962"/>
                  </a:lnTo>
                  <a:lnTo>
                    <a:pt x="334328" y="166670"/>
                  </a:lnTo>
                  <a:lnTo>
                    <a:pt x="334235" y="161378"/>
                  </a:lnTo>
                  <a:lnTo>
                    <a:pt x="333974" y="156092"/>
                  </a:lnTo>
                  <a:lnTo>
                    <a:pt x="333546" y="150817"/>
                  </a:lnTo>
                  <a:lnTo>
                    <a:pt x="332952" y="145558"/>
                  </a:lnTo>
                  <a:lnTo>
                    <a:pt x="332191" y="140320"/>
                  </a:lnTo>
                  <a:lnTo>
                    <a:pt x="331265" y="135109"/>
                  </a:lnTo>
                  <a:lnTo>
                    <a:pt x="330174" y="129930"/>
                  </a:lnTo>
                  <a:lnTo>
                    <a:pt x="328920" y="124788"/>
                  </a:lnTo>
                  <a:lnTo>
                    <a:pt x="327504" y="119688"/>
                  </a:lnTo>
                  <a:lnTo>
                    <a:pt x="325927" y="114636"/>
                  </a:lnTo>
                  <a:lnTo>
                    <a:pt x="324191" y="109636"/>
                  </a:lnTo>
                  <a:lnTo>
                    <a:pt x="322297" y="104694"/>
                  </a:lnTo>
                  <a:lnTo>
                    <a:pt x="320248" y="99814"/>
                  </a:lnTo>
                  <a:lnTo>
                    <a:pt x="318045" y="95001"/>
                  </a:lnTo>
                  <a:lnTo>
                    <a:pt x="315692" y="90261"/>
                  </a:lnTo>
                  <a:lnTo>
                    <a:pt x="313189" y="85597"/>
                  </a:lnTo>
                  <a:lnTo>
                    <a:pt x="310540" y="81015"/>
                  </a:lnTo>
                  <a:lnTo>
                    <a:pt x="307747" y="76519"/>
                  </a:lnTo>
                  <a:lnTo>
                    <a:pt x="304814" y="72114"/>
                  </a:lnTo>
                  <a:lnTo>
                    <a:pt x="301742" y="67804"/>
                  </a:lnTo>
                  <a:lnTo>
                    <a:pt x="298535" y="63593"/>
                  </a:lnTo>
                  <a:lnTo>
                    <a:pt x="295197" y="59486"/>
                  </a:lnTo>
                  <a:lnTo>
                    <a:pt x="291731" y="55487"/>
                  </a:lnTo>
                  <a:lnTo>
                    <a:pt x="288139" y="51599"/>
                  </a:lnTo>
                  <a:lnTo>
                    <a:pt x="284426" y="47827"/>
                  </a:lnTo>
                  <a:lnTo>
                    <a:pt x="280596" y="44174"/>
                  </a:lnTo>
                  <a:lnTo>
                    <a:pt x="276652" y="40645"/>
                  </a:lnTo>
                  <a:lnTo>
                    <a:pt x="272598" y="37242"/>
                  </a:lnTo>
                  <a:lnTo>
                    <a:pt x="268439" y="33969"/>
                  </a:lnTo>
                  <a:lnTo>
                    <a:pt x="264178" y="30830"/>
                  </a:lnTo>
                  <a:lnTo>
                    <a:pt x="259820" y="27827"/>
                  </a:lnTo>
                  <a:lnTo>
                    <a:pt x="255369" y="24963"/>
                  </a:lnTo>
                  <a:lnTo>
                    <a:pt x="250829" y="22242"/>
                  </a:lnTo>
                  <a:lnTo>
                    <a:pt x="246206" y="19666"/>
                  </a:lnTo>
                  <a:lnTo>
                    <a:pt x="241503" y="17237"/>
                  </a:lnTo>
                  <a:lnTo>
                    <a:pt x="236726" y="14959"/>
                  </a:lnTo>
                  <a:lnTo>
                    <a:pt x="231879" y="12833"/>
                  </a:lnTo>
                  <a:lnTo>
                    <a:pt x="226967" y="10861"/>
                  </a:lnTo>
                  <a:lnTo>
                    <a:pt x="221996" y="9046"/>
                  </a:lnTo>
                  <a:lnTo>
                    <a:pt x="216969" y="7390"/>
                  </a:lnTo>
                  <a:lnTo>
                    <a:pt x="211892" y="5893"/>
                  </a:lnTo>
                  <a:lnTo>
                    <a:pt x="206771" y="4557"/>
                  </a:lnTo>
                  <a:lnTo>
                    <a:pt x="201610" y="3385"/>
                  </a:lnTo>
                  <a:lnTo>
                    <a:pt x="196414" y="2376"/>
                  </a:lnTo>
                  <a:lnTo>
                    <a:pt x="191189" y="1533"/>
                  </a:lnTo>
                  <a:lnTo>
                    <a:pt x="185940" y="855"/>
                  </a:lnTo>
                  <a:lnTo>
                    <a:pt x="180672" y="344"/>
                  </a:lnTo>
                  <a:lnTo>
                    <a:pt x="175391" y="0"/>
                  </a:lnTo>
                  <a:lnTo>
                    <a:pt x="167160" y="166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81287" y="2126963"/>
              <a:ext cx="8230" cy="167167"/>
            </a:xfrm>
            <a:custGeom>
              <a:avLst/>
              <a:pathLst>
                <a:path w="8230" h="167167">
                  <a:moveTo>
                    <a:pt x="8230" y="20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423596" y="2633064"/>
              <a:ext cx="334313" cy="334332"/>
            </a:xfrm>
            <a:custGeom>
              <a:avLst/>
              <a:pathLst>
                <a:path w="334313" h="334332">
                  <a:moveTo>
                    <a:pt x="167152" y="0"/>
                  </a:moveTo>
                  <a:lnTo>
                    <a:pt x="161856" y="83"/>
                  </a:lnTo>
                  <a:lnTo>
                    <a:pt x="156566" y="335"/>
                  </a:lnTo>
                  <a:lnTo>
                    <a:pt x="151286" y="754"/>
                  </a:lnTo>
                  <a:lnTo>
                    <a:pt x="146022" y="1340"/>
                  </a:lnTo>
                  <a:lnTo>
                    <a:pt x="140780" y="2093"/>
                  </a:lnTo>
                  <a:lnTo>
                    <a:pt x="135564" y="3011"/>
                  </a:lnTo>
                  <a:lnTo>
                    <a:pt x="130379" y="4094"/>
                  </a:lnTo>
                  <a:lnTo>
                    <a:pt x="125232" y="5341"/>
                  </a:lnTo>
                  <a:lnTo>
                    <a:pt x="120126" y="6750"/>
                  </a:lnTo>
                  <a:lnTo>
                    <a:pt x="115068" y="8320"/>
                  </a:lnTo>
                  <a:lnTo>
                    <a:pt x="110062" y="10050"/>
                  </a:lnTo>
                  <a:lnTo>
                    <a:pt x="105113" y="11937"/>
                  </a:lnTo>
                  <a:lnTo>
                    <a:pt x="100227" y="13981"/>
                  </a:lnTo>
                  <a:lnTo>
                    <a:pt x="95408" y="16178"/>
                  </a:lnTo>
                  <a:lnTo>
                    <a:pt x="90661" y="18526"/>
                  </a:lnTo>
                  <a:lnTo>
                    <a:pt x="85990" y="21024"/>
                  </a:lnTo>
                  <a:lnTo>
                    <a:pt x="81401" y="23668"/>
                  </a:lnTo>
                  <a:lnTo>
                    <a:pt x="76899" y="26457"/>
                  </a:lnTo>
                  <a:lnTo>
                    <a:pt x="72486" y="29387"/>
                  </a:lnTo>
                  <a:lnTo>
                    <a:pt x="68169" y="32455"/>
                  </a:lnTo>
                  <a:lnTo>
                    <a:pt x="63951" y="35658"/>
                  </a:lnTo>
                  <a:lnTo>
                    <a:pt x="59837" y="38993"/>
                  </a:lnTo>
                  <a:lnTo>
                    <a:pt x="55831" y="42457"/>
                  </a:lnTo>
                  <a:lnTo>
                    <a:pt x="51936" y="46046"/>
                  </a:lnTo>
                  <a:lnTo>
                    <a:pt x="48157" y="49757"/>
                  </a:lnTo>
                  <a:lnTo>
                    <a:pt x="44497" y="53586"/>
                  </a:lnTo>
                  <a:lnTo>
                    <a:pt x="40960" y="57528"/>
                  </a:lnTo>
                  <a:lnTo>
                    <a:pt x="37550" y="61581"/>
                  </a:lnTo>
                  <a:lnTo>
                    <a:pt x="34271" y="65739"/>
                  </a:lnTo>
                  <a:lnTo>
                    <a:pt x="31124" y="70000"/>
                  </a:lnTo>
                  <a:lnTo>
                    <a:pt x="28114" y="74358"/>
                  </a:lnTo>
                  <a:lnTo>
                    <a:pt x="25244" y="78809"/>
                  </a:lnTo>
                  <a:lnTo>
                    <a:pt x="22516" y="83349"/>
                  </a:lnTo>
                  <a:lnTo>
                    <a:pt x="19934" y="87973"/>
                  </a:lnTo>
                  <a:lnTo>
                    <a:pt x="17499" y="92676"/>
                  </a:lnTo>
                  <a:lnTo>
                    <a:pt x="15214" y="97454"/>
                  </a:lnTo>
                  <a:lnTo>
                    <a:pt x="13082" y="102303"/>
                  </a:lnTo>
                  <a:lnTo>
                    <a:pt x="11104" y="107216"/>
                  </a:lnTo>
                  <a:lnTo>
                    <a:pt x="9283" y="112190"/>
                  </a:lnTo>
                  <a:lnTo>
                    <a:pt x="7621" y="117218"/>
                  </a:lnTo>
                  <a:lnTo>
                    <a:pt x="6119" y="122297"/>
                  </a:lnTo>
                  <a:lnTo>
                    <a:pt x="4778" y="127421"/>
                  </a:lnTo>
                  <a:lnTo>
                    <a:pt x="3601" y="132585"/>
                  </a:lnTo>
                  <a:lnTo>
                    <a:pt x="2587" y="137783"/>
                  </a:lnTo>
                  <a:lnTo>
                    <a:pt x="1739" y="143011"/>
                  </a:lnTo>
                  <a:lnTo>
                    <a:pt x="1057" y="148263"/>
                  </a:lnTo>
                  <a:lnTo>
                    <a:pt x="541" y="153535"/>
                  </a:lnTo>
                  <a:lnTo>
                    <a:pt x="193" y="158819"/>
                  </a:lnTo>
                  <a:lnTo>
                    <a:pt x="12" y="164113"/>
                  </a:lnTo>
                  <a:lnTo>
                    <a:pt x="0" y="169409"/>
                  </a:lnTo>
                  <a:lnTo>
                    <a:pt x="154" y="174703"/>
                  </a:lnTo>
                  <a:lnTo>
                    <a:pt x="477" y="179990"/>
                  </a:lnTo>
                  <a:lnTo>
                    <a:pt x="967" y="185263"/>
                  </a:lnTo>
                  <a:lnTo>
                    <a:pt x="1624" y="190519"/>
                  </a:lnTo>
                  <a:lnTo>
                    <a:pt x="2446" y="195751"/>
                  </a:lnTo>
                  <a:lnTo>
                    <a:pt x="3435" y="200954"/>
                  </a:lnTo>
                  <a:lnTo>
                    <a:pt x="4587" y="206123"/>
                  </a:lnTo>
                  <a:lnTo>
                    <a:pt x="5903" y="211254"/>
                  </a:lnTo>
                  <a:lnTo>
                    <a:pt x="7380" y="216340"/>
                  </a:lnTo>
                  <a:lnTo>
                    <a:pt x="9018" y="221377"/>
                  </a:lnTo>
                  <a:lnTo>
                    <a:pt x="10815" y="226359"/>
                  </a:lnTo>
                  <a:lnTo>
                    <a:pt x="12768" y="231282"/>
                  </a:lnTo>
                  <a:lnTo>
                    <a:pt x="14877" y="236140"/>
                  </a:lnTo>
                  <a:lnTo>
                    <a:pt x="17138" y="240930"/>
                  </a:lnTo>
                  <a:lnTo>
                    <a:pt x="19550" y="245645"/>
                  </a:lnTo>
                  <a:lnTo>
                    <a:pt x="22111" y="250281"/>
                  </a:lnTo>
                  <a:lnTo>
                    <a:pt x="24816" y="254834"/>
                  </a:lnTo>
                  <a:lnTo>
                    <a:pt x="27665" y="259299"/>
                  </a:lnTo>
                  <a:lnTo>
                    <a:pt x="30654" y="263672"/>
                  </a:lnTo>
                  <a:lnTo>
                    <a:pt x="33779" y="267948"/>
                  </a:lnTo>
                  <a:lnTo>
                    <a:pt x="37039" y="272122"/>
                  </a:lnTo>
                  <a:lnTo>
                    <a:pt x="40429" y="276191"/>
                  </a:lnTo>
                  <a:lnTo>
                    <a:pt x="43946" y="280151"/>
                  </a:lnTo>
                  <a:lnTo>
                    <a:pt x="47588" y="283997"/>
                  </a:lnTo>
                  <a:lnTo>
                    <a:pt x="51349" y="287726"/>
                  </a:lnTo>
                  <a:lnTo>
                    <a:pt x="55226" y="291334"/>
                  </a:lnTo>
                  <a:lnTo>
                    <a:pt x="59216" y="294818"/>
                  </a:lnTo>
                  <a:lnTo>
                    <a:pt x="63314" y="298173"/>
                  </a:lnTo>
                  <a:lnTo>
                    <a:pt x="67516" y="301397"/>
                  </a:lnTo>
                  <a:lnTo>
                    <a:pt x="71818" y="304486"/>
                  </a:lnTo>
                  <a:lnTo>
                    <a:pt x="76216" y="307437"/>
                  </a:lnTo>
                  <a:lnTo>
                    <a:pt x="80705" y="310247"/>
                  </a:lnTo>
                  <a:lnTo>
                    <a:pt x="85281" y="312914"/>
                  </a:lnTo>
                  <a:lnTo>
                    <a:pt x="89939" y="315434"/>
                  </a:lnTo>
                  <a:lnTo>
                    <a:pt x="94675" y="317806"/>
                  </a:lnTo>
                  <a:lnTo>
                    <a:pt x="99484" y="320026"/>
                  </a:lnTo>
                  <a:lnTo>
                    <a:pt x="104360" y="322093"/>
                  </a:lnTo>
                  <a:lnTo>
                    <a:pt x="109299" y="324005"/>
                  </a:lnTo>
                  <a:lnTo>
                    <a:pt x="114297" y="325759"/>
                  </a:lnTo>
                  <a:lnTo>
                    <a:pt x="119347" y="327353"/>
                  </a:lnTo>
                  <a:lnTo>
                    <a:pt x="124446" y="328787"/>
                  </a:lnTo>
                  <a:lnTo>
                    <a:pt x="129587" y="330059"/>
                  </a:lnTo>
                  <a:lnTo>
                    <a:pt x="134766" y="331167"/>
                  </a:lnTo>
                  <a:lnTo>
                    <a:pt x="139978" y="332111"/>
                  </a:lnTo>
                  <a:lnTo>
                    <a:pt x="145217" y="332889"/>
                  </a:lnTo>
                  <a:lnTo>
                    <a:pt x="150478" y="333501"/>
                  </a:lnTo>
                  <a:lnTo>
                    <a:pt x="155755" y="333945"/>
                  </a:lnTo>
                  <a:lnTo>
                    <a:pt x="161044" y="334223"/>
                  </a:lnTo>
                  <a:lnTo>
                    <a:pt x="166340" y="334332"/>
                  </a:lnTo>
                  <a:lnTo>
                    <a:pt x="171636" y="334274"/>
                  </a:lnTo>
                  <a:lnTo>
                    <a:pt x="176927" y="334048"/>
                  </a:lnTo>
                  <a:lnTo>
                    <a:pt x="182209" y="333655"/>
                  </a:lnTo>
                  <a:lnTo>
                    <a:pt x="187475" y="333094"/>
                  </a:lnTo>
                  <a:lnTo>
                    <a:pt x="192722" y="332367"/>
                  </a:lnTo>
                  <a:lnTo>
                    <a:pt x="197942" y="331474"/>
                  </a:lnTo>
                  <a:lnTo>
                    <a:pt x="203132" y="330416"/>
                  </a:lnTo>
                  <a:lnTo>
                    <a:pt x="208285" y="329195"/>
                  </a:lnTo>
                  <a:lnTo>
                    <a:pt x="213397" y="327810"/>
                  </a:lnTo>
                  <a:lnTo>
                    <a:pt x="218463" y="326265"/>
                  </a:lnTo>
                  <a:lnTo>
                    <a:pt x="223478" y="324559"/>
                  </a:lnTo>
                  <a:lnTo>
                    <a:pt x="228435" y="322696"/>
                  </a:lnTo>
                  <a:lnTo>
                    <a:pt x="233332" y="320677"/>
                  </a:lnTo>
                  <a:lnTo>
                    <a:pt x="238161" y="318503"/>
                  </a:lnTo>
                  <a:lnTo>
                    <a:pt x="242920" y="316178"/>
                  </a:lnTo>
                  <a:lnTo>
                    <a:pt x="247602" y="313703"/>
                  </a:lnTo>
                  <a:lnTo>
                    <a:pt x="252204" y="311080"/>
                  </a:lnTo>
                  <a:lnTo>
                    <a:pt x="256720" y="308314"/>
                  </a:lnTo>
                  <a:lnTo>
                    <a:pt x="261147" y="305406"/>
                  </a:lnTo>
                  <a:lnTo>
                    <a:pt x="265479" y="302359"/>
                  </a:lnTo>
                  <a:lnTo>
                    <a:pt x="269712" y="299176"/>
                  </a:lnTo>
                  <a:lnTo>
                    <a:pt x="273843" y="295861"/>
                  </a:lnTo>
                  <a:lnTo>
                    <a:pt x="277866" y="292416"/>
                  </a:lnTo>
                  <a:lnTo>
                    <a:pt x="281778" y="288846"/>
                  </a:lnTo>
                  <a:lnTo>
                    <a:pt x="285575" y="285154"/>
                  </a:lnTo>
                  <a:lnTo>
                    <a:pt x="289254" y="281343"/>
                  </a:lnTo>
                  <a:lnTo>
                    <a:pt x="292809" y="277418"/>
                  </a:lnTo>
                  <a:lnTo>
                    <a:pt x="296239" y="273382"/>
                  </a:lnTo>
                  <a:lnTo>
                    <a:pt x="299539" y="269239"/>
                  </a:lnTo>
                  <a:lnTo>
                    <a:pt x="302706" y="264994"/>
                  </a:lnTo>
                  <a:lnTo>
                    <a:pt x="305737" y="260651"/>
                  </a:lnTo>
                  <a:lnTo>
                    <a:pt x="308629" y="256213"/>
                  </a:lnTo>
                  <a:lnTo>
                    <a:pt x="311379" y="251687"/>
                  </a:lnTo>
                  <a:lnTo>
                    <a:pt x="313984" y="247076"/>
                  </a:lnTo>
                  <a:lnTo>
                    <a:pt x="316441" y="242384"/>
                  </a:lnTo>
                  <a:lnTo>
                    <a:pt x="318749" y="237617"/>
                  </a:lnTo>
                  <a:lnTo>
                    <a:pt x="320905" y="232779"/>
                  </a:lnTo>
                  <a:lnTo>
                    <a:pt x="322906" y="227875"/>
                  </a:lnTo>
                  <a:lnTo>
                    <a:pt x="324751" y="222911"/>
                  </a:lnTo>
                  <a:lnTo>
                    <a:pt x="326438" y="217890"/>
                  </a:lnTo>
                  <a:lnTo>
                    <a:pt x="327965" y="212819"/>
                  </a:lnTo>
                  <a:lnTo>
                    <a:pt x="329331" y="207702"/>
                  </a:lnTo>
                  <a:lnTo>
                    <a:pt x="330533" y="202544"/>
                  </a:lnTo>
                  <a:lnTo>
                    <a:pt x="331572" y="197350"/>
                  </a:lnTo>
                  <a:lnTo>
                    <a:pt x="332446" y="192126"/>
                  </a:lnTo>
                  <a:lnTo>
                    <a:pt x="333153" y="186877"/>
                  </a:lnTo>
                  <a:lnTo>
                    <a:pt x="333694" y="181609"/>
                  </a:lnTo>
                  <a:lnTo>
                    <a:pt x="334068" y="176326"/>
                  </a:lnTo>
                  <a:lnTo>
                    <a:pt x="334275" y="171033"/>
                  </a:lnTo>
                  <a:lnTo>
                    <a:pt x="334313" y="165737"/>
                  </a:lnTo>
                  <a:lnTo>
                    <a:pt x="334184" y="160442"/>
                  </a:lnTo>
                  <a:lnTo>
                    <a:pt x="333887" y="155154"/>
                  </a:lnTo>
                  <a:lnTo>
                    <a:pt x="333423" y="149878"/>
                  </a:lnTo>
                  <a:lnTo>
                    <a:pt x="332792" y="144620"/>
                  </a:lnTo>
                  <a:lnTo>
                    <a:pt x="331994" y="139384"/>
                  </a:lnTo>
                  <a:lnTo>
                    <a:pt x="331032" y="134176"/>
                  </a:lnTo>
                  <a:lnTo>
                    <a:pt x="329904" y="129001"/>
                  </a:lnTo>
                  <a:lnTo>
                    <a:pt x="328613" y="123864"/>
                  </a:lnTo>
                  <a:lnTo>
                    <a:pt x="327161" y="118771"/>
                  </a:lnTo>
                  <a:lnTo>
                    <a:pt x="325547" y="113726"/>
                  </a:lnTo>
                  <a:lnTo>
                    <a:pt x="323775" y="108735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641373"/>
              <a:ext cx="156622" cy="158857"/>
            </a:xfrm>
            <a:custGeom>
              <a:avLst/>
              <a:pathLst>
                <a:path w="156622" h="158857">
                  <a:moveTo>
                    <a:pt x="156622" y="100426"/>
                  </a:moveTo>
                  <a:lnTo>
                    <a:pt x="154595" y="95255"/>
                  </a:lnTo>
                  <a:lnTo>
                    <a:pt x="152397" y="90155"/>
                  </a:lnTo>
                  <a:lnTo>
                    <a:pt x="150030" y="85130"/>
                  </a:lnTo>
                  <a:lnTo>
                    <a:pt x="147498" y="80187"/>
                  </a:lnTo>
                  <a:lnTo>
                    <a:pt x="144803" y="75330"/>
                  </a:lnTo>
                  <a:lnTo>
                    <a:pt x="141949" y="70566"/>
                  </a:lnTo>
                  <a:lnTo>
                    <a:pt x="138937" y="65899"/>
                  </a:lnTo>
                  <a:lnTo>
                    <a:pt x="135773" y="61335"/>
                  </a:lnTo>
                  <a:lnTo>
                    <a:pt x="132458" y="56879"/>
                  </a:lnTo>
                  <a:lnTo>
                    <a:pt x="128997" y="52535"/>
                  </a:lnTo>
                  <a:lnTo>
                    <a:pt x="125394" y="48308"/>
                  </a:lnTo>
                  <a:lnTo>
                    <a:pt x="121652" y="44204"/>
                  </a:lnTo>
                  <a:lnTo>
                    <a:pt x="117777" y="40226"/>
                  </a:lnTo>
                  <a:lnTo>
                    <a:pt x="113771" y="36379"/>
                  </a:lnTo>
                  <a:lnTo>
                    <a:pt x="109639" y="32667"/>
                  </a:lnTo>
                  <a:lnTo>
                    <a:pt x="105387" y="29094"/>
                  </a:lnTo>
                  <a:lnTo>
                    <a:pt x="101018" y="25665"/>
                  </a:lnTo>
                  <a:lnTo>
                    <a:pt x="96537" y="22383"/>
                  </a:lnTo>
                  <a:lnTo>
                    <a:pt x="91950" y="19251"/>
                  </a:lnTo>
                  <a:lnTo>
                    <a:pt x="87262" y="16273"/>
                  </a:lnTo>
                  <a:lnTo>
                    <a:pt x="82477" y="13453"/>
                  </a:lnTo>
                  <a:lnTo>
                    <a:pt x="77602" y="10794"/>
                  </a:lnTo>
                  <a:lnTo>
                    <a:pt x="72640" y="8298"/>
                  </a:lnTo>
                  <a:lnTo>
                    <a:pt x="67598" y="5968"/>
                  </a:lnTo>
                  <a:lnTo>
                    <a:pt x="62482" y="3806"/>
                  </a:lnTo>
                  <a:lnTo>
                    <a:pt x="57297" y="1816"/>
                  </a:lnTo>
                  <a:lnTo>
                    <a:pt x="52048" y="0"/>
                  </a:lnTo>
                  <a:lnTo>
                    <a:pt x="0" y="1588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33064"/>
              <a:ext cx="52048" cy="167167"/>
            </a:xfrm>
            <a:custGeom>
              <a:avLst/>
              <a:pathLst>
                <a:path w="52048" h="167167">
                  <a:moveTo>
                    <a:pt x="52048" y="8309"/>
                  </a:moveTo>
                  <a:lnTo>
                    <a:pt x="46429" y="6577"/>
                  </a:lnTo>
                  <a:lnTo>
                    <a:pt x="40752" y="5043"/>
                  </a:lnTo>
                  <a:lnTo>
                    <a:pt x="35024" y="3710"/>
                  </a:lnTo>
                  <a:lnTo>
                    <a:pt x="29253" y="2579"/>
                  </a:lnTo>
                  <a:lnTo>
                    <a:pt x="23446" y="1652"/>
                  </a:lnTo>
                  <a:lnTo>
                    <a:pt x="17610" y="930"/>
                  </a:lnTo>
                  <a:lnTo>
                    <a:pt x="11752" y="413"/>
                  </a:lnTo>
                  <a:lnTo>
                    <a:pt x="587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358832" y="3170392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4" y="756"/>
                  </a:lnTo>
                  <a:lnTo>
                    <a:pt x="145994" y="1343"/>
                  </a:lnTo>
                  <a:lnTo>
                    <a:pt x="140746" y="2098"/>
                  </a:lnTo>
                  <a:lnTo>
                    <a:pt x="135524" y="3018"/>
                  </a:lnTo>
                  <a:lnTo>
                    <a:pt x="130334" y="4103"/>
                  </a:lnTo>
                  <a:lnTo>
                    <a:pt x="125181" y="5353"/>
                  </a:lnTo>
                  <a:lnTo>
                    <a:pt x="120070" y="6765"/>
                  </a:lnTo>
                  <a:lnTo>
                    <a:pt x="115007" y="8339"/>
                  </a:lnTo>
                  <a:lnTo>
                    <a:pt x="109996" y="10073"/>
                  </a:lnTo>
                  <a:lnTo>
                    <a:pt x="105042" y="11964"/>
                  </a:lnTo>
                  <a:lnTo>
                    <a:pt x="100151" y="14012"/>
                  </a:lnTo>
                  <a:lnTo>
                    <a:pt x="95328" y="16214"/>
                  </a:lnTo>
                  <a:lnTo>
                    <a:pt x="90576" y="18568"/>
                  </a:lnTo>
                  <a:lnTo>
                    <a:pt x="85902" y="21071"/>
                  </a:lnTo>
                  <a:lnTo>
                    <a:pt x="81309" y="23721"/>
                  </a:lnTo>
                  <a:lnTo>
                    <a:pt x="76803" y="26515"/>
                  </a:lnTo>
                  <a:lnTo>
                    <a:pt x="72388" y="29451"/>
                  </a:lnTo>
                  <a:lnTo>
                    <a:pt x="68068" y="32526"/>
                  </a:lnTo>
                  <a:lnTo>
                    <a:pt x="63848" y="35736"/>
                  </a:lnTo>
                  <a:lnTo>
                    <a:pt x="59731" y="39078"/>
                  </a:lnTo>
                  <a:lnTo>
                    <a:pt x="55723" y="42549"/>
                  </a:lnTo>
                  <a:lnTo>
                    <a:pt x="51827" y="46146"/>
                  </a:lnTo>
                  <a:lnTo>
                    <a:pt x="48047" y="49864"/>
                  </a:lnTo>
                  <a:lnTo>
                    <a:pt x="44386" y="53700"/>
                  </a:lnTo>
                  <a:lnTo>
                    <a:pt x="40850" y="57651"/>
                  </a:lnTo>
                  <a:lnTo>
                    <a:pt x="37440" y="61712"/>
                  </a:lnTo>
                  <a:lnTo>
                    <a:pt x="34161" y="65878"/>
                  </a:lnTo>
                  <a:lnTo>
                    <a:pt x="31015" y="70147"/>
                  </a:lnTo>
                  <a:lnTo>
                    <a:pt x="28007" y="74513"/>
                  </a:lnTo>
                  <a:lnTo>
                    <a:pt x="25138" y="78973"/>
                  </a:lnTo>
                  <a:lnTo>
                    <a:pt x="22412" y="83521"/>
                  </a:lnTo>
                  <a:lnTo>
                    <a:pt x="19832" y="88153"/>
                  </a:lnTo>
                  <a:lnTo>
                    <a:pt x="17401" y="92865"/>
                  </a:lnTo>
                  <a:lnTo>
                    <a:pt x="15119" y="97651"/>
                  </a:lnTo>
                  <a:lnTo>
                    <a:pt x="12991" y="102508"/>
                  </a:lnTo>
                  <a:lnTo>
                    <a:pt x="11018" y="107430"/>
                  </a:lnTo>
                  <a:lnTo>
                    <a:pt x="9202" y="112411"/>
                  </a:lnTo>
                  <a:lnTo>
                    <a:pt x="7545" y="117448"/>
                  </a:lnTo>
                  <a:lnTo>
                    <a:pt x="6048" y="122535"/>
                  </a:lnTo>
                  <a:lnTo>
                    <a:pt x="4714" y="127666"/>
                  </a:lnTo>
                  <a:lnTo>
                    <a:pt x="3543" y="132838"/>
                  </a:lnTo>
                  <a:lnTo>
                    <a:pt x="2537" y="138044"/>
                  </a:lnTo>
                  <a:lnTo>
                    <a:pt x="1696" y="143279"/>
                  </a:lnTo>
                  <a:lnTo>
                    <a:pt x="1021" y="148538"/>
                  </a:lnTo>
                  <a:lnTo>
                    <a:pt x="514" y="153816"/>
                  </a:lnTo>
                  <a:lnTo>
                    <a:pt x="175" y="159108"/>
                  </a:lnTo>
                  <a:lnTo>
                    <a:pt x="3" y="164408"/>
                  </a:lnTo>
                  <a:lnTo>
                    <a:pt x="0" y="169710"/>
                  </a:lnTo>
                  <a:lnTo>
                    <a:pt x="164" y="175010"/>
                  </a:lnTo>
                  <a:lnTo>
                    <a:pt x="497" y="180302"/>
                  </a:lnTo>
                  <a:lnTo>
                    <a:pt x="997" y="185580"/>
                  </a:lnTo>
                  <a:lnTo>
                    <a:pt x="1665" y="190840"/>
                  </a:lnTo>
                  <a:lnTo>
                    <a:pt x="2499" y="196077"/>
                  </a:lnTo>
                  <a:lnTo>
                    <a:pt x="3499" y="201284"/>
                  </a:lnTo>
                  <a:lnTo>
                    <a:pt x="4663" y="206457"/>
                  </a:lnTo>
                  <a:lnTo>
                    <a:pt x="5991" y="211590"/>
                  </a:lnTo>
                  <a:lnTo>
                    <a:pt x="7481" y="216679"/>
                  </a:lnTo>
                  <a:lnTo>
                    <a:pt x="9131" y="221718"/>
                  </a:lnTo>
                  <a:lnTo>
                    <a:pt x="10941" y="226702"/>
                  </a:lnTo>
                  <a:lnTo>
                    <a:pt x="12908" y="231626"/>
                  </a:lnTo>
                  <a:lnTo>
                    <a:pt x="15030" y="236485"/>
                  </a:lnTo>
                  <a:lnTo>
                    <a:pt x="17305" y="241275"/>
                  </a:lnTo>
                  <a:lnTo>
                    <a:pt x="19730" y="245990"/>
                  </a:lnTo>
                  <a:lnTo>
                    <a:pt x="22304" y="250626"/>
                  </a:lnTo>
                  <a:lnTo>
                    <a:pt x="25024" y="255177"/>
                  </a:lnTo>
                  <a:lnTo>
                    <a:pt x="27887" y="259640"/>
                  </a:lnTo>
                  <a:lnTo>
                    <a:pt x="30890" y="264011"/>
                  </a:lnTo>
                  <a:lnTo>
                    <a:pt x="34029" y="268283"/>
                  </a:lnTo>
                  <a:lnTo>
                    <a:pt x="37303" y="272454"/>
                  </a:lnTo>
                  <a:lnTo>
                    <a:pt x="40708" y="276519"/>
                  </a:lnTo>
                  <a:lnTo>
                    <a:pt x="44240" y="280474"/>
                  </a:lnTo>
                  <a:lnTo>
                    <a:pt x="47895" y="284315"/>
                  </a:lnTo>
                  <a:lnTo>
                    <a:pt x="51670" y="288038"/>
                  </a:lnTo>
                  <a:lnTo>
                    <a:pt x="55562" y="291640"/>
                  </a:lnTo>
                  <a:lnTo>
                    <a:pt x="59566" y="295116"/>
                  </a:lnTo>
                  <a:lnTo>
                    <a:pt x="63678" y="298464"/>
                  </a:lnTo>
                  <a:lnTo>
                    <a:pt x="67894" y="301679"/>
                  </a:lnTo>
                  <a:lnTo>
                    <a:pt x="72210" y="304760"/>
                  </a:lnTo>
                  <a:lnTo>
                    <a:pt x="76621" y="307701"/>
                  </a:lnTo>
                  <a:lnTo>
                    <a:pt x="81124" y="310502"/>
                  </a:lnTo>
                  <a:lnTo>
                    <a:pt x="85713" y="313158"/>
                  </a:lnTo>
                  <a:lnTo>
                    <a:pt x="90384" y="315667"/>
                  </a:lnTo>
                  <a:lnTo>
                    <a:pt x="95132" y="318027"/>
                  </a:lnTo>
                  <a:lnTo>
                    <a:pt x="99953" y="320235"/>
                  </a:lnTo>
                  <a:lnTo>
                    <a:pt x="104841" y="322289"/>
                  </a:lnTo>
                  <a:lnTo>
                    <a:pt x="109792" y="324187"/>
                  </a:lnTo>
                  <a:lnTo>
                    <a:pt x="114801" y="325927"/>
                  </a:lnTo>
                  <a:lnTo>
                    <a:pt x="119862" y="327507"/>
                  </a:lnTo>
                  <a:lnTo>
                    <a:pt x="124971" y="328926"/>
                  </a:lnTo>
                  <a:lnTo>
                    <a:pt x="130123" y="330183"/>
                  </a:lnTo>
                  <a:lnTo>
                    <a:pt x="135311" y="331275"/>
                  </a:lnTo>
                  <a:lnTo>
                    <a:pt x="140532" y="332202"/>
                  </a:lnTo>
                  <a:lnTo>
                    <a:pt x="145779" y="332963"/>
                  </a:lnTo>
                  <a:lnTo>
                    <a:pt x="151048" y="333557"/>
                  </a:lnTo>
                  <a:lnTo>
                    <a:pt x="156333" y="333984"/>
                  </a:lnTo>
                  <a:lnTo>
                    <a:pt x="161630" y="334243"/>
                  </a:lnTo>
                  <a:lnTo>
                    <a:pt x="166931" y="334334"/>
                  </a:lnTo>
                  <a:lnTo>
                    <a:pt x="172233" y="334257"/>
                  </a:lnTo>
                  <a:lnTo>
                    <a:pt x="177530" y="334012"/>
                  </a:lnTo>
                  <a:lnTo>
                    <a:pt x="182816" y="333598"/>
                  </a:lnTo>
                  <a:lnTo>
                    <a:pt x="188086" y="333018"/>
                  </a:lnTo>
                  <a:lnTo>
                    <a:pt x="193336" y="332270"/>
                  </a:lnTo>
                  <a:lnTo>
                    <a:pt x="198559" y="331357"/>
                  </a:lnTo>
                  <a:lnTo>
                    <a:pt x="203750" y="330278"/>
                  </a:lnTo>
                  <a:lnTo>
                    <a:pt x="208905" y="329035"/>
                  </a:lnTo>
                  <a:lnTo>
                    <a:pt x="214017" y="327629"/>
                  </a:lnTo>
                  <a:lnTo>
                    <a:pt x="219083" y="326062"/>
                  </a:lnTo>
                  <a:lnTo>
                    <a:pt x="224096" y="324335"/>
                  </a:lnTo>
                  <a:lnTo>
                    <a:pt x="229052" y="322450"/>
                  </a:lnTo>
                  <a:lnTo>
                    <a:pt x="233946" y="320408"/>
                  </a:lnTo>
                  <a:lnTo>
                    <a:pt x="238772" y="318213"/>
                  </a:lnTo>
                  <a:lnTo>
                    <a:pt x="243526" y="315865"/>
                  </a:lnTo>
                  <a:lnTo>
                    <a:pt x="248204" y="313368"/>
                  </a:lnTo>
                  <a:lnTo>
                    <a:pt x="252800" y="310724"/>
                  </a:lnTo>
                  <a:lnTo>
                    <a:pt x="257310" y="307935"/>
                  </a:lnTo>
                  <a:lnTo>
                    <a:pt x="261729" y="305005"/>
                  </a:lnTo>
                  <a:lnTo>
                    <a:pt x="266053" y="301936"/>
                  </a:lnTo>
                  <a:lnTo>
                    <a:pt x="270277" y="298731"/>
                  </a:lnTo>
                  <a:lnTo>
                    <a:pt x="274398" y="295395"/>
                  </a:lnTo>
                  <a:lnTo>
                    <a:pt x="278411" y="291929"/>
                  </a:lnTo>
                  <a:lnTo>
                    <a:pt x="282312" y="288337"/>
                  </a:lnTo>
                  <a:lnTo>
                    <a:pt x="286096" y="284624"/>
                  </a:lnTo>
                  <a:lnTo>
                    <a:pt x="289762" y="280792"/>
                  </a:lnTo>
                  <a:lnTo>
                    <a:pt x="293304" y="276846"/>
                  </a:lnTo>
                  <a:lnTo>
                    <a:pt x="296719" y="272790"/>
                  </a:lnTo>
                  <a:lnTo>
                    <a:pt x="300003" y="268628"/>
                  </a:lnTo>
                  <a:lnTo>
                    <a:pt x="303154" y="264363"/>
                  </a:lnTo>
                  <a:lnTo>
                    <a:pt x="306168" y="260001"/>
                  </a:lnTo>
                  <a:lnTo>
                    <a:pt x="309043" y="255545"/>
                  </a:lnTo>
                  <a:lnTo>
                    <a:pt x="311774" y="251001"/>
                  </a:lnTo>
                  <a:lnTo>
                    <a:pt x="314360" y="246372"/>
                  </a:lnTo>
                  <a:lnTo>
                    <a:pt x="316798" y="241663"/>
                  </a:lnTo>
                  <a:lnTo>
                    <a:pt x="319086" y="236879"/>
                  </a:lnTo>
                  <a:lnTo>
                    <a:pt x="321220" y="232025"/>
                  </a:lnTo>
                  <a:lnTo>
                    <a:pt x="323200" y="227106"/>
                  </a:lnTo>
                  <a:lnTo>
                    <a:pt x="325022" y="222127"/>
                  </a:lnTo>
                  <a:lnTo>
                    <a:pt x="326686" y="217093"/>
                  </a:lnTo>
                  <a:lnTo>
                    <a:pt x="328189" y="212008"/>
                  </a:lnTo>
                  <a:lnTo>
                    <a:pt x="329530" y="206878"/>
                  </a:lnTo>
                  <a:lnTo>
                    <a:pt x="330708" y="201708"/>
                  </a:lnTo>
                  <a:lnTo>
                    <a:pt x="331721" y="196503"/>
                  </a:lnTo>
                  <a:lnTo>
                    <a:pt x="332568" y="191269"/>
                  </a:lnTo>
                  <a:lnTo>
                    <a:pt x="333250" y="186011"/>
                  </a:lnTo>
                  <a:lnTo>
                    <a:pt x="333764" y="180733"/>
                  </a:lnTo>
                  <a:lnTo>
                    <a:pt x="334110" y="175442"/>
                  </a:lnTo>
                  <a:lnTo>
                    <a:pt x="334289" y="170143"/>
                  </a:lnTo>
                  <a:lnTo>
                    <a:pt x="334299" y="164840"/>
                  </a:lnTo>
                  <a:lnTo>
                    <a:pt x="334141" y="159540"/>
                  </a:lnTo>
                  <a:lnTo>
                    <a:pt x="333815" y="154248"/>
                  </a:lnTo>
                  <a:lnTo>
                    <a:pt x="333322" y="148969"/>
                  </a:lnTo>
                  <a:lnTo>
                    <a:pt x="332661" y="143708"/>
                  </a:lnTo>
                  <a:lnTo>
                    <a:pt x="331834" y="138470"/>
                  </a:lnTo>
                  <a:lnTo>
                    <a:pt x="330841" y="133262"/>
                  </a:lnTo>
                  <a:lnTo>
                    <a:pt x="329683" y="128087"/>
                  </a:lnTo>
                  <a:lnTo>
                    <a:pt x="328362" y="122952"/>
                  </a:lnTo>
                  <a:lnTo>
                    <a:pt x="326878" y="117862"/>
                  </a:lnTo>
                  <a:lnTo>
                    <a:pt x="325234" y="112821"/>
                  </a:lnTo>
                  <a:lnTo>
                    <a:pt x="323431" y="107834"/>
                  </a:lnTo>
                  <a:lnTo>
                    <a:pt x="321471" y="102908"/>
                  </a:lnTo>
                  <a:lnTo>
                    <a:pt x="319355" y="98045"/>
                  </a:lnTo>
                  <a:lnTo>
                    <a:pt x="317087" y="93253"/>
                  </a:lnTo>
                  <a:lnTo>
                    <a:pt x="314667" y="88535"/>
                  </a:lnTo>
                  <a:lnTo>
                    <a:pt x="312099" y="83896"/>
                  </a:lnTo>
                  <a:lnTo>
                    <a:pt x="309385" y="79341"/>
                  </a:lnTo>
                  <a:lnTo>
                    <a:pt x="306528" y="74874"/>
                  </a:lnTo>
                  <a:lnTo>
                    <a:pt x="303531" y="70500"/>
                  </a:lnTo>
                  <a:lnTo>
                    <a:pt x="300397" y="66223"/>
                  </a:lnTo>
                  <a:lnTo>
                    <a:pt x="297128" y="62048"/>
                  </a:lnTo>
                  <a:lnTo>
                    <a:pt x="293729" y="57978"/>
                  </a:lnTo>
                  <a:lnTo>
                    <a:pt x="290202" y="54019"/>
                  </a:lnTo>
                  <a:lnTo>
                    <a:pt x="286552" y="50173"/>
                  </a:lnTo>
                  <a:lnTo>
                    <a:pt x="282781" y="46445"/>
                  </a:lnTo>
                  <a:lnTo>
                    <a:pt x="278895" y="42838"/>
                  </a:lnTo>
                  <a:lnTo>
                    <a:pt x="274895" y="39357"/>
                  </a:lnTo>
                  <a:lnTo>
                    <a:pt x="270788" y="36004"/>
                  </a:lnTo>
                  <a:lnTo>
                    <a:pt x="266576" y="32783"/>
                  </a:lnTo>
                  <a:lnTo>
                    <a:pt x="262264" y="29697"/>
                  </a:lnTo>
                  <a:lnTo>
                    <a:pt x="257856" y="26750"/>
                  </a:lnTo>
                  <a:lnTo>
                    <a:pt x="253357" y="23944"/>
                  </a:lnTo>
                  <a:lnTo>
                    <a:pt x="248771" y="21282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91674"/>
              <a:ext cx="81623" cy="145885"/>
            </a:xfrm>
            <a:custGeom>
              <a:avLst/>
              <a:pathLst>
                <a:path w="81623" h="145885">
                  <a:moveTo>
                    <a:pt x="81623" y="0"/>
                  </a:moveTo>
                  <a:lnTo>
                    <a:pt x="0" y="1458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6047"/>
              <a:ext cx="81623" cy="151512"/>
            </a:xfrm>
            <a:custGeom>
              <a:avLst/>
              <a:pathLst>
                <a:path w="81623" h="151512">
                  <a:moveTo>
                    <a:pt x="81623" y="5626"/>
                  </a:moveTo>
                  <a:lnTo>
                    <a:pt x="70633" y="0"/>
                  </a:lnTo>
                  <a:lnTo>
                    <a:pt x="0" y="1515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70392"/>
              <a:ext cx="70633" cy="167167"/>
            </a:xfrm>
            <a:custGeom>
              <a:avLst/>
              <a:pathLst>
                <a:path w="70633" h="167167">
                  <a:moveTo>
                    <a:pt x="70633" y="15655"/>
                  </a:moveTo>
                  <a:lnTo>
                    <a:pt x="65079" y="13188"/>
                  </a:lnTo>
                  <a:lnTo>
                    <a:pt x="59440" y="10924"/>
                  </a:lnTo>
                  <a:lnTo>
                    <a:pt x="53722" y="8867"/>
                  </a:lnTo>
                  <a:lnTo>
                    <a:pt x="47933" y="7019"/>
                  </a:lnTo>
                  <a:lnTo>
                    <a:pt x="42081" y="5383"/>
                  </a:lnTo>
                  <a:lnTo>
                    <a:pt x="36173" y="3960"/>
                  </a:lnTo>
                  <a:lnTo>
                    <a:pt x="30218" y="2753"/>
                  </a:lnTo>
                  <a:lnTo>
                    <a:pt x="24222" y="1764"/>
                  </a:lnTo>
                  <a:lnTo>
                    <a:pt x="18194" y="993"/>
                  </a:lnTo>
                  <a:lnTo>
                    <a:pt x="12143" y="441"/>
                  </a:lnTo>
                  <a:lnTo>
                    <a:pt x="6075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423588" y="3707720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8" y="333"/>
                  </a:lnTo>
                  <a:lnTo>
                    <a:pt x="151331" y="751"/>
                  </a:lnTo>
                  <a:lnTo>
                    <a:pt x="146080" y="1334"/>
                  </a:lnTo>
                  <a:lnTo>
                    <a:pt x="140849" y="2083"/>
                  </a:lnTo>
                  <a:lnTo>
                    <a:pt x="135645" y="2997"/>
                  </a:lnTo>
                  <a:lnTo>
                    <a:pt x="130472" y="4075"/>
                  </a:lnTo>
                  <a:lnTo>
                    <a:pt x="125336" y="5316"/>
                  </a:lnTo>
                  <a:lnTo>
                    <a:pt x="120242" y="6718"/>
                  </a:lnTo>
                  <a:lnTo>
                    <a:pt x="115195" y="8281"/>
                  </a:lnTo>
                  <a:lnTo>
                    <a:pt x="110199" y="10003"/>
                  </a:lnTo>
                  <a:lnTo>
                    <a:pt x="105261" y="11881"/>
                  </a:lnTo>
                  <a:lnTo>
                    <a:pt x="100384" y="13915"/>
                  </a:lnTo>
                  <a:lnTo>
                    <a:pt x="95574" y="16102"/>
                  </a:lnTo>
                  <a:lnTo>
                    <a:pt x="90836" y="18440"/>
                  </a:lnTo>
                  <a:lnTo>
                    <a:pt x="86174" y="20926"/>
                  </a:lnTo>
                  <a:lnTo>
                    <a:pt x="81592" y="23559"/>
                  </a:lnTo>
                  <a:lnTo>
                    <a:pt x="77097" y="26335"/>
                  </a:lnTo>
                  <a:lnTo>
                    <a:pt x="72691" y="29251"/>
                  </a:lnTo>
                  <a:lnTo>
                    <a:pt x="68379" y="32306"/>
                  </a:lnTo>
                  <a:lnTo>
                    <a:pt x="64167" y="35495"/>
                  </a:lnTo>
                  <a:lnTo>
                    <a:pt x="60057" y="38816"/>
                  </a:lnTo>
                  <a:lnTo>
                    <a:pt x="56054" y="42265"/>
                  </a:lnTo>
                  <a:lnTo>
                    <a:pt x="52162" y="45838"/>
                  </a:lnTo>
                  <a:lnTo>
                    <a:pt x="48385" y="49533"/>
                  </a:lnTo>
                  <a:lnTo>
                    <a:pt x="44727" y="53346"/>
                  </a:lnTo>
                  <a:lnTo>
                    <a:pt x="41191" y="57272"/>
                  </a:lnTo>
                  <a:lnTo>
                    <a:pt x="37781" y="61308"/>
                  </a:lnTo>
                  <a:lnTo>
                    <a:pt x="34500" y="65450"/>
                  </a:lnTo>
                  <a:lnTo>
                    <a:pt x="31351" y="69693"/>
                  </a:lnTo>
                  <a:lnTo>
                    <a:pt x="28339" y="74034"/>
                  </a:lnTo>
                  <a:lnTo>
                    <a:pt x="25465" y="78467"/>
                  </a:lnTo>
                  <a:lnTo>
                    <a:pt x="22732" y="82990"/>
                  </a:lnTo>
                  <a:lnTo>
                    <a:pt x="20144" y="87596"/>
                  </a:lnTo>
                  <a:lnTo>
                    <a:pt x="17703" y="92282"/>
                  </a:lnTo>
                  <a:lnTo>
                    <a:pt x="15411" y="97043"/>
                  </a:lnTo>
                  <a:lnTo>
                    <a:pt x="13270" y="101874"/>
                  </a:lnTo>
                  <a:lnTo>
                    <a:pt x="11284" y="106770"/>
                  </a:lnTo>
                  <a:lnTo>
                    <a:pt x="9453" y="111726"/>
                  </a:lnTo>
                  <a:lnTo>
                    <a:pt x="7780" y="116738"/>
                  </a:lnTo>
                  <a:lnTo>
                    <a:pt x="6265" y="121800"/>
                  </a:lnTo>
                  <a:lnTo>
                    <a:pt x="4912" y="126908"/>
                  </a:lnTo>
                  <a:lnTo>
                    <a:pt x="3721" y="132055"/>
                  </a:lnTo>
                  <a:lnTo>
                    <a:pt x="2693" y="137238"/>
                  </a:lnTo>
                  <a:lnTo>
                    <a:pt x="1829" y="142451"/>
                  </a:lnTo>
                  <a:lnTo>
                    <a:pt x="1130" y="147688"/>
                  </a:lnTo>
                  <a:lnTo>
                    <a:pt x="598" y="152945"/>
                  </a:lnTo>
                  <a:lnTo>
                    <a:pt x="232" y="158216"/>
                  </a:lnTo>
                  <a:lnTo>
                    <a:pt x="32" y="163496"/>
                  </a:lnTo>
                  <a:lnTo>
                    <a:pt x="0" y="168780"/>
                  </a:lnTo>
                  <a:lnTo>
                    <a:pt x="134" y="174062"/>
                  </a:lnTo>
                  <a:lnTo>
                    <a:pt x="435" y="179337"/>
                  </a:lnTo>
                  <a:lnTo>
                    <a:pt x="903" y="184600"/>
                  </a:lnTo>
                  <a:lnTo>
                    <a:pt x="1537" y="189846"/>
                  </a:lnTo>
                  <a:lnTo>
                    <a:pt x="2337" y="195068"/>
                  </a:lnTo>
                  <a:lnTo>
                    <a:pt x="3301" y="200263"/>
                  </a:lnTo>
                  <a:lnTo>
                    <a:pt x="4429" y="205425"/>
                  </a:lnTo>
                  <a:lnTo>
                    <a:pt x="5719" y="210549"/>
                  </a:lnTo>
                  <a:lnTo>
                    <a:pt x="7171" y="215630"/>
                  </a:lnTo>
                  <a:lnTo>
                    <a:pt x="8782" y="220662"/>
                  </a:lnTo>
                  <a:lnTo>
                    <a:pt x="10552" y="225640"/>
                  </a:lnTo>
                  <a:lnTo>
                    <a:pt x="12478" y="230560"/>
                  </a:lnTo>
                  <a:lnTo>
                    <a:pt x="14559" y="235417"/>
                  </a:lnTo>
                  <a:lnTo>
                    <a:pt x="16792" y="240206"/>
                  </a:lnTo>
                  <a:lnTo>
                    <a:pt x="19175" y="244921"/>
                  </a:lnTo>
                  <a:lnTo>
                    <a:pt x="21707" y="249559"/>
                  </a:lnTo>
                  <a:lnTo>
                    <a:pt x="24383" y="254115"/>
                  </a:lnTo>
                  <a:lnTo>
                    <a:pt x="27202" y="258584"/>
                  </a:lnTo>
                  <a:lnTo>
                    <a:pt x="30161" y="262961"/>
                  </a:lnTo>
                  <a:lnTo>
                    <a:pt x="33257" y="267243"/>
                  </a:lnTo>
                  <a:lnTo>
                    <a:pt x="36487" y="271425"/>
                  </a:lnTo>
                  <a:lnTo>
                    <a:pt x="39847" y="275503"/>
                  </a:lnTo>
                  <a:lnTo>
                    <a:pt x="43335" y="279472"/>
                  </a:lnTo>
                  <a:lnTo>
                    <a:pt x="46946" y="283329"/>
                  </a:lnTo>
                  <a:lnTo>
                    <a:pt x="50677" y="287070"/>
                  </a:lnTo>
                  <a:lnTo>
                    <a:pt x="54524" y="290692"/>
                  </a:lnTo>
                  <a:lnTo>
                    <a:pt x="58485" y="294190"/>
                  </a:lnTo>
                  <a:lnTo>
                    <a:pt x="62553" y="297561"/>
                  </a:lnTo>
                  <a:lnTo>
                    <a:pt x="66726" y="300802"/>
                  </a:lnTo>
                  <a:lnTo>
                    <a:pt x="71000" y="303909"/>
                  </a:lnTo>
                  <a:lnTo>
                    <a:pt x="75369" y="306880"/>
                  </a:lnTo>
                  <a:lnTo>
                    <a:pt x="79831" y="309711"/>
                  </a:lnTo>
                  <a:lnTo>
                    <a:pt x="84379" y="312399"/>
                  </a:lnTo>
                  <a:lnTo>
                    <a:pt x="89010" y="314943"/>
                  </a:lnTo>
                  <a:lnTo>
                    <a:pt x="93720" y="317339"/>
                  </a:lnTo>
                  <a:lnTo>
                    <a:pt x="98502" y="319585"/>
                  </a:lnTo>
                  <a:lnTo>
                    <a:pt x="103354" y="321678"/>
                  </a:lnTo>
                  <a:lnTo>
                    <a:pt x="108269" y="323618"/>
                  </a:lnTo>
                  <a:lnTo>
                    <a:pt x="113243" y="325401"/>
                  </a:lnTo>
                  <a:lnTo>
                    <a:pt x="118270" y="327026"/>
                  </a:lnTo>
                  <a:lnTo>
                    <a:pt x="123347" y="328491"/>
                  </a:lnTo>
                  <a:lnTo>
                    <a:pt x="128467" y="329795"/>
                  </a:lnTo>
                  <a:lnTo>
                    <a:pt x="133626" y="330937"/>
                  </a:lnTo>
                  <a:lnTo>
                    <a:pt x="138818" y="331915"/>
                  </a:lnTo>
                  <a:lnTo>
                    <a:pt x="144039" y="332728"/>
                  </a:lnTo>
                  <a:lnTo>
                    <a:pt x="149283" y="333376"/>
                  </a:lnTo>
                  <a:lnTo>
                    <a:pt x="154545" y="333858"/>
                  </a:lnTo>
                  <a:lnTo>
                    <a:pt x="159819" y="334173"/>
                  </a:lnTo>
                  <a:lnTo>
                    <a:pt x="165101" y="334322"/>
                  </a:lnTo>
                  <a:lnTo>
                    <a:pt x="170385" y="334303"/>
                  </a:lnTo>
                  <a:lnTo>
                    <a:pt x="175665" y="334118"/>
                  </a:lnTo>
                  <a:lnTo>
                    <a:pt x="180937" y="333766"/>
                  </a:lnTo>
                  <a:lnTo>
                    <a:pt x="186195" y="333247"/>
                  </a:lnTo>
                  <a:lnTo>
                    <a:pt x="191435" y="332562"/>
                  </a:lnTo>
                  <a:lnTo>
                    <a:pt x="196650" y="331713"/>
                  </a:lnTo>
                  <a:lnTo>
                    <a:pt x="201835" y="330698"/>
                  </a:lnTo>
                  <a:lnTo>
                    <a:pt x="206986" y="329521"/>
                  </a:lnTo>
                  <a:lnTo>
                    <a:pt x="212097" y="328181"/>
                  </a:lnTo>
                  <a:lnTo>
                    <a:pt x="217163" y="326680"/>
                  </a:lnTo>
                  <a:lnTo>
                    <a:pt x="222179" y="325020"/>
                  </a:lnTo>
                  <a:lnTo>
                    <a:pt x="227141" y="323203"/>
                  </a:lnTo>
                  <a:lnTo>
                    <a:pt x="232042" y="321229"/>
                  </a:lnTo>
                  <a:lnTo>
                    <a:pt x="236878" y="319102"/>
                  </a:lnTo>
                  <a:lnTo>
                    <a:pt x="241645" y="316822"/>
                  </a:lnTo>
                  <a:lnTo>
                    <a:pt x="246338" y="314394"/>
                  </a:lnTo>
                  <a:lnTo>
                    <a:pt x="250951" y="311818"/>
                  </a:lnTo>
                  <a:lnTo>
                    <a:pt x="255481" y="309097"/>
                  </a:lnTo>
                  <a:lnTo>
                    <a:pt x="259922" y="306235"/>
                  </a:lnTo>
                  <a:lnTo>
                    <a:pt x="264271" y="303234"/>
                  </a:lnTo>
                  <a:lnTo>
                    <a:pt x="268523" y="300097"/>
                  </a:lnTo>
                  <a:lnTo>
                    <a:pt x="272673" y="296827"/>
                  </a:lnTo>
                  <a:lnTo>
                    <a:pt x="276718" y="293428"/>
                  </a:lnTo>
                  <a:lnTo>
                    <a:pt x="280654" y="289902"/>
                  </a:lnTo>
                  <a:lnTo>
                    <a:pt x="284476" y="286254"/>
                  </a:lnTo>
                  <a:lnTo>
                    <a:pt x="288181" y="282487"/>
                  </a:lnTo>
                  <a:lnTo>
                    <a:pt x="291765" y="278605"/>
                  </a:lnTo>
                  <a:lnTo>
                    <a:pt x="295224" y="274611"/>
                  </a:lnTo>
                  <a:lnTo>
                    <a:pt x="298556" y="270510"/>
                  </a:lnTo>
                  <a:lnTo>
                    <a:pt x="301757" y="266306"/>
                  </a:lnTo>
                  <a:lnTo>
                    <a:pt x="304822" y="262002"/>
                  </a:lnTo>
                  <a:lnTo>
                    <a:pt x="307751" y="257604"/>
                  </a:lnTo>
                  <a:lnTo>
                    <a:pt x="310539" y="253116"/>
                  </a:lnTo>
                  <a:lnTo>
                    <a:pt x="313183" y="248542"/>
                  </a:lnTo>
                  <a:lnTo>
                    <a:pt x="315682" y="243886"/>
                  </a:lnTo>
                  <a:lnTo>
                    <a:pt x="318033" y="239154"/>
                  </a:lnTo>
                  <a:lnTo>
                    <a:pt x="320232" y="234350"/>
                  </a:lnTo>
                  <a:lnTo>
                    <a:pt x="322279" y="229479"/>
                  </a:lnTo>
                  <a:lnTo>
                    <a:pt x="324171" y="224545"/>
                  </a:lnTo>
                  <a:lnTo>
                    <a:pt x="325906" y="219554"/>
                  </a:lnTo>
                  <a:lnTo>
                    <a:pt x="327482" y="214511"/>
                  </a:lnTo>
                  <a:lnTo>
                    <a:pt x="328898" y="209421"/>
                  </a:lnTo>
                  <a:lnTo>
                    <a:pt x="330153" y="204288"/>
                  </a:lnTo>
                  <a:lnTo>
                    <a:pt x="331245" y="199119"/>
                  </a:lnTo>
                  <a:lnTo>
                    <a:pt x="332172" y="193917"/>
                  </a:lnTo>
                  <a:lnTo>
                    <a:pt x="332935" y="188688"/>
                  </a:lnTo>
                  <a:lnTo>
                    <a:pt x="333533" y="183439"/>
                  </a:lnTo>
                  <a:lnTo>
                    <a:pt x="333964" y="178172"/>
                  </a:lnTo>
                  <a:lnTo>
                    <a:pt x="334228" y="172895"/>
                  </a:lnTo>
                  <a:lnTo>
                    <a:pt x="334326" y="167612"/>
                  </a:lnTo>
                  <a:lnTo>
                    <a:pt x="334257" y="162329"/>
                  </a:lnTo>
                  <a:lnTo>
                    <a:pt x="334020" y="157051"/>
                  </a:lnTo>
                  <a:lnTo>
                    <a:pt x="333617" y="151782"/>
                  </a:lnTo>
                  <a:lnTo>
                    <a:pt x="333048" y="146529"/>
                  </a:lnTo>
                  <a:lnTo>
                    <a:pt x="332313" y="141297"/>
                  </a:lnTo>
                  <a:lnTo>
                    <a:pt x="331413" y="136090"/>
                  </a:lnTo>
                  <a:lnTo>
                    <a:pt x="330348" y="130915"/>
                  </a:lnTo>
                  <a:lnTo>
                    <a:pt x="329121" y="125776"/>
                  </a:lnTo>
                  <a:lnTo>
                    <a:pt x="327732" y="120678"/>
                  </a:lnTo>
                  <a:lnTo>
                    <a:pt x="326183" y="115626"/>
                  </a:lnTo>
                  <a:lnTo>
                    <a:pt x="324474" y="110626"/>
                  </a:lnTo>
                  <a:lnTo>
                    <a:pt x="322609" y="105683"/>
                  </a:lnTo>
                  <a:lnTo>
                    <a:pt x="320588" y="100801"/>
                  </a:lnTo>
                  <a:lnTo>
                    <a:pt x="318414" y="95985"/>
                  </a:lnTo>
                  <a:lnTo>
                    <a:pt x="316089" y="91240"/>
                  </a:lnTo>
                  <a:lnTo>
                    <a:pt x="313615" y="86572"/>
                  </a:lnTo>
                  <a:lnTo>
                    <a:pt x="310995" y="81983"/>
                  </a:lnTo>
                  <a:lnTo>
                    <a:pt x="308231" y="77480"/>
                  </a:lnTo>
                  <a:lnTo>
                    <a:pt x="305326" y="73067"/>
                  </a:lnTo>
                  <a:lnTo>
                    <a:pt x="302283" y="68747"/>
                  </a:lnTo>
                  <a:lnTo>
                    <a:pt x="299105" y="64526"/>
                  </a:lnTo>
                  <a:lnTo>
                    <a:pt x="295795" y="60407"/>
                  </a:lnTo>
                  <a:lnTo>
                    <a:pt x="292357" y="56395"/>
                  </a:lnTo>
                  <a:lnTo>
                    <a:pt x="288794" y="52494"/>
                  </a:lnTo>
                  <a:lnTo>
                    <a:pt x="285109" y="48707"/>
                  </a:lnTo>
                  <a:lnTo>
                    <a:pt x="281306" y="45038"/>
                  </a:lnTo>
                  <a:lnTo>
                    <a:pt x="277390" y="41492"/>
                  </a:lnTo>
                  <a:lnTo>
                    <a:pt x="273363" y="38071"/>
                  </a:lnTo>
                  <a:lnTo>
                    <a:pt x="269230" y="34779"/>
                  </a:lnTo>
                  <a:lnTo>
                    <a:pt x="264995" y="31619"/>
                  </a:lnTo>
                  <a:lnTo>
                    <a:pt x="260662" y="28595"/>
                  </a:lnTo>
                  <a:lnTo>
                    <a:pt x="256236" y="25709"/>
                  </a:lnTo>
                  <a:lnTo>
                    <a:pt x="251721" y="22965"/>
                  </a:lnTo>
                  <a:lnTo>
                    <a:pt x="247121" y="20364"/>
                  </a:lnTo>
                  <a:lnTo>
                    <a:pt x="242442" y="17911"/>
                  </a:lnTo>
                  <a:lnTo>
                    <a:pt x="237687" y="15606"/>
                  </a:lnTo>
                  <a:lnTo>
                    <a:pt x="232862" y="13453"/>
                  </a:lnTo>
                  <a:lnTo>
                    <a:pt x="227972" y="11453"/>
                  </a:lnTo>
                  <a:lnTo>
                    <a:pt x="223020" y="9609"/>
                  </a:lnTo>
                  <a:lnTo>
                    <a:pt x="218013" y="7922"/>
                  </a:lnTo>
                  <a:lnTo>
                    <a:pt x="212955" y="6395"/>
                  </a:lnTo>
                  <a:lnTo>
                    <a:pt x="207851" y="5028"/>
                  </a:lnTo>
                  <a:lnTo>
                    <a:pt x="202706" y="3823"/>
                  </a:lnTo>
                  <a:lnTo>
                    <a:pt x="197526" y="2781"/>
                  </a:lnTo>
                  <a:lnTo>
                    <a:pt x="192316" y="1903"/>
                  </a:lnTo>
                  <a:lnTo>
                    <a:pt x="187080" y="1191"/>
                  </a:lnTo>
                  <a:lnTo>
                    <a:pt x="181825" y="644"/>
                  </a:lnTo>
                  <a:lnTo>
                    <a:pt x="176555" y="264"/>
                  </a:lnTo>
                  <a:lnTo>
                    <a:pt x="171275" y="5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71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4116" cy="167167"/>
            </a:xfrm>
            <a:custGeom>
              <a:avLst/>
              <a:pathLst>
                <a:path w="4116" h="167167">
                  <a:moveTo>
                    <a:pt x="4116" y="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14128" y="421382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8" y="333"/>
                  </a:lnTo>
                  <a:lnTo>
                    <a:pt x="151331" y="751"/>
                  </a:lnTo>
                  <a:lnTo>
                    <a:pt x="146080" y="1334"/>
                  </a:lnTo>
                  <a:lnTo>
                    <a:pt x="140849" y="2083"/>
                  </a:lnTo>
                  <a:lnTo>
                    <a:pt x="135645" y="2997"/>
                  </a:lnTo>
                  <a:lnTo>
                    <a:pt x="130472" y="4075"/>
                  </a:lnTo>
                  <a:lnTo>
                    <a:pt x="125336" y="5316"/>
                  </a:lnTo>
                  <a:lnTo>
                    <a:pt x="120242" y="6718"/>
                  </a:lnTo>
                  <a:lnTo>
                    <a:pt x="115195" y="8281"/>
                  </a:lnTo>
                  <a:lnTo>
                    <a:pt x="110199" y="10003"/>
                  </a:lnTo>
                  <a:lnTo>
                    <a:pt x="105261" y="11881"/>
                  </a:lnTo>
                  <a:lnTo>
                    <a:pt x="100384" y="13915"/>
                  </a:lnTo>
                  <a:lnTo>
                    <a:pt x="95574" y="16102"/>
                  </a:lnTo>
                  <a:lnTo>
                    <a:pt x="90836" y="18440"/>
                  </a:lnTo>
                  <a:lnTo>
                    <a:pt x="86174" y="20926"/>
                  </a:lnTo>
                  <a:lnTo>
                    <a:pt x="81592" y="23559"/>
                  </a:lnTo>
                  <a:lnTo>
                    <a:pt x="77097" y="26335"/>
                  </a:lnTo>
                  <a:lnTo>
                    <a:pt x="72691" y="29251"/>
                  </a:lnTo>
                  <a:lnTo>
                    <a:pt x="68379" y="32306"/>
                  </a:lnTo>
                  <a:lnTo>
                    <a:pt x="64167" y="35495"/>
                  </a:lnTo>
                  <a:lnTo>
                    <a:pt x="60057" y="38816"/>
                  </a:lnTo>
                  <a:lnTo>
                    <a:pt x="56054" y="42265"/>
                  </a:lnTo>
                  <a:lnTo>
                    <a:pt x="52162" y="45838"/>
                  </a:lnTo>
                  <a:lnTo>
                    <a:pt x="48385" y="49533"/>
                  </a:lnTo>
                  <a:lnTo>
                    <a:pt x="44727" y="53346"/>
                  </a:lnTo>
                  <a:lnTo>
                    <a:pt x="41191" y="57272"/>
                  </a:lnTo>
                  <a:lnTo>
                    <a:pt x="37781" y="61308"/>
                  </a:lnTo>
                  <a:lnTo>
                    <a:pt x="34500" y="65450"/>
                  </a:lnTo>
                  <a:lnTo>
                    <a:pt x="31351" y="69693"/>
                  </a:lnTo>
                  <a:lnTo>
                    <a:pt x="28339" y="74034"/>
                  </a:lnTo>
                  <a:lnTo>
                    <a:pt x="25465" y="78467"/>
                  </a:lnTo>
                  <a:lnTo>
                    <a:pt x="22732" y="82990"/>
                  </a:lnTo>
                  <a:lnTo>
                    <a:pt x="20144" y="87596"/>
                  </a:lnTo>
                  <a:lnTo>
                    <a:pt x="17703" y="92282"/>
                  </a:lnTo>
                  <a:lnTo>
                    <a:pt x="15411" y="97043"/>
                  </a:lnTo>
                  <a:lnTo>
                    <a:pt x="13270" y="101874"/>
                  </a:lnTo>
                  <a:lnTo>
                    <a:pt x="11284" y="106770"/>
                  </a:lnTo>
                  <a:lnTo>
                    <a:pt x="9453" y="111726"/>
                  </a:lnTo>
                  <a:lnTo>
                    <a:pt x="7780" y="116738"/>
                  </a:lnTo>
                  <a:lnTo>
                    <a:pt x="6265" y="121800"/>
                  </a:lnTo>
                  <a:lnTo>
                    <a:pt x="4912" y="126908"/>
                  </a:lnTo>
                  <a:lnTo>
                    <a:pt x="3721" y="132055"/>
                  </a:lnTo>
                  <a:lnTo>
                    <a:pt x="2693" y="137238"/>
                  </a:lnTo>
                  <a:lnTo>
                    <a:pt x="1829" y="142451"/>
                  </a:lnTo>
                  <a:lnTo>
                    <a:pt x="1130" y="147688"/>
                  </a:lnTo>
                  <a:lnTo>
                    <a:pt x="598" y="152945"/>
                  </a:lnTo>
                  <a:lnTo>
                    <a:pt x="232" y="158216"/>
                  </a:lnTo>
                  <a:lnTo>
                    <a:pt x="32" y="163496"/>
                  </a:lnTo>
                  <a:lnTo>
                    <a:pt x="0" y="168780"/>
                  </a:lnTo>
                  <a:lnTo>
                    <a:pt x="134" y="174062"/>
                  </a:lnTo>
                  <a:lnTo>
                    <a:pt x="435" y="179337"/>
                  </a:lnTo>
                  <a:lnTo>
                    <a:pt x="903" y="184600"/>
                  </a:lnTo>
                  <a:lnTo>
                    <a:pt x="1537" y="189846"/>
                  </a:lnTo>
                  <a:lnTo>
                    <a:pt x="2337" y="195068"/>
                  </a:lnTo>
                  <a:lnTo>
                    <a:pt x="3301" y="200263"/>
                  </a:lnTo>
                  <a:lnTo>
                    <a:pt x="4429" y="205425"/>
                  </a:lnTo>
                  <a:lnTo>
                    <a:pt x="5719" y="210549"/>
                  </a:lnTo>
                  <a:lnTo>
                    <a:pt x="7171" y="215630"/>
                  </a:lnTo>
                  <a:lnTo>
                    <a:pt x="8782" y="220662"/>
                  </a:lnTo>
                  <a:lnTo>
                    <a:pt x="10552" y="225640"/>
                  </a:lnTo>
                  <a:lnTo>
                    <a:pt x="12478" y="230560"/>
                  </a:lnTo>
                  <a:lnTo>
                    <a:pt x="14559" y="235417"/>
                  </a:lnTo>
                  <a:lnTo>
                    <a:pt x="16792" y="240206"/>
                  </a:lnTo>
                  <a:lnTo>
                    <a:pt x="19175" y="244921"/>
                  </a:lnTo>
                  <a:lnTo>
                    <a:pt x="21707" y="249559"/>
                  </a:lnTo>
                  <a:lnTo>
                    <a:pt x="24383" y="254115"/>
                  </a:lnTo>
                  <a:lnTo>
                    <a:pt x="27202" y="258584"/>
                  </a:lnTo>
                  <a:lnTo>
                    <a:pt x="30161" y="262961"/>
                  </a:lnTo>
                  <a:lnTo>
                    <a:pt x="33257" y="267243"/>
                  </a:lnTo>
                  <a:lnTo>
                    <a:pt x="36487" y="271425"/>
                  </a:lnTo>
                  <a:lnTo>
                    <a:pt x="39847" y="275503"/>
                  </a:lnTo>
                  <a:lnTo>
                    <a:pt x="43335" y="279472"/>
                  </a:lnTo>
                  <a:lnTo>
                    <a:pt x="46946" y="283329"/>
                  </a:lnTo>
                  <a:lnTo>
                    <a:pt x="50677" y="287070"/>
                  </a:lnTo>
                  <a:lnTo>
                    <a:pt x="54524" y="290692"/>
                  </a:lnTo>
                  <a:lnTo>
                    <a:pt x="58485" y="294190"/>
                  </a:lnTo>
                  <a:lnTo>
                    <a:pt x="62553" y="297561"/>
                  </a:lnTo>
                  <a:lnTo>
                    <a:pt x="66726" y="300802"/>
                  </a:lnTo>
                  <a:lnTo>
                    <a:pt x="71000" y="303909"/>
                  </a:lnTo>
                  <a:lnTo>
                    <a:pt x="75369" y="306880"/>
                  </a:lnTo>
                  <a:lnTo>
                    <a:pt x="79831" y="309711"/>
                  </a:lnTo>
                  <a:lnTo>
                    <a:pt x="84379" y="312399"/>
                  </a:lnTo>
                  <a:lnTo>
                    <a:pt x="89010" y="314943"/>
                  </a:lnTo>
                  <a:lnTo>
                    <a:pt x="93720" y="317339"/>
                  </a:lnTo>
                  <a:lnTo>
                    <a:pt x="98502" y="319585"/>
                  </a:lnTo>
                  <a:lnTo>
                    <a:pt x="103354" y="321678"/>
                  </a:lnTo>
                  <a:lnTo>
                    <a:pt x="108269" y="323618"/>
                  </a:lnTo>
                  <a:lnTo>
                    <a:pt x="113243" y="325401"/>
                  </a:lnTo>
                  <a:lnTo>
                    <a:pt x="118270" y="327026"/>
                  </a:lnTo>
                  <a:lnTo>
                    <a:pt x="123347" y="328491"/>
                  </a:lnTo>
                  <a:lnTo>
                    <a:pt x="128467" y="329795"/>
                  </a:lnTo>
                  <a:lnTo>
                    <a:pt x="133626" y="330937"/>
                  </a:lnTo>
                  <a:lnTo>
                    <a:pt x="138818" y="331915"/>
                  </a:lnTo>
                  <a:lnTo>
                    <a:pt x="144039" y="332728"/>
                  </a:lnTo>
                  <a:lnTo>
                    <a:pt x="149283" y="333376"/>
                  </a:lnTo>
                  <a:lnTo>
                    <a:pt x="154545" y="333858"/>
                  </a:lnTo>
                  <a:lnTo>
                    <a:pt x="159819" y="334173"/>
                  </a:lnTo>
                  <a:lnTo>
                    <a:pt x="165101" y="334322"/>
                  </a:lnTo>
                  <a:lnTo>
                    <a:pt x="170385" y="334303"/>
                  </a:lnTo>
                  <a:lnTo>
                    <a:pt x="175665" y="334118"/>
                  </a:lnTo>
                  <a:lnTo>
                    <a:pt x="180937" y="333766"/>
                  </a:lnTo>
                  <a:lnTo>
                    <a:pt x="186195" y="333247"/>
                  </a:lnTo>
                  <a:lnTo>
                    <a:pt x="191435" y="332562"/>
                  </a:lnTo>
                  <a:lnTo>
                    <a:pt x="196650" y="331713"/>
                  </a:lnTo>
                  <a:lnTo>
                    <a:pt x="201835" y="330698"/>
                  </a:lnTo>
                  <a:lnTo>
                    <a:pt x="206986" y="329521"/>
                  </a:lnTo>
                  <a:lnTo>
                    <a:pt x="212097" y="328181"/>
                  </a:lnTo>
                  <a:lnTo>
                    <a:pt x="217163" y="326680"/>
                  </a:lnTo>
                  <a:lnTo>
                    <a:pt x="222179" y="325020"/>
                  </a:lnTo>
                  <a:lnTo>
                    <a:pt x="227141" y="323203"/>
                  </a:lnTo>
                  <a:lnTo>
                    <a:pt x="232042" y="321229"/>
                  </a:lnTo>
                  <a:lnTo>
                    <a:pt x="236878" y="319102"/>
                  </a:lnTo>
                  <a:lnTo>
                    <a:pt x="241645" y="316822"/>
                  </a:lnTo>
                  <a:lnTo>
                    <a:pt x="246338" y="314394"/>
                  </a:lnTo>
                  <a:lnTo>
                    <a:pt x="250951" y="311818"/>
                  </a:lnTo>
                  <a:lnTo>
                    <a:pt x="255481" y="309097"/>
                  </a:lnTo>
                  <a:lnTo>
                    <a:pt x="259922" y="306235"/>
                  </a:lnTo>
                  <a:lnTo>
                    <a:pt x="264271" y="303234"/>
                  </a:lnTo>
                  <a:lnTo>
                    <a:pt x="268523" y="300097"/>
                  </a:lnTo>
                  <a:lnTo>
                    <a:pt x="272673" y="296827"/>
                  </a:lnTo>
                  <a:lnTo>
                    <a:pt x="276718" y="293428"/>
                  </a:lnTo>
                  <a:lnTo>
                    <a:pt x="280654" y="289902"/>
                  </a:lnTo>
                  <a:lnTo>
                    <a:pt x="284476" y="286254"/>
                  </a:lnTo>
                  <a:lnTo>
                    <a:pt x="288181" y="282487"/>
                  </a:lnTo>
                  <a:lnTo>
                    <a:pt x="291765" y="278605"/>
                  </a:lnTo>
                  <a:lnTo>
                    <a:pt x="295224" y="274611"/>
                  </a:lnTo>
                  <a:lnTo>
                    <a:pt x="298556" y="270510"/>
                  </a:lnTo>
                  <a:lnTo>
                    <a:pt x="301757" y="266306"/>
                  </a:lnTo>
                  <a:lnTo>
                    <a:pt x="304822" y="262002"/>
                  </a:lnTo>
                  <a:lnTo>
                    <a:pt x="307751" y="257604"/>
                  </a:lnTo>
                  <a:lnTo>
                    <a:pt x="310539" y="253116"/>
                  </a:lnTo>
                  <a:lnTo>
                    <a:pt x="313183" y="248542"/>
                  </a:lnTo>
                  <a:lnTo>
                    <a:pt x="315682" y="243886"/>
                  </a:lnTo>
                  <a:lnTo>
                    <a:pt x="318033" y="239154"/>
                  </a:lnTo>
                  <a:lnTo>
                    <a:pt x="320232" y="234350"/>
                  </a:lnTo>
                  <a:lnTo>
                    <a:pt x="322279" y="229479"/>
                  </a:lnTo>
                  <a:lnTo>
                    <a:pt x="324171" y="224545"/>
                  </a:lnTo>
                  <a:lnTo>
                    <a:pt x="325906" y="219554"/>
                  </a:lnTo>
                  <a:lnTo>
                    <a:pt x="327482" y="214511"/>
                  </a:lnTo>
                  <a:lnTo>
                    <a:pt x="328898" y="209421"/>
                  </a:lnTo>
                  <a:lnTo>
                    <a:pt x="330153" y="204288"/>
                  </a:lnTo>
                  <a:lnTo>
                    <a:pt x="331245" y="199119"/>
                  </a:lnTo>
                  <a:lnTo>
                    <a:pt x="332172" y="193917"/>
                  </a:lnTo>
                  <a:lnTo>
                    <a:pt x="332935" y="188688"/>
                  </a:lnTo>
                  <a:lnTo>
                    <a:pt x="333533" y="183439"/>
                  </a:lnTo>
                  <a:lnTo>
                    <a:pt x="333964" y="178172"/>
                  </a:lnTo>
                  <a:lnTo>
                    <a:pt x="334228" y="172895"/>
                  </a:lnTo>
                  <a:lnTo>
                    <a:pt x="334326" y="167612"/>
                  </a:lnTo>
                  <a:lnTo>
                    <a:pt x="334257" y="162329"/>
                  </a:lnTo>
                  <a:lnTo>
                    <a:pt x="334020" y="157051"/>
                  </a:lnTo>
                  <a:lnTo>
                    <a:pt x="333617" y="151782"/>
                  </a:lnTo>
                  <a:lnTo>
                    <a:pt x="333048" y="146529"/>
                  </a:lnTo>
                  <a:lnTo>
                    <a:pt x="332313" y="141297"/>
                  </a:lnTo>
                  <a:lnTo>
                    <a:pt x="331413" y="136090"/>
                  </a:lnTo>
                  <a:lnTo>
                    <a:pt x="330348" y="130915"/>
                  </a:lnTo>
                  <a:lnTo>
                    <a:pt x="329121" y="125776"/>
                  </a:lnTo>
                  <a:lnTo>
                    <a:pt x="327732" y="120678"/>
                  </a:lnTo>
                  <a:lnTo>
                    <a:pt x="326183" y="115626"/>
                  </a:lnTo>
                  <a:lnTo>
                    <a:pt x="324474" y="110626"/>
                  </a:lnTo>
                  <a:lnTo>
                    <a:pt x="322609" y="105683"/>
                  </a:lnTo>
                  <a:lnTo>
                    <a:pt x="320588" y="100801"/>
                  </a:lnTo>
                  <a:lnTo>
                    <a:pt x="318414" y="95985"/>
                  </a:lnTo>
                  <a:lnTo>
                    <a:pt x="316089" y="91240"/>
                  </a:lnTo>
                  <a:lnTo>
                    <a:pt x="313615" y="86572"/>
                  </a:lnTo>
                  <a:lnTo>
                    <a:pt x="310995" y="81983"/>
                  </a:lnTo>
                  <a:lnTo>
                    <a:pt x="308231" y="77480"/>
                  </a:lnTo>
                  <a:lnTo>
                    <a:pt x="305326" y="73067"/>
                  </a:lnTo>
                  <a:lnTo>
                    <a:pt x="302283" y="68747"/>
                  </a:lnTo>
                  <a:lnTo>
                    <a:pt x="299105" y="64526"/>
                  </a:lnTo>
                  <a:lnTo>
                    <a:pt x="295795" y="60407"/>
                  </a:lnTo>
                  <a:lnTo>
                    <a:pt x="292357" y="56395"/>
                  </a:lnTo>
                  <a:lnTo>
                    <a:pt x="288794" y="52494"/>
                  </a:lnTo>
                  <a:lnTo>
                    <a:pt x="285109" y="48707"/>
                  </a:lnTo>
                  <a:lnTo>
                    <a:pt x="281306" y="45038"/>
                  </a:lnTo>
                  <a:lnTo>
                    <a:pt x="277390" y="41492"/>
                  </a:lnTo>
                  <a:lnTo>
                    <a:pt x="273363" y="38071"/>
                  </a:lnTo>
                  <a:lnTo>
                    <a:pt x="269230" y="34779"/>
                  </a:lnTo>
                  <a:lnTo>
                    <a:pt x="264995" y="31619"/>
                  </a:lnTo>
                  <a:lnTo>
                    <a:pt x="260662" y="28595"/>
                  </a:lnTo>
                  <a:lnTo>
                    <a:pt x="256236" y="25709"/>
                  </a:lnTo>
                  <a:lnTo>
                    <a:pt x="251721" y="22965"/>
                  </a:lnTo>
                  <a:lnTo>
                    <a:pt x="247121" y="20364"/>
                  </a:lnTo>
                  <a:lnTo>
                    <a:pt x="242442" y="17911"/>
                  </a:lnTo>
                  <a:lnTo>
                    <a:pt x="237687" y="15606"/>
                  </a:lnTo>
                  <a:lnTo>
                    <a:pt x="232862" y="13453"/>
                  </a:lnTo>
                  <a:lnTo>
                    <a:pt x="227972" y="11453"/>
                  </a:lnTo>
                  <a:lnTo>
                    <a:pt x="223020" y="9609"/>
                  </a:lnTo>
                  <a:lnTo>
                    <a:pt x="218013" y="7922"/>
                  </a:lnTo>
                  <a:lnTo>
                    <a:pt x="212955" y="6395"/>
                  </a:lnTo>
                  <a:lnTo>
                    <a:pt x="207851" y="5028"/>
                  </a:lnTo>
                  <a:lnTo>
                    <a:pt x="202706" y="3823"/>
                  </a:lnTo>
                  <a:lnTo>
                    <a:pt x="197526" y="2781"/>
                  </a:lnTo>
                  <a:lnTo>
                    <a:pt x="192316" y="1903"/>
                  </a:lnTo>
                  <a:lnTo>
                    <a:pt x="187080" y="1191"/>
                  </a:lnTo>
                  <a:lnTo>
                    <a:pt x="181825" y="644"/>
                  </a:lnTo>
                  <a:lnTo>
                    <a:pt x="176555" y="264"/>
                  </a:lnTo>
                  <a:lnTo>
                    <a:pt x="171275" y="5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7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7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7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7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7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7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7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7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7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7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4116" cy="167167"/>
            </a:xfrm>
            <a:custGeom>
              <a:avLst/>
              <a:pathLst>
                <a:path w="4116" h="167167">
                  <a:moveTo>
                    <a:pt x="4116" y="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359" y="4659281"/>
              <a:ext cx="167165" cy="182729"/>
            </a:xfrm>
            <a:custGeom>
              <a:avLst/>
              <a:pathLst>
                <a:path w="167165" h="182729">
                  <a:moveTo>
                    <a:pt x="167165" y="0"/>
                  </a:moveTo>
                  <a:lnTo>
                    <a:pt x="161712" y="88"/>
                  </a:lnTo>
                  <a:lnTo>
                    <a:pt x="156264" y="355"/>
                  </a:lnTo>
                  <a:lnTo>
                    <a:pt x="150828" y="800"/>
                  </a:lnTo>
                  <a:lnTo>
                    <a:pt x="145410" y="1421"/>
                  </a:lnTo>
                  <a:lnTo>
                    <a:pt x="140014" y="2219"/>
                  </a:lnTo>
                  <a:lnTo>
                    <a:pt x="134648" y="3193"/>
                  </a:lnTo>
                  <a:lnTo>
                    <a:pt x="129316" y="4341"/>
                  </a:lnTo>
                  <a:lnTo>
                    <a:pt x="124024" y="5662"/>
                  </a:lnTo>
                  <a:lnTo>
                    <a:pt x="118779" y="7155"/>
                  </a:lnTo>
                  <a:lnTo>
                    <a:pt x="113584" y="8819"/>
                  </a:lnTo>
                  <a:lnTo>
                    <a:pt x="108447" y="10651"/>
                  </a:lnTo>
                  <a:lnTo>
                    <a:pt x="103373" y="12650"/>
                  </a:lnTo>
                  <a:lnTo>
                    <a:pt x="98366" y="14813"/>
                  </a:lnTo>
                  <a:lnTo>
                    <a:pt x="93433" y="17139"/>
                  </a:lnTo>
                  <a:lnTo>
                    <a:pt x="88578" y="19624"/>
                  </a:lnTo>
                  <a:lnTo>
                    <a:pt x="83806" y="22266"/>
                  </a:lnTo>
                  <a:lnTo>
                    <a:pt x="79124" y="25063"/>
                  </a:lnTo>
                  <a:lnTo>
                    <a:pt x="74535" y="28010"/>
                  </a:lnTo>
                  <a:lnTo>
                    <a:pt x="70044" y="31106"/>
                  </a:lnTo>
                  <a:lnTo>
                    <a:pt x="65658" y="34347"/>
                  </a:lnTo>
                  <a:lnTo>
                    <a:pt x="61379" y="37729"/>
                  </a:lnTo>
                  <a:lnTo>
                    <a:pt x="57212" y="41249"/>
                  </a:lnTo>
                  <a:lnTo>
                    <a:pt x="53163" y="44903"/>
                  </a:lnTo>
                  <a:lnTo>
                    <a:pt x="49235" y="48687"/>
                  </a:lnTo>
                  <a:lnTo>
                    <a:pt x="45433" y="52597"/>
                  </a:lnTo>
                  <a:lnTo>
                    <a:pt x="41760" y="56629"/>
                  </a:lnTo>
                  <a:lnTo>
                    <a:pt x="38221" y="60779"/>
                  </a:lnTo>
                  <a:lnTo>
                    <a:pt x="34819" y="65042"/>
                  </a:lnTo>
                  <a:lnTo>
                    <a:pt x="31558" y="69414"/>
                  </a:lnTo>
                  <a:lnTo>
                    <a:pt x="28441" y="73890"/>
                  </a:lnTo>
                  <a:lnTo>
                    <a:pt x="25472" y="78465"/>
                  </a:lnTo>
                  <a:lnTo>
                    <a:pt x="22654" y="83134"/>
                  </a:lnTo>
                  <a:lnTo>
                    <a:pt x="19990" y="87893"/>
                  </a:lnTo>
                  <a:lnTo>
                    <a:pt x="17482" y="92737"/>
                  </a:lnTo>
                  <a:lnTo>
                    <a:pt x="15133" y="97659"/>
                  </a:lnTo>
                  <a:lnTo>
                    <a:pt x="12947" y="102656"/>
                  </a:lnTo>
                  <a:lnTo>
                    <a:pt x="10924" y="107721"/>
                  </a:lnTo>
                  <a:lnTo>
                    <a:pt x="9068" y="112850"/>
                  </a:lnTo>
                  <a:lnTo>
                    <a:pt x="7381" y="118036"/>
                  </a:lnTo>
                  <a:lnTo>
                    <a:pt x="5863" y="123275"/>
                  </a:lnTo>
                  <a:lnTo>
                    <a:pt x="4517" y="128560"/>
                  </a:lnTo>
                  <a:lnTo>
                    <a:pt x="3344" y="133886"/>
                  </a:lnTo>
                  <a:lnTo>
                    <a:pt x="2346" y="139248"/>
                  </a:lnTo>
                  <a:lnTo>
                    <a:pt x="1522" y="144640"/>
                  </a:lnTo>
                  <a:lnTo>
                    <a:pt x="876" y="150056"/>
                  </a:lnTo>
                  <a:lnTo>
                    <a:pt x="406" y="155489"/>
                  </a:lnTo>
                  <a:lnTo>
                    <a:pt x="114" y="160936"/>
                  </a:lnTo>
                  <a:lnTo>
                    <a:pt x="0" y="166389"/>
                  </a:lnTo>
                  <a:lnTo>
                    <a:pt x="63" y="171842"/>
                  </a:lnTo>
                  <a:lnTo>
                    <a:pt x="305" y="177291"/>
                  </a:lnTo>
                  <a:lnTo>
                    <a:pt x="724" y="18272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0083" y="4826449"/>
              <a:ext cx="166441" cy="15562"/>
            </a:xfrm>
            <a:custGeom>
              <a:avLst/>
              <a:pathLst>
                <a:path w="166441" h="15562">
                  <a:moveTo>
                    <a:pt x="0" y="15562"/>
                  </a:moveTo>
                  <a:lnTo>
                    <a:pt x="16644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0083" y="4826449"/>
              <a:ext cx="166441" cy="38180"/>
            </a:xfrm>
            <a:custGeom>
              <a:avLst/>
              <a:pathLst>
                <a:path w="166441" h="38180">
                  <a:moveTo>
                    <a:pt x="0" y="15562"/>
                  </a:moveTo>
                  <a:lnTo>
                    <a:pt x="885" y="23155"/>
                  </a:lnTo>
                  <a:lnTo>
                    <a:pt x="2117" y="30699"/>
                  </a:lnTo>
                  <a:lnTo>
                    <a:pt x="3692" y="38180"/>
                  </a:lnTo>
                  <a:lnTo>
                    <a:pt x="1664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3776" y="4659281"/>
              <a:ext cx="329901" cy="334332"/>
            </a:xfrm>
            <a:custGeom>
              <a:avLst/>
              <a:pathLst>
                <a:path w="329901" h="334332">
                  <a:moveTo>
                    <a:pt x="0" y="205347"/>
                  </a:moveTo>
                  <a:lnTo>
                    <a:pt x="1295" y="210501"/>
                  </a:lnTo>
                  <a:lnTo>
                    <a:pt x="2754" y="215610"/>
                  </a:lnTo>
                  <a:lnTo>
                    <a:pt x="4374" y="220670"/>
                  </a:lnTo>
                  <a:lnTo>
                    <a:pt x="6155" y="225677"/>
                  </a:lnTo>
                  <a:lnTo>
                    <a:pt x="8093" y="230624"/>
                  </a:lnTo>
                  <a:lnTo>
                    <a:pt x="10188" y="235507"/>
                  </a:lnTo>
                  <a:lnTo>
                    <a:pt x="12437" y="240321"/>
                  </a:lnTo>
                  <a:lnTo>
                    <a:pt x="14838" y="245061"/>
                  </a:lnTo>
                  <a:lnTo>
                    <a:pt x="17389" y="249723"/>
                  </a:lnTo>
                  <a:lnTo>
                    <a:pt x="20086" y="254301"/>
                  </a:lnTo>
                  <a:lnTo>
                    <a:pt x="22927" y="258791"/>
                  </a:lnTo>
                  <a:lnTo>
                    <a:pt x="25910" y="263188"/>
                  </a:lnTo>
                  <a:lnTo>
                    <a:pt x="29030" y="267489"/>
                  </a:lnTo>
                  <a:lnTo>
                    <a:pt x="32286" y="271688"/>
                  </a:lnTo>
                  <a:lnTo>
                    <a:pt x="35674" y="275781"/>
                  </a:lnTo>
                  <a:lnTo>
                    <a:pt x="39190" y="279765"/>
                  </a:lnTo>
                  <a:lnTo>
                    <a:pt x="42831" y="283635"/>
                  </a:lnTo>
                  <a:lnTo>
                    <a:pt x="46593" y="287387"/>
                  </a:lnTo>
                  <a:lnTo>
                    <a:pt x="50473" y="291018"/>
                  </a:lnTo>
                  <a:lnTo>
                    <a:pt x="54466" y="294524"/>
                  </a:lnTo>
                  <a:lnTo>
                    <a:pt x="58568" y="297901"/>
                  </a:lnTo>
                  <a:lnTo>
                    <a:pt x="62776" y="301146"/>
                  </a:lnTo>
                  <a:lnTo>
                    <a:pt x="67084" y="304256"/>
                  </a:lnTo>
                  <a:lnTo>
                    <a:pt x="71489" y="307227"/>
                  </a:lnTo>
                  <a:lnTo>
                    <a:pt x="75987" y="310056"/>
                  </a:lnTo>
                  <a:lnTo>
                    <a:pt x="80572" y="312742"/>
                  </a:lnTo>
                  <a:lnTo>
                    <a:pt x="85240" y="315280"/>
                  </a:lnTo>
                  <a:lnTo>
                    <a:pt x="89986" y="317668"/>
                  </a:lnTo>
                  <a:lnTo>
                    <a:pt x="94806" y="319905"/>
                  </a:lnTo>
                  <a:lnTo>
                    <a:pt x="99695" y="321987"/>
                  </a:lnTo>
                  <a:lnTo>
                    <a:pt x="104647" y="323913"/>
                  </a:lnTo>
                  <a:lnTo>
                    <a:pt x="109658" y="325680"/>
                  </a:lnTo>
                  <a:lnTo>
                    <a:pt x="114723" y="327287"/>
                  </a:lnTo>
                  <a:lnTo>
                    <a:pt x="119836" y="328733"/>
                  </a:lnTo>
                  <a:lnTo>
                    <a:pt x="124992" y="330015"/>
                  </a:lnTo>
                  <a:lnTo>
                    <a:pt x="130187" y="331133"/>
                  </a:lnTo>
                  <a:lnTo>
                    <a:pt x="135415" y="332085"/>
                  </a:lnTo>
                  <a:lnTo>
                    <a:pt x="140670" y="332870"/>
                  </a:lnTo>
                  <a:lnTo>
                    <a:pt x="145947" y="333488"/>
                  </a:lnTo>
                  <a:lnTo>
                    <a:pt x="151242" y="333938"/>
                  </a:lnTo>
                  <a:lnTo>
                    <a:pt x="156548" y="334219"/>
                  </a:lnTo>
                  <a:lnTo>
                    <a:pt x="161860" y="334332"/>
                  </a:lnTo>
                  <a:lnTo>
                    <a:pt x="167173" y="334276"/>
                  </a:lnTo>
                  <a:lnTo>
                    <a:pt x="172482" y="334051"/>
                  </a:lnTo>
                  <a:lnTo>
                    <a:pt x="177781" y="333657"/>
                  </a:lnTo>
                  <a:lnTo>
                    <a:pt x="183065" y="333095"/>
                  </a:lnTo>
                  <a:lnTo>
                    <a:pt x="188328" y="332366"/>
                  </a:lnTo>
                  <a:lnTo>
                    <a:pt x="193565" y="331469"/>
                  </a:lnTo>
                  <a:lnTo>
                    <a:pt x="198771" y="330407"/>
                  </a:lnTo>
                  <a:lnTo>
                    <a:pt x="203941" y="329180"/>
                  </a:lnTo>
                  <a:lnTo>
                    <a:pt x="209069" y="327789"/>
                  </a:lnTo>
                  <a:lnTo>
                    <a:pt x="214151" y="326235"/>
                  </a:lnTo>
                  <a:lnTo>
                    <a:pt x="219180" y="324521"/>
                  </a:lnTo>
                  <a:lnTo>
                    <a:pt x="224153" y="322648"/>
                  </a:lnTo>
                  <a:lnTo>
                    <a:pt x="229063" y="320618"/>
                  </a:lnTo>
                  <a:lnTo>
                    <a:pt x="233907" y="318433"/>
                  </a:lnTo>
                  <a:lnTo>
                    <a:pt x="238678" y="316095"/>
                  </a:lnTo>
                  <a:lnTo>
                    <a:pt x="243373" y="313607"/>
                  </a:lnTo>
                  <a:lnTo>
                    <a:pt x="247986" y="310970"/>
                  </a:lnTo>
                  <a:lnTo>
                    <a:pt x="252514" y="308189"/>
                  </a:lnTo>
                  <a:lnTo>
                    <a:pt x="256950" y="305265"/>
                  </a:lnTo>
                  <a:lnTo>
                    <a:pt x="261292" y="302201"/>
                  </a:lnTo>
                  <a:lnTo>
                    <a:pt x="265533" y="299001"/>
                  </a:lnTo>
                  <a:lnTo>
                    <a:pt x="269671" y="295668"/>
                  </a:lnTo>
                  <a:lnTo>
                    <a:pt x="273701" y="292205"/>
                  </a:lnTo>
                  <a:lnTo>
                    <a:pt x="277619" y="288615"/>
                  </a:lnTo>
                  <a:lnTo>
                    <a:pt x="281421" y="284903"/>
                  </a:lnTo>
                  <a:lnTo>
                    <a:pt x="285103" y="281072"/>
                  </a:lnTo>
                  <a:lnTo>
                    <a:pt x="288661" y="277126"/>
                  </a:lnTo>
                  <a:lnTo>
                    <a:pt x="292092" y="273069"/>
                  </a:lnTo>
                  <a:lnTo>
                    <a:pt x="295393" y="268904"/>
                  </a:lnTo>
                  <a:lnTo>
                    <a:pt x="298559" y="264637"/>
                  </a:lnTo>
                  <a:lnTo>
                    <a:pt x="301588" y="260272"/>
                  </a:lnTo>
                  <a:lnTo>
                    <a:pt x="304477" y="255812"/>
                  </a:lnTo>
                  <a:lnTo>
                    <a:pt x="307223" y="251263"/>
                  </a:lnTo>
                  <a:lnTo>
                    <a:pt x="309822" y="246629"/>
                  </a:lnTo>
                  <a:lnTo>
                    <a:pt x="312273" y="241915"/>
                  </a:lnTo>
                  <a:lnTo>
                    <a:pt x="314574" y="237125"/>
                  </a:lnTo>
                  <a:lnTo>
                    <a:pt x="316720" y="232264"/>
                  </a:lnTo>
                  <a:lnTo>
                    <a:pt x="318711" y="227338"/>
                  </a:lnTo>
                  <a:lnTo>
                    <a:pt x="320545" y="222351"/>
                  </a:lnTo>
                  <a:lnTo>
                    <a:pt x="322219" y="217308"/>
                  </a:lnTo>
                  <a:lnTo>
                    <a:pt x="323732" y="212214"/>
                  </a:lnTo>
                  <a:lnTo>
                    <a:pt x="325082" y="207075"/>
                  </a:lnTo>
                  <a:lnTo>
                    <a:pt x="326269" y="201896"/>
                  </a:lnTo>
                  <a:lnTo>
                    <a:pt x="327290" y="196681"/>
                  </a:lnTo>
                  <a:lnTo>
                    <a:pt x="328145" y="191437"/>
                  </a:lnTo>
                  <a:lnTo>
                    <a:pt x="328832" y="186168"/>
                  </a:lnTo>
                  <a:lnTo>
                    <a:pt x="329352" y="180880"/>
                  </a:lnTo>
                  <a:lnTo>
                    <a:pt x="329704" y="175578"/>
                  </a:lnTo>
                  <a:lnTo>
                    <a:pt x="329887" y="170268"/>
                  </a:lnTo>
                  <a:lnTo>
                    <a:pt x="329901" y="164954"/>
                  </a:lnTo>
                  <a:lnTo>
                    <a:pt x="329746" y="159643"/>
                  </a:lnTo>
                  <a:lnTo>
                    <a:pt x="329423" y="154339"/>
                  </a:lnTo>
                  <a:lnTo>
                    <a:pt x="328931" y="149049"/>
                  </a:lnTo>
                  <a:lnTo>
                    <a:pt x="328271" y="143776"/>
                  </a:lnTo>
                  <a:lnTo>
                    <a:pt x="327444" y="138528"/>
                  </a:lnTo>
                  <a:lnTo>
                    <a:pt x="326451" y="133308"/>
                  </a:lnTo>
                  <a:lnTo>
                    <a:pt x="325292" y="128122"/>
                  </a:lnTo>
                  <a:lnTo>
                    <a:pt x="323969" y="122976"/>
                  </a:lnTo>
                  <a:lnTo>
                    <a:pt x="322483" y="117874"/>
                  </a:lnTo>
                  <a:lnTo>
                    <a:pt x="320836" y="112823"/>
                  </a:lnTo>
                  <a:lnTo>
                    <a:pt x="319029" y="107826"/>
                  </a:lnTo>
                  <a:lnTo>
                    <a:pt x="317064" y="102889"/>
                  </a:lnTo>
                  <a:lnTo>
                    <a:pt x="314943" y="98017"/>
                  </a:lnTo>
                  <a:lnTo>
                    <a:pt x="312669" y="93215"/>
                  </a:lnTo>
                  <a:lnTo>
                    <a:pt x="310243" y="88488"/>
                  </a:lnTo>
                  <a:lnTo>
                    <a:pt x="307667" y="83840"/>
                  </a:lnTo>
                  <a:lnTo>
                    <a:pt x="304946" y="79276"/>
                  </a:lnTo>
                  <a:lnTo>
                    <a:pt x="302081" y="74801"/>
                  </a:lnTo>
                  <a:lnTo>
                    <a:pt x="299075" y="70420"/>
                  </a:lnTo>
                  <a:lnTo>
                    <a:pt x="295931" y="66136"/>
                  </a:lnTo>
                  <a:lnTo>
                    <a:pt x="292653" y="61954"/>
                  </a:lnTo>
                  <a:lnTo>
                    <a:pt x="289244" y="57879"/>
                  </a:lnTo>
                  <a:lnTo>
                    <a:pt x="285706" y="53914"/>
                  </a:lnTo>
                  <a:lnTo>
                    <a:pt x="282045" y="50063"/>
                  </a:lnTo>
                  <a:lnTo>
                    <a:pt x="278263" y="46331"/>
                  </a:lnTo>
                  <a:lnTo>
                    <a:pt x="274364" y="42721"/>
                  </a:lnTo>
                  <a:lnTo>
                    <a:pt x="270353" y="39236"/>
                  </a:lnTo>
                  <a:lnTo>
                    <a:pt x="266233" y="35881"/>
                  </a:lnTo>
                  <a:lnTo>
                    <a:pt x="262008" y="32658"/>
                  </a:lnTo>
                  <a:lnTo>
                    <a:pt x="257683" y="29572"/>
                  </a:lnTo>
                  <a:lnTo>
                    <a:pt x="253262" y="26624"/>
                  </a:lnTo>
                  <a:lnTo>
                    <a:pt x="248749" y="23818"/>
                  </a:lnTo>
                  <a:lnTo>
                    <a:pt x="244150" y="21158"/>
                  </a:lnTo>
                  <a:lnTo>
                    <a:pt x="239469" y="18644"/>
                  </a:lnTo>
                  <a:lnTo>
                    <a:pt x="234710" y="16281"/>
                  </a:lnTo>
                  <a:lnTo>
                    <a:pt x="229878" y="14070"/>
                  </a:lnTo>
                  <a:lnTo>
                    <a:pt x="224978" y="12014"/>
                  </a:lnTo>
                  <a:lnTo>
                    <a:pt x="220016" y="10115"/>
                  </a:lnTo>
                  <a:lnTo>
                    <a:pt x="214995" y="8374"/>
                  </a:lnTo>
                  <a:lnTo>
                    <a:pt x="209922" y="6794"/>
                  </a:lnTo>
                  <a:lnTo>
                    <a:pt x="204802" y="5375"/>
                  </a:lnTo>
                  <a:lnTo>
                    <a:pt x="199638" y="4121"/>
                  </a:lnTo>
                  <a:lnTo>
                    <a:pt x="194438" y="3031"/>
                  </a:lnTo>
                  <a:lnTo>
                    <a:pt x="189205" y="2106"/>
                  </a:lnTo>
                  <a:lnTo>
                    <a:pt x="183946" y="1349"/>
                  </a:lnTo>
                  <a:lnTo>
                    <a:pt x="178665" y="759"/>
                  </a:lnTo>
                  <a:lnTo>
                    <a:pt x="173369" y="337"/>
                  </a:lnTo>
                  <a:lnTo>
                    <a:pt x="168061" y="84"/>
                  </a:lnTo>
                  <a:lnTo>
                    <a:pt x="162748" y="0"/>
                  </a:lnTo>
                  <a:lnTo>
                    <a:pt x="1627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4016" y="5018213"/>
              <a:ext cx="4704" cy="167167"/>
            </a:xfrm>
            <a:custGeom>
              <a:avLst/>
              <a:pathLst>
                <a:path w="4704" h="167167">
                  <a:moveTo>
                    <a:pt x="4704" y="0"/>
                  </a:moveTo>
                  <a:lnTo>
                    <a:pt x="0" y="66"/>
                  </a:lnTo>
                  <a:lnTo>
                    <a:pt x="470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321566" y="5018279"/>
              <a:ext cx="334309" cy="334267"/>
            </a:xfrm>
            <a:custGeom>
              <a:avLst/>
              <a:pathLst>
                <a:path w="334309" h="334267">
                  <a:moveTo>
                    <a:pt x="162450" y="0"/>
                  </a:moveTo>
                  <a:lnTo>
                    <a:pt x="157151" y="233"/>
                  </a:lnTo>
                  <a:lnTo>
                    <a:pt x="151861" y="634"/>
                  </a:lnTo>
                  <a:lnTo>
                    <a:pt x="146587" y="1203"/>
                  </a:lnTo>
                  <a:lnTo>
                    <a:pt x="141334" y="1939"/>
                  </a:lnTo>
                  <a:lnTo>
                    <a:pt x="136106" y="2842"/>
                  </a:lnTo>
                  <a:lnTo>
                    <a:pt x="130910" y="3910"/>
                  </a:lnTo>
                  <a:lnTo>
                    <a:pt x="125751" y="5142"/>
                  </a:lnTo>
                  <a:lnTo>
                    <a:pt x="120633" y="6537"/>
                  </a:lnTo>
                  <a:lnTo>
                    <a:pt x="115562" y="8094"/>
                  </a:lnTo>
                  <a:lnTo>
                    <a:pt x="110543" y="9811"/>
                  </a:lnTo>
                  <a:lnTo>
                    <a:pt x="105581" y="11686"/>
                  </a:lnTo>
                  <a:lnTo>
                    <a:pt x="100680" y="13718"/>
                  </a:lnTo>
                  <a:lnTo>
                    <a:pt x="95847" y="15905"/>
                  </a:lnTo>
                  <a:lnTo>
                    <a:pt x="91086" y="18243"/>
                  </a:lnTo>
                  <a:lnTo>
                    <a:pt x="86401" y="20732"/>
                  </a:lnTo>
                  <a:lnTo>
                    <a:pt x="81798" y="23368"/>
                  </a:lnTo>
                  <a:lnTo>
                    <a:pt x="77280" y="26148"/>
                  </a:lnTo>
                  <a:lnTo>
                    <a:pt x="72853" y="29071"/>
                  </a:lnTo>
                  <a:lnTo>
                    <a:pt x="68521" y="32132"/>
                  </a:lnTo>
                  <a:lnTo>
                    <a:pt x="64289" y="35330"/>
                  </a:lnTo>
                  <a:lnTo>
                    <a:pt x="60159" y="38660"/>
                  </a:lnTo>
                  <a:lnTo>
                    <a:pt x="56138" y="42119"/>
                  </a:lnTo>
                  <a:lnTo>
                    <a:pt x="52228" y="45705"/>
                  </a:lnTo>
                  <a:lnTo>
                    <a:pt x="48435" y="49412"/>
                  </a:lnTo>
                  <a:lnTo>
                    <a:pt x="44760" y="53238"/>
                  </a:lnTo>
                  <a:lnTo>
                    <a:pt x="41209" y="57179"/>
                  </a:lnTo>
                  <a:lnTo>
                    <a:pt x="37785" y="61230"/>
                  </a:lnTo>
                  <a:lnTo>
                    <a:pt x="34491" y="65388"/>
                  </a:lnTo>
                  <a:lnTo>
                    <a:pt x="31331" y="69649"/>
                  </a:lnTo>
                  <a:lnTo>
                    <a:pt x="28307" y="74007"/>
                  </a:lnTo>
                  <a:lnTo>
                    <a:pt x="25423" y="78460"/>
                  </a:lnTo>
                  <a:lnTo>
                    <a:pt x="22682" y="83001"/>
                  </a:lnTo>
                  <a:lnTo>
                    <a:pt x="20086" y="87628"/>
                  </a:lnTo>
                  <a:lnTo>
                    <a:pt x="17639" y="92334"/>
                  </a:lnTo>
                  <a:lnTo>
                    <a:pt x="15342" y="97115"/>
                  </a:lnTo>
                  <a:lnTo>
                    <a:pt x="13198" y="101967"/>
                  </a:lnTo>
                  <a:lnTo>
                    <a:pt x="11209" y="106885"/>
                  </a:lnTo>
                  <a:lnTo>
                    <a:pt x="9377" y="111863"/>
                  </a:lnTo>
                  <a:lnTo>
                    <a:pt x="7703" y="116897"/>
                  </a:lnTo>
                  <a:lnTo>
                    <a:pt x="6191" y="121982"/>
                  </a:lnTo>
                  <a:lnTo>
                    <a:pt x="4840" y="127112"/>
                  </a:lnTo>
                  <a:lnTo>
                    <a:pt x="3653" y="132282"/>
                  </a:lnTo>
                  <a:lnTo>
                    <a:pt x="2631" y="137487"/>
                  </a:lnTo>
                  <a:lnTo>
                    <a:pt x="1774" y="142722"/>
                  </a:lnTo>
                  <a:lnTo>
                    <a:pt x="1084" y="147981"/>
                  </a:lnTo>
                  <a:lnTo>
                    <a:pt x="561" y="153260"/>
                  </a:lnTo>
                  <a:lnTo>
                    <a:pt x="206" y="158553"/>
                  </a:lnTo>
                  <a:lnTo>
                    <a:pt x="18" y="163854"/>
                  </a:lnTo>
                  <a:lnTo>
                    <a:pt x="0" y="169159"/>
                  </a:lnTo>
                  <a:lnTo>
                    <a:pt x="149" y="174462"/>
                  </a:lnTo>
                  <a:lnTo>
                    <a:pt x="467" y="179757"/>
                  </a:lnTo>
                  <a:lnTo>
                    <a:pt x="952" y="185039"/>
                  </a:lnTo>
                  <a:lnTo>
                    <a:pt x="1605" y="190303"/>
                  </a:lnTo>
                  <a:lnTo>
                    <a:pt x="2424" y="195544"/>
                  </a:lnTo>
                  <a:lnTo>
                    <a:pt x="3410" y="200757"/>
                  </a:lnTo>
                  <a:lnTo>
                    <a:pt x="4560" y="205935"/>
                  </a:lnTo>
                  <a:lnTo>
                    <a:pt x="5874" y="211075"/>
                  </a:lnTo>
                  <a:lnTo>
                    <a:pt x="7351" y="216170"/>
                  </a:lnTo>
                  <a:lnTo>
                    <a:pt x="8988" y="221215"/>
                  </a:lnTo>
                  <a:lnTo>
                    <a:pt x="10785" y="226206"/>
                  </a:lnTo>
                  <a:lnTo>
                    <a:pt x="12739" y="231138"/>
                  </a:lnTo>
                  <a:lnTo>
                    <a:pt x="14848" y="236005"/>
                  </a:lnTo>
                  <a:lnTo>
                    <a:pt x="17111" y="240803"/>
                  </a:lnTo>
                  <a:lnTo>
                    <a:pt x="19525" y="245527"/>
                  </a:lnTo>
                  <a:lnTo>
                    <a:pt x="22088" y="250171"/>
                  </a:lnTo>
                  <a:lnTo>
                    <a:pt x="24797" y="254732"/>
                  </a:lnTo>
                  <a:lnTo>
                    <a:pt x="27649" y="259205"/>
                  </a:lnTo>
                  <a:lnTo>
                    <a:pt x="30641" y="263585"/>
                  </a:lnTo>
                  <a:lnTo>
                    <a:pt x="33771" y="267868"/>
                  </a:lnTo>
                  <a:lnTo>
                    <a:pt x="37036" y="272049"/>
                  </a:lnTo>
                  <a:lnTo>
                    <a:pt x="40431" y="276125"/>
                  </a:lnTo>
                  <a:lnTo>
                    <a:pt x="43954" y="280090"/>
                  </a:lnTo>
                  <a:lnTo>
                    <a:pt x="47601" y="283942"/>
                  </a:lnTo>
                  <a:lnTo>
                    <a:pt x="51369" y="287677"/>
                  </a:lnTo>
                  <a:lnTo>
                    <a:pt x="55253" y="291290"/>
                  </a:lnTo>
                  <a:lnTo>
                    <a:pt x="59249" y="294778"/>
                  </a:lnTo>
                  <a:lnTo>
                    <a:pt x="63355" y="298137"/>
                  </a:lnTo>
                  <a:lnTo>
                    <a:pt x="67564" y="301365"/>
                  </a:lnTo>
                  <a:lnTo>
                    <a:pt x="71875" y="304457"/>
                  </a:lnTo>
                  <a:lnTo>
                    <a:pt x="76281" y="307411"/>
                  </a:lnTo>
                  <a:lnTo>
                    <a:pt x="80778" y="310224"/>
                  </a:lnTo>
                  <a:lnTo>
                    <a:pt x="85363" y="312892"/>
                  </a:lnTo>
                  <a:lnTo>
                    <a:pt x="90030" y="315414"/>
                  </a:lnTo>
                  <a:lnTo>
                    <a:pt x="94774" y="317786"/>
                  </a:lnTo>
                  <a:lnTo>
                    <a:pt x="99592" y="320007"/>
                  </a:lnTo>
                  <a:lnTo>
                    <a:pt x="104477" y="322074"/>
                  </a:lnTo>
                  <a:lnTo>
                    <a:pt x="109426" y="323984"/>
                  </a:lnTo>
                  <a:lnTo>
                    <a:pt x="114433" y="325737"/>
                  </a:lnTo>
                  <a:lnTo>
                    <a:pt x="119493" y="327330"/>
                  </a:lnTo>
                  <a:lnTo>
                    <a:pt x="124601" y="328761"/>
                  </a:lnTo>
                  <a:lnTo>
                    <a:pt x="129751" y="330030"/>
                  </a:lnTo>
                  <a:lnTo>
                    <a:pt x="134940" y="331135"/>
                  </a:lnTo>
                  <a:lnTo>
                    <a:pt x="140160" y="332074"/>
                  </a:lnTo>
                  <a:lnTo>
                    <a:pt x="145408" y="332848"/>
                  </a:lnTo>
                  <a:lnTo>
                    <a:pt x="150678" y="333454"/>
                  </a:lnTo>
                  <a:lnTo>
                    <a:pt x="155965" y="333893"/>
                  </a:lnTo>
                  <a:lnTo>
                    <a:pt x="161263" y="334164"/>
                  </a:lnTo>
                  <a:lnTo>
                    <a:pt x="166566" y="334267"/>
                  </a:lnTo>
                  <a:lnTo>
                    <a:pt x="171870" y="334202"/>
                  </a:lnTo>
                  <a:lnTo>
                    <a:pt x="177170" y="333968"/>
                  </a:lnTo>
                  <a:lnTo>
                    <a:pt x="182459" y="333566"/>
                  </a:lnTo>
                  <a:lnTo>
                    <a:pt x="187733" y="332997"/>
                  </a:lnTo>
                  <a:lnTo>
                    <a:pt x="192987" y="332260"/>
                  </a:lnTo>
                  <a:lnTo>
                    <a:pt x="198214" y="331357"/>
                  </a:lnTo>
                  <a:lnTo>
                    <a:pt x="203410" y="330289"/>
                  </a:lnTo>
                  <a:lnTo>
                    <a:pt x="208569" y="329057"/>
                  </a:lnTo>
                  <a:lnTo>
                    <a:pt x="213687" y="327661"/>
                  </a:lnTo>
                  <a:lnTo>
                    <a:pt x="218758" y="326104"/>
                  </a:lnTo>
                  <a:lnTo>
                    <a:pt x="223777" y="324386"/>
                  </a:lnTo>
                  <a:lnTo>
                    <a:pt x="228739" y="322511"/>
                  </a:lnTo>
                  <a:lnTo>
                    <a:pt x="233639" y="320478"/>
                  </a:lnTo>
                  <a:lnTo>
                    <a:pt x="238472" y="318292"/>
                  </a:lnTo>
                  <a:lnTo>
                    <a:pt x="243233" y="315953"/>
                  </a:lnTo>
                  <a:lnTo>
                    <a:pt x="247918" y="313464"/>
                  </a:lnTo>
                  <a:lnTo>
                    <a:pt x="252521" y="310828"/>
                  </a:lnTo>
                  <a:lnTo>
                    <a:pt x="257038" y="308047"/>
                  </a:lnTo>
                  <a:lnTo>
                    <a:pt x="261465" y="305124"/>
                  </a:lnTo>
                  <a:lnTo>
                    <a:pt x="265797" y="302062"/>
                  </a:lnTo>
                  <a:lnTo>
                    <a:pt x="270029" y="298864"/>
                  </a:lnTo>
                  <a:lnTo>
                    <a:pt x="274158" y="295534"/>
                  </a:lnTo>
                  <a:lnTo>
                    <a:pt x="278179" y="292074"/>
                  </a:lnTo>
                  <a:lnTo>
                    <a:pt x="282089" y="288489"/>
                  </a:lnTo>
                  <a:lnTo>
                    <a:pt x="285882" y="284781"/>
                  </a:lnTo>
                  <a:lnTo>
                    <a:pt x="289556" y="280954"/>
                  </a:lnTo>
                  <a:lnTo>
                    <a:pt x="293107" y="277013"/>
                  </a:lnTo>
                  <a:lnTo>
                    <a:pt x="296531" y="272962"/>
                  </a:lnTo>
                  <a:lnTo>
                    <a:pt x="299825" y="268804"/>
                  </a:lnTo>
                  <a:lnTo>
                    <a:pt x="302985" y="264543"/>
                  </a:lnTo>
                  <a:lnTo>
                    <a:pt x="306008" y="260184"/>
                  </a:lnTo>
                  <a:lnTo>
                    <a:pt x="308892" y="255732"/>
                  </a:lnTo>
                  <a:lnTo>
                    <a:pt x="311633" y="251190"/>
                  </a:lnTo>
                  <a:lnTo>
                    <a:pt x="314228" y="246563"/>
                  </a:lnTo>
                  <a:lnTo>
                    <a:pt x="316675" y="241857"/>
                  </a:lnTo>
                  <a:lnTo>
                    <a:pt x="318972" y="237075"/>
                  </a:lnTo>
                  <a:lnTo>
                    <a:pt x="321115" y="232223"/>
                  </a:lnTo>
                  <a:lnTo>
                    <a:pt x="323104" y="227305"/>
                  </a:lnTo>
                  <a:lnTo>
                    <a:pt x="324936" y="222327"/>
                  </a:lnTo>
                  <a:lnTo>
                    <a:pt x="326609" y="217293"/>
                  </a:lnTo>
                  <a:lnTo>
                    <a:pt x="328121" y="212208"/>
                  </a:lnTo>
                  <a:lnTo>
                    <a:pt x="329471" y="207078"/>
                  </a:lnTo>
                  <a:lnTo>
                    <a:pt x="330658" y="201908"/>
                  </a:lnTo>
                  <a:lnTo>
                    <a:pt x="331680" y="196703"/>
                  </a:lnTo>
                  <a:lnTo>
                    <a:pt x="332536" y="191468"/>
                  </a:lnTo>
                  <a:lnTo>
                    <a:pt x="333226" y="186208"/>
                  </a:lnTo>
                  <a:lnTo>
                    <a:pt x="333749" y="180929"/>
                  </a:lnTo>
                  <a:lnTo>
                    <a:pt x="334104" y="175636"/>
                  </a:lnTo>
                  <a:lnTo>
                    <a:pt x="334290" y="170335"/>
                  </a:lnTo>
                  <a:lnTo>
                    <a:pt x="334309" y="165030"/>
                  </a:lnTo>
                  <a:lnTo>
                    <a:pt x="334159" y="159728"/>
                  </a:lnTo>
                  <a:lnTo>
                    <a:pt x="333841" y="154433"/>
                  </a:lnTo>
                  <a:lnTo>
                    <a:pt x="333355" y="149150"/>
                  </a:lnTo>
                  <a:lnTo>
                    <a:pt x="332702" y="143886"/>
                  </a:lnTo>
                  <a:lnTo>
                    <a:pt x="331882" y="138645"/>
                  </a:lnTo>
                  <a:lnTo>
                    <a:pt x="330896" y="133433"/>
                  </a:lnTo>
                  <a:lnTo>
                    <a:pt x="329746" y="128255"/>
                  </a:lnTo>
                  <a:lnTo>
                    <a:pt x="328431" y="123115"/>
                  </a:lnTo>
                  <a:lnTo>
                    <a:pt x="326954" y="118020"/>
                  </a:lnTo>
                  <a:lnTo>
                    <a:pt x="325317" y="112975"/>
                  </a:lnTo>
                  <a:lnTo>
                    <a:pt x="323520" y="107984"/>
                  </a:lnTo>
                  <a:lnTo>
                    <a:pt x="321565" y="103052"/>
                  </a:lnTo>
                  <a:lnTo>
                    <a:pt x="319455" y="98185"/>
                  </a:lnTo>
                  <a:lnTo>
                    <a:pt x="317192" y="93388"/>
                  </a:lnTo>
                  <a:lnTo>
                    <a:pt x="314778" y="88664"/>
                  </a:lnTo>
                  <a:lnTo>
                    <a:pt x="312215" y="84020"/>
                  </a:lnTo>
                  <a:lnTo>
                    <a:pt x="309506" y="79459"/>
                  </a:lnTo>
                  <a:lnTo>
                    <a:pt x="306653" y="74987"/>
                  </a:lnTo>
                  <a:lnTo>
                    <a:pt x="303660" y="70607"/>
                  </a:lnTo>
                  <a:lnTo>
                    <a:pt x="300530" y="66324"/>
                  </a:lnTo>
                  <a:lnTo>
                    <a:pt x="297265" y="62143"/>
                  </a:lnTo>
                  <a:lnTo>
                    <a:pt x="293870" y="58068"/>
                  </a:lnTo>
                  <a:lnTo>
                    <a:pt x="290346" y="54102"/>
                  </a:lnTo>
                  <a:lnTo>
                    <a:pt x="286699" y="50250"/>
                  </a:lnTo>
                  <a:lnTo>
                    <a:pt x="282931" y="46516"/>
                  </a:lnTo>
                  <a:lnTo>
                    <a:pt x="279047" y="42904"/>
                  </a:lnTo>
                  <a:lnTo>
                    <a:pt x="275050" y="39416"/>
                  </a:lnTo>
                  <a:lnTo>
                    <a:pt x="270945" y="36057"/>
                  </a:lnTo>
                  <a:lnTo>
                    <a:pt x="266734" y="32830"/>
                  </a:lnTo>
                  <a:lnTo>
                    <a:pt x="262424" y="29738"/>
                  </a:lnTo>
                  <a:lnTo>
                    <a:pt x="258018" y="26784"/>
                  </a:lnTo>
                  <a:lnTo>
                    <a:pt x="253520" y="23972"/>
                  </a:lnTo>
                  <a:lnTo>
                    <a:pt x="248935" y="21303"/>
                  </a:lnTo>
                  <a:lnTo>
                    <a:pt x="244268" y="18782"/>
                  </a:lnTo>
                  <a:lnTo>
                    <a:pt x="239523" y="16410"/>
                  </a:lnTo>
                  <a:lnTo>
                    <a:pt x="234706" y="14190"/>
                  </a:lnTo>
                  <a:lnTo>
                    <a:pt x="229820" y="12123"/>
                  </a:lnTo>
                  <a:lnTo>
                    <a:pt x="224871" y="10213"/>
                  </a:lnTo>
                  <a:lnTo>
                    <a:pt x="219864" y="8461"/>
                  </a:lnTo>
                  <a:lnTo>
                    <a:pt x="214804" y="6868"/>
                  </a:lnTo>
                  <a:lnTo>
                    <a:pt x="209696" y="5437"/>
                  </a:lnTo>
                  <a:lnTo>
                    <a:pt x="204546" y="4169"/>
                  </a:lnTo>
                  <a:lnTo>
                    <a:pt x="199357" y="3064"/>
                  </a:lnTo>
                  <a:lnTo>
                    <a:pt x="194136" y="2125"/>
                  </a:lnTo>
                  <a:lnTo>
                    <a:pt x="188888" y="1352"/>
                  </a:lnTo>
                  <a:lnTo>
                    <a:pt x="183618" y="746"/>
                  </a:lnTo>
                  <a:lnTo>
                    <a:pt x="178332" y="307"/>
                  </a:lnTo>
                  <a:lnTo>
                    <a:pt x="173034" y="37"/>
                  </a:lnTo>
                  <a:lnTo>
                    <a:pt x="167154" y="167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5879" cy="167167"/>
            </a:xfrm>
            <a:custGeom>
              <a:avLst/>
              <a:pathLst>
                <a:path w="5879" h="167167">
                  <a:moveTo>
                    <a:pt x="5879" y="10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797345" y="5269756"/>
              <a:ext cx="167155" cy="232157"/>
            </a:xfrm>
            <a:custGeom>
              <a:avLst/>
              <a:pathLst>
                <a:path w="167155" h="232157">
                  <a:moveTo>
                    <a:pt x="167155" y="0"/>
                  </a:moveTo>
                  <a:lnTo>
                    <a:pt x="161757" y="87"/>
                  </a:lnTo>
                  <a:lnTo>
                    <a:pt x="156365" y="348"/>
                  </a:lnTo>
                  <a:lnTo>
                    <a:pt x="150984" y="784"/>
                  </a:lnTo>
                  <a:lnTo>
                    <a:pt x="145620" y="1392"/>
                  </a:lnTo>
                  <a:lnTo>
                    <a:pt x="140278" y="2174"/>
                  </a:lnTo>
                  <a:lnTo>
                    <a:pt x="134964" y="3128"/>
                  </a:lnTo>
                  <a:lnTo>
                    <a:pt x="129684" y="4253"/>
                  </a:lnTo>
                  <a:lnTo>
                    <a:pt x="124443" y="5548"/>
                  </a:lnTo>
                  <a:lnTo>
                    <a:pt x="119246" y="7012"/>
                  </a:lnTo>
                  <a:lnTo>
                    <a:pt x="114100" y="8642"/>
                  </a:lnTo>
                  <a:lnTo>
                    <a:pt x="109009" y="10438"/>
                  </a:lnTo>
                  <a:lnTo>
                    <a:pt x="103978" y="12398"/>
                  </a:lnTo>
                  <a:lnTo>
                    <a:pt x="99013" y="14518"/>
                  </a:lnTo>
                  <a:lnTo>
                    <a:pt x="94120" y="16798"/>
                  </a:lnTo>
                  <a:lnTo>
                    <a:pt x="89302" y="19235"/>
                  </a:lnTo>
                  <a:lnTo>
                    <a:pt x="84566" y="21826"/>
                  </a:lnTo>
                  <a:lnTo>
                    <a:pt x="79916" y="24569"/>
                  </a:lnTo>
                  <a:lnTo>
                    <a:pt x="75357" y="27460"/>
                  </a:lnTo>
                  <a:lnTo>
                    <a:pt x="70893" y="30498"/>
                  </a:lnTo>
                  <a:lnTo>
                    <a:pt x="66530" y="33677"/>
                  </a:lnTo>
                  <a:lnTo>
                    <a:pt x="62272" y="36996"/>
                  </a:lnTo>
                  <a:lnTo>
                    <a:pt x="58124" y="40451"/>
                  </a:lnTo>
                  <a:lnTo>
                    <a:pt x="54089" y="44038"/>
                  </a:lnTo>
                  <a:lnTo>
                    <a:pt x="50172" y="47753"/>
                  </a:lnTo>
                  <a:lnTo>
                    <a:pt x="46377" y="51593"/>
                  </a:lnTo>
                  <a:lnTo>
                    <a:pt x="42708" y="55553"/>
                  </a:lnTo>
                  <a:lnTo>
                    <a:pt x="39168" y="59630"/>
                  </a:lnTo>
                  <a:lnTo>
                    <a:pt x="35763" y="63819"/>
                  </a:lnTo>
                  <a:lnTo>
                    <a:pt x="32494" y="68115"/>
                  </a:lnTo>
                  <a:lnTo>
                    <a:pt x="29366" y="72515"/>
                  </a:lnTo>
                  <a:lnTo>
                    <a:pt x="26381" y="77014"/>
                  </a:lnTo>
                  <a:lnTo>
                    <a:pt x="23543" y="81607"/>
                  </a:lnTo>
                  <a:lnTo>
                    <a:pt x="20855" y="86289"/>
                  </a:lnTo>
                  <a:lnTo>
                    <a:pt x="18320" y="91055"/>
                  </a:lnTo>
                  <a:lnTo>
                    <a:pt x="15940" y="95901"/>
                  </a:lnTo>
                  <a:lnTo>
                    <a:pt x="13718" y="100821"/>
                  </a:lnTo>
                  <a:lnTo>
                    <a:pt x="11655" y="105810"/>
                  </a:lnTo>
                  <a:lnTo>
                    <a:pt x="9755" y="110863"/>
                  </a:lnTo>
                  <a:lnTo>
                    <a:pt x="8019" y="115975"/>
                  </a:lnTo>
                  <a:lnTo>
                    <a:pt x="6449" y="121141"/>
                  </a:lnTo>
                  <a:lnTo>
                    <a:pt x="5047" y="126354"/>
                  </a:lnTo>
                  <a:lnTo>
                    <a:pt x="3813" y="131610"/>
                  </a:lnTo>
                  <a:lnTo>
                    <a:pt x="2750" y="136903"/>
                  </a:lnTo>
                  <a:lnTo>
                    <a:pt x="1859" y="142228"/>
                  </a:lnTo>
                  <a:lnTo>
                    <a:pt x="1140" y="147578"/>
                  </a:lnTo>
                  <a:lnTo>
                    <a:pt x="594" y="152949"/>
                  </a:lnTo>
                  <a:lnTo>
                    <a:pt x="221" y="158335"/>
                  </a:lnTo>
                  <a:lnTo>
                    <a:pt x="23" y="163730"/>
                  </a:lnTo>
                  <a:lnTo>
                    <a:pt x="0" y="169129"/>
                  </a:lnTo>
                  <a:lnTo>
                    <a:pt x="150" y="174525"/>
                  </a:lnTo>
                  <a:lnTo>
                    <a:pt x="475" y="179914"/>
                  </a:lnTo>
                  <a:lnTo>
                    <a:pt x="973" y="185290"/>
                  </a:lnTo>
                  <a:lnTo>
                    <a:pt x="1645" y="190647"/>
                  </a:lnTo>
                  <a:lnTo>
                    <a:pt x="2490" y="195979"/>
                  </a:lnTo>
                  <a:lnTo>
                    <a:pt x="3506" y="201281"/>
                  </a:lnTo>
                  <a:lnTo>
                    <a:pt x="4693" y="206548"/>
                  </a:lnTo>
                  <a:lnTo>
                    <a:pt x="6049" y="211773"/>
                  </a:lnTo>
                  <a:lnTo>
                    <a:pt x="7574" y="216952"/>
                  </a:lnTo>
                  <a:lnTo>
                    <a:pt x="9264" y="222079"/>
                  </a:lnTo>
                  <a:lnTo>
                    <a:pt x="11120" y="227149"/>
                  </a:lnTo>
                  <a:lnTo>
                    <a:pt x="13138" y="232157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810484" y="5269756"/>
              <a:ext cx="321166" cy="334334"/>
            </a:xfrm>
            <a:custGeom>
              <a:avLst/>
              <a:pathLst>
                <a:path w="321166" h="334334">
                  <a:moveTo>
                    <a:pt x="0" y="232157"/>
                  </a:moveTo>
                  <a:lnTo>
                    <a:pt x="2138" y="237007"/>
                  </a:lnTo>
                  <a:lnTo>
                    <a:pt x="4429" y="241788"/>
                  </a:lnTo>
                  <a:lnTo>
                    <a:pt x="6870" y="246494"/>
                  </a:lnTo>
                  <a:lnTo>
                    <a:pt x="9459" y="251120"/>
                  </a:lnTo>
                  <a:lnTo>
                    <a:pt x="12194" y="255661"/>
                  </a:lnTo>
                  <a:lnTo>
                    <a:pt x="15071" y="260114"/>
                  </a:lnTo>
                  <a:lnTo>
                    <a:pt x="18088" y="264473"/>
                  </a:lnTo>
                  <a:lnTo>
                    <a:pt x="21242" y="268734"/>
                  </a:lnTo>
                  <a:lnTo>
                    <a:pt x="24530" y="272893"/>
                  </a:lnTo>
                  <a:lnTo>
                    <a:pt x="27947" y="276946"/>
                  </a:lnTo>
                  <a:lnTo>
                    <a:pt x="31491" y="280888"/>
                  </a:lnTo>
                  <a:lnTo>
                    <a:pt x="35159" y="284716"/>
                  </a:lnTo>
                  <a:lnTo>
                    <a:pt x="38946" y="288426"/>
                  </a:lnTo>
                  <a:lnTo>
                    <a:pt x="42849" y="292013"/>
                  </a:lnTo>
                  <a:lnTo>
                    <a:pt x="46863" y="295476"/>
                  </a:lnTo>
                  <a:lnTo>
                    <a:pt x="50986" y="298809"/>
                  </a:lnTo>
                  <a:lnTo>
                    <a:pt x="55212" y="302010"/>
                  </a:lnTo>
                  <a:lnTo>
                    <a:pt x="59537" y="305075"/>
                  </a:lnTo>
                  <a:lnTo>
                    <a:pt x="63958" y="308001"/>
                  </a:lnTo>
                  <a:lnTo>
                    <a:pt x="68469" y="310786"/>
                  </a:lnTo>
                  <a:lnTo>
                    <a:pt x="73065" y="313426"/>
                  </a:lnTo>
                  <a:lnTo>
                    <a:pt x="77744" y="315920"/>
                  </a:lnTo>
                  <a:lnTo>
                    <a:pt x="82499" y="318263"/>
                  </a:lnTo>
                  <a:lnTo>
                    <a:pt x="87326" y="320455"/>
                  </a:lnTo>
                  <a:lnTo>
                    <a:pt x="92220" y="322493"/>
                  </a:lnTo>
                  <a:lnTo>
                    <a:pt x="97176" y="324374"/>
                  </a:lnTo>
                  <a:lnTo>
                    <a:pt x="102190" y="326097"/>
                  </a:lnTo>
                  <a:lnTo>
                    <a:pt x="107255" y="327661"/>
                  </a:lnTo>
                  <a:lnTo>
                    <a:pt x="112368" y="329063"/>
                  </a:lnTo>
                  <a:lnTo>
                    <a:pt x="117522" y="330302"/>
                  </a:lnTo>
                  <a:lnTo>
                    <a:pt x="122713" y="331377"/>
                  </a:lnTo>
                  <a:lnTo>
                    <a:pt x="127936" y="332287"/>
                  </a:lnTo>
                  <a:lnTo>
                    <a:pt x="133185" y="333031"/>
                  </a:lnTo>
                  <a:lnTo>
                    <a:pt x="138455" y="333608"/>
                  </a:lnTo>
                  <a:lnTo>
                    <a:pt x="143740" y="334018"/>
                  </a:lnTo>
                  <a:lnTo>
                    <a:pt x="149036" y="334260"/>
                  </a:lnTo>
                  <a:lnTo>
                    <a:pt x="154337" y="334334"/>
                  </a:lnTo>
                  <a:lnTo>
                    <a:pt x="159637" y="334240"/>
                  </a:lnTo>
                  <a:lnTo>
                    <a:pt x="164932" y="333978"/>
                  </a:lnTo>
                  <a:lnTo>
                    <a:pt x="170216" y="333548"/>
                  </a:lnTo>
                  <a:lnTo>
                    <a:pt x="175483" y="332950"/>
                  </a:lnTo>
                  <a:lnTo>
                    <a:pt x="180729" y="332186"/>
                  </a:lnTo>
                  <a:lnTo>
                    <a:pt x="185949" y="331256"/>
                  </a:lnTo>
                  <a:lnTo>
                    <a:pt x="191135" y="330161"/>
                  </a:lnTo>
                  <a:lnTo>
                    <a:pt x="196285" y="328902"/>
                  </a:lnTo>
                  <a:lnTo>
                    <a:pt x="201392" y="327481"/>
                  </a:lnTo>
                  <a:lnTo>
                    <a:pt x="206452" y="325898"/>
                  </a:lnTo>
                  <a:lnTo>
                    <a:pt x="211459" y="324155"/>
                  </a:lnTo>
                  <a:lnTo>
                    <a:pt x="216408" y="322255"/>
                  </a:lnTo>
                  <a:lnTo>
                    <a:pt x="221294" y="320199"/>
                  </a:lnTo>
                  <a:lnTo>
                    <a:pt x="226112" y="317989"/>
                  </a:lnTo>
                  <a:lnTo>
                    <a:pt x="230859" y="315627"/>
                  </a:lnTo>
                  <a:lnTo>
                    <a:pt x="235527" y="313115"/>
                  </a:lnTo>
                  <a:lnTo>
                    <a:pt x="240114" y="310458"/>
                  </a:lnTo>
                  <a:lnTo>
                    <a:pt x="244614" y="307655"/>
                  </a:lnTo>
                  <a:lnTo>
                    <a:pt x="249024" y="304712"/>
                  </a:lnTo>
                  <a:lnTo>
                    <a:pt x="253337" y="301630"/>
                  </a:lnTo>
                  <a:lnTo>
                    <a:pt x="257551" y="298413"/>
                  </a:lnTo>
                  <a:lnTo>
                    <a:pt x="261660" y="295065"/>
                  </a:lnTo>
                  <a:lnTo>
                    <a:pt x="265662" y="291587"/>
                  </a:lnTo>
                  <a:lnTo>
                    <a:pt x="269551" y="287984"/>
                  </a:lnTo>
                  <a:lnTo>
                    <a:pt x="273324" y="284260"/>
                  </a:lnTo>
                  <a:lnTo>
                    <a:pt x="276977" y="280418"/>
                  </a:lnTo>
                  <a:lnTo>
                    <a:pt x="280506" y="276462"/>
                  </a:lnTo>
                  <a:lnTo>
                    <a:pt x="283908" y="272397"/>
                  </a:lnTo>
                  <a:lnTo>
                    <a:pt x="287179" y="268225"/>
                  </a:lnTo>
                  <a:lnTo>
                    <a:pt x="290317" y="263952"/>
                  </a:lnTo>
                  <a:lnTo>
                    <a:pt x="293317" y="259581"/>
                  </a:lnTo>
                  <a:lnTo>
                    <a:pt x="296177" y="255118"/>
                  </a:lnTo>
                  <a:lnTo>
                    <a:pt x="298895" y="250566"/>
                  </a:lnTo>
                  <a:lnTo>
                    <a:pt x="301466" y="245930"/>
                  </a:lnTo>
                  <a:lnTo>
                    <a:pt x="303889" y="241215"/>
                  </a:lnTo>
                  <a:lnTo>
                    <a:pt x="306162" y="236426"/>
                  </a:lnTo>
                  <a:lnTo>
                    <a:pt x="308282" y="231566"/>
                  </a:lnTo>
                  <a:lnTo>
                    <a:pt x="310246" y="226642"/>
                  </a:lnTo>
                  <a:lnTo>
                    <a:pt x="312053" y="221659"/>
                  </a:lnTo>
                  <a:lnTo>
                    <a:pt x="313702" y="216620"/>
                  </a:lnTo>
                  <a:lnTo>
                    <a:pt x="315190" y="211532"/>
                  </a:lnTo>
                  <a:lnTo>
                    <a:pt x="316515" y="206399"/>
                  </a:lnTo>
                  <a:lnTo>
                    <a:pt x="317678" y="201227"/>
                  </a:lnTo>
                  <a:lnTo>
                    <a:pt x="318675" y="196020"/>
                  </a:lnTo>
                  <a:lnTo>
                    <a:pt x="319507" y="190785"/>
                  </a:lnTo>
                  <a:lnTo>
                    <a:pt x="320173" y="185525"/>
                  </a:lnTo>
                  <a:lnTo>
                    <a:pt x="320672" y="180247"/>
                  </a:lnTo>
                  <a:lnTo>
                    <a:pt x="321003" y="174956"/>
                  </a:lnTo>
                  <a:lnTo>
                    <a:pt x="321166" y="169658"/>
                  </a:lnTo>
                  <a:lnTo>
                    <a:pt x="321161" y="164356"/>
                  </a:lnTo>
                  <a:lnTo>
                    <a:pt x="320987" y="159058"/>
                  </a:lnTo>
                  <a:lnTo>
                    <a:pt x="320646" y="153767"/>
                  </a:lnTo>
                  <a:lnTo>
                    <a:pt x="320138" y="148491"/>
                  </a:lnTo>
                  <a:lnTo>
                    <a:pt x="319462" y="143233"/>
                  </a:lnTo>
                  <a:lnTo>
                    <a:pt x="318620" y="137999"/>
                  </a:lnTo>
                  <a:lnTo>
                    <a:pt x="317612" y="132794"/>
                  </a:lnTo>
                  <a:lnTo>
                    <a:pt x="316440" y="127624"/>
                  </a:lnTo>
                  <a:lnTo>
                    <a:pt x="315104" y="122493"/>
                  </a:lnTo>
                  <a:lnTo>
                    <a:pt x="313607" y="117408"/>
                  </a:lnTo>
                  <a:lnTo>
                    <a:pt x="311949" y="112373"/>
                  </a:lnTo>
                  <a:lnTo>
                    <a:pt x="310132" y="107392"/>
                  </a:lnTo>
                  <a:lnTo>
                    <a:pt x="308158" y="102472"/>
                  </a:lnTo>
                  <a:lnTo>
                    <a:pt x="306029" y="97617"/>
                  </a:lnTo>
                  <a:lnTo>
                    <a:pt x="303747" y="92832"/>
                  </a:lnTo>
                  <a:lnTo>
                    <a:pt x="301315" y="88122"/>
                  </a:lnTo>
                  <a:lnTo>
                    <a:pt x="298735" y="83491"/>
                  </a:lnTo>
                  <a:lnTo>
                    <a:pt x="296009" y="78944"/>
                  </a:lnTo>
                  <a:lnTo>
                    <a:pt x="293140" y="74486"/>
                  </a:lnTo>
                  <a:lnTo>
                    <a:pt x="290131" y="70121"/>
                  </a:lnTo>
                  <a:lnTo>
                    <a:pt x="286985" y="65854"/>
                  </a:lnTo>
                  <a:lnTo>
                    <a:pt x="283706" y="61689"/>
                  </a:lnTo>
                  <a:lnTo>
                    <a:pt x="280296" y="57630"/>
                  </a:lnTo>
                  <a:lnTo>
                    <a:pt x="276760" y="53681"/>
                  </a:lnTo>
                  <a:lnTo>
                    <a:pt x="273099" y="49846"/>
                  </a:lnTo>
                  <a:lnTo>
                    <a:pt x="269319" y="46129"/>
                  </a:lnTo>
                  <a:lnTo>
                    <a:pt x="265423" y="42533"/>
                  </a:lnTo>
                  <a:lnTo>
                    <a:pt x="261415" y="39064"/>
                  </a:lnTo>
                  <a:lnTo>
                    <a:pt x="257299" y="35723"/>
                  </a:lnTo>
                  <a:lnTo>
                    <a:pt x="253080" y="32514"/>
                  </a:lnTo>
                  <a:lnTo>
                    <a:pt x="248760" y="29440"/>
                  </a:lnTo>
                  <a:lnTo>
                    <a:pt x="244345" y="26505"/>
                  </a:lnTo>
                  <a:lnTo>
                    <a:pt x="239840" y="23712"/>
                  </a:lnTo>
                  <a:lnTo>
                    <a:pt x="235248" y="21063"/>
                  </a:lnTo>
                  <a:lnTo>
                    <a:pt x="230574" y="18560"/>
                  </a:lnTo>
                  <a:lnTo>
                    <a:pt x="225824" y="16208"/>
                  </a:lnTo>
                  <a:lnTo>
                    <a:pt x="221001" y="14007"/>
                  </a:lnTo>
                  <a:lnTo>
                    <a:pt x="216111" y="11960"/>
                  </a:lnTo>
                  <a:lnTo>
                    <a:pt x="211158" y="10069"/>
                  </a:lnTo>
                  <a:lnTo>
                    <a:pt x="206148" y="8336"/>
                  </a:lnTo>
                  <a:lnTo>
                    <a:pt x="201085" y="6763"/>
                  </a:lnTo>
                  <a:lnTo>
                    <a:pt x="195975" y="5351"/>
                  </a:lnTo>
                  <a:lnTo>
                    <a:pt x="190823" y="4102"/>
                  </a:lnTo>
                  <a:lnTo>
                    <a:pt x="185634" y="3017"/>
                  </a:lnTo>
                  <a:lnTo>
                    <a:pt x="180413" y="2097"/>
                  </a:lnTo>
                  <a:lnTo>
                    <a:pt x="175166" y="1343"/>
                  </a:lnTo>
                  <a:lnTo>
                    <a:pt x="169897" y="756"/>
                  </a:lnTo>
                  <a:lnTo>
                    <a:pt x="164613" y="336"/>
                  </a:lnTo>
                  <a:lnTo>
                    <a:pt x="159317" y="84"/>
                  </a:lnTo>
                  <a:lnTo>
                    <a:pt x="154017" y="0"/>
                  </a:lnTo>
                  <a:lnTo>
                    <a:pt x="15401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6268" y="5399291"/>
              <a:ext cx="19947" cy="167167"/>
            </a:xfrm>
            <a:custGeom>
              <a:avLst/>
              <a:pathLst>
                <a:path w="19947" h="167167">
                  <a:moveTo>
                    <a:pt x="19947" y="0"/>
                  </a:moveTo>
                  <a:lnTo>
                    <a:pt x="9955" y="298"/>
                  </a:lnTo>
                  <a:lnTo>
                    <a:pt x="0" y="1194"/>
                  </a:lnTo>
                  <a:lnTo>
                    <a:pt x="1994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6268" y="5400486"/>
              <a:ext cx="19947" cy="165973"/>
            </a:xfrm>
            <a:custGeom>
              <a:avLst/>
              <a:pathLst>
                <a:path w="19947" h="165973">
                  <a:moveTo>
                    <a:pt x="0" y="0"/>
                  </a:moveTo>
                  <a:lnTo>
                    <a:pt x="19947" y="165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6268" y="5400486"/>
              <a:ext cx="19947" cy="165973"/>
            </a:xfrm>
            <a:custGeom>
              <a:avLst/>
              <a:pathLst>
                <a:path w="19947" h="165973">
                  <a:moveTo>
                    <a:pt x="0" y="0"/>
                  </a:moveTo>
                  <a:lnTo>
                    <a:pt x="19947" y="165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6268" y="5400486"/>
              <a:ext cx="19947" cy="165973"/>
            </a:xfrm>
            <a:custGeom>
              <a:avLst/>
              <a:pathLst>
                <a:path w="19947" h="165973">
                  <a:moveTo>
                    <a:pt x="0" y="0"/>
                  </a:moveTo>
                  <a:lnTo>
                    <a:pt x="19947" y="165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6268" y="5400486"/>
              <a:ext cx="19947" cy="165973"/>
            </a:xfrm>
            <a:custGeom>
              <a:avLst/>
              <a:pathLst>
                <a:path w="19947" h="165973">
                  <a:moveTo>
                    <a:pt x="0" y="0"/>
                  </a:moveTo>
                  <a:lnTo>
                    <a:pt x="19947" y="1659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6268" y="5400486"/>
              <a:ext cx="19947" cy="165973"/>
            </a:xfrm>
            <a:custGeom>
              <a:avLst/>
              <a:pathLst>
                <a:path w="19947" h="165973">
                  <a:moveTo>
                    <a:pt x="0" y="0"/>
                  </a:moveTo>
                  <a:lnTo>
                    <a:pt x="19947" y="1659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6268" y="5400486"/>
              <a:ext cx="19947" cy="165973"/>
            </a:xfrm>
            <a:custGeom>
              <a:avLst/>
              <a:pathLst>
                <a:path w="19947" h="165973">
                  <a:moveTo>
                    <a:pt x="0" y="0"/>
                  </a:moveTo>
                  <a:lnTo>
                    <a:pt x="19947" y="1659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319051" y="5400486"/>
              <a:ext cx="334331" cy="333127"/>
            </a:xfrm>
            <a:custGeom>
              <a:avLst/>
              <a:pathLst>
                <a:path w="334331" h="333127">
                  <a:moveTo>
                    <a:pt x="147216" y="0"/>
                  </a:moveTo>
                  <a:lnTo>
                    <a:pt x="141969" y="715"/>
                  </a:lnTo>
                  <a:lnTo>
                    <a:pt x="136747" y="1596"/>
                  </a:lnTo>
                  <a:lnTo>
                    <a:pt x="131555" y="2642"/>
                  </a:lnTo>
                  <a:lnTo>
                    <a:pt x="126400" y="3851"/>
                  </a:lnTo>
                  <a:lnTo>
                    <a:pt x="121285" y="5224"/>
                  </a:lnTo>
                  <a:lnTo>
                    <a:pt x="116216" y="6758"/>
                  </a:lnTo>
                  <a:lnTo>
                    <a:pt x="111199" y="8452"/>
                  </a:lnTo>
                  <a:lnTo>
                    <a:pt x="106237" y="10303"/>
                  </a:lnTo>
                  <a:lnTo>
                    <a:pt x="101337" y="12311"/>
                  </a:lnTo>
                  <a:lnTo>
                    <a:pt x="96503" y="14474"/>
                  </a:lnTo>
                  <a:lnTo>
                    <a:pt x="91739" y="16788"/>
                  </a:lnTo>
                  <a:lnTo>
                    <a:pt x="87052" y="19252"/>
                  </a:lnTo>
                  <a:lnTo>
                    <a:pt x="82444" y="21863"/>
                  </a:lnTo>
                  <a:lnTo>
                    <a:pt x="77922" y="24619"/>
                  </a:lnTo>
                  <a:lnTo>
                    <a:pt x="73489" y="27516"/>
                  </a:lnTo>
                  <a:lnTo>
                    <a:pt x="69151" y="30553"/>
                  </a:lnTo>
                  <a:lnTo>
                    <a:pt x="64911" y="33726"/>
                  </a:lnTo>
                  <a:lnTo>
                    <a:pt x="60773" y="37031"/>
                  </a:lnTo>
                  <a:lnTo>
                    <a:pt x="56742" y="40466"/>
                  </a:lnTo>
                  <a:lnTo>
                    <a:pt x="52822" y="44026"/>
                  </a:lnTo>
                  <a:lnTo>
                    <a:pt x="49017" y="47709"/>
                  </a:lnTo>
                  <a:lnTo>
                    <a:pt x="45330" y="51511"/>
                  </a:lnTo>
                  <a:lnTo>
                    <a:pt x="41765" y="55428"/>
                  </a:lnTo>
                  <a:lnTo>
                    <a:pt x="38327" y="59455"/>
                  </a:lnTo>
                  <a:lnTo>
                    <a:pt x="35017" y="63590"/>
                  </a:lnTo>
                  <a:lnTo>
                    <a:pt x="31841" y="67827"/>
                  </a:lnTo>
                  <a:lnTo>
                    <a:pt x="28800" y="72162"/>
                  </a:lnTo>
                  <a:lnTo>
                    <a:pt x="25898" y="76592"/>
                  </a:lnTo>
                  <a:lnTo>
                    <a:pt x="23137" y="81112"/>
                  </a:lnTo>
                  <a:lnTo>
                    <a:pt x="20522" y="85716"/>
                  </a:lnTo>
                  <a:lnTo>
                    <a:pt x="18053" y="90402"/>
                  </a:lnTo>
                  <a:lnTo>
                    <a:pt x="15734" y="95163"/>
                  </a:lnTo>
                  <a:lnTo>
                    <a:pt x="13567" y="99995"/>
                  </a:lnTo>
                  <a:lnTo>
                    <a:pt x="11554" y="104893"/>
                  </a:lnTo>
                  <a:lnTo>
                    <a:pt x="9698" y="109853"/>
                  </a:lnTo>
                  <a:lnTo>
                    <a:pt x="7999" y="114869"/>
                  </a:lnTo>
                  <a:lnTo>
                    <a:pt x="6460" y="119936"/>
                  </a:lnTo>
                  <a:lnTo>
                    <a:pt x="5083" y="125049"/>
                  </a:lnTo>
                  <a:lnTo>
                    <a:pt x="3868" y="130204"/>
                  </a:lnTo>
                  <a:lnTo>
                    <a:pt x="2817" y="135394"/>
                  </a:lnTo>
                  <a:lnTo>
                    <a:pt x="1931" y="140615"/>
                  </a:lnTo>
                  <a:lnTo>
                    <a:pt x="1210" y="145862"/>
                  </a:lnTo>
                  <a:lnTo>
                    <a:pt x="657" y="151129"/>
                  </a:lnTo>
                  <a:lnTo>
                    <a:pt x="270" y="156410"/>
                  </a:lnTo>
                  <a:lnTo>
                    <a:pt x="51" y="161702"/>
                  </a:lnTo>
                  <a:lnTo>
                    <a:pt x="0" y="166997"/>
                  </a:lnTo>
                  <a:lnTo>
                    <a:pt x="116" y="172292"/>
                  </a:lnTo>
                  <a:lnTo>
                    <a:pt x="400" y="177580"/>
                  </a:lnTo>
                  <a:lnTo>
                    <a:pt x="851" y="182856"/>
                  </a:lnTo>
                  <a:lnTo>
                    <a:pt x="1469" y="188116"/>
                  </a:lnTo>
                  <a:lnTo>
                    <a:pt x="2254" y="193353"/>
                  </a:lnTo>
                  <a:lnTo>
                    <a:pt x="3204" y="198563"/>
                  </a:lnTo>
                  <a:lnTo>
                    <a:pt x="4319" y="203740"/>
                  </a:lnTo>
                  <a:lnTo>
                    <a:pt x="5597" y="208879"/>
                  </a:lnTo>
                  <a:lnTo>
                    <a:pt x="7037" y="213975"/>
                  </a:lnTo>
                  <a:lnTo>
                    <a:pt x="8638" y="219023"/>
                  </a:lnTo>
                  <a:lnTo>
                    <a:pt x="10398" y="224018"/>
                  </a:lnTo>
                  <a:lnTo>
                    <a:pt x="12315" y="228955"/>
                  </a:lnTo>
                  <a:lnTo>
                    <a:pt x="14388" y="233828"/>
                  </a:lnTo>
                  <a:lnTo>
                    <a:pt x="16614" y="238633"/>
                  </a:lnTo>
                  <a:lnTo>
                    <a:pt x="18991" y="243365"/>
                  </a:lnTo>
                  <a:lnTo>
                    <a:pt x="21516" y="248020"/>
                  </a:lnTo>
                  <a:lnTo>
                    <a:pt x="24188" y="252592"/>
                  </a:lnTo>
                  <a:lnTo>
                    <a:pt x="27004" y="257078"/>
                  </a:lnTo>
                  <a:lnTo>
                    <a:pt x="29960" y="261472"/>
                  </a:lnTo>
                  <a:lnTo>
                    <a:pt x="33054" y="265770"/>
                  </a:lnTo>
                  <a:lnTo>
                    <a:pt x="36282" y="269968"/>
                  </a:lnTo>
                  <a:lnTo>
                    <a:pt x="39642" y="274061"/>
                  </a:lnTo>
                  <a:lnTo>
                    <a:pt x="43130" y="278046"/>
                  </a:lnTo>
                  <a:lnTo>
                    <a:pt x="46742" y="281919"/>
                  </a:lnTo>
                  <a:lnTo>
                    <a:pt x="50475" y="285675"/>
                  </a:lnTo>
                  <a:lnTo>
                    <a:pt x="54325" y="289311"/>
                  </a:lnTo>
                  <a:lnTo>
                    <a:pt x="58289" y="292823"/>
                  </a:lnTo>
                  <a:lnTo>
                    <a:pt x="62361" y="296208"/>
                  </a:lnTo>
                  <a:lnTo>
                    <a:pt x="66539" y="299463"/>
                  </a:lnTo>
                  <a:lnTo>
                    <a:pt x="70818" y="302583"/>
                  </a:lnTo>
                  <a:lnTo>
                    <a:pt x="75194" y="305566"/>
                  </a:lnTo>
                  <a:lnTo>
                    <a:pt x="79661" y="308409"/>
                  </a:lnTo>
                  <a:lnTo>
                    <a:pt x="84217" y="311110"/>
                  </a:lnTo>
                  <a:lnTo>
                    <a:pt x="88856" y="313664"/>
                  </a:lnTo>
                  <a:lnTo>
                    <a:pt x="93573" y="316071"/>
                  </a:lnTo>
                  <a:lnTo>
                    <a:pt x="98365" y="318326"/>
                  </a:lnTo>
                  <a:lnTo>
                    <a:pt x="103225" y="320429"/>
                  </a:lnTo>
                  <a:lnTo>
                    <a:pt x="108150" y="322377"/>
                  </a:lnTo>
                  <a:lnTo>
                    <a:pt x="113134" y="324168"/>
                  </a:lnTo>
                  <a:lnTo>
                    <a:pt x="118172" y="325800"/>
                  </a:lnTo>
                  <a:lnTo>
                    <a:pt x="123259" y="327271"/>
                  </a:lnTo>
                  <a:lnTo>
                    <a:pt x="128390" y="328581"/>
                  </a:lnTo>
                  <a:lnTo>
                    <a:pt x="133560" y="329728"/>
                  </a:lnTo>
                  <a:lnTo>
                    <a:pt x="138764" y="330710"/>
                  </a:lnTo>
                  <a:lnTo>
                    <a:pt x="143996" y="331527"/>
                  </a:lnTo>
                  <a:lnTo>
                    <a:pt x="149252" y="332178"/>
                  </a:lnTo>
                  <a:lnTo>
                    <a:pt x="154526" y="332662"/>
                  </a:lnTo>
                  <a:lnTo>
                    <a:pt x="159812" y="332978"/>
                  </a:lnTo>
                  <a:lnTo>
                    <a:pt x="165106" y="333127"/>
                  </a:lnTo>
                  <a:lnTo>
                    <a:pt x="170401" y="333109"/>
                  </a:lnTo>
                  <a:lnTo>
                    <a:pt x="175694" y="332922"/>
                  </a:lnTo>
                  <a:lnTo>
                    <a:pt x="180978" y="332568"/>
                  </a:lnTo>
                  <a:lnTo>
                    <a:pt x="186248" y="332047"/>
                  </a:lnTo>
                  <a:lnTo>
                    <a:pt x="191499" y="331359"/>
                  </a:lnTo>
                  <a:lnTo>
                    <a:pt x="196725" y="330505"/>
                  </a:lnTo>
                  <a:lnTo>
                    <a:pt x="201922" y="329487"/>
                  </a:lnTo>
                  <a:lnTo>
                    <a:pt x="207084" y="328303"/>
                  </a:lnTo>
                  <a:lnTo>
                    <a:pt x="212206" y="326958"/>
                  </a:lnTo>
                  <a:lnTo>
                    <a:pt x="217282" y="325450"/>
                  </a:lnTo>
                  <a:lnTo>
                    <a:pt x="222309" y="323783"/>
                  </a:lnTo>
                  <a:lnTo>
                    <a:pt x="227280" y="321957"/>
                  </a:lnTo>
                  <a:lnTo>
                    <a:pt x="232190" y="319974"/>
                  </a:lnTo>
                  <a:lnTo>
                    <a:pt x="237036" y="317837"/>
                  </a:lnTo>
                  <a:lnTo>
                    <a:pt x="241811" y="315548"/>
                  </a:lnTo>
                  <a:lnTo>
                    <a:pt x="246512" y="313108"/>
                  </a:lnTo>
                  <a:lnTo>
                    <a:pt x="251132" y="310521"/>
                  </a:lnTo>
                  <a:lnTo>
                    <a:pt x="255669" y="307789"/>
                  </a:lnTo>
                  <a:lnTo>
                    <a:pt x="260117" y="304914"/>
                  </a:lnTo>
                  <a:lnTo>
                    <a:pt x="264471" y="301900"/>
                  </a:lnTo>
                  <a:lnTo>
                    <a:pt x="268728" y="298750"/>
                  </a:lnTo>
                  <a:lnTo>
                    <a:pt x="272882" y="295466"/>
                  </a:lnTo>
                  <a:lnTo>
                    <a:pt x="276931" y="292052"/>
                  </a:lnTo>
                  <a:lnTo>
                    <a:pt x="280870" y="288512"/>
                  </a:lnTo>
                  <a:lnTo>
                    <a:pt x="284694" y="284849"/>
                  </a:lnTo>
                  <a:lnTo>
                    <a:pt x="288401" y="281066"/>
                  </a:lnTo>
                  <a:lnTo>
                    <a:pt x="291985" y="277168"/>
                  </a:lnTo>
                  <a:lnTo>
                    <a:pt x="295445" y="273159"/>
                  </a:lnTo>
                  <a:lnTo>
                    <a:pt x="298776" y="269042"/>
                  </a:lnTo>
                  <a:lnTo>
                    <a:pt x="301974" y="264821"/>
                  </a:lnTo>
                  <a:lnTo>
                    <a:pt x="305038" y="260501"/>
                  </a:lnTo>
                  <a:lnTo>
                    <a:pt x="307963" y="256087"/>
                  </a:lnTo>
                  <a:lnTo>
                    <a:pt x="310747" y="251582"/>
                  </a:lnTo>
                  <a:lnTo>
                    <a:pt x="313386" y="246991"/>
                  </a:lnTo>
                  <a:lnTo>
                    <a:pt x="315879" y="242318"/>
                  </a:lnTo>
                  <a:lnTo>
                    <a:pt x="318223" y="237569"/>
                  </a:lnTo>
                  <a:lnTo>
                    <a:pt x="320415" y="232749"/>
                  </a:lnTo>
                  <a:lnTo>
                    <a:pt x="322453" y="227861"/>
                  </a:lnTo>
                  <a:lnTo>
                    <a:pt x="324336" y="222911"/>
                  </a:lnTo>
                  <a:lnTo>
                    <a:pt x="326060" y="217904"/>
                  </a:lnTo>
                  <a:lnTo>
                    <a:pt x="327626" y="212845"/>
                  </a:lnTo>
                  <a:lnTo>
                    <a:pt x="329030" y="207738"/>
                  </a:lnTo>
                  <a:lnTo>
                    <a:pt x="330271" y="202590"/>
                  </a:lnTo>
                  <a:lnTo>
                    <a:pt x="331349" y="197405"/>
                  </a:lnTo>
                  <a:lnTo>
                    <a:pt x="332263" y="192189"/>
                  </a:lnTo>
                  <a:lnTo>
                    <a:pt x="333010" y="186946"/>
                  </a:lnTo>
                  <a:lnTo>
                    <a:pt x="333591" y="181682"/>
                  </a:lnTo>
                  <a:lnTo>
                    <a:pt x="334006" y="176403"/>
                  </a:lnTo>
                  <a:lnTo>
                    <a:pt x="334252" y="171113"/>
                  </a:lnTo>
                  <a:lnTo>
                    <a:pt x="334331" y="165818"/>
                  </a:lnTo>
                  <a:lnTo>
                    <a:pt x="334242" y="160523"/>
                  </a:lnTo>
                  <a:lnTo>
                    <a:pt x="333986" y="155233"/>
                  </a:lnTo>
                  <a:lnTo>
                    <a:pt x="333562" y="149954"/>
                  </a:lnTo>
                  <a:lnTo>
                    <a:pt x="332971" y="144692"/>
                  </a:lnTo>
                  <a:lnTo>
                    <a:pt x="332214" y="139450"/>
                  </a:lnTo>
                  <a:lnTo>
                    <a:pt x="331291" y="134236"/>
                  </a:lnTo>
                  <a:lnTo>
                    <a:pt x="330203" y="129053"/>
                  </a:lnTo>
                  <a:lnTo>
                    <a:pt x="328952" y="123907"/>
                  </a:lnTo>
                  <a:lnTo>
                    <a:pt x="327538" y="118803"/>
                  </a:lnTo>
                  <a:lnTo>
                    <a:pt x="325964" y="113747"/>
                  </a:lnTo>
                  <a:lnTo>
                    <a:pt x="324230" y="108743"/>
                  </a:lnTo>
                  <a:lnTo>
                    <a:pt x="322338" y="103797"/>
                  </a:lnTo>
                  <a:lnTo>
                    <a:pt x="320291" y="98913"/>
                  </a:lnTo>
                  <a:lnTo>
                    <a:pt x="318090" y="94096"/>
                  </a:lnTo>
                  <a:lnTo>
                    <a:pt x="315738" y="89352"/>
                  </a:lnTo>
                  <a:lnTo>
                    <a:pt x="313236" y="84684"/>
                  </a:lnTo>
                  <a:lnTo>
                    <a:pt x="310588" y="80098"/>
                  </a:lnTo>
                  <a:lnTo>
                    <a:pt x="307796" y="75598"/>
                  </a:lnTo>
                  <a:lnTo>
                    <a:pt x="304863" y="71189"/>
                  </a:lnTo>
                  <a:lnTo>
                    <a:pt x="301791" y="66874"/>
                  </a:lnTo>
                  <a:lnTo>
                    <a:pt x="298585" y="62660"/>
                  </a:lnTo>
                  <a:lnTo>
                    <a:pt x="295246" y="58549"/>
                  </a:lnTo>
                  <a:lnTo>
                    <a:pt x="291779" y="54546"/>
                  </a:lnTo>
                  <a:lnTo>
                    <a:pt x="288187" y="50654"/>
                  </a:lnTo>
                  <a:lnTo>
                    <a:pt x="284474" y="46879"/>
                  </a:lnTo>
                  <a:lnTo>
                    <a:pt x="280643" y="43223"/>
                  </a:lnTo>
                  <a:lnTo>
                    <a:pt x="276697" y="39690"/>
                  </a:lnTo>
                  <a:lnTo>
                    <a:pt x="272642" y="36284"/>
                  </a:lnTo>
                  <a:lnTo>
                    <a:pt x="268482" y="33008"/>
                  </a:lnTo>
                  <a:lnTo>
                    <a:pt x="264219" y="29865"/>
                  </a:lnTo>
                  <a:lnTo>
                    <a:pt x="259859" y="26859"/>
                  </a:lnTo>
                  <a:lnTo>
                    <a:pt x="255406" y="23993"/>
                  </a:lnTo>
                  <a:lnTo>
                    <a:pt x="250865" y="21269"/>
                  </a:lnTo>
                  <a:lnTo>
                    <a:pt x="246239" y="18690"/>
                  </a:lnTo>
                  <a:lnTo>
                    <a:pt x="241534" y="16259"/>
                  </a:lnTo>
                  <a:lnTo>
                    <a:pt x="236755" y="13979"/>
                  </a:lnTo>
                  <a:lnTo>
                    <a:pt x="231905" y="11851"/>
                  </a:lnTo>
                  <a:lnTo>
                    <a:pt x="226991" y="9877"/>
                  </a:lnTo>
                  <a:lnTo>
                    <a:pt x="222016" y="8061"/>
                  </a:lnTo>
                  <a:lnTo>
                    <a:pt x="216987" y="6402"/>
                  </a:lnTo>
                  <a:lnTo>
                    <a:pt x="211908" y="4904"/>
                  </a:lnTo>
                  <a:lnTo>
                    <a:pt x="206783" y="3568"/>
                  </a:lnTo>
                  <a:lnTo>
                    <a:pt x="201619" y="2394"/>
                  </a:lnTo>
                  <a:lnTo>
                    <a:pt x="196420" y="1385"/>
                  </a:lnTo>
                  <a:lnTo>
                    <a:pt x="191192" y="541"/>
                  </a:lnTo>
                  <a:lnTo>
                    <a:pt x="167164" y="1659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24028" cy="167167"/>
            </a:xfrm>
            <a:custGeom>
              <a:avLst/>
              <a:pathLst>
                <a:path w="24028" h="167167">
                  <a:moveTo>
                    <a:pt x="24028" y="1735"/>
                  </a:moveTo>
                  <a:lnTo>
                    <a:pt x="16049" y="772"/>
                  </a:lnTo>
                  <a:lnTo>
                    <a:pt x="8034" y="1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56376" y="5399291"/>
              <a:ext cx="167167" cy="244392"/>
            </a:xfrm>
            <a:custGeom>
              <a:avLst/>
              <a:pathLst>
                <a:path w="167167" h="244392">
                  <a:moveTo>
                    <a:pt x="167167" y="0"/>
                  </a:moveTo>
                  <a:lnTo>
                    <a:pt x="161811" y="85"/>
                  </a:lnTo>
                  <a:lnTo>
                    <a:pt x="156460" y="343"/>
                  </a:lnTo>
                  <a:lnTo>
                    <a:pt x="151120" y="771"/>
                  </a:lnTo>
                  <a:lnTo>
                    <a:pt x="145797" y="1371"/>
                  </a:lnTo>
                  <a:lnTo>
                    <a:pt x="140495" y="2141"/>
                  </a:lnTo>
                  <a:lnTo>
                    <a:pt x="135221" y="3080"/>
                  </a:lnTo>
                  <a:lnTo>
                    <a:pt x="129980" y="4188"/>
                  </a:lnTo>
                  <a:lnTo>
                    <a:pt x="124777" y="5463"/>
                  </a:lnTo>
                  <a:lnTo>
                    <a:pt x="119618" y="6905"/>
                  </a:lnTo>
                  <a:lnTo>
                    <a:pt x="114507" y="8510"/>
                  </a:lnTo>
                  <a:lnTo>
                    <a:pt x="109451" y="10279"/>
                  </a:lnTo>
                  <a:lnTo>
                    <a:pt x="104453" y="12209"/>
                  </a:lnTo>
                  <a:lnTo>
                    <a:pt x="99520" y="14298"/>
                  </a:lnTo>
                  <a:lnTo>
                    <a:pt x="94657" y="16544"/>
                  </a:lnTo>
                  <a:lnTo>
                    <a:pt x="89868" y="18945"/>
                  </a:lnTo>
                  <a:lnTo>
                    <a:pt x="85158" y="21498"/>
                  </a:lnTo>
                  <a:lnTo>
                    <a:pt x="80533" y="24200"/>
                  </a:lnTo>
                  <a:lnTo>
                    <a:pt x="75997" y="27049"/>
                  </a:lnTo>
                  <a:lnTo>
                    <a:pt x="71554" y="30043"/>
                  </a:lnTo>
                  <a:lnTo>
                    <a:pt x="67209" y="33176"/>
                  </a:lnTo>
                  <a:lnTo>
                    <a:pt x="62967" y="36448"/>
                  </a:lnTo>
                  <a:lnTo>
                    <a:pt x="58833" y="39854"/>
                  </a:lnTo>
                  <a:lnTo>
                    <a:pt x="54809" y="43390"/>
                  </a:lnTo>
                  <a:lnTo>
                    <a:pt x="50901" y="47054"/>
                  </a:lnTo>
                  <a:lnTo>
                    <a:pt x="47112" y="50841"/>
                  </a:lnTo>
                  <a:lnTo>
                    <a:pt x="43446" y="54748"/>
                  </a:lnTo>
                  <a:lnTo>
                    <a:pt x="39907" y="58770"/>
                  </a:lnTo>
                  <a:lnTo>
                    <a:pt x="36500" y="62903"/>
                  </a:lnTo>
                  <a:lnTo>
                    <a:pt x="33226" y="67143"/>
                  </a:lnTo>
                  <a:lnTo>
                    <a:pt x="30090" y="71486"/>
                  </a:lnTo>
                  <a:lnTo>
                    <a:pt x="27094" y="75927"/>
                  </a:lnTo>
                  <a:lnTo>
                    <a:pt x="24243" y="80462"/>
                  </a:lnTo>
                  <a:lnTo>
                    <a:pt x="21538" y="85086"/>
                  </a:lnTo>
                  <a:lnTo>
                    <a:pt x="18983" y="89795"/>
                  </a:lnTo>
                  <a:lnTo>
                    <a:pt x="16580" y="94582"/>
                  </a:lnTo>
                  <a:lnTo>
                    <a:pt x="14332" y="99445"/>
                  </a:lnTo>
                  <a:lnTo>
                    <a:pt x="12240" y="104377"/>
                  </a:lnTo>
                  <a:lnTo>
                    <a:pt x="10308" y="109373"/>
                  </a:lnTo>
                  <a:lnTo>
                    <a:pt x="8536" y="114429"/>
                  </a:lnTo>
                  <a:lnTo>
                    <a:pt x="6928" y="119538"/>
                  </a:lnTo>
                  <a:lnTo>
                    <a:pt x="5484" y="124697"/>
                  </a:lnTo>
                  <a:lnTo>
                    <a:pt x="4207" y="129900"/>
                  </a:lnTo>
                  <a:lnTo>
                    <a:pt x="3096" y="135140"/>
                  </a:lnTo>
                  <a:lnTo>
                    <a:pt x="2154" y="140414"/>
                  </a:lnTo>
                  <a:lnTo>
                    <a:pt x="1382" y="145715"/>
                  </a:lnTo>
                  <a:lnTo>
                    <a:pt x="779" y="151038"/>
                  </a:lnTo>
                  <a:lnTo>
                    <a:pt x="348" y="156377"/>
                  </a:lnTo>
                  <a:lnTo>
                    <a:pt x="88" y="161728"/>
                  </a:lnTo>
                  <a:lnTo>
                    <a:pt x="0" y="167084"/>
                  </a:lnTo>
                  <a:lnTo>
                    <a:pt x="83" y="172441"/>
                  </a:lnTo>
                  <a:lnTo>
                    <a:pt x="337" y="177791"/>
                  </a:lnTo>
                  <a:lnTo>
                    <a:pt x="764" y="183132"/>
                  </a:lnTo>
                  <a:lnTo>
                    <a:pt x="1361" y="188455"/>
                  </a:lnTo>
                  <a:lnTo>
                    <a:pt x="2128" y="193757"/>
                  </a:lnTo>
                  <a:lnTo>
                    <a:pt x="3064" y="199031"/>
                  </a:lnTo>
                  <a:lnTo>
                    <a:pt x="4170" y="204273"/>
                  </a:lnTo>
                  <a:lnTo>
                    <a:pt x="5442" y="209477"/>
                  </a:lnTo>
                  <a:lnTo>
                    <a:pt x="6881" y="214637"/>
                  </a:lnTo>
                  <a:lnTo>
                    <a:pt x="8484" y="219748"/>
                  </a:lnTo>
                  <a:lnTo>
                    <a:pt x="10251" y="224806"/>
                  </a:lnTo>
                  <a:lnTo>
                    <a:pt x="12178" y="229804"/>
                  </a:lnTo>
                  <a:lnTo>
                    <a:pt x="14265" y="234738"/>
                  </a:lnTo>
                  <a:lnTo>
                    <a:pt x="16508" y="239602"/>
                  </a:lnTo>
                  <a:lnTo>
                    <a:pt x="18906" y="24439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75283" y="5566459"/>
              <a:ext cx="148260" cy="77225"/>
            </a:xfrm>
            <a:custGeom>
              <a:avLst/>
              <a:pathLst>
                <a:path w="148260" h="77225">
                  <a:moveTo>
                    <a:pt x="0" y="77225"/>
                  </a:moveTo>
                  <a:lnTo>
                    <a:pt x="1482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75283" y="5566459"/>
              <a:ext cx="148260" cy="77225"/>
            </a:xfrm>
            <a:custGeom>
              <a:avLst/>
              <a:pathLst>
                <a:path w="148260" h="77225">
                  <a:moveTo>
                    <a:pt x="0" y="77225"/>
                  </a:moveTo>
                  <a:lnTo>
                    <a:pt x="1482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75283" y="5566459"/>
              <a:ext cx="148260" cy="77225"/>
            </a:xfrm>
            <a:custGeom>
              <a:avLst/>
              <a:pathLst>
                <a:path w="148260" h="77225">
                  <a:moveTo>
                    <a:pt x="0" y="77225"/>
                  </a:moveTo>
                  <a:lnTo>
                    <a:pt x="1482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75283" y="5566459"/>
              <a:ext cx="148260" cy="77225"/>
            </a:xfrm>
            <a:custGeom>
              <a:avLst/>
              <a:pathLst>
                <a:path w="148260" h="77225">
                  <a:moveTo>
                    <a:pt x="0" y="77225"/>
                  </a:moveTo>
                  <a:lnTo>
                    <a:pt x="14826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875283" y="5566459"/>
              <a:ext cx="148260" cy="77225"/>
            </a:xfrm>
            <a:custGeom>
              <a:avLst/>
              <a:pathLst>
                <a:path w="148260" h="77225">
                  <a:moveTo>
                    <a:pt x="0" y="77225"/>
                  </a:moveTo>
                  <a:lnTo>
                    <a:pt x="14826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875283" y="5566459"/>
              <a:ext cx="148260" cy="146738"/>
            </a:xfrm>
            <a:custGeom>
              <a:avLst/>
              <a:pathLst>
                <a:path w="148260" h="146738">
                  <a:moveTo>
                    <a:pt x="0" y="77225"/>
                  </a:moveTo>
                  <a:lnTo>
                    <a:pt x="2773" y="82332"/>
                  </a:lnTo>
                  <a:lnTo>
                    <a:pt x="5723" y="87339"/>
                  </a:lnTo>
                  <a:lnTo>
                    <a:pt x="8845" y="92241"/>
                  </a:lnTo>
                  <a:lnTo>
                    <a:pt x="12136" y="97031"/>
                  </a:lnTo>
                  <a:lnTo>
                    <a:pt x="15591" y="101704"/>
                  </a:lnTo>
                  <a:lnTo>
                    <a:pt x="19206" y="106254"/>
                  </a:lnTo>
                  <a:lnTo>
                    <a:pt x="22977" y="110676"/>
                  </a:lnTo>
                  <a:lnTo>
                    <a:pt x="26900" y="114963"/>
                  </a:lnTo>
                  <a:lnTo>
                    <a:pt x="30969" y="119112"/>
                  </a:lnTo>
                  <a:lnTo>
                    <a:pt x="35181" y="123117"/>
                  </a:lnTo>
                  <a:lnTo>
                    <a:pt x="39528" y="126974"/>
                  </a:lnTo>
                  <a:lnTo>
                    <a:pt x="44008" y="130676"/>
                  </a:lnTo>
                  <a:lnTo>
                    <a:pt x="48613" y="134221"/>
                  </a:lnTo>
                  <a:lnTo>
                    <a:pt x="53339" y="137604"/>
                  </a:lnTo>
                  <a:lnTo>
                    <a:pt x="58179" y="140820"/>
                  </a:lnTo>
                  <a:lnTo>
                    <a:pt x="63128" y="143866"/>
                  </a:lnTo>
                  <a:lnTo>
                    <a:pt x="68180" y="146738"/>
                  </a:lnTo>
                  <a:lnTo>
                    <a:pt x="14826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43464" y="5399291"/>
              <a:ext cx="247244" cy="334323"/>
            </a:xfrm>
            <a:custGeom>
              <a:avLst/>
              <a:pathLst>
                <a:path w="247244" h="334323">
                  <a:moveTo>
                    <a:pt x="0" y="313906"/>
                  </a:moveTo>
                  <a:lnTo>
                    <a:pt x="4726" y="316388"/>
                  </a:lnTo>
                  <a:lnTo>
                    <a:pt x="9530" y="318718"/>
                  </a:lnTo>
                  <a:lnTo>
                    <a:pt x="14406" y="320894"/>
                  </a:lnTo>
                  <a:lnTo>
                    <a:pt x="19348" y="322913"/>
                  </a:lnTo>
                  <a:lnTo>
                    <a:pt x="24353" y="324773"/>
                  </a:lnTo>
                  <a:lnTo>
                    <a:pt x="29415" y="326472"/>
                  </a:lnTo>
                  <a:lnTo>
                    <a:pt x="34528" y="328009"/>
                  </a:lnTo>
                  <a:lnTo>
                    <a:pt x="39687" y="329381"/>
                  </a:lnTo>
                  <a:lnTo>
                    <a:pt x="44888" y="330588"/>
                  </a:lnTo>
                  <a:lnTo>
                    <a:pt x="50125" y="331629"/>
                  </a:lnTo>
                  <a:lnTo>
                    <a:pt x="55392" y="332501"/>
                  </a:lnTo>
                  <a:lnTo>
                    <a:pt x="60685" y="333206"/>
                  </a:lnTo>
                  <a:lnTo>
                    <a:pt x="65997" y="333740"/>
                  </a:lnTo>
                  <a:lnTo>
                    <a:pt x="71324" y="334105"/>
                  </a:lnTo>
                  <a:lnTo>
                    <a:pt x="76659" y="334299"/>
                  </a:lnTo>
                  <a:lnTo>
                    <a:pt x="81998" y="334323"/>
                  </a:lnTo>
                  <a:lnTo>
                    <a:pt x="87335" y="334177"/>
                  </a:lnTo>
                  <a:lnTo>
                    <a:pt x="92665" y="333860"/>
                  </a:lnTo>
                  <a:lnTo>
                    <a:pt x="97982" y="333373"/>
                  </a:lnTo>
                  <a:lnTo>
                    <a:pt x="103280" y="332717"/>
                  </a:lnTo>
                  <a:lnTo>
                    <a:pt x="108555" y="331891"/>
                  </a:lnTo>
                  <a:lnTo>
                    <a:pt x="113801" y="330898"/>
                  </a:lnTo>
                  <a:lnTo>
                    <a:pt x="119013" y="329737"/>
                  </a:lnTo>
                  <a:lnTo>
                    <a:pt x="124184" y="328411"/>
                  </a:lnTo>
                  <a:lnTo>
                    <a:pt x="129311" y="326920"/>
                  </a:lnTo>
                  <a:lnTo>
                    <a:pt x="134388" y="325267"/>
                  </a:lnTo>
                  <a:lnTo>
                    <a:pt x="139409" y="323452"/>
                  </a:lnTo>
                  <a:lnTo>
                    <a:pt x="144369" y="321477"/>
                  </a:lnTo>
                  <a:lnTo>
                    <a:pt x="149264" y="319346"/>
                  </a:lnTo>
                  <a:lnTo>
                    <a:pt x="154089" y="317059"/>
                  </a:lnTo>
                  <a:lnTo>
                    <a:pt x="158838" y="314619"/>
                  </a:lnTo>
                  <a:lnTo>
                    <a:pt x="163506" y="312028"/>
                  </a:lnTo>
                  <a:lnTo>
                    <a:pt x="168090" y="309290"/>
                  </a:lnTo>
                  <a:lnTo>
                    <a:pt x="172584" y="306407"/>
                  </a:lnTo>
                  <a:lnTo>
                    <a:pt x="176983" y="303382"/>
                  </a:lnTo>
                  <a:lnTo>
                    <a:pt x="181284" y="300218"/>
                  </a:lnTo>
                  <a:lnTo>
                    <a:pt x="185481" y="296918"/>
                  </a:lnTo>
                  <a:lnTo>
                    <a:pt x="189571" y="293486"/>
                  </a:lnTo>
                  <a:lnTo>
                    <a:pt x="193549" y="289925"/>
                  </a:lnTo>
                  <a:lnTo>
                    <a:pt x="197411" y="286239"/>
                  </a:lnTo>
                  <a:lnTo>
                    <a:pt x="201154" y="282431"/>
                  </a:lnTo>
                  <a:lnTo>
                    <a:pt x="204773" y="278506"/>
                  </a:lnTo>
                  <a:lnTo>
                    <a:pt x="208265" y="274467"/>
                  </a:lnTo>
                  <a:lnTo>
                    <a:pt x="211626" y="270319"/>
                  </a:lnTo>
                  <a:lnTo>
                    <a:pt x="214853" y="266065"/>
                  </a:lnTo>
                  <a:lnTo>
                    <a:pt x="217943" y="261711"/>
                  </a:lnTo>
                  <a:lnTo>
                    <a:pt x="220892" y="257260"/>
                  </a:lnTo>
                  <a:lnTo>
                    <a:pt x="223697" y="252718"/>
                  </a:lnTo>
                  <a:lnTo>
                    <a:pt x="226356" y="248088"/>
                  </a:lnTo>
                  <a:lnTo>
                    <a:pt x="228865" y="243375"/>
                  </a:lnTo>
                  <a:lnTo>
                    <a:pt x="231223" y="238585"/>
                  </a:lnTo>
                  <a:lnTo>
                    <a:pt x="233427" y="233722"/>
                  </a:lnTo>
                  <a:lnTo>
                    <a:pt x="235474" y="228791"/>
                  </a:lnTo>
                  <a:lnTo>
                    <a:pt x="237362" y="223797"/>
                  </a:lnTo>
                  <a:lnTo>
                    <a:pt x="239091" y="218745"/>
                  </a:lnTo>
                  <a:lnTo>
                    <a:pt x="240657" y="213641"/>
                  </a:lnTo>
                  <a:lnTo>
                    <a:pt x="242059" y="208489"/>
                  </a:lnTo>
                  <a:lnTo>
                    <a:pt x="243296" y="203295"/>
                  </a:lnTo>
                  <a:lnTo>
                    <a:pt x="244366" y="198065"/>
                  </a:lnTo>
                  <a:lnTo>
                    <a:pt x="245269" y="192802"/>
                  </a:lnTo>
                  <a:lnTo>
                    <a:pt x="246004" y="187514"/>
                  </a:lnTo>
                  <a:lnTo>
                    <a:pt x="246569" y="182205"/>
                  </a:lnTo>
                  <a:lnTo>
                    <a:pt x="246964" y="176881"/>
                  </a:lnTo>
                  <a:lnTo>
                    <a:pt x="247189" y="171546"/>
                  </a:lnTo>
                  <a:lnTo>
                    <a:pt x="247244" y="166207"/>
                  </a:lnTo>
                  <a:lnTo>
                    <a:pt x="247128" y="160870"/>
                  </a:lnTo>
                  <a:lnTo>
                    <a:pt x="246842" y="155538"/>
                  </a:lnTo>
                  <a:lnTo>
                    <a:pt x="246385" y="150219"/>
                  </a:lnTo>
                  <a:lnTo>
                    <a:pt x="245759" y="144916"/>
                  </a:lnTo>
                  <a:lnTo>
                    <a:pt x="244964" y="139637"/>
                  </a:lnTo>
                  <a:lnTo>
                    <a:pt x="244001" y="134385"/>
                  </a:lnTo>
                  <a:lnTo>
                    <a:pt x="242870" y="129167"/>
                  </a:lnTo>
                  <a:lnTo>
                    <a:pt x="241574" y="123988"/>
                  </a:lnTo>
                  <a:lnTo>
                    <a:pt x="240113" y="118853"/>
                  </a:lnTo>
                  <a:lnTo>
                    <a:pt x="238488" y="113767"/>
                  </a:lnTo>
                  <a:lnTo>
                    <a:pt x="236702" y="108735"/>
                  </a:lnTo>
                  <a:lnTo>
                    <a:pt x="234756" y="103764"/>
                  </a:lnTo>
                  <a:lnTo>
                    <a:pt x="232652" y="98856"/>
                  </a:lnTo>
                  <a:lnTo>
                    <a:pt x="230393" y="94019"/>
                  </a:lnTo>
                  <a:lnTo>
                    <a:pt x="227981" y="89256"/>
                  </a:lnTo>
                  <a:lnTo>
                    <a:pt x="225417" y="84573"/>
                  </a:lnTo>
                  <a:lnTo>
                    <a:pt x="222705" y="79973"/>
                  </a:lnTo>
                  <a:lnTo>
                    <a:pt x="219848" y="75463"/>
                  </a:lnTo>
                  <a:lnTo>
                    <a:pt x="216848" y="71046"/>
                  </a:lnTo>
                  <a:lnTo>
                    <a:pt x="213709" y="66728"/>
                  </a:lnTo>
                  <a:lnTo>
                    <a:pt x="210433" y="62512"/>
                  </a:lnTo>
                  <a:lnTo>
                    <a:pt x="207025" y="58402"/>
                  </a:lnTo>
                  <a:lnTo>
                    <a:pt x="203487" y="54404"/>
                  </a:lnTo>
                  <a:lnTo>
                    <a:pt x="199823" y="50520"/>
                  </a:lnTo>
                  <a:lnTo>
                    <a:pt x="196037" y="46756"/>
                  </a:lnTo>
                  <a:lnTo>
                    <a:pt x="192132" y="43114"/>
                  </a:lnTo>
                  <a:lnTo>
                    <a:pt x="188113" y="39599"/>
                  </a:lnTo>
                  <a:lnTo>
                    <a:pt x="183985" y="36214"/>
                  </a:lnTo>
                  <a:lnTo>
                    <a:pt x="179750" y="32963"/>
                  </a:lnTo>
                  <a:lnTo>
                    <a:pt x="175413" y="29848"/>
                  </a:lnTo>
                  <a:lnTo>
                    <a:pt x="170979" y="26874"/>
                  </a:lnTo>
                  <a:lnTo>
                    <a:pt x="166453" y="24043"/>
                  </a:lnTo>
                  <a:lnTo>
                    <a:pt x="161838" y="21357"/>
                  </a:lnTo>
                  <a:lnTo>
                    <a:pt x="157140" y="18821"/>
                  </a:lnTo>
                  <a:lnTo>
                    <a:pt x="152363" y="16436"/>
                  </a:lnTo>
                  <a:lnTo>
                    <a:pt x="147513" y="14204"/>
                  </a:lnTo>
                  <a:lnTo>
                    <a:pt x="142594" y="12129"/>
                  </a:lnTo>
                  <a:lnTo>
                    <a:pt x="137611" y="10211"/>
                  </a:lnTo>
                  <a:lnTo>
                    <a:pt x="132569" y="8454"/>
                  </a:lnTo>
                  <a:lnTo>
                    <a:pt x="127474" y="6859"/>
                  </a:lnTo>
                  <a:lnTo>
                    <a:pt x="122330" y="5427"/>
                  </a:lnTo>
                  <a:lnTo>
                    <a:pt x="117144" y="4160"/>
                  </a:lnTo>
                  <a:lnTo>
                    <a:pt x="111919" y="3060"/>
                  </a:lnTo>
                  <a:lnTo>
                    <a:pt x="106662" y="2127"/>
                  </a:lnTo>
                  <a:lnTo>
                    <a:pt x="101378" y="1362"/>
                  </a:lnTo>
                  <a:lnTo>
                    <a:pt x="96073" y="766"/>
                  </a:lnTo>
                  <a:lnTo>
                    <a:pt x="90751" y="340"/>
                  </a:lnTo>
                  <a:lnTo>
                    <a:pt x="85418" y="85"/>
                  </a:lnTo>
                  <a:lnTo>
                    <a:pt x="80079" y="0"/>
                  </a:lnTo>
                  <a:lnTo>
                    <a:pt x="800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85082" y="5269756"/>
              <a:ext cx="160175" cy="167167"/>
            </a:xfrm>
            <a:custGeom>
              <a:avLst/>
              <a:pathLst>
                <a:path w="160175" h="167167">
                  <a:moveTo>
                    <a:pt x="160175" y="0"/>
                  </a:moveTo>
                  <a:lnTo>
                    <a:pt x="154687" y="90"/>
                  </a:lnTo>
                  <a:lnTo>
                    <a:pt x="149205" y="360"/>
                  </a:lnTo>
                  <a:lnTo>
                    <a:pt x="143735" y="810"/>
                  </a:lnTo>
                  <a:lnTo>
                    <a:pt x="138283" y="1439"/>
                  </a:lnTo>
                  <a:lnTo>
                    <a:pt x="132854" y="2247"/>
                  </a:lnTo>
                  <a:lnTo>
                    <a:pt x="127454" y="3233"/>
                  </a:lnTo>
                  <a:lnTo>
                    <a:pt x="122090" y="4396"/>
                  </a:lnTo>
                  <a:lnTo>
                    <a:pt x="116767" y="5734"/>
                  </a:lnTo>
                  <a:lnTo>
                    <a:pt x="111491" y="7246"/>
                  </a:lnTo>
                  <a:lnTo>
                    <a:pt x="106267" y="8930"/>
                  </a:lnTo>
                  <a:lnTo>
                    <a:pt x="101101" y="10785"/>
                  </a:lnTo>
                  <a:lnTo>
                    <a:pt x="95999" y="12809"/>
                  </a:lnTo>
                  <a:lnTo>
                    <a:pt x="90967" y="14999"/>
                  </a:lnTo>
                  <a:lnTo>
                    <a:pt x="86008" y="17353"/>
                  </a:lnTo>
                  <a:lnTo>
                    <a:pt x="81130" y="19869"/>
                  </a:lnTo>
                  <a:lnTo>
                    <a:pt x="76337" y="22543"/>
                  </a:lnTo>
                  <a:lnTo>
                    <a:pt x="71634" y="25373"/>
                  </a:lnTo>
                  <a:lnTo>
                    <a:pt x="67027" y="28356"/>
                  </a:lnTo>
                  <a:lnTo>
                    <a:pt x="62520" y="31489"/>
                  </a:lnTo>
                  <a:lnTo>
                    <a:pt x="58119" y="34768"/>
                  </a:lnTo>
                  <a:lnTo>
                    <a:pt x="53827" y="38190"/>
                  </a:lnTo>
                  <a:lnTo>
                    <a:pt x="49651" y="41751"/>
                  </a:lnTo>
                  <a:lnTo>
                    <a:pt x="45593" y="45447"/>
                  </a:lnTo>
                  <a:lnTo>
                    <a:pt x="41659" y="49274"/>
                  </a:lnTo>
                  <a:lnTo>
                    <a:pt x="37852" y="53228"/>
                  </a:lnTo>
                  <a:lnTo>
                    <a:pt x="34178" y="57305"/>
                  </a:lnTo>
                  <a:lnTo>
                    <a:pt x="30639" y="61501"/>
                  </a:lnTo>
                  <a:lnTo>
                    <a:pt x="27240" y="65811"/>
                  </a:lnTo>
                  <a:lnTo>
                    <a:pt x="23984" y="70229"/>
                  </a:lnTo>
                  <a:lnTo>
                    <a:pt x="20875" y="74753"/>
                  </a:lnTo>
                  <a:lnTo>
                    <a:pt x="17916" y="79376"/>
                  </a:lnTo>
                  <a:lnTo>
                    <a:pt x="15111" y="84093"/>
                  </a:lnTo>
                  <a:lnTo>
                    <a:pt x="12462" y="88900"/>
                  </a:lnTo>
                  <a:lnTo>
                    <a:pt x="9972" y="93792"/>
                  </a:lnTo>
                  <a:lnTo>
                    <a:pt x="7644" y="98762"/>
                  </a:lnTo>
                  <a:lnTo>
                    <a:pt x="5481" y="103806"/>
                  </a:lnTo>
                  <a:lnTo>
                    <a:pt x="3484" y="108919"/>
                  </a:lnTo>
                  <a:lnTo>
                    <a:pt x="1656" y="114095"/>
                  </a:lnTo>
                  <a:lnTo>
                    <a:pt x="0" y="119327"/>
                  </a:lnTo>
                  <a:lnTo>
                    <a:pt x="1601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85082" y="5389083"/>
              <a:ext cx="160175" cy="47839"/>
            </a:xfrm>
            <a:custGeom>
              <a:avLst/>
              <a:pathLst>
                <a:path w="160175" h="47839">
                  <a:moveTo>
                    <a:pt x="0" y="0"/>
                  </a:moveTo>
                  <a:lnTo>
                    <a:pt x="160175" y="47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385082" y="5389083"/>
              <a:ext cx="160175" cy="47839"/>
            </a:xfrm>
            <a:custGeom>
              <a:avLst/>
              <a:pathLst>
                <a:path w="160175" h="47839">
                  <a:moveTo>
                    <a:pt x="0" y="0"/>
                  </a:moveTo>
                  <a:lnTo>
                    <a:pt x="160175" y="47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85082" y="5389083"/>
              <a:ext cx="160175" cy="47839"/>
            </a:xfrm>
            <a:custGeom>
              <a:avLst/>
              <a:pathLst>
                <a:path w="160175" h="47839">
                  <a:moveTo>
                    <a:pt x="0" y="0"/>
                  </a:moveTo>
                  <a:lnTo>
                    <a:pt x="160175" y="478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85082" y="5389083"/>
              <a:ext cx="160175" cy="47839"/>
            </a:xfrm>
            <a:custGeom>
              <a:avLst/>
              <a:pathLst>
                <a:path w="160175" h="47839">
                  <a:moveTo>
                    <a:pt x="0" y="0"/>
                  </a:moveTo>
                  <a:lnTo>
                    <a:pt x="160175" y="478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78094" y="5389083"/>
              <a:ext cx="167163" cy="70412"/>
            </a:xfrm>
            <a:custGeom>
              <a:avLst/>
              <a:pathLst>
                <a:path w="167163" h="70412">
                  <a:moveTo>
                    <a:pt x="6988" y="0"/>
                  </a:moveTo>
                  <a:lnTo>
                    <a:pt x="5392" y="5710"/>
                  </a:lnTo>
                  <a:lnTo>
                    <a:pt x="3999" y="11474"/>
                  </a:lnTo>
                  <a:lnTo>
                    <a:pt x="2812" y="17284"/>
                  </a:lnTo>
                  <a:lnTo>
                    <a:pt x="1832" y="23132"/>
                  </a:lnTo>
                  <a:lnTo>
                    <a:pt x="1060" y="29011"/>
                  </a:lnTo>
                  <a:lnTo>
                    <a:pt x="496" y="34914"/>
                  </a:lnTo>
                  <a:lnTo>
                    <a:pt x="143" y="40833"/>
                  </a:lnTo>
                  <a:lnTo>
                    <a:pt x="0" y="46761"/>
                  </a:lnTo>
                  <a:lnTo>
                    <a:pt x="66" y="52690"/>
                  </a:lnTo>
                  <a:lnTo>
                    <a:pt x="344" y="58614"/>
                  </a:lnTo>
                  <a:lnTo>
                    <a:pt x="831" y="64523"/>
                  </a:lnTo>
                  <a:lnTo>
                    <a:pt x="1527" y="70412"/>
                  </a:lnTo>
                  <a:lnTo>
                    <a:pt x="167163" y="478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79622" y="5269756"/>
              <a:ext cx="332788" cy="334332"/>
            </a:xfrm>
            <a:custGeom>
              <a:avLst/>
              <a:pathLst>
                <a:path w="332788" h="334332">
                  <a:moveTo>
                    <a:pt x="0" y="189740"/>
                  </a:moveTo>
                  <a:lnTo>
                    <a:pt x="800" y="194992"/>
                  </a:lnTo>
                  <a:lnTo>
                    <a:pt x="1768" y="200216"/>
                  </a:lnTo>
                  <a:lnTo>
                    <a:pt x="2901" y="205407"/>
                  </a:lnTo>
                  <a:lnTo>
                    <a:pt x="4198" y="210559"/>
                  </a:lnTo>
                  <a:lnTo>
                    <a:pt x="5659" y="215668"/>
                  </a:lnTo>
                  <a:lnTo>
                    <a:pt x="7281" y="220727"/>
                  </a:lnTo>
                  <a:lnTo>
                    <a:pt x="9063" y="225732"/>
                  </a:lnTo>
                  <a:lnTo>
                    <a:pt x="11003" y="230679"/>
                  </a:lnTo>
                  <a:lnTo>
                    <a:pt x="13100" y="235561"/>
                  </a:lnTo>
                  <a:lnTo>
                    <a:pt x="15350" y="240373"/>
                  </a:lnTo>
                  <a:lnTo>
                    <a:pt x="17753" y="245112"/>
                  </a:lnTo>
                  <a:lnTo>
                    <a:pt x="20304" y="249773"/>
                  </a:lnTo>
                  <a:lnTo>
                    <a:pt x="23003" y="254349"/>
                  </a:lnTo>
                  <a:lnTo>
                    <a:pt x="25846" y="258838"/>
                  </a:lnTo>
                  <a:lnTo>
                    <a:pt x="28829" y="263234"/>
                  </a:lnTo>
                  <a:lnTo>
                    <a:pt x="31951" y="267533"/>
                  </a:lnTo>
                  <a:lnTo>
                    <a:pt x="35208" y="271731"/>
                  </a:lnTo>
                  <a:lnTo>
                    <a:pt x="38597" y="275823"/>
                  </a:lnTo>
                  <a:lnTo>
                    <a:pt x="42114" y="279805"/>
                  </a:lnTo>
                  <a:lnTo>
                    <a:pt x="45756" y="283674"/>
                  </a:lnTo>
                  <a:lnTo>
                    <a:pt x="49519" y="287425"/>
                  </a:lnTo>
                  <a:lnTo>
                    <a:pt x="53400" y="291054"/>
                  </a:lnTo>
                  <a:lnTo>
                    <a:pt x="57393" y="294558"/>
                  </a:lnTo>
                  <a:lnTo>
                    <a:pt x="61496" y="297934"/>
                  </a:lnTo>
                  <a:lnTo>
                    <a:pt x="65705" y="301177"/>
                  </a:lnTo>
                  <a:lnTo>
                    <a:pt x="70014" y="304285"/>
                  </a:lnTo>
                  <a:lnTo>
                    <a:pt x="74420" y="307254"/>
                  </a:lnTo>
                  <a:lnTo>
                    <a:pt x="78917" y="310082"/>
                  </a:lnTo>
                  <a:lnTo>
                    <a:pt x="83503" y="312766"/>
                  </a:lnTo>
                  <a:lnTo>
                    <a:pt x="88171" y="315303"/>
                  </a:lnTo>
                  <a:lnTo>
                    <a:pt x="92918" y="317690"/>
                  </a:lnTo>
                  <a:lnTo>
                    <a:pt x="97738" y="319924"/>
                  </a:lnTo>
                  <a:lnTo>
                    <a:pt x="102627" y="322005"/>
                  </a:lnTo>
                  <a:lnTo>
                    <a:pt x="107580" y="323929"/>
                  </a:lnTo>
                  <a:lnTo>
                    <a:pt x="112591" y="325695"/>
                  </a:lnTo>
                  <a:lnTo>
                    <a:pt x="117655" y="327301"/>
                  </a:lnTo>
                  <a:lnTo>
                    <a:pt x="122768" y="328745"/>
                  </a:lnTo>
                  <a:lnTo>
                    <a:pt x="127925" y="330025"/>
                  </a:lnTo>
                  <a:lnTo>
                    <a:pt x="133119" y="331141"/>
                  </a:lnTo>
                  <a:lnTo>
                    <a:pt x="138347" y="332092"/>
                  </a:lnTo>
                  <a:lnTo>
                    <a:pt x="143602" y="332876"/>
                  </a:lnTo>
                  <a:lnTo>
                    <a:pt x="148879" y="333492"/>
                  </a:lnTo>
                  <a:lnTo>
                    <a:pt x="154173" y="333941"/>
                  </a:lnTo>
                  <a:lnTo>
                    <a:pt x="159479" y="334221"/>
                  </a:lnTo>
                  <a:lnTo>
                    <a:pt x="164791" y="334332"/>
                  </a:lnTo>
                  <a:lnTo>
                    <a:pt x="170103" y="334275"/>
                  </a:lnTo>
                  <a:lnTo>
                    <a:pt x="175412" y="334048"/>
                  </a:lnTo>
                  <a:lnTo>
                    <a:pt x="180710" y="333653"/>
                  </a:lnTo>
                  <a:lnTo>
                    <a:pt x="185993" y="333090"/>
                  </a:lnTo>
                  <a:lnTo>
                    <a:pt x="191256" y="332359"/>
                  </a:lnTo>
                  <a:lnTo>
                    <a:pt x="196492" y="331462"/>
                  </a:lnTo>
                  <a:lnTo>
                    <a:pt x="201698" y="330398"/>
                  </a:lnTo>
                  <a:lnTo>
                    <a:pt x="206867" y="329170"/>
                  </a:lnTo>
                  <a:lnTo>
                    <a:pt x="211995" y="327778"/>
                  </a:lnTo>
                  <a:lnTo>
                    <a:pt x="217075" y="326223"/>
                  </a:lnTo>
                  <a:lnTo>
                    <a:pt x="222104" y="324508"/>
                  </a:lnTo>
                  <a:lnTo>
                    <a:pt x="227075" y="322634"/>
                  </a:lnTo>
                  <a:lnTo>
                    <a:pt x="231985" y="320603"/>
                  </a:lnTo>
                  <a:lnTo>
                    <a:pt x="236828" y="318417"/>
                  </a:lnTo>
                  <a:lnTo>
                    <a:pt x="241598" y="316079"/>
                  </a:lnTo>
                  <a:lnTo>
                    <a:pt x="246292" y="313589"/>
                  </a:lnTo>
                  <a:lnTo>
                    <a:pt x="250905" y="310952"/>
                  </a:lnTo>
                  <a:lnTo>
                    <a:pt x="255431" y="308170"/>
                  </a:lnTo>
                  <a:lnTo>
                    <a:pt x="259866" y="305245"/>
                  </a:lnTo>
                  <a:lnTo>
                    <a:pt x="264207" y="302181"/>
                  </a:lnTo>
                  <a:lnTo>
                    <a:pt x="268448" y="298980"/>
                  </a:lnTo>
                  <a:lnTo>
                    <a:pt x="272585" y="295646"/>
                  </a:lnTo>
                  <a:lnTo>
                    <a:pt x="276614" y="292183"/>
                  </a:lnTo>
                  <a:lnTo>
                    <a:pt x="280530" y="288593"/>
                  </a:lnTo>
                  <a:lnTo>
                    <a:pt x="284331" y="284880"/>
                  </a:lnTo>
                  <a:lnTo>
                    <a:pt x="288012" y="281049"/>
                  </a:lnTo>
                  <a:lnTo>
                    <a:pt x="291569" y="277102"/>
                  </a:lnTo>
                  <a:lnTo>
                    <a:pt x="294999" y="273045"/>
                  </a:lnTo>
                  <a:lnTo>
                    <a:pt x="298299" y="268880"/>
                  </a:lnTo>
                  <a:lnTo>
                    <a:pt x="301464" y="264613"/>
                  </a:lnTo>
                  <a:lnTo>
                    <a:pt x="304492" y="260247"/>
                  </a:lnTo>
                  <a:lnTo>
                    <a:pt x="307380" y="255788"/>
                  </a:lnTo>
                  <a:lnTo>
                    <a:pt x="310125" y="251238"/>
                  </a:lnTo>
                  <a:lnTo>
                    <a:pt x="312723" y="246604"/>
                  </a:lnTo>
                  <a:lnTo>
                    <a:pt x="315173" y="241890"/>
                  </a:lnTo>
                  <a:lnTo>
                    <a:pt x="317473" y="237100"/>
                  </a:lnTo>
                  <a:lnTo>
                    <a:pt x="319618" y="232239"/>
                  </a:lnTo>
                  <a:lnTo>
                    <a:pt x="321608" y="227313"/>
                  </a:lnTo>
                  <a:lnTo>
                    <a:pt x="323441" y="222326"/>
                  </a:lnTo>
                  <a:lnTo>
                    <a:pt x="325114" y="217283"/>
                  </a:lnTo>
                  <a:lnTo>
                    <a:pt x="326626" y="212190"/>
                  </a:lnTo>
                  <a:lnTo>
                    <a:pt x="327976" y="207051"/>
                  </a:lnTo>
                  <a:lnTo>
                    <a:pt x="329161" y="201872"/>
                  </a:lnTo>
                  <a:lnTo>
                    <a:pt x="330182" y="196658"/>
                  </a:lnTo>
                  <a:lnTo>
                    <a:pt x="331036" y="191414"/>
                  </a:lnTo>
                  <a:lnTo>
                    <a:pt x="331723" y="186145"/>
                  </a:lnTo>
                  <a:lnTo>
                    <a:pt x="332242" y="180858"/>
                  </a:lnTo>
                  <a:lnTo>
                    <a:pt x="332593" y="175556"/>
                  </a:lnTo>
                  <a:lnTo>
                    <a:pt x="332775" y="170246"/>
                  </a:lnTo>
                  <a:lnTo>
                    <a:pt x="332788" y="164933"/>
                  </a:lnTo>
                  <a:lnTo>
                    <a:pt x="332633" y="159622"/>
                  </a:lnTo>
                  <a:lnTo>
                    <a:pt x="332309" y="154319"/>
                  </a:lnTo>
                  <a:lnTo>
                    <a:pt x="331816" y="149029"/>
                  </a:lnTo>
                  <a:lnTo>
                    <a:pt x="331156" y="143757"/>
                  </a:lnTo>
                  <a:lnTo>
                    <a:pt x="330329" y="138509"/>
                  </a:lnTo>
                  <a:lnTo>
                    <a:pt x="329335" y="133289"/>
                  </a:lnTo>
                  <a:lnTo>
                    <a:pt x="328175" y="128104"/>
                  </a:lnTo>
                  <a:lnTo>
                    <a:pt x="326852" y="122959"/>
                  </a:lnTo>
                  <a:lnTo>
                    <a:pt x="325366" y="117858"/>
                  </a:lnTo>
                  <a:lnTo>
                    <a:pt x="323718" y="112807"/>
                  </a:lnTo>
                  <a:lnTo>
                    <a:pt x="321911" y="107810"/>
                  </a:lnTo>
                  <a:lnTo>
                    <a:pt x="319945" y="102874"/>
                  </a:lnTo>
                  <a:lnTo>
                    <a:pt x="317824" y="98003"/>
                  </a:lnTo>
                  <a:lnTo>
                    <a:pt x="315549" y="93201"/>
                  </a:lnTo>
                  <a:lnTo>
                    <a:pt x="313123" y="88475"/>
                  </a:lnTo>
                  <a:lnTo>
                    <a:pt x="310548" y="83827"/>
                  </a:lnTo>
                  <a:lnTo>
                    <a:pt x="307826" y="79264"/>
                  </a:lnTo>
                  <a:lnTo>
                    <a:pt x="304961" y="74790"/>
                  </a:lnTo>
                  <a:lnTo>
                    <a:pt x="301955" y="70409"/>
                  </a:lnTo>
                  <a:lnTo>
                    <a:pt x="298811" y="66126"/>
                  </a:lnTo>
                  <a:lnTo>
                    <a:pt x="295533" y="61945"/>
                  </a:lnTo>
                  <a:lnTo>
                    <a:pt x="292124" y="57870"/>
                  </a:lnTo>
                  <a:lnTo>
                    <a:pt x="288586" y="53905"/>
                  </a:lnTo>
                  <a:lnTo>
                    <a:pt x="284925" y="50055"/>
                  </a:lnTo>
                  <a:lnTo>
                    <a:pt x="281143" y="46324"/>
                  </a:lnTo>
                  <a:lnTo>
                    <a:pt x="277244" y="42714"/>
                  </a:lnTo>
                  <a:lnTo>
                    <a:pt x="273233" y="39230"/>
                  </a:lnTo>
                  <a:lnTo>
                    <a:pt x="269113" y="35875"/>
                  </a:lnTo>
                  <a:lnTo>
                    <a:pt x="264888" y="32653"/>
                  </a:lnTo>
                  <a:lnTo>
                    <a:pt x="260563" y="29567"/>
                  </a:lnTo>
                  <a:lnTo>
                    <a:pt x="256143" y="26620"/>
                  </a:lnTo>
                  <a:lnTo>
                    <a:pt x="251631" y="23815"/>
                  </a:lnTo>
                  <a:lnTo>
                    <a:pt x="247032" y="21154"/>
                  </a:lnTo>
                  <a:lnTo>
                    <a:pt x="242350" y="18641"/>
                  </a:lnTo>
                  <a:lnTo>
                    <a:pt x="237592" y="16278"/>
                  </a:lnTo>
                  <a:lnTo>
                    <a:pt x="232760" y="14068"/>
                  </a:lnTo>
                  <a:lnTo>
                    <a:pt x="227861" y="12012"/>
                  </a:lnTo>
                  <a:lnTo>
                    <a:pt x="222899" y="10113"/>
                  </a:lnTo>
                  <a:lnTo>
                    <a:pt x="217879" y="8373"/>
                  </a:lnTo>
                  <a:lnTo>
                    <a:pt x="212806" y="6793"/>
                  </a:lnTo>
                  <a:lnTo>
                    <a:pt x="207686" y="5375"/>
                  </a:lnTo>
                  <a:lnTo>
                    <a:pt x="202523" y="4120"/>
                  </a:lnTo>
                  <a:lnTo>
                    <a:pt x="197323" y="3030"/>
                  </a:lnTo>
                  <a:lnTo>
                    <a:pt x="192091" y="2106"/>
                  </a:lnTo>
                  <a:lnTo>
                    <a:pt x="186832" y="1349"/>
                  </a:lnTo>
                  <a:lnTo>
                    <a:pt x="181552" y="759"/>
                  </a:lnTo>
                  <a:lnTo>
                    <a:pt x="176255" y="337"/>
                  </a:lnTo>
                  <a:lnTo>
                    <a:pt x="170948" y="84"/>
                  </a:lnTo>
                  <a:lnTo>
                    <a:pt x="165636" y="0"/>
                  </a:lnTo>
                  <a:lnTo>
                    <a:pt x="16563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83053" y="5018213"/>
              <a:ext cx="137985" cy="167167"/>
            </a:xfrm>
            <a:custGeom>
              <a:avLst/>
              <a:pathLst>
                <a:path w="137985" h="167167">
                  <a:moveTo>
                    <a:pt x="137985" y="0"/>
                  </a:moveTo>
                  <a:lnTo>
                    <a:pt x="132389" y="93"/>
                  </a:lnTo>
                  <a:lnTo>
                    <a:pt x="126800" y="374"/>
                  </a:lnTo>
                  <a:lnTo>
                    <a:pt x="121222" y="842"/>
                  </a:lnTo>
                  <a:lnTo>
                    <a:pt x="115664" y="1496"/>
                  </a:lnTo>
                  <a:lnTo>
                    <a:pt x="110131" y="2337"/>
                  </a:lnTo>
                  <a:lnTo>
                    <a:pt x="104628" y="3361"/>
                  </a:lnTo>
                  <a:lnTo>
                    <a:pt x="99164" y="4570"/>
                  </a:lnTo>
                  <a:lnTo>
                    <a:pt x="93742" y="5961"/>
                  </a:lnTo>
                  <a:lnTo>
                    <a:pt x="88371" y="7532"/>
                  </a:lnTo>
                  <a:lnTo>
                    <a:pt x="83055" y="9282"/>
                  </a:lnTo>
                  <a:lnTo>
                    <a:pt x="77800" y="11210"/>
                  </a:lnTo>
                  <a:lnTo>
                    <a:pt x="72613" y="13312"/>
                  </a:lnTo>
                  <a:lnTo>
                    <a:pt x="67499" y="15586"/>
                  </a:lnTo>
                  <a:lnTo>
                    <a:pt x="62465" y="18031"/>
                  </a:lnTo>
                  <a:lnTo>
                    <a:pt x="57515" y="20643"/>
                  </a:lnTo>
                  <a:lnTo>
                    <a:pt x="52655" y="23419"/>
                  </a:lnTo>
                  <a:lnTo>
                    <a:pt x="47890" y="26356"/>
                  </a:lnTo>
                  <a:lnTo>
                    <a:pt x="43227" y="29451"/>
                  </a:lnTo>
                  <a:lnTo>
                    <a:pt x="38670" y="32700"/>
                  </a:lnTo>
                  <a:lnTo>
                    <a:pt x="34224" y="36100"/>
                  </a:lnTo>
                  <a:lnTo>
                    <a:pt x="29895" y="39647"/>
                  </a:lnTo>
                  <a:lnTo>
                    <a:pt x="25687" y="43337"/>
                  </a:lnTo>
                  <a:lnTo>
                    <a:pt x="21604" y="47165"/>
                  </a:lnTo>
                  <a:lnTo>
                    <a:pt x="17653" y="51128"/>
                  </a:lnTo>
                  <a:lnTo>
                    <a:pt x="13836" y="55222"/>
                  </a:lnTo>
                  <a:lnTo>
                    <a:pt x="10158" y="59440"/>
                  </a:lnTo>
                  <a:lnTo>
                    <a:pt x="6623" y="63780"/>
                  </a:lnTo>
                  <a:lnTo>
                    <a:pt x="3236" y="68235"/>
                  </a:lnTo>
                  <a:lnTo>
                    <a:pt x="0" y="72802"/>
                  </a:lnTo>
                  <a:lnTo>
                    <a:pt x="13798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83053" y="5091015"/>
              <a:ext cx="137985" cy="94365"/>
            </a:xfrm>
            <a:custGeom>
              <a:avLst/>
              <a:pathLst>
                <a:path w="137985" h="94365">
                  <a:moveTo>
                    <a:pt x="0" y="0"/>
                  </a:moveTo>
                  <a:lnTo>
                    <a:pt x="137985" y="94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83053" y="5091015"/>
              <a:ext cx="137985" cy="94365"/>
            </a:xfrm>
            <a:custGeom>
              <a:avLst/>
              <a:pathLst>
                <a:path w="137985" h="94365">
                  <a:moveTo>
                    <a:pt x="0" y="0"/>
                  </a:moveTo>
                  <a:lnTo>
                    <a:pt x="137985" y="943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83053" y="5091015"/>
              <a:ext cx="137985" cy="94365"/>
            </a:xfrm>
            <a:custGeom>
              <a:avLst/>
              <a:pathLst>
                <a:path w="137985" h="94365">
                  <a:moveTo>
                    <a:pt x="0" y="0"/>
                  </a:moveTo>
                  <a:lnTo>
                    <a:pt x="137985" y="943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7951" y="5091015"/>
              <a:ext cx="153087" cy="94365"/>
            </a:xfrm>
            <a:custGeom>
              <a:avLst/>
              <a:pathLst>
                <a:path w="153087" h="94365">
                  <a:moveTo>
                    <a:pt x="15101" y="0"/>
                  </a:moveTo>
                  <a:lnTo>
                    <a:pt x="10854" y="6532"/>
                  </a:lnTo>
                  <a:lnTo>
                    <a:pt x="6915" y="13255"/>
                  </a:lnTo>
                  <a:lnTo>
                    <a:pt x="3295" y="20154"/>
                  </a:lnTo>
                  <a:lnTo>
                    <a:pt x="0" y="27214"/>
                  </a:lnTo>
                  <a:lnTo>
                    <a:pt x="153087" y="943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3871" y="5018213"/>
              <a:ext cx="334323" cy="334327"/>
            </a:xfrm>
            <a:custGeom>
              <a:avLst/>
              <a:pathLst>
                <a:path w="334323" h="334327">
                  <a:moveTo>
                    <a:pt x="14079" y="100017"/>
                  </a:moveTo>
                  <a:lnTo>
                    <a:pt x="12031" y="104893"/>
                  </a:lnTo>
                  <a:lnTo>
                    <a:pt x="10139" y="109832"/>
                  </a:lnTo>
                  <a:lnTo>
                    <a:pt x="8404" y="114828"/>
                  </a:lnTo>
                  <a:lnTo>
                    <a:pt x="6828" y="119877"/>
                  </a:lnTo>
                  <a:lnTo>
                    <a:pt x="5412" y="124973"/>
                  </a:lnTo>
                  <a:lnTo>
                    <a:pt x="4158" y="130111"/>
                  </a:lnTo>
                  <a:lnTo>
                    <a:pt x="3067" y="135287"/>
                  </a:lnTo>
                  <a:lnTo>
                    <a:pt x="2141" y="140494"/>
                  </a:lnTo>
                  <a:lnTo>
                    <a:pt x="1380" y="145728"/>
                  </a:lnTo>
                  <a:lnTo>
                    <a:pt x="784" y="150983"/>
                  </a:lnTo>
                  <a:lnTo>
                    <a:pt x="356" y="156255"/>
                  </a:lnTo>
                  <a:lnTo>
                    <a:pt x="94" y="161538"/>
                  </a:lnTo>
                  <a:lnTo>
                    <a:pt x="0" y="166826"/>
                  </a:lnTo>
                  <a:lnTo>
                    <a:pt x="72" y="172114"/>
                  </a:lnTo>
                  <a:lnTo>
                    <a:pt x="313" y="177398"/>
                  </a:lnTo>
                  <a:lnTo>
                    <a:pt x="720" y="182671"/>
                  </a:lnTo>
                  <a:lnTo>
                    <a:pt x="1293" y="187929"/>
                  </a:lnTo>
                  <a:lnTo>
                    <a:pt x="2033" y="193166"/>
                  </a:lnTo>
                  <a:lnTo>
                    <a:pt x="2938" y="198377"/>
                  </a:lnTo>
                  <a:lnTo>
                    <a:pt x="4008" y="203557"/>
                  </a:lnTo>
                  <a:lnTo>
                    <a:pt x="5241" y="208700"/>
                  </a:lnTo>
                  <a:lnTo>
                    <a:pt x="6636" y="213802"/>
                  </a:lnTo>
                  <a:lnTo>
                    <a:pt x="8191" y="218857"/>
                  </a:lnTo>
                  <a:lnTo>
                    <a:pt x="9906" y="223860"/>
                  </a:lnTo>
                  <a:lnTo>
                    <a:pt x="11778" y="228807"/>
                  </a:lnTo>
                  <a:lnTo>
                    <a:pt x="13806" y="233692"/>
                  </a:lnTo>
                  <a:lnTo>
                    <a:pt x="15988" y="238510"/>
                  </a:lnTo>
                  <a:lnTo>
                    <a:pt x="18320" y="243257"/>
                  </a:lnTo>
                  <a:lnTo>
                    <a:pt x="20802" y="247928"/>
                  </a:lnTo>
                  <a:lnTo>
                    <a:pt x="23430" y="252517"/>
                  </a:lnTo>
                  <a:lnTo>
                    <a:pt x="26202" y="257022"/>
                  </a:lnTo>
                  <a:lnTo>
                    <a:pt x="29115" y="261436"/>
                  </a:lnTo>
                  <a:lnTo>
                    <a:pt x="32166" y="265756"/>
                  </a:lnTo>
                  <a:lnTo>
                    <a:pt x="35353" y="269978"/>
                  </a:lnTo>
                  <a:lnTo>
                    <a:pt x="38671" y="274096"/>
                  </a:lnTo>
                  <a:lnTo>
                    <a:pt x="42118" y="278108"/>
                  </a:lnTo>
                  <a:lnTo>
                    <a:pt x="45691" y="282008"/>
                  </a:lnTo>
                  <a:lnTo>
                    <a:pt x="49384" y="285794"/>
                  </a:lnTo>
                  <a:lnTo>
                    <a:pt x="53196" y="289460"/>
                  </a:lnTo>
                  <a:lnTo>
                    <a:pt x="57122" y="293005"/>
                  </a:lnTo>
                  <a:lnTo>
                    <a:pt x="61158" y="296423"/>
                  </a:lnTo>
                  <a:lnTo>
                    <a:pt x="65300" y="299712"/>
                  </a:lnTo>
                  <a:lnTo>
                    <a:pt x="69544" y="302868"/>
                  </a:lnTo>
                  <a:lnTo>
                    <a:pt x="73886" y="305888"/>
                  </a:lnTo>
                  <a:lnTo>
                    <a:pt x="78321" y="308770"/>
                  </a:lnTo>
                  <a:lnTo>
                    <a:pt x="82845" y="311510"/>
                  </a:lnTo>
                  <a:lnTo>
                    <a:pt x="87454" y="314105"/>
                  </a:lnTo>
                  <a:lnTo>
                    <a:pt x="92142" y="316553"/>
                  </a:lnTo>
                  <a:lnTo>
                    <a:pt x="96905" y="318852"/>
                  </a:lnTo>
                  <a:lnTo>
                    <a:pt x="101739" y="320999"/>
                  </a:lnTo>
                  <a:lnTo>
                    <a:pt x="106638" y="322991"/>
                  </a:lnTo>
                  <a:lnTo>
                    <a:pt x="111598" y="324828"/>
                  </a:lnTo>
                  <a:lnTo>
                    <a:pt x="116614" y="326507"/>
                  </a:lnTo>
                  <a:lnTo>
                    <a:pt x="121680" y="328027"/>
                  </a:lnTo>
                  <a:lnTo>
                    <a:pt x="126791" y="329385"/>
                  </a:lnTo>
                  <a:lnTo>
                    <a:pt x="131943" y="330581"/>
                  </a:lnTo>
                  <a:lnTo>
                    <a:pt x="137131" y="331614"/>
                  </a:lnTo>
                  <a:lnTo>
                    <a:pt x="142348" y="332482"/>
                  </a:lnTo>
                  <a:lnTo>
                    <a:pt x="147590" y="333184"/>
                  </a:lnTo>
                  <a:lnTo>
                    <a:pt x="152852" y="333720"/>
                  </a:lnTo>
                  <a:lnTo>
                    <a:pt x="158128" y="334090"/>
                  </a:lnTo>
                  <a:lnTo>
                    <a:pt x="163413" y="334292"/>
                  </a:lnTo>
                  <a:lnTo>
                    <a:pt x="168702" y="334327"/>
                  </a:lnTo>
                  <a:lnTo>
                    <a:pt x="173990" y="334195"/>
                  </a:lnTo>
                  <a:lnTo>
                    <a:pt x="179270" y="333896"/>
                  </a:lnTo>
                  <a:lnTo>
                    <a:pt x="184539" y="333429"/>
                  </a:lnTo>
                  <a:lnTo>
                    <a:pt x="189790" y="332797"/>
                  </a:lnTo>
                  <a:lnTo>
                    <a:pt x="195018" y="331998"/>
                  </a:lnTo>
                  <a:lnTo>
                    <a:pt x="200219" y="331034"/>
                  </a:lnTo>
                  <a:lnTo>
                    <a:pt x="205386" y="329907"/>
                  </a:lnTo>
                  <a:lnTo>
                    <a:pt x="210515" y="328616"/>
                  </a:lnTo>
                  <a:lnTo>
                    <a:pt x="215601" y="327164"/>
                  </a:lnTo>
                  <a:lnTo>
                    <a:pt x="220638" y="325552"/>
                  </a:lnTo>
                  <a:lnTo>
                    <a:pt x="225622" y="323781"/>
                  </a:lnTo>
                  <a:lnTo>
                    <a:pt x="230547" y="321853"/>
                  </a:lnTo>
                  <a:lnTo>
                    <a:pt x="235409" y="319771"/>
                  </a:lnTo>
                  <a:lnTo>
                    <a:pt x="240203" y="317536"/>
                  </a:lnTo>
                  <a:lnTo>
                    <a:pt x="244923" y="315150"/>
                  </a:lnTo>
                  <a:lnTo>
                    <a:pt x="249565" y="312616"/>
                  </a:lnTo>
                  <a:lnTo>
                    <a:pt x="254126" y="309936"/>
                  </a:lnTo>
                  <a:lnTo>
                    <a:pt x="258599" y="307114"/>
                  </a:lnTo>
                  <a:lnTo>
                    <a:pt x="262980" y="304151"/>
                  </a:lnTo>
                  <a:lnTo>
                    <a:pt x="267266" y="301052"/>
                  </a:lnTo>
                  <a:lnTo>
                    <a:pt x="271451" y="297818"/>
                  </a:lnTo>
                  <a:lnTo>
                    <a:pt x="275532" y="294454"/>
                  </a:lnTo>
                  <a:lnTo>
                    <a:pt x="279504" y="290962"/>
                  </a:lnTo>
                  <a:lnTo>
                    <a:pt x="283364" y="287346"/>
                  </a:lnTo>
                  <a:lnTo>
                    <a:pt x="287108" y="283610"/>
                  </a:lnTo>
                  <a:lnTo>
                    <a:pt x="290732" y="279757"/>
                  </a:lnTo>
                  <a:lnTo>
                    <a:pt x="294232" y="275792"/>
                  </a:lnTo>
                  <a:lnTo>
                    <a:pt x="297605" y="271718"/>
                  </a:lnTo>
                  <a:lnTo>
                    <a:pt x="300847" y="267539"/>
                  </a:lnTo>
                  <a:lnTo>
                    <a:pt x="303955" y="263260"/>
                  </a:lnTo>
                  <a:lnTo>
                    <a:pt x="306927" y="258884"/>
                  </a:lnTo>
                  <a:lnTo>
                    <a:pt x="309758" y="254417"/>
                  </a:lnTo>
                  <a:lnTo>
                    <a:pt x="312447" y="249863"/>
                  </a:lnTo>
                  <a:lnTo>
                    <a:pt x="314990" y="245225"/>
                  </a:lnTo>
                  <a:lnTo>
                    <a:pt x="317386" y="240510"/>
                  </a:lnTo>
                  <a:lnTo>
                    <a:pt x="319631" y="235721"/>
                  </a:lnTo>
                  <a:lnTo>
                    <a:pt x="321723" y="230863"/>
                  </a:lnTo>
                  <a:lnTo>
                    <a:pt x="323661" y="225942"/>
                  </a:lnTo>
                  <a:lnTo>
                    <a:pt x="325442" y="220962"/>
                  </a:lnTo>
                  <a:lnTo>
                    <a:pt x="327064" y="215928"/>
                  </a:lnTo>
                  <a:lnTo>
                    <a:pt x="328527" y="210845"/>
                  </a:lnTo>
                  <a:lnTo>
                    <a:pt x="329828" y="205718"/>
                  </a:lnTo>
                  <a:lnTo>
                    <a:pt x="330966" y="200553"/>
                  </a:lnTo>
                  <a:lnTo>
                    <a:pt x="331940" y="195355"/>
                  </a:lnTo>
                  <a:lnTo>
                    <a:pt x="332750" y="190128"/>
                  </a:lnTo>
                  <a:lnTo>
                    <a:pt x="333393" y="184878"/>
                  </a:lnTo>
                  <a:lnTo>
                    <a:pt x="333870" y="179611"/>
                  </a:lnTo>
                  <a:lnTo>
                    <a:pt x="334180" y="174331"/>
                  </a:lnTo>
                  <a:lnTo>
                    <a:pt x="334323" y="169044"/>
                  </a:lnTo>
                  <a:lnTo>
                    <a:pt x="334299" y="163755"/>
                  </a:lnTo>
                  <a:lnTo>
                    <a:pt x="334108" y="158469"/>
                  </a:lnTo>
                  <a:lnTo>
                    <a:pt x="333749" y="153192"/>
                  </a:lnTo>
                  <a:lnTo>
                    <a:pt x="333223" y="147929"/>
                  </a:lnTo>
                  <a:lnTo>
                    <a:pt x="332532" y="142686"/>
                  </a:lnTo>
                  <a:lnTo>
                    <a:pt x="331675" y="137467"/>
                  </a:lnTo>
                  <a:lnTo>
                    <a:pt x="330653" y="132277"/>
                  </a:lnTo>
                  <a:lnTo>
                    <a:pt x="329467" y="127123"/>
                  </a:lnTo>
                  <a:lnTo>
                    <a:pt x="328119" y="122009"/>
                  </a:lnTo>
                  <a:lnTo>
                    <a:pt x="326610" y="116939"/>
                  </a:lnTo>
                  <a:lnTo>
                    <a:pt x="324941" y="111921"/>
                  </a:lnTo>
                  <a:lnTo>
                    <a:pt x="323114" y="106957"/>
                  </a:lnTo>
                  <a:lnTo>
                    <a:pt x="321132" y="102054"/>
                  </a:lnTo>
                  <a:lnTo>
                    <a:pt x="318995" y="97216"/>
                  </a:lnTo>
                  <a:lnTo>
                    <a:pt x="316706" y="92447"/>
                  </a:lnTo>
                  <a:lnTo>
                    <a:pt x="314267" y="87754"/>
                  </a:lnTo>
                  <a:lnTo>
                    <a:pt x="311681" y="83140"/>
                  </a:lnTo>
                  <a:lnTo>
                    <a:pt x="308951" y="78611"/>
                  </a:lnTo>
                  <a:lnTo>
                    <a:pt x="306078" y="74170"/>
                  </a:lnTo>
                  <a:lnTo>
                    <a:pt x="303067" y="69822"/>
                  </a:lnTo>
                  <a:lnTo>
                    <a:pt x="299919" y="65571"/>
                  </a:lnTo>
                  <a:lnTo>
                    <a:pt x="296639" y="61422"/>
                  </a:lnTo>
                  <a:lnTo>
                    <a:pt x="293229" y="57379"/>
                  </a:lnTo>
                  <a:lnTo>
                    <a:pt x="289692" y="53446"/>
                  </a:lnTo>
                  <a:lnTo>
                    <a:pt x="286034" y="49627"/>
                  </a:lnTo>
                  <a:lnTo>
                    <a:pt x="282256" y="45926"/>
                  </a:lnTo>
                  <a:lnTo>
                    <a:pt x="278363" y="42345"/>
                  </a:lnTo>
                  <a:lnTo>
                    <a:pt x="274358" y="38890"/>
                  </a:lnTo>
                  <a:lnTo>
                    <a:pt x="270246" y="35563"/>
                  </a:lnTo>
                  <a:lnTo>
                    <a:pt x="266032" y="32368"/>
                  </a:lnTo>
                  <a:lnTo>
                    <a:pt x="261718" y="29308"/>
                  </a:lnTo>
                  <a:lnTo>
                    <a:pt x="257309" y="26386"/>
                  </a:lnTo>
                  <a:lnTo>
                    <a:pt x="252810" y="23605"/>
                  </a:lnTo>
                  <a:lnTo>
                    <a:pt x="248226" y="20967"/>
                  </a:lnTo>
                  <a:lnTo>
                    <a:pt x="243560" y="18476"/>
                  </a:lnTo>
                  <a:lnTo>
                    <a:pt x="238818" y="16134"/>
                  </a:lnTo>
                  <a:lnTo>
                    <a:pt x="234004" y="13943"/>
                  </a:lnTo>
                  <a:lnTo>
                    <a:pt x="229124" y="11905"/>
                  </a:lnTo>
                  <a:lnTo>
                    <a:pt x="224181" y="10023"/>
                  </a:lnTo>
                  <a:lnTo>
                    <a:pt x="219181" y="8298"/>
                  </a:lnTo>
                  <a:lnTo>
                    <a:pt x="214129" y="6732"/>
                  </a:lnTo>
                  <a:lnTo>
                    <a:pt x="209030" y="5326"/>
                  </a:lnTo>
                  <a:lnTo>
                    <a:pt x="203889" y="4083"/>
                  </a:lnTo>
                  <a:lnTo>
                    <a:pt x="198712" y="3003"/>
                  </a:lnTo>
                  <a:lnTo>
                    <a:pt x="193503" y="2087"/>
                  </a:lnTo>
                  <a:lnTo>
                    <a:pt x="188267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256085" y="4659281"/>
              <a:ext cx="329486" cy="334334"/>
            </a:xfrm>
            <a:custGeom>
              <a:avLst/>
              <a:pathLst>
                <a:path w="329486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3" y="2097"/>
                  </a:lnTo>
                  <a:lnTo>
                    <a:pt x="135533" y="3016"/>
                  </a:lnTo>
                  <a:lnTo>
                    <a:pt x="130344" y="4101"/>
                  </a:lnTo>
                  <a:lnTo>
                    <a:pt x="125192" y="5350"/>
                  </a:lnTo>
                  <a:lnTo>
                    <a:pt x="120083" y="6762"/>
                  </a:lnTo>
                  <a:lnTo>
                    <a:pt x="115020" y="8335"/>
                  </a:lnTo>
                  <a:lnTo>
                    <a:pt x="110011" y="10068"/>
                  </a:lnTo>
                  <a:lnTo>
                    <a:pt x="105058" y="11958"/>
                  </a:lnTo>
                  <a:lnTo>
                    <a:pt x="100168" y="14005"/>
                  </a:lnTo>
                  <a:lnTo>
                    <a:pt x="95346" y="16206"/>
                  </a:lnTo>
                  <a:lnTo>
                    <a:pt x="90595" y="18558"/>
                  </a:lnTo>
                  <a:lnTo>
                    <a:pt x="85922" y="21060"/>
                  </a:lnTo>
                  <a:lnTo>
                    <a:pt x="81330" y="23709"/>
                  </a:lnTo>
                  <a:lnTo>
                    <a:pt x="76825" y="26502"/>
                  </a:lnTo>
                  <a:lnTo>
                    <a:pt x="72410" y="29437"/>
                  </a:lnTo>
                  <a:lnTo>
                    <a:pt x="68091" y="32510"/>
                  </a:lnTo>
                  <a:lnTo>
                    <a:pt x="63871" y="35719"/>
                  </a:lnTo>
                  <a:lnTo>
                    <a:pt x="59755" y="39059"/>
                  </a:lnTo>
                  <a:lnTo>
                    <a:pt x="55747" y="42529"/>
                  </a:lnTo>
                  <a:lnTo>
                    <a:pt x="51851" y="46124"/>
                  </a:lnTo>
                  <a:lnTo>
                    <a:pt x="48071" y="49840"/>
                  </a:lnTo>
                  <a:lnTo>
                    <a:pt x="44411" y="53675"/>
                  </a:lnTo>
                  <a:lnTo>
                    <a:pt x="40874" y="57623"/>
                  </a:lnTo>
                  <a:lnTo>
                    <a:pt x="37465" y="61682"/>
                  </a:lnTo>
                  <a:lnTo>
                    <a:pt x="34185" y="65847"/>
                  </a:lnTo>
                  <a:lnTo>
                    <a:pt x="31040" y="70114"/>
                  </a:lnTo>
                  <a:lnTo>
                    <a:pt x="28031" y="74478"/>
                  </a:lnTo>
                  <a:lnTo>
                    <a:pt x="25162" y="78936"/>
                  </a:lnTo>
                  <a:lnTo>
                    <a:pt x="22436" y="83482"/>
                  </a:lnTo>
                  <a:lnTo>
                    <a:pt x="19855" y="88113"/>
                  </a:lnTo>
                  <a:lnTo>
                    <a:pt x="17423" y="92823"/>
                  </a:lnTo>
                  <a:lnTo>
                    <a:pt x="15141" y="97607"/>
                  </a:lnTo>
                  <a:lnTo>
                    <a:pt x="13012" y="102462"/>
                  </a:lnTo>
                  <a:lnTo>
                    <a:pt x="11038" y="107382"/>
                  </a:lnTo>
                  <a:lnTo>
                    <a:pt x="9220" y="112361"/>
                  </a:lnTo>
                  <a:lnTo>
                    <a:pt x="7562" y="117396"/>
                  </a:lnTo>
                  <a:lnTo>
                    <a:pt x="6064" y="122481"/>
                  </a:lnTo>
                  <a:lnTo>
                    <a:pt x="4728" y="127611"/>
                  </a:lnTo>
                  <a:lnTo>
                    <a:pt x="3556" y="132781"/>
                  </a:lnTo>
                  <a:lnTo>
                    <a:pt x="2548" y="137985"/>
                  </a:lnTo>
                  <a:lnTo>
                    <a:pt x="1705" y="143219"/>
                  </a:lnTo>
                  <a:lnTo>
                    <a:pt x="1029" y="148477"/>
                  </a:lnTo>
                  <a:lnTo>
                    <a:pt x="520" y="153753"/>
                  </a:lnTo>
                  <a:lnTo>
                    <a:pt x="179" y="159043"/>
                  </a:lnTo>
                  <a:lnTo>
                    <a:pt x="5" y="164341"/>
                  </a:lnTo>
                  <a:lnTo>
                    <a:pt x="0" y="169642"/>
                  </a:lnTo>
                  <a:lnTo>
                    <a:pt x="162" y="174941"/>
                  </a:lnTo>
                  <a:lnTo>
                    <a:pt x="492" y="180231"/>
                  </a:lnTo>
                  <a:lnTo>
                    <a:pt x="990" y="185509"/>
                  </a:lnTo>
                  <a:lnTo>
                    <a:pt x="1656" y="190768"/>
                  </a:lnTo>
                  <a:lnTo>
                    <a:pt x="2487" y="196004"/>
                  </a:lnTo>
                  <a:lnTo>
                    <a:pt x="3484" y="201210"/>
                  </a:lnTo>
                  <a:lnTo>
                    <a:pt x="4646" y="206382"/>
                  </a:lnTo>
                  <a:lnTo>
                    <a:pt x="5971" y="211515"/>
                  </a:lnTo>
                  <a:lnTo>
                    <a:pt x="7458" y="216603"/>
                  </a:lnTo>
                  <a:lnTo>
                    <a:pt x="9106" y="221641"/>
                  </a:lnTo>
                  <a:lnTo>
                    <a:pt x="10913" y="226625"/>
                  </a:lnTo>
                  <a:lnTo>
                    <a:pt x="12876" y="231549"/>
                  </a:lnTo>
                  <a:lnTo>
                    <a:pt x="14995" y="236408"/>
                  </a:lnTo>
                  <a:lnTo>
                    <a:pt x="17267" y="241197"/>
                  </a:lnTo>
                  <a:lnTo>
                    <a:pt x="19690" y="245912"/>
                  </a:lnTo>
                  <a:lnTo>
                    <a:pt x="22261" y="250548"/>
                  </a:lnTo>
                  <a:lnTo>
                    <a:pt x="24977" y="255100"/>
                  </a:lnTo>
                  <a:lnTo>
                    <a:pt x="27837" y="259564"/>
                  </a:lnTo>
                  <a:lnTo>
                    <a:pt x="30837" y="263935"/>
                  </a:lnTo>
                  <a:lnTo>
                    <a:pt x="33973" y="268208"/>
                  </a:lnTo>
                  <a:lnTo>
                    <a:pt x="37244" y="272380"/>
                  </a:lnTo>
                  <a:lnTo>
                    <a:pt x="40645" y="276446"/>
                  </a:lnTo>
                  <a:lnTo>
                    <a:pt x="44174" y="280402"/>
                  </a:lnTo>
                  <a:lnTo>
                    <a:pt x="47826" y="284244"/>
                  </a:lnTo>
                  <a:lnTo>
                    <a:pt x="51598" y="287968"/>
                  </a:lnTo>
                  <a:lnTo>
                    <a:pt x="55486" y="291571"/>
                  </a:lnTo>
                  <a:lnTo>
                    <a:pt x="59487" y="295049"/>
                  </a:lnTo>
                  <a:lnTo>
                    <a:pt x="63596" y="298399"/>
                  </a:lnTo>
                  <a:lnTo>
                    <a:pt x="67809" y="301616"/>
                  </a:lnTo>
                  <a:lnTo>
                    <a:pt x="72122" y="304698"/>
                  </a:lnTo>
                  <a:lnTo>
                    <a:pt x="76530" y="307642"/>
                  </a:lnTo>
                  <a:lnTo>
                    <a:pt x="81030" y="310445"/>
                  </a:lnTo>
                  <a:lnTo>
                    <a:pt x="85616" y="313103"/>
                  </a:lnTo>
                  <a:lnTo>
                    <a:pt x="90284" y="315615"/>
                  </a:lnTo>
                  <a:lnTo>
                    <a:pt x="95029" y="317977"/>
                  </a:lnTo>
                  <a:lnTo>
                    <a:pt x="99847" y="320188"/>
                  </a:lnTo>
                  <a:lnTo>
                    <a:pt x="104733" y="322245"/>
                  </a:lnTo>
                  <a:lnTo>
                    <a:pt x="109681" y="324146"/>
                  </a:lnTo>
                  <a:lnTo>
                    <a:pt x="114688" y="325889"/>
                  </a:lnTo>
                  <a:lnTo>
                    <a:pt x="119747" y="327473"/>
                  </a:lnTo>
                  <a:lnTo>
                    <a:pt x="124853" y="328895"/>
                  </a:lnTo>
                  <a:lnTo>
                    <a:pt x="130002" y="330155"/>
                  </a:lnTo>
                  <a:lnTo>
                    <a:pt x="135189" y="331251"/>
                  </a:lnTo>
                  <a:lnTo>
                    <a:pt x="140407" y="332182"/>
                  </a:lnTo>
                  <a:lnTo>
                    <a:pt x="145653" y="332947"/>
                  </a:lnTo>
                  <a:lnTo>
                    <a:pt x="150920" y="333545"/>
                  </a:lnTo>
                  <a:lnTo>
                    <a:pt x="156204" y="333976"/>
                  </a:lnTo>
                  <a:lnTo>
                    <a:pt x="161498" y="334239"/>
                  </a:lnTo>
                  <a:lnTo>
                    <a:pt x="166798" y="334334"/>
                  </a:lnTo>
                  <a:lnTo>
                    <a:pt x="172099" y="334261"/>
                  </a:lnTo>
                  <a:lnTo>
                    <a:pt x="177394" y="334020"/>
                  </a:lnTo>
                  <a:lnTo>
                    <a:pt x="182680" y="333611"/>
                  </a:lnTo>
                  <a:lnTo>
                    <a:pt x="187949" y="333035"/>
                  </a:lnTo>
                  <a:lnTo>
                    <a:pt x="193198" y="332292"/>
                  </a:lnTo>
                  <a:lnTo>
                    <a:pt x="198420" y="331383"/>
                  </a:lnTo>
                  <a:lnTo>
                    <a:pt x="203611" y="330309"/>
                  </a:lnTo>
                  <a:lnTo>
                    <a:pt x="208766" y="329071"/>
                  </a:lnTo>
                  <a:lnTo>
                    <a:pt x="213878" y="327670"/>
                  </a:lnTo>
                  <a:lnTo>
                    <a:pt x="218944" y="326108"/>
                  </a:lnTo>
                  <a:lnTo>
                    <a:pt x="223957" y="324386"/>
                  </a:lnTo>
                  <a:lnTo>
                    <a:pt x="228914" y="322505"/>
                  </a:lnTo>
                  <a:lnTo>
                    <a:pt x="233808" y="320469"/>
                  </a:lnTo>
                  <a:lnTo>
                    <a:pt x="238635" y="318278"/>
                  </a:lnTo>
                  <a:lnTo>
                    <a:pt x="243390" y="315936"/>
                  </a:lnTo>
                  <a:lnTo>
                    <a:pt x="248069" y="313444"/>
                  </a:lnTo>
                  <a:lnTo>
                    <a:pt x="252666" y="310804"/>
                  </a:lnTo>
                  <a:lnTo>
                    <a:pt x="257178" y="308021"/>
                  </a:lnTo>
                  <a:lnTo>
                    <a:pt x="261598" y="305095"/>
                  </a:lnTo>
                  <a:lnTo>
                    <a:pt x="265924" y="302031"/>
                  </a:lnTo>
                  <a:lnTo>
                    <a:pt x="270151" y="298832"/>
                  </a:lnTo>
                  <a:lnTo>
                    <a:pt x="274273" y="295499"/>
                  </a:lnTo>
                  <a:lnTo>
                    <a:pt x="278289" y="292038"/>
                  </a:lnTo>
                  <a:lnTo>
                    <a:pt x="282192" y="288452"/>
                  </a:lnTo>
                  <a:lnTo>
                    <a:pt x="285980" y="284743"/>
                  </a:lnTo>
                  <a:lnTo>
                    <a:pt x="289648" y="280916"/>
                  </a:lnTo>
                  <a:lnTo>
                    <a:pt x="293193" y="276975"/>
                  </a:lnTo>
                  <a:lnTo>
                    <a:pt x="296611" y="272923"/>
                  </a:lnTo>
                  <a:lnTo>
                    <a:pt x="299899" y="268765"/>
                  </a:lnTo>
                  <a:lnTo>
                    <a:pt x="303054" y="264505"/>
                  </a:lnTo>
                  <a:lnTo>
                    <a:pt x="306072" y="260147"/>
                  </a:lnTo>
                  <a:lnTo>
                    <a:pt x="308950" y="255695"/>
                  </a:lnTo>
                  <a:lnTo>
                    <a:pt x="311686" y="251155"/>
                  </a:lnTo>
                  <a:lnTo>
                    <a:pt x="314276" y="246530"/>
                  </a:lnTo>
                  <a:lnTo>
                    <a:pt x="316718" y="241825"/>
                  </a:lnTo>
                  <a:lnTo>
                    <a:pt x="319010" y="237045"/>
                  </a:lnTo>
                  <a:lnTo>
                    <a:pt x="321150" y="232195"/>
                  </a:lnTo>
                  <a:lnTo>
                    <a:pt x="323134" y="227279"/>
                  </a:lnTo>
                  <a:lnTo>
                    <a:pt x="324962" y="222303"/>
                  </a:lnTo>
                  <a:lnTo>
                    <a:pt x="326630" y="217272"/>
                  </a:lnTo>
                  <a:lnTo>
                    <a:pt x="328139" y="212190"/>
                  </a:lnTo>
                  <a:lnTo>
                    <a:pt x="329486" y="20706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826449"/>
              <a:ext cx="162336" cy="39895"/>
            </a:xfrm>
            <a:custGeom>
              <a:avLst/>
              <a:pathLst>
                <a:path w="162336" h="39895">
                  <a:moveTo>
                    <a:pt x="162336" y="398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826449"/>
              <a:ext cx="162336" cy="39895"/>
            </a:xfrm>
            <a:custGeom>
              <a:avLst/>
              <a:pathLst>
                <a:path w="162336" h="39895">
                  <a:moveTo>
                    <a:pt x="162336" y="398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769121"/>
              <a:ext cx="167166" cy="97224"/>
            </a:xfrm>
            <a:custGeom>
              <a:avLst/>
              <a:pathLst>
                <a:path w="167166" h="97224">
                  <a:moveTo>
                    <a:pt x="162336" y="97224"/>
                  </a:moveTo>
                  <a:lnTo>
                    <a:pt x="163625" y="91557"/>
                  </a:lnTo>
                  <a:lnTo>
                    <a:pt x="164716" y="85849"/>
                  </a:lnTo>
                  <a:lnTo>
                    <a:pt x="165608" y="80106"/>
                  </a:lnTo>
                  <a:lnTo>
                    <a:pt x="166299" y="74336"/>
                  </a:lnTo>
                  <a:lnTo>
                    <a:pt x="166790" y="68545"/>
                  </a:lnTo>
                  <a:lnTo>
                    <a:pt x="167079" y="62741"/>
                  </a:lnTo>
                  <a:lnTo>
                    <a:pt x="167166" y="56930"/>
                  </a:lnTo>
                  <a:lnTo>
                    <a:pt x="167052" y="51119"/>
                  </a:lnTo>
                  <a:lnTo>
                    <a:pt x="166735" y="45317"/>
                  </a:lnTo>
                  <a:lnTo>
                    <a:pt x="166217" y="39528"/>
                  </a:lnTo>
                  <a:lnTo>
                    <a:pt x="165497" y="33761"/>
                  </a:lnTo>
                  <a:lnTo>
                    <a:pt x="164578" y="28023"/>
                  </a:lnTo>
                  <a:lnTo>
                    <a:pt x="163460" y="22320"/>
                  </a:lnTo>
                  <a:lnTo>
                    <a:pt x="162145" y="16659"/>
                  </a:lnTo>
                  <a:lnTo>
                    <a:pt x="160633" y="11048"/>
                  </a:lnTo>
                  <a:lnTo>
                    <a:pt x="158927" y="5492"/>
                  </a:lnTo>
                  <a:lnTo>
                    <a:pt x="157030" y="0"/>
                  </a:lnTo>
                  <a:lnTo>
                    <a:pt x="0" y="573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157030" cy="167167"/>
            </a:xfrm>
            <a:custGeom>
              <a:avLst/>
              <a:pathLst>
                <a:path w="157030" h="167167">
                  <a:moveTo>
                    <a:pt x="157030" y="109839"/>
                  </a:moveTo>
                  <a:lnTo>
                    <a:pt x="155053" y="104690"/>
                  </a:lnTo>
                  <a:lnTo>
                    <a:pt x="152908" y="99609"/>
                  </a:lnTo>
                  <a:lnTo>
                    <a:pt x="150596" y="94602"/>
                  </a:lnTo>
                  <a:lnTo>
                    <a:pt x="148120" y="89674"/>
                  </a:lnTo>
                  <a:lnTo>
                    <a:pt x="145483" y="84830"/>
                  </a:lnTo>
                  <a:lnTo>
                    <a:pt x="142688" y="80075"/>
                  </a:lnTo>
                  <a:lnTo>
                    <a:pt x="139737" y="75416"/>
                  </a:lnTo>
                  <a:lnTo>
                    <a:pt x="136635" y="70856"/>
                  </a:lnTo>
                  <a:lnTo>
                    <a:pt x="133383" y="66401"/>
                  </a:lnTo>
                  <a:lnTo>
                    <a:pt x="129987" y="62056"/>
                  </a:lnTo>
                  <a:lnTo>
                    <a:pt x="126449" y="57826"/>
                  </a:lnTo>
                  <a:lnTo>
                    <a:pt x="122773" y="53714"/>
                  </a:lnTo>
                  <a:lnTo>
                    <a:pt x="118964" y="49726"/>
                  </a:lnTo>
                  <a:lnTo>
                    <a:pt x="115025" y="45865"/>
                  </a:lnTo>
                  <a:lnTo>
                    <a:pt x="110961" y="42137"/>
                  </a:lnTo>
                  <a:lnTo>
                    <a:pt x="106776" y="38545"/>
                  </a:lnTo>
                  <a:lnTo>
                    <a:pt x="102475" y="35092"/>
                  </a:lnTo>
                  <a:lnTo>
                    <a:pt x="98062" y="31784"/>
                  </a:lnTo>
                  <a:lnTo>
                    <a:pt x="93543" y="28623"/>
                  </a:lnTo>
                  <a:lnTo>
                    <a:pt x="88922" y="25612"/>
                  </a:lnTo>
                  <a:lnTo>
                    <a:pt x="84204" y="22756"/>
                  </a:lnTo>
                  <a:lnTo>
                    <a:pt x="79395" y="20057"/>
                  </a:lnTo>
                  <a:lnTo>
                    <a:pt x="74499" y="17518"/>
                  </a:lnTo>
                  <a:lnTo>
                    <a:pt x="69522" y="15142"/>
                  </a:lnTo>
                  <a:lnTo>
                    <a:pt x="64469" y="12931"/>
                  </a:lnTo>
                  <a:lnTo>
                    <a:pt x="59346" y="10888"/>
                  </a:lnTo>
                  <a:lnTo>
                    <a:pt x="54158" y="9016"/>
                  </a:lnTo>
                  <a:lnTo>
                    <a:pt x="48912" y="7315"/>
                  </a:lnTo>
                  <a:lnTo>
                    <a:pt x="43612" y="5789"/>
                  </a:lnTo>
                  <a:lnTo>
                    <a:pt x="38265" y="4438"/>
                  </a:lnTo>
                  <a:lnTo>
                    <a:pt x="32876" y="3264"/>
                  </a:lnTo>
                  <a:lnTo>
                    <a:pt x="27452" y="2269"/>
                  </a:lnTo>
                  <a:lnTo>
                    <a:pt x="21997" y="1453"/>
                  </a:lnTo>
                  <a:lnTo>
                    <a:pt x="16519" y="818"/>
                  </a:lnTo>
                  <a:lnTo>
                    <a:pt x="11022" y="363"/>
                  </a:lnTo>
                  <a:lnTo>
                    <a:pt x="551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561305" y="4213821"/>
              <a:ext cx="167166" cy="301574"/>
            </a:xfrm>
            <a:custGeom>
              <a:avLst/>
              <a:pathLst>
                <a:path w="167166" h="301574">
                  <a:moveTo>
                    <a:pt x="167166" y="0"/>
                  </a:moveTo>
                  <a:lnTo>
                    <a:pt x="161799" y="86"/>
                  </a:lnTo>
                  <a:lnTo>
                    <a:pt x="156437" y="344"/>
                  </a:lnTo>
                  <a:lnTo>
                    <a:pt x="151086" y="775"/>
                  </a:lnTo>
                  <a:lnTo>
                    <a:pt x="145752" y="1377"/>
                  </a:lnTo>
                  <a:lnTo>
                    <a:pt x="140440" y="2150"/>
                  </a:lnTo>
                  <a:lnTo>
                    <a:pt x="135156" y="3093"/>
                  </a:lnTo>
                  <a:lnTo>
                    <a:pt x="129904" y="4205"/>
                  </a:lnTo>
                  <a:lnTo>
                    <a:pt x="124691" y="5486"/>
                  </a:lnTo>
                  <a:lnTo>
                    <a:pt x="119522" y="6933"/>
                  </a:lnTo>
                  <a:lnTo>
                    <a:pt x="114401" y="8545"/>
                  </a:lnTo>
                  <a:lnTo>
                    <a:pt x="109336" y="10321"/>
                  </a:lnTo>
                  <a:lnTo>
                    <a:pt x="104329" y="12259"/>
                  </a:lnTo>
                  <a:lnTo>
                    <a:pt x="99388" y="14356"/>
                  </a:lnTo>
                  <a:lnTo>
                    <a:pt x="94517" y="16611"/>
                  </a:lnTo>
                  <a:lnTo>
                    <a:pt x="89720" y="19022"/>
                  </a:lnTo>
                  <a:lnTo>
                    <a:pt x="85003" y="21585"/>
                  </a:lnTo>
                  <a:lnTo>
                    <a:pt x="80372" y="24298"/>
                  </a:lnTo>
                  <a:lnTo>
                    <a:pt x="75829" y="27158"/>
                  </a:lnTo>
                  <a:lnTo>
                    <a:pt x="71381" y="30163"/>
                  </a:lnTo>
                  <a:lnTo>
                    <a:pt x="67031" y="33309"/>
                  </a:lnTo>
                  <a:lnTo>
                    <a:pt x="62785" y="36593"/>
                  </a:lnTo>
                  <a:lnTo>
                    <a:pt x="58646" y="40012"/>
                  </a:lnTo>
                  <a:lnTo>
                    <a:pt x="54620" y="43562"/>
                  </a:lnTo>
                  <a:lnTo>
                    <a:pt x="50709" y="47239"/>
                  </a:lnTo>
                  <a:lnTo>
                    <a:pt x="46919" y="51040"/>
                  </a:lnTo>
                  <a:lnTo>
                    <a:pt x="43252" y="54961"/>
                  </a:lnTo>
                  <a:lnTo>
                    <a:pt x="39713" y="58997"/>
                  </a:lnTo>
                  <a:lnTo>
                    <a:pt x="36306" y="63145"/>
                  </a:lnTo>
                  <a:lnTo>
                    <a:pt x="33033" y="67401"/>
                  </a:lnTo>
                  <a:lnTo>
                    <a:pt x="29899" y="71759"/>
                  </a:lnTo>
                  <a:lnTo>
                    <a:pt x="26907" y="76215"/>
                  </a:lnTo>
                  <a:lnTo>
                    <a:pt x="24059" y="80766"/>
                  </a:lnTo>
                  <a:lnTo>
                    <a:pt x="21358" y="85405"/>
                  </a:lnTo>
                  <a:lnTo>
                    <a:pt x="18808" y="90129"/>
                  </a:lnTo>
                  <a:lnTo>
                    <a:pt x="16411" y="94932"/>
                  </a:lnTo>
                  <a:lnTo>
                    <a:pt x="14170" y="99809"/>
                  </a:lnTo>
                  <a:lnTo>
                    <a:pt x="12086" y="104757"/>
                  </a:lnTo>
                  <a:lnTo>
                    <a:pt x="10162" y="109768"/>
                  </a:lnTo>
                  <a:lnTo>
                    <a:pt x="8400" y="114839"/>
                  </a:lnTo>
                  <a:lnTo>
                    <a:pt x="6802" y="119963"/>
                  </a:lnTo>
                  <a:lnTo>
                    <a:pt x="5369" y="125137"/>
                  </a:lnTo>
                  <a:lnTo>
                    <a:pt x="4103" y="130353"/>
                  </a:lnTo>
                  <a:lnTo>
                    <a:pt x="3005" y="135608"/>
                  </a:lnTo>
                  <a:lnTo>
                    <a:pt x="2076" y="140895"/>
                  </a:lnTo>
                  <a:lnTo>
                    <a:pt x="1318" y="146209"/>
                  </a:lnTo>
                  <a:lnTo>
                    <a:pt x="730" y="151545"/>
                  </a:lnTo>
                  <a:lnTo>
                    <a:pt x="315" y="156897"/>
                  </a:lnTo>
                  <a:lnTo>
                    <a:pt x="71" y="162259"/>
                  </a:lnTo>
                  <a:lnTo>
                    <a:pt x="0" y="167627"/>
                  </a:lnTo>
                  <a:lnTo>
                    <a:pt x="100" y="172994"/>
                  </a:lnTo>
                  <a:lnTo>
                    <a:pt x="374" y="178355"/>
                  </a:lnTo>
                  <a:lnTo>
                    <a:pt x="819" y="183705"/>
                  </a:lnTo>
                  <a:lnTo>
                    <a:pt x="1436" y="189037"/>
                  </a:lnTo>
                  <a:lnTo>
                    <a:pt x="2223" y="194347"/>
                  </a:lnTo>
                  <a:lnTo>
                    <a:pt x="3181" y="199629"/>
                  </a:lnTo>
                  <a:lnTo>
                    <a:pt x="4308" y="204877"/>
                  </a:lnTo>
                  <a:lnTo>
                    <a:pt x="5603" y="210087"/>
                  </a:lnTo>
                  <a:lnTo>
                    <a:pt x="7064" y="215252"/>
                  </a:lnTo>
                  <a:lnTo>
                    <a:pt x="8690" y="220368"/>
                  </a:lnTo>
                  <a:lnTo>
                    <a:pt x="10480" y="225429"/>
                  </a:lnTo>
                  <a:lnTo>
                    <a:pt x="12432" y="230430"/>
                  </a:lnTo>
                  <a:lnTo>
                    <a:pt x="14543" y="235365"/>
                  </a:lnTo>
                  <a:lnTo>
                    <a:pt x="16811" y="240230"/>
                  </a:lnTo>
                  <a:lnTo>
                    <a:pt x="19235" y="245020"/>
                  </a:lnTo>
                  <a:lnTo>
                    <a:pt x="21811" y="249730"/>
                  </a:lnTo>
                  <a:lnTo>
                    <a:pt x="24536" y="254354"/>
                  </a:lnTo>
                  <a:lnTo>
                    <a:pt x="27409" y="258889"/>
                  </a:lnTo>
                  <a:lnTo>
                    <a:pt x="30426" y="263329"/>
                  </a:lnTo>
                  <a:lnTo>
                    <a:pt x="33584" y="267670"/>
                  </a:lnTo>
                  <a:lnTo>
                    <a:pt x="36880" y="271907"/>
                  </a:lnTo>
                  <a:lnTo>
                    <a:pt x="40310" y="276036"/>
                  </a:lnTo>
                  <a:lnTo>
                    <a:pt x="43871" y="280053"/>
                  </a:lnTo>
                  <a:lnTo>
                    <a:pt x="47559" y="283954"/>
                  </a:lnTo>
                  <a:lnTo>
                    <a:pt x="51371" y="287734"/>
                  </a:lnTo>
                  <a:lnTo>
                    <a:pt x="55302" y="291389"/>
                  </a:lnTo>
                  <a:lnTo>
                    <a:pt x="59348" y="294917"/>
                  </a:lnTo>
                  <a:lnTo>
                    <a:pt x="63505" y="298313"/>
                  </a:lnTo>
                  <a:lnTo>
                    <a:pt x="67769" y="30157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629075" y="4380988"/>
              <a:ext cx="99396" cy="134406"/>
            </a:xfrm>
            <a:custGeom>
              <a:avLst/>
              <a:pathLst>
                <a:path w="99396" h="134406">
                  <a:moveTo>
                    <a:pt x="0" y="134406"/>
                  </a:moveTo>
                  <a:lnTo>
                    <a:pt x="9939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629075" y="4380988"/>
              <a:ext cx="99396" cy="158299"/>
            </a:xfrm>
            <a:custGeom>
              <a:avLst/>
              <a:pathLst>
                <a:path w="99396" h="158299">
                  <a:moveTo>
                    <a:pt x="0" y="134406"/>
                  </a:moveTo>
                  <a:lnTo>
                    <a:pt x="5274" y="138151"/>
                  </a:lnTo>
                  <a:lnTo>
                    <a:pt x="10689" y="141689"/>
                  </a:lnTo>
                  <a:lnTo>
                    <a:pt x="16237" y="145015"/>
                  </a:lnTo>
                  <a:lnTo>
                    <a:pt x="21910" y="148124"/>
                  </a:lnTo>
                  <a:lnTo>
                    <a:pt x="27699" y="151011"/>
                  </a:lnTo>
                  <a:lnTo>
                    <a:pt x="33595" y="153672"/>
                  </a:lnTo>
                  <a:lnTo>
                    <a:pt x="39590" y="156102"/>
                  </a:lnTo>
                  <a:lnTo>
                    <a:pt x="45674" y="158299"/>
                  </a:lnTo>
                  <a:lnTo>
                    <a:pt x="9939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674749" y="4213821"/>
              <a:ext cx="220879" cy="334328"/>
            </a:xfrm>
            <a:custGeom>
              <a:avLst/>
              <a:pathLst>
                <a:path w="220879" h="334328">
                  <a:moveTo>
                    <a:pt x="0" y="325467"/>
                  </a:moveTo>
                  <a:lnTo>
                    <a:pt x="5064" y="327096"/>
                  </a:lnTo>
                  <a:lnTo>
                    <a:pt x="10177" y="328563"/>
                  </a:lnTo>
                  <a:lnTo>
                    <a:pt x="15334" y="329867"/>
                  </a:lnTo>
                  <a:lnTo>
                    <a:pt x="20530" y="331006"/>
                  </a:lnTo>
                  <a:lnTo>
                    <a:pt x="25760" y="331979"/>
                  </a:lnTo>
                  <a:lnTo>
                    <a:pt x="31019" y="332785"/>
                  </a:lnTo>
                  <a:lnTo>
                    <a:pt x="36300" y="333424"/>
                  </a:lnTo>
                  <a:lnTo>
                    <a:pt x="41599" y="333894"/>
                  </a:lnTo>
                  <a:lnTo>
                    <a:pt x="46910" y="334196"/>
                  </a:lnTo>
                  <a:lnTo>
                    <a:pt x="52228" y="334328"/>
                  </a:lnTo>
                  <a:lnTo>
                    <a:pt x="57547" y="334291"/>
                  </a:lnTo>
                  <a:lnTo>
                    <a:pt x="62863" y="334084"/>
                  </a:lnTo>
                  <a:lnTo>
                    <a:pt x="68169" y="333709"/>
                  </a:lnTo>
                  <a:lnTo>
                    <a:pt x="73461" y="333165"/>
                  </a:lnTo>
                  <a:lnTo>
                    <a:pt x="78733" y="332453"/>
                  </a:lnTo>
                  <a:lnTo>
                    <a:pt x="83979" y="331573"/>
                  </a:lnTo>
                  <a:lnTo>
                    <a:pt x="89195" y="330527"/>
                  </a:lnTo>
                  <a:lnTo>
                    <a:pt x="94375" y="329316"/>
                  </a:lnTo>
                  <a:lnTo>
                    <a:pt x="99513" y="327940"/>
                  </a:lnTo>
                  <a:lnTo>
                    <a:pt x="104606" y="326402"/>
                  </a:lnTo>
                  <a:lnTo>
                    <a:pt x="109647" y="324702"/>
                  </a:lnTo>
                  <a:lnTo>
                    <a:pt x="114631" y="322843"/>
                  </a:lnTo>
                  <a:lnTo>
                    <a:pt x="119553" y="320826"/>
                  </a:lnTo>
                  <a:lnTo>
                    <a:pt x="124409" y="318654"/>
                  </a:lnTo>
                  <a:lnTo>
                    <a:pt x="129193" y="316328"/>
                  </a:lnTo>
                  <a:lnTo>
                    <a:pt x="133901" y="313851"/>
                  </a:lnTo>
                  <a:lnTo>
                    <a:pt x="138528" y="311226"/>
                  </a:lnTo>
                  <a:lnTo>
                    <a:pt x="143069" y="308454"/>
                  </a:lnTo>
                  <a:lnTo>
                    <a:pt x="147519" y="305540"/>
                  </a:lnTo>
                  <a:lnTo>
                    <a:pt x="151874" y="302486"/>
                  </a:lnTo>
                  <a:lnTo>
                    <a:pt x="156130" y="299294"/>
                  </a:lnTo>
                  <a:lnTo>
                    <a:pt x="160282" y="295969"/>
                  </a:lnTo>
                  <a:lnTo>
                    <a:pt x="164327" y="292513"/>
                  </a:lnTo>
                  <a:lnTo>
                    <a:pt x="168259" y="288930"/>
                  </a:lnTo>
                  <a:lnTo>
                    <a:pt x="172075" y="285224"/>
                  </a:lnTo>
                  <a:lnTo>
                    <a:pt x="175772" y="281399"/>
                  </a:lnTo>
                  <a:lnTo>
                    <a:pt x="179344" y="277457"/>
                  </a:lnTo>
                  <a:lnTo>
                    <a:pt x="182790" y="273405"/>
                  </a:lnTo>
                  <a:lnTo>
                    <a:pt x="186105" y="269244"/>
                  </a:lnTo>
                  <a:lnTo>
                    <a:pt x="189286" y="264980"/>
                  </a:lnTo>
                  <a:lnTo>
                    <a:pt x="192329" y="260617"/>
                  </a:lnTo>
                  <a:lnTo>
                    <a:pt x="195233" y="256160"/>
                  </a:lnTo>
                  <a:lnTo>
                    <a:pt x="197993" y="251612"/>
                  </a:lnTo>
                  <a:lnTo>
                    <a:pt x="200606" y="246979"/>
                  </a:lnTo>
                  <a:lnTo>
                    <a:pt x="203072" y="242265"/>
                  </a:lnTo>
                  <a:lnTo>
                    <a:pt x="205385" y="237475"/>
                  </a:lnTo>
                  <a:lnTo>
                    <a:pt x="207546" y="232614"/>
                  </a:lnTo>
                  <a:lnTo>
                    <a:pt x="209550" y="227686"/>
                  </a:lnTo>
                  <a:lnTo>
                    <a:pt x="211397" y="222697"/>
                  </a:lnTo>
                  <a:lnTo>
                    <a:pt x="213084" y="217652"/>
                  </a:lnTo>
                  <a:lnTo>
                    <a:pt x="214610" y="212556"/>
                  </a:lnTo>
                  <a:lnTo>
                    <a:pt x="215972" y="207414"/>
                  </a:lnTo>
                  <a:lnTo>
                    <a:pt x="217171" y="202231"/>
                  </a:lnTo>
                  <a:lnTo>
                    <a:pt x="218204" y="197013"/>
                  </a:lnTo>
                  <a:lnTo>
                    <a:pt x="219070" y="191764"/>
                  </a:lnTo>
                  <a:lnTo>
                    <a:pt x="219769" y="186490"/>
                  </a:lnTo>
                  <a:lnTo>
                    <a:pt x="220300" y="181197"/>
                  </a:lnTo>
                  <a:lnTo>
                    <a:pt x="220662" y="175890"/>
                  </a:lnTo>
                  <a:lnTo>
                    <a:pt x="220855" y="170574"/>
                  </a:lnTo>
                  <a:lnTo>
                    <a:pt x="220879" y="165254"/>
                  </a:lnTo>
                  <a:lnTo>
                    <a:pt x="220733" y="159937"/>
                  </a:lnTo>
                  <a:lnTo>
                    <a:pt x="220419" y="154626"/>
                  </a:lnTo>
                  <a:lnTo>
                    <a:pt x="219935" y="149329"/>
                  </a:lnTo>
                  <a:lnTo>
                    <a:pt x="219283" y="144049"/>
                  </a:lnTo>
                  <a:lnTo>
                    <a:pt x="218464" y="138793"/>
                  </a:lnTo>
                  <a:lnTo>
                    <a:pt x="217478" y="133566"/>
                  </a:lnTo>
                  <a:lnTo>
                    <a:pt x="216326" y="128372"/>
                  </a:lnTo>
                  <a:lnTo>
                    <a:pt x="215009" y="123218"/>
                  </a:lnTo>
                  <a:lnTo>
                    <a:pt x="213529" y="118108"/>
                  </a:lnTo>
                  <a:lnTo>
                    <a:pt x="211887" y="113049"/>
                  </a:lnTo>
                  <a:lnTo>
                    <a:pt x="210085" y="108043"/>
                  </a:lnTo>
                  <a:lnTo>
                    <a:pt x="208125" y="103098"/>
                  </a:lnTo>
                  <a:lnTo>
                    <a:pt x="206008" y="98218"/>
                  </a:lnTo>
                  <a:lnTo>
                    <a:pt x="203737" y="93407"/>
                  </a:lnTo>
                  <a:lnTo>
                    <a:pt x="201314" y="88671"/>
                  </a:lnTo>
                  <a:lnTo>
                    <a:pt x="198742" y="84015"/>
                  </a:lnTo>
                  <a:lnTo>
                    <a:pt x="196023" y="79443"/>
                  </a:lnTo>
                  <a:lnTo>
                    <a:pt x="193159" y="74960"/>
                  </a:lnTo>
                  <a:lnTo>
                    <a:pt x="190155" y="70570"/>
                  </a:lnTo>
                  <a:lnTo>
                    <a:pt x="187012" y="66277"/>
                  </a:lnTo>
                  <a:lnTo>
                    <a:pt x="183735" y="62087"/>
                  </a:lnTo>
                  <a:lnTo>
                    <a:pt x="180325" y="58004"/>
                  </a:lnTo>
                  <a:lnTo>
                    <a:pt x="176788" y="54031"/>
                  </a:lnTo>
                  <a:lnTo>
                    <a:pt x="173126" y="50172"/>
                  </a:lnTo>
                  <a:lnTo>
                    <a:pt x="169343" y="46432"/>
                  </a:lnTo>
                  <a:lnTo>
                    <a:pt x="165443" y="42815"/>
                  </a:lnTo>
                  <a:lnTo>
                    <a:pt x="161429" y="39323"/>
                  </a:lnTo>
                  <a:lnTo>
                    <a:pt x="157307" y="35961"/>
                  </a:lnTo>
                  <a:lnTo>
                    <a:pt x="153080" y="32731"/>
                  </a:lnTo>
                  <a:lnTo>
                    <a:pt x="148752" y="29638"/>
                  </a:lnTo>
                  <a:lnTo>
                    <a:pt x="144328" y="26684"/>
                  </a:lnTo>
                  <a:lnTo>
                    <a:pt x="139812" y="23872"/>
                  </a:lnTo>
                  <a:lnTo>
                    <a:pt x="135209" y="21205"/>
                  </a:lnTo>
                  <a:lnTo>
                    <a:pt x="130524" y="18686"/>
                  </a:lnTo>
                  <a:lnTo>
                    <a:pt x="125761" y="16318"/>
                  </a:lnTo>
                  <a:lnTo>
                    <a:pt x="120924" y="14102"/>
                  </a:lnTo>
                  <a:lnTo>
                    <a:pt x="116020" y="12041"/>
                  </a:lnTo>
                  <a:lnTo>
                    <a:pt x="111053" y="10138"/>
                  </a:lnTo>
                  <a:lnTo>
                    <a:pt x="106027" y="8393"/>
                  </a:lnTo>
                  <a:lnTo>
                    <a:pt x="100949" y="6809"/>
                  </a:lnTo>
                  <a:lnTo>
                    <a:pt x="95823" y="5388"/>
                  </a:lnTo>
                  <a:lnTo>
                    <a:pt x="90654" y="4130"/>
                  </a:lnTo>
                  <a:lnTo>
                    <a:pt x="85448" y="3038"/>
                  </a:lnTo>
                  <a:lnTo>
                    <a:pt x="80209" y="2111"/>
                  </a:lnTo>
                  <a:lnTo>
                    <a:pt x="74944" y="1352"/>
                  </a:lnTo>
                  <a:lnTo>
                    <a:pt x="69657" y="761"/>
                  </a:lnTo>
                  <a:lnTo>
                    <a:pt x="64355" y="338"/>
                  </a:lnTo>
                  <a:lnTo>
                    <a:pt x="59041" y="84"/>
                  </a:lnTo>
                  <a:lnTo>
                    <a:pt x="53722" y="0"/>
                  </a:lnTo>
                  <a:lnTo>
                    <a:pt x="5372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751862" y="3707720"/>
              <a:ext cx="248772" cy="334334"/>
            </a:xfrm>
            <a:custGeom>
              <a:avLst/>
              <a:pathLst>
                <a:path w="248772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1" y="3024"/>
                  </a:lnTo>
                  <a:lnTo>
                    <a:pt x="130296" y="4112"/>
                  </a:lnTo>
                  <a:lnTo>
                    <a:pt x="125138" y="5364"/>
                  </a:lnTo>
                  <a:lnTo>
                    <a:pt x="120022" y="6780"/>
                  </a:lnTo>
                  <a:lnTo>
                    <a:pt x="114954" y="8357"/>
                  </a:lnTo>
                  <a:lnTo>
                    <a:pt x="109938" y="10094"/>
                  </a:lnTo>
                  <a:lnTo>
                    <a:pt x="104980" y="11989"/>
                  </a:lnTo>
                  <a:lnTo>
                    <a:pt x="100085" y="14041"/>
                  </a:lnTo>
                  <a:lnTo>
                    <a:pt x="95257" y="16248"/>
                  </a:lnTo>
                  <a:lnTo>
                    <a:pt x="90502" y="18606"/>
                  </a:lnTo>
                  <a:lnTo>
                    <a:pt x="85824" y="21115"/>
                  </a:lnTo>
                  <a:lnTo>
                    <a:pt x="81228" y="23770"/>
                  </a:lnTo>
                  <a:lnTo>
                    <a:pt x="76719" y="26570"/>
                  </a:lnTo>
                  <a:lnTo>
                    <a:pt x="72300" y="29512"/>
                  </a:lnTo>
                  <a:lnTo>
                    <a:pt x="67978" y="32593"/>
                  </a:lnTo>
                  <a:lnTo>
                    <a:pt x="63755" y="35809"/>
                  </a:lnTo>
                  <a:lnTo>
                    <a:pt x="59637" y="39158"/>
                  </a:lnTo>
                  <a:lnTo>
                    <a:pt x="55627" y="42636"/>
                  </a:lnTo>
                  <a:lnTo>
                    <a:pt x="51730" y="46240"/>
                  </a:lnTo>
                  <a:lnTo>
                    <a:pt x="47949" y="49965"/>
                  </a:lnTo>
                  <a:lnTo>
                    <a:pt x="44288" y="53808"/>
                  </a:lnTo>
                  <a:lnTo>
                    <a:pt x="40751" y="57766"/>
                  </a:lnTo>
                  <a:lnTo>
                    <a:pt x="37341" y="61834"/>
                  </a:lnTo>
                  <a:lnTo>
                    <a:pt x="34062" y="66009"/>
                  </a:lnTo>
                  <a:lnTo>
                    <a:pt x="30918" y="70285"/>
                  </a:lnTo>
                  <a:lnTo>
                    <a:pt x="27911" y="74659"/>
                  </a:lnTo>
                  <a:lnTo>
                    <a:pt x="25044" y="79126"/>
                  </a:lnTo>
                  <a:lnTo>
                    <a:pt x="22320" y="83682"/>
                  </a:lnTo>
                  <a:lnTo>
                    <a:pt x="19743" y="88322"/>
                  </a:lnTo>
                  <a:lnTo>
                    <a:pt x="17314" y="93042"/>
                  </a:lnTo>
                  <a:lnTo>
                    <a:pt x="15036" y="97836"/>
                  </a:lnTo>
                  <a:lnTo>
                    <a:pt x="12911" y="102701"/>
                  </a:lnTo>
                  <a:lnTo>
                    <a:pt x="10943" y="107630"/>
                  </a:lnTo>
                  <a:lnTo>
                    <a:pt x="9131" y="112619"/>
                  </a:lnTo>
                  <a:lnTo>
                    <a:pt x="7479" y="117664"/>
                  </a:lnTo>
                  <a:lnTo>
                    <a:pt x="5988" y="122758"/>
                  </a:lnTo>
                  <a:lnTo>
                    <a:pt x="4659" y="127897"/>
                  </a:lnTo>
                  <a:lnTo>
                    <a:pt x="3494" y="133076"/>
                  </a:lnTo>
                  <a:lnTo>
                    <a:pt x="2494" y="138289"/>
                  </a:lnTo>
                  <a:lnTo>
                    <a:pt x="1660" y="143531"/>
                  </a:lnTo>
                  <a:lnTo>
                    <a:pt x="994" y="148797"/>
                  </a:lnTo>
                  <a:lnTo>
                    <a:pt x="494" y="154081"/>
                  </a:lnTo>
                  <a:lnTo>
                    <a:pt x="163" y="159379"/>
                  </a:lnTo>
                  <a:lnTo>
                    <a:pt x="0" y="164684"/>
                  </a:lnTo>
                  <a:lnTo>
                    <a:pt x="5" y="169992"/>
                  </a:lnTo>
                  <a:lnTo>
                    <a:pt x="179" y="175297"/>
                  </a:lnTo>
                  <a:lnTo>
                    <a:pt x="521" y="180594"/>
                  </a:lnTo>
                  <a:lnTo>
                    <a:pt x="1032" y="185878"/>
                  </a:lnTo>
                  <a:lnTo>
                    <a:pt x="1709" y="191142"/>
                  </a:lnTo>
                  <a:lnTo>
                    <a:pt x="2554" y="196383"/>
                  </a:lnTo>
                  <a:lnTo>
                    <a:pt x="3564" y="201594"/>
                  </a:lnTo>
                  <a:lnTo>
                    <a:pt x="4740" y="206770"/>
                  </a:lnTo>
                  <a:lnTo>
                    <a:pt x="6079" y="211906"/>
                  </a:lnTo>
                  <a:lnTo>
                    <a:pt x="7581" y="216997"/>
                  </a:lnTo>
                  <a:lnTo>
                    <a:pt x="9243" y="222038"/>
                  </a:lnTo>
                  <a:lnTo>
                    <a:pt x="11065" y="227024"/>
                  </a:lnTo>
                  <a:lnTo>
                    <a:pt x="13044" y="231949"/>
                  </a:lnTo>
                  <a:lnTo>
                    <a:pt x="15178" y="236809"/>
                  </a:lnTo>
                  <a:lnTo>
                    <a:pt x="17466" y="241599"/>
                  </a:lnTo>
                  <a:lnTo>
                    <a:pt x="19905" y="246314"/>
                  </a:lnTo>
                  <a:lnTo>
                    <a:pt x="22492" y="250948"/>
                  </a:lnTo>
                  <a:lnTo>
                    <a:pt x="25224" y="255499"/>
                  </a:lnTo>
                  <a:lnTo>
                    <a:pt x="28100" y="259960"/>
                  </a:lnTo>
                  <a:lnTo>
                    <a:pt x="31117" y="264328"/>
                  </a:lnTo>
                  <a:lnTo>
                    <a:pt x="34270" y="268598"/>
                  </a:lnTo>
                  <a:lnTo>
                    <a:pt x="37557" y="272765"/>
                  </a:lnTo>
                  <a:lnTo>
                    <a:pt x="40975" y="276827"/>
                  </a:lnTo>
                  <a:lnTo>
                    <a:pt x="44520" y="280777"/>
                  </a:lnTo>
                  <a:lnTo>
                    <a:pt x="48189" y="284613"/>
                  </a:lnTo>
                  <a:lnTo>
                    <a:pt x="51978" y="288331"/>
                  </a:lnTo>
                  <a:lnTo>
                    <a:pt x="55883" y="291926"/>
                  </a:lnTo>
                  <a:lnTo>
                    <a:pt x="59900" y="295396"/>
                  </a:lnTo>
                  <a:lnTo>
                    <a:pt x="64025" y="298736"/>
                  </a:lnTo>
                  <a:lnTo>
                    <a:pt x="68254" y="301944"/>
                  </a:lnTo>
                  <a:lnTo>
                    <a:pt x="72583" y="305016"/>
                  </a:lnTo>
                  <a:lnTo>
                    <a:pt x="77007" y="307949"/>
                  </a:lnTo>
                  <a:lnTo>
                    <a:pt x="81522" y="310739"/>
                  </a:lnTo>
                  <a:lnTo>
                    <a:pt x="86123" y="313386"/>
                  </a:lnTo>
                  <a:lnTo>
                    <a:pt x="90806" y="315884"/>
                  </a:lnTo>
                  <a:lnTo>
                    <a:pt x="95567" y="318233"/>
                  </a:lnTo>
                  <a:lnTo>
                    <a:pt x="100399" y="320430"/>
                  </a:lnTo>
                  <a:lnTo>
                    <a:pt x="105298" y="322471"/>
                  </a:lnTo>
                  <a:lnTo>
                    <a:pt x="110260" y="324357"/>
                  </a:lnTo>
                  <a:lnTo>
                    <a:pt x="115279" y="326084"/>
                  </a:lnTo>
                  <a:lnTo>
                    <a:pt x="120351" y="327650"/>
                  </a:lnTo>
                  <a:lnTo>
                    <a:pt x="125470" y="329055"/>
                  </a:lnTo>
                  <a:lnTo>
                    <a:pt x="130630" y="330297"/>
                  </a:lnTo>
                  <a:lnTo>
                    <a:pt x="135828" y="331374"/>
                  </a:lnTo>
                  <a:lnTo>
                    <a:pt x="141057" y="332286"/>
                  </a:lnTo>
                  <a:lnTo>
                    <a:pt x="146313" y="333031"/>
                  </a:lnTo>
                  <a:lnTo>
                    <a:pt x="151589" y="333609"/>
                  </a:lnTo>
                  <a:lnTo>
                    <a:pt x="156881" y="334019"/>
                  </a:lnTo>
                  <a:lnTo>
                    <a:pt x="162184" y="334261"/>
                  </a:lnTo>
                  <a:lnTo>
                    <a:pt x="167491" y="334334"/>
                  </a:lnTo>
                  <a:lnTo>
                    <a:pt x="172798" y="334239"/>
                  </a:lnTo>
                  <a:lnTo>
                    <a:pt x="178100" y="333975"/>
                  </a:lnTo>
                  <a:lnTo>
                    <a:pt x="183390" y="333544"/>
                  </a:lnTo>
                  <a:lnTo>
                    <a:pt x="188664" y="332944"/>
                  </a:lnTo>
                  <a:lnTo>
                    <a:pt x="193917" y="332177"/>
                  </a:lnTo>
                  <a:lnTo>
                    <a:pt x="199142" y="331244"/>
                  </a:lnTo>
                  <a:lnTo>
                    <a:pt x="204335" y="330146"/>
                  </a:lnTo>
                  <a:lnTo>
                    <a:pt x="209491" y="328883"/>
                  </a:lnTo>
                  <a:lnTo>
                    <a:pt x="214604" y="327457"/>
                  </a:lnTo>
                  <a:lnTo>
                    <a:pt x="219669" y="325870"/>
                  </a:lnTo>
                  <a:lnTo>
                    <a:pt x="224681" y="324122"/>
                  </a:lnTo>
                  <a:lnTo>
                    <a:pt x="229635" y="322217"/>
                  </a:lnTo>
                  <a:lnTo>
                    <a:pt x="234526" y="320155"/>
                  </a:lnTo>
                  <a:lnTo>
                    <a:pt x="239349" y="317938"/>
                  </a:lnTo>
                  <a:lnTo>
                    <a:pt x="244100" y="315570"/>
                  </a:lnTo>
                  <a:lnTo>
                    <a:pt x="248772" y="31305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71"/>
              <a:ext cx="167167" cy="313001"/>
            </a:xfrm>
            <a:custGeom>
              <a:avLst/>
              <a:pathLst>
                <a:path w="167167" h="313001">
                  <a:moveTo>
                    <a:pt x="81623" y="313001"/>
                  </a:moveTo>
                  <a:lnTo>
                    <a:pt x="86275" y="310299"/>
                  </a:lnTo>
                  <a:lnTo>
                    <a:pt x="90838" y="307449"/>
                  </a:lnTo>
                  <a:lnTo>
                    <a:pt x="95307" y="304454"/>
                  </a:lnTo>
                  <a:lnTo>
                    <a:pt x="99676" y="301316"/>
                  </a:lnTo>
                  <a:lnTo>
                    <a:pt x="103943" y="298039"/>
                  </a:lnTo>
                  <a:lnTo>
                    <a:pt x="108102" y="294626"/>
                  </a:lnTo>
                  <a:lnTo>
                    <a:pt x="112149" y="291082"/>
                  </a:lnTo>
                  <a:lnTo>
                    <a:pt x="116080" y="287409"/>
                  </a:lnTo>
                  <a:lnTo>
                    <a:pt x="119891" y="283611"/>
                  </a:lnTo>
                  <a:lnTo>
                    <a:pt x="123577" y="279693"/>
                  </a:lnTo>
                  <a:lnTo>
                    <a:pt x="127135" y="275658"/>
                  </a:lnTo>
                  <a:lnTo>
                    <a:pt x="130562" y="271511"/>
                  </a:lnTo>
                  <a:lnTo>
                    <a:pt x="133854" y="267256"/>
                  </a:lnTo>
                  <a:lnTo>
                    <a:pt x="137007" y="262897"/>
                  </a:lnTo>
                  <a:lnTo>
                    <a:pt x="140018" y="258439"/>
                  </a:lnTo>
                  <a:lnTo>
                    <a:pt x="142884" y="253886"/>
                  </a:lnTo>
                  <a:lnTo>
                    <a:pt x="145602" y="249243"/>
                  </a:lnTo>
                  <a:lnTo>
                    <a:pt x="148169" y="244516"/>
                  </a:lnTo>
                  <a:lnTo>
                    <a:pt x="150583" y="239708"/>
                  </a:lnTo>
                  <a:lnTo>
                    <a:pt x="152841" y="234825"/>
                  </a:lnTo>
                  <a:lnTo>
                    <a:pt x="154941" y="229872"/>
                  </a:lnTo>
                  <a:lnTo>
                    <a:pt x="156880" y="224853"/>
                  </a:lnTo>
                  <a:lnTo>
                    <a:pt x="158656" y="219775"/>
                  </a:lnTo>
                  <a:lnTo>
                    <a:pt x="160269" y="214643"/>
                  </a:lnTo>
                  <a:lnTo>
                    <a:pt x="161715" y="209461"/>
                  </a:lnTo>
                  <a:lnTo>
                    <a:pt x="162994" y="204236"/>
                  </a:lnTo>
                  <a:lnTo>
                    <a:pt x="164104" y="198972"/>
                  </a:lnTo>
                  <a:lnTo>
                    <a:pt x="165044" y="193675"/>
                  </a:lnTo>
                  <a:lnTo>
                    <a:pt x="165813" y="188350"/>
                  </a:lnTo>
                  <a:lnTo>
                    <a:pt x="166410" y="183004"/>
                  </a:lnTo>
                  <a:lnTo>
                    <a:pt x="166835" y="177641"/>
                  </a:lnTo>
                  <a:lnTo>
                    <a:pt x="167088" y="172267"/>
                  </a:lnTo>
                  <a:lnTo>
                    <a:pt x="167167" y="166888"/>
                  </a:lnTo>
                  <a:lnTo>
                    <a:pt x="167073" y="161509"/>
                  </a:lnTo>
                  <a:lnTo>
                    <a:pt x="166806" y="156135"/>
                  </a:lnTo>
                  <a:lnTo>
                    <a:pt x="166366" y="150774"/>
                  </a:lnTo>
                  <a:lnTo>
                    <a:pt x="165754" y="145429"/>
                  </a:lnTo>
                  <a:lnTo>
                    <a:pt x="164970" y="140106"/>
                  </a:lnTo>
                  <a:lnTo>
                    <a:pt x="164016" y="134812"/>
                  </a:lnTo>
                  <a:lnTo>
                    <a:pt x="162892" y="129551"/>
                  </a:lnTo>
                  <a:lnTo>
                    <a:pt x="161598" y="124329"/>
                  </a:lnTo>
                  <a:lnTo>
                    <a:pt x="160138" y="119151"/>
                  </a:lnTo>
                  <a:lnTo>
                    <a:pt x="158512" y="114023"/>
                  </a:lnTo>
                  <a:lnTo>
                    <a:pt x="156721" y="108950"/>
                  </a:lnTo>
                  <a:lnTo>
                    <a:pt x="154768" y="103937"/>
                  </a:lnTo>
                  <a:lnTo>
                    <a:pt x="152655" y="98990"/>
                  </a:lnTo>
                  <a:lnTo>
                    <a:pt x="150384" y="94113"/>
                  </a:lnTo>
                  <a:lnTo>
                    <a:pt x="147957" y="89312"/>
                  </a:lnTo>
                  <a:lnTo>
                    <a:pt x="145377" y="84591"/>
                  </a:lnTo>
                  <a:lnTo>
                    <a:pt x="142646" y="79956"/>
                  </a:lnTo>
                  <a:lnTo>
                    <a:pt x="139768" y="75411"/>
                  </a:lnTo>
                  <a:lnTo>
                    <a:pt x="136744" y="70961"/>
                  </a:lnTo>
                  <a:lnTo>
                    <a:pt x="133579" y="66611"/>
                  </a:lnTo>
                  <a:lnTo>
                    <a:pt x="130276" y="62364"/>
                  </a:lnTo>
                  <a:lnTo>
                    <a:pt x="126838" y="58227"/>
                  </a:lnTo>
                  <a:lnTo>
                    <a:pt x="123268" y="54202"/>
                  </a:lnTo>
                  <a:lnTo>
                    <a:pt x="119571" y="50294"/>
                  </a:lnTo>
                  <a:lnTo>
                    <a:pt x="115750" y="46507"/>
                  </a:lnTo>
                  <a:lnTo>
                    <a:pt x="111809" y="42844"/>
                  </a:lnTo>
                  <a:lnTo>
                    <a:pt x="107753" y="39311"/>
                  </a:lnTo>
                  <a:lnTo>
                    <a:pt x="103584" y="35910"/>
                  </a:lnTo>
                  <a:lnTo>
                    <a:pt x="99309" y="32645"/>
                  </a:lnTo>
                  <a:lnTo>
                    <a:pt x="94930" y="29519"/>
                  </a:lnTo>
                  <a:lnTo>
                    <a:pt x="90454" y="26535"/>
                  </a:lnTo>
                  <a:lnTo>
                    <a:pt x="85883" y="23698"/>
                  </a:lnTo>
                  <a:lnTo>
                    <a:pt x="81224" y="21008"/>
                  </a:lnTo>
                  <a:lnTo>
                    <a:pt x="76480" y="18470"/>
                  </a:lnTo>
                  <a:lnTo>
                    <a:pt x="71658" y="16086"/>
                  </a:lnTo>
                  <a:lnTo>
                    <a:pt x="66761" y="13859"/>
                  </a:lnTo>
                  <a:lnTo>
                    <a:pt x="61795" y="11790"/>
                  </a:lnTo>
                  <a:lnTo>
                    <a:pt x="56765" y="9882"/>
                  </a:lnTo>
                  <a:lnTo>
                    <a:pt x="51676" y="8137"/>
                  </a:lnTo>
                  <a:lnTo>
                    <a:pt x="46533" y="6556"/>
                  </a:lnTo>
                  <a:lnTo>
                    <a:pt x="41343" y="5142"/>
                  </a:lnTo>
                  <a:lnTo>
                    <a:pt x="36109" y="3895"/>
                  </a:lnTo>
                  <a:lnTo>
                    <a:pt x="30839" y="2818"/>
                  </a:lnTo>
                  <a:lnTo>
                    <a:pt x="25536" y="1911"/>
                  </a:lnTo>
                  <a:lnTo>
                    <a:pt x="20207" y="1175"/>
                  </a:lnTo>
                  <a:lnTo>
                    <a:pt x="14857" y="610"/>
                  </a:lnTo>
                  <a:lnTo>
                    <a:pt x="9491" y="218"/>
                  </a:lnTo>
                  <a:lnTo>
                    <a:pt x="4116" y="0"/>
                  </a:lnTo>
                  <a:lnTo>
                    <a:pt x="0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4116" cy="167167"/>
            </a:xfrm>
            <a:custGeom>
              <a:avLst/>
              <a:pathLst>
                <a:path w="4116" h="167167">
                  <a:moveTo>
                    <a:pt x="4116" y="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tx81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2025-06-05T22:55:24Z</dcterms:modified>
  <cp:category/>
</cp:coreProperties>
</file>