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284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78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7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8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85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4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8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248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8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0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15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3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31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34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8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76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03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66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51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064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1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992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9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50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38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6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41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55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393" y="3170392"/>
              <a:ext cx="1385" cy="167167"/>
            </a:xfrm>
            <a:custGeom>
              <a:avLst/>
              <a:pathLst>
                <a:path w="1385" h="167167">
                  <a:moveTo>
                    <a:pt x="1385" y="0"/>
                  </a:moveTo>
                  <a:lnTo>
                    <a:pt x="0" y="5"/>
                  </a:lnTo>
                  <a:lnTo>
                    <a:pt x="138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2393" y="3170398"/>
              <a:ext cx="1385" cy="167161"/>
            </a:xfrm>
            <a:custGeom>
              <a:avLst/>
              <a:pathLst>
                <a:path w="1385" h="167161">
                  <a:moveTo>
                    <a:pt x="0" y="0"/>
                  </a:moveTo>
                  <a:lnTo>
                    <a:pt x="1385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22" y="3170398"/>
              <a:ext cx="334311" cy="334329"/>
            </a:xfrm>
            <a:custGeom>
              <a:avLst/>
              <a:pathLst>
                <a:path w="334311" h="334329">
                  <a:moveTo>
                    <a:pt x="165770" y="0"/>
                  </a:moveTo>
                  <a:lnTo>
                    <a:pt x="160481" y="127"/>
                  </a:lnTo>
                  <a:lnTo>
                    <a:pt x="155198" y="422"/>
                  </a:lnTo>
                  <a:lnTo>
                    <a:pt x="149927" y="884"/>
                  </a:lnTo>
                  <a:lnTo>
                    <a:pt x="144673" y="1513"/>
                  </a:lnTo>
                  <a:lnTo>
                    <a:pt x="139442" y="2307"/>
                  </a:lnTo>
                  <a:lnTo>
                    <a:pt x="134239" y="3267"/>
                  </a:lnTo>
                  <a:lnTo>
                    <a:pt x="129068" y="4391"/>
                  </a:lnTo>
                  <a:lnTo>
                    <a:pt x="123936" y="5678"/>
                  </a:lnTo>
                  <a:lnTo>
                    <a:pt x="118847" y="7126"/>
                  </a:lnTo>
                  <a:lnTo>
                    <a:pt x="113806" y="8735"/>
                  </a:lnTo>
                  <a:lnTo>
                    <a:pt x="108819" y="10503"/>
                  </a:lnTo>
                  <a:lnTo>
                    <a:pt x="103891" y="12428"/>
                  </a:lnTo>
                  <a:lnTo>
                    <a:pt x="99025" y="14507"/>
                  </a:lnTo>
                  <a:lnTo>
                    <a:pt x="94228" y="16740"/>
                  </a:lnTo>
                  <a:lnTo>
                    <a:pt x="89504" y="19123"/>
                  </a:lnTo>
                  <a:lnTo>
                    <a:pt x="84858" y="21655"/>
                  </a:lnTo>
                  <a:lnTo>
                    <a:pt x="80294" y="24333"/>
                  </a:lnTo>
                  <a:lnTo>
                    <a:pt x="75818" y="27153"/>
                  </a:lnTo>
                  <a:lnTo>
                    <a:pt x="71432" y="30114"/>
                  </a:lnTo>
                  <a:lnTo>
                    <a:pt x="67143" y="33212"/>
                  </a:lnTo>
                  <a:lnTo>
                    <a:pt x="62954" y="36444"/>
                  </a:lnTo>
                  <a:lnTo>
                    <a:pt x="58869" y="39807"/>
                  </a:lnTo>
                  <a:lnTo>
                    <a:pt x="54893" y="43298"/>
                  </a:lnTo>
                  <a:lnTo>
                    <a:pt x="51029" y="46913"/>
                  </a:lnTo>
                  <a:lnTo>
                    <a:pt x="47282" y="50649"/>
                  </a:lnTo>
                  <a:lnTo>
                    <a:pt x="43655" y="54501"/>
                  </a:lnTo>
                  <a:lnTo>
                    <a:pt x="40151" y="58466"/>
                  </a:lnTo>
                  <a:lnTo>
                    <a:pt x="36775" y="62540"/>
                  </a:lnTo>
                  <a:lnTo>
                    <a:pt x="33529" y="66718"/>
                  </a:lnTo>
                  <a:lnTo>
                    <a:pt x="30417" y="70998"/>
                  </a:lnTo>
                  <a:lnTo>
                    <a:pt x="27442" y="75373"/>
                  </a:lnTo>
                  <a:lnTo>
                    <a:pt x="24607" y="79841"/>
                  </a:lnTo>
                  <a:lnTo>
                    <a:pt x="21915" y="84396"/>
                  </a:lnTo>
                  <a:lnTo>
                    <a:pt x="19369" y="89034"/>
                  </a:lnTo>
                  <a:lnTo>
                    <a:pt x="16970" y="93750"/>
                  </a:lnTo>
                  <a:lnTo>
                    <a:pt x="14722" y="98540"/>
                  </a:lnTo>
                  <a:lnTo>
                    <a:pt x="12627" y="103399"/>
                  </a:lnTo>
                  <a:lnTo>
                    <a:pt x="10686" y="108321"/>
                  </a:lnTo>
                  <a:lnTo>
                    <a:pt x="8902" y="113302"/>
                  </a:lnTo>
                  <a:lnTo>
                    <a:pt x="7277" y="118338"/>
                  </a:lnTo>
                  <a:lnTo>
                    <a:pt x="5812" y="123422"/>
                  </a:lnTo>
                  <a:lnTo>
                    <a:pt x="4509" y="128550"/>
                  </a:lnTo>
                  <a:lnTo>
                    <a:pt x="3368" y="133717"/>
                  </a:lnTo>
                  <a:lnTo>
                    <a:pt x="2392" y="138917"/>
                  </a:lnTo>
                  <a:lnTo>
                    <a:pt x="1580" y="144146"/>
                  </a:lnTo>
                  <a:lnTo>
                    <a:pt x="935" y="149397"/>
                  </a:lnTo>
                  <a:lnTo>
                    <a:pt x="456" y="154667"/>
                  </a:lnTo>
                  <a:lnTo>
                    <a:pt x="144" y="159949"/>
                  </a:lnTo>
                  <a:lnTo>
                    <a:pt x="0" y="165238"/>
                  </a:lnTo>
                  <a:lnTo>
                    <a:pt x="22" y="170529"/>
                  </a:lnTo>
                  <a:lnTo>
                    <a:pt x="213" y="175817"/>
                  </a:lnTo>
                  <a:lnTo>
                    <a:pt x="570" y="181096"/>
                  </a:lnTo>
                  <a:lnTo>
                    <a:pt x="1095" y="186361"/>
                  </a:lnTo>
                  <a:lnTo>
                    <a:pt x="1785" y="191607"/>
                  </a:lnTo>
                  <a:lnTo>
                    <a:pt x="2642" y="196828"/>
                  </a:lnTo>
                  <a:lnTo>
                    <a:pt x="3663" y="202020"/>
                  </a:lnTo>
                  <a:lnTo>
                    <a:pt x="4848" y="207177"/>
                  </a:lnTo>
                  <a:lnTo>
                    <a:pt x="6196" y="212293"/>
                  </a:lnTo>
                  <a:lnTo>
                    <a:pt x="7705" y="217365"/>
                  </a:lnTo>
                  <a:lnTo>
                    <a:pt x="9374" y="222386"/>
                  </a:lnTo>
                  <a:lnTo>
                    <a:pt x="11201" y="227352"/>
                  </a:lnTo>
                  <a:lnTo>
                    <a:pt x="13184" y="232257"/>
                  </a:lnTo>
                  <a:lnTo>
                    <a:pt x="15321" y="237097"/>
                  </a:lnTo>
                  <a:lnTo>
                    <a:pt x="17610" y="241868"/>
                  </a:lnTo>
                  <a:lnTo>
                    <a:pt x="20049" y="246563"/>
                  </a:lnTo>
                  <a:lnTo>
                    <a:pt x="22636" y="251179"/>
                  </a:lnTo>
                  <a:lnTo>
                    <a:pt x="25367" y="255710"/>
                  </a:lnTo>
                  <a:lnTo>
                    <a:pt x="28241" y="260153"/>
                  </a:lnTo>
                  <a:lnTo>
                    <a:pt x="31253" y="264503"/>
                  </a:lnTo>
                  <a:lnTo>
                    <a:pt x="34402" y="268755"/>
                  </a:lnTo>
                  <a:lnTo>
                    <a:pt x="37684" y="272906"/>
                  </a:lnTo>
                  <a:lnTo>
                    <a:pt x="41095" y="276950"/>
                  </a:lnTo>
                  <a:lnTo>
                    <a:pt x="44633" y="280885"/>
                  </a:lnTo>
                  <a:lnTo>
                    <a:pt x="48293" y="284706"/>
                  </a:lnTo>
                  <a:lnTo>
                    <a:pt x="52073" y="288408"/>
                  </a:lnTo>
                  <a:lnTo>
                    <a:pt x="55968" y="291990"/>
                  </a:lnTo>
                  <a:lnTo>
                    <a:pt x="59974" y="295446"/>
                  </a:lnTo>
                  <a:lnTo>
                    <a:pt x="64088" y="298774"/>
                  </a:lnTo>
                  <a:lnTo>
                    <a:pt x="68305" y="301970"/>
                  </a:lnTo>
                  <a:lnTo>
                    <a:pt x="72621" y="305031"/>
                  </a:lnTo>
                  <a:lnTo>
                    <a:pt x="77031" y="307954"/>
                  </a:lnTo>
                  <a:lnTo>
                    <a:pt x="81532" y="310735"/>
                  </a:lnTo>
                  <a:lnTo>
                    <a:pt x="86119" y="313373"/>
                  </a:lnTo>
                  <a:lnTo>
                    <a:pt x="90787" y="315865"/>
                  </a:lnTo>
                  <a:lnTo>
                    <a:pt x="95531" y="318207"/>
                  </a:lnTo>
                  <a:lnTo>
                    <a:pt x="100347" y="320398"/>
                  </a:lnTo>
                  <a:lnTo>
                    <a:pt x="105230" y="322436"/>
                  </a:lnTo>
                  <a:lnTo>
                    <a:pt x="110175" y="324318"/>
                  </a:lnTo>
                  <a:lnTo>
                    <a:pt x="115178" y="326042"/>
                  </a:lnTo>
                  <a:lnTo>
                    <a:pt x="120232" y="327608"/>
                  </a:lnTo>
                  <a:lnTo>
                    <a:pt x="125333" y="329012"/>
                  </a:lnTo>
                  <a:lnTo>
                    <a:pt x="130476" y="330255"/>
                  </a:lnTo>
                  <a:lnTo>
                    <a:pt x="135656" y="331334"/>
                  </a:lnTo>
                  <a:lnTo>
                    <a:pt x="140868" y="332249"/>
                  </a:lnTo>
                  <a:lnTo>
                    <a:pt x="146106" y="332998"/>
                  </a:lnTo>
                  <a:lnTo>
                    <a:pt x="151365" y="333581"/>
                  </a:lnTo>
                  <a:lnTo>
                    <a:pt x="156639" y="333998"/>
                  </a:lnTo>
                  <a:lnTo>
                    <a:pt x="161925" y="334247"/>
                  </a:lnTo>
                  <a:lnTo>
                    <a:pt x="167215" y="334329"/>
                  </a:lnTo>
                  <a:lnTo>
                    <a:pt x="172506" y="334243"/>
                  </a:lnTo>
                  <a:lnTo>
                    <a:pt x="177791" y="333990"/>
                  </a:lnTo>
                  <a:lnTo>
                    <a:pt x="183065" y="333570"/>
                  </a:lnTo>
                  <a:lnTo>
                    <a:pt x="188324" y="332983"/>
                  </a:lnTo>
                  <a:lnTo>
                    <a:pt x="193561" y="332230"/>
                  </a:lnTo>
                  <a:lnTo>
                    <a:pt x="198772" y="331312"/>
                  </a:lnTo>
                  <a:lnTo>
                    <a:pt x="203951" y="330229"/>
                  </a:lnTo>
                  <a:lnTo>
                    <a:pt x="209093" y="328983"/>
                  </a:lnTo>
                  <a:lnTo>
                    <a:pt x="214194" y="327574"/>
                  </a:lnTo>
                  <a:lnTo>
                    <a:pt x="219247" y="326005"/>
                  </a:lnTo>
                  <a:lnTo>
                    <a:pt x="224248" y="324277"/>
                  </a:lnTo>
                  <a:lnTo>
                    <a:pt x="229191" y="322392"/>
                  </a:lnTo>
                  <a:lnTo>
                    <a:pt x="234073" y="320351"/>
                  </a:lnTo>
                  <a:lnTo>
                    <a:pt x="238888" y="318156"/>
                  </a:lnTo>
                  <a:lnTo>
                    <a:pt x="243630" y="315810"/>
                  </a:lnTo>
                  <a:lnTo>
                    <a:pt x="248297" y="313316"/>
                  </a:lnTo>
                  <a:lnTo>
                    <a:pt x="252881" y="310675"/>
                  </a:lnTo>
                  <a:lnTo>
                    <a:pt x="257380" y="307890"/>
                  </a:lnTo>
                  <a:lnTo>
                    <a:pt x="261789" y="304964"/>
                  </a:lnTo>
                  <a:lnTo>
                    <a:pt x="266103" y="301900"/>
                  </a:lnTo>
                  <a:lnTo>
                    <a:pt x="270317" y="298701"/>
                  </a:lnTo>
                  <a:lnTo>
                    <a:pt x="274428" y="295370"/>
                  </a:lnTo>
                  <a:lnTo>
                    <a:pt x="278432" y="291911"/>
                  </a:lnTo>
                  <a:lnTo>
                    <a:pt x="282325" y="288327"/>
                  </a:lnTo>
                  <a:lnTo>
                    <a:pt x="286102" y="284621"/>
                  </a:lnTo>
                  <a:lnTo>
                    <a:pt x="289759" y="280798"/>
                  </a:lnTo>
                  <a:lnTo>
                    <a:pt x="293294" y="276861"/>
                  </a:lnTo>
                  <a:lnTo>
                    <a:pt x="296703" y="272814"/>
                  </a:lnTo>
                  <a:lnTo>
                    <a:pt x="299982" y="268661"/>
                  </a:lnTo>
                  <a:lnTo>
                    <a:pt x="303127" y="264407"/>
                  </a:lnTo>
                  <a:lnTo>
                    <a:pt x="306137" y="260055"/>
                  </a:lnTo>
                  <a:lnTo>
                    <a:pt x="309007" y="255610"/>
                  </a:lnTo>
                  <a:lnTo>
                    <a:pt x="311735" y="251076"/>
                  </a:lnTo>
                  <a:lnTo>
                    <a:pt x="314319" y="246459"/>
                  </a:lnTo>
                  <a:lnTo>
                    <a:pt x="316754" y="241762"/>
                  </a:lnTo>
                  <a:lnTo>
                    <a:pt x="319040" y="236990"/>
                  </a:lnTo>
                  <a:lnTo>
                    <a:pt x="321174" y="232148"/>
                  </a:lnTo>
                  <a:lnTo>
                    <a:pt x="323154" y="227241"/>
                  </a:lnTo>
                  <a:lnTo>
                    <a:pt x="324977" y="222274"/>
                  </a:lnTo>
                  <a:lnTo>
                    <a:pt x="326642" y="217252"/>
                  </a:lnTo>
                  <a:lnTo>
                    <a:pt x="328148" y="212179"/>
                  </a:lnTo>
                  <a:lnTo>
                    <a:pt x="329492" y="207062"/>
                  </a:lnTo>
                  <a:lnTo>
                    <a:pt x="330673" y="201904"/>
                  </a:lnTo>
                  <a:lnTo>
                    <a:pt x="331691" y="196712"/>
                  </a:lnTo>
                  <a:lnTo>
                    <a:pt x="332544" y="191490"/>
                  </a:lnTo>
                  <a:lnTo>
                    <a:pt x="333231" y="186243"/>
                  </a:lnTo>
                  <a:lnTo>
                    <a:pt x="333751" y="180978"/>
                  </a:lnTo>
                  <a:lnTo>
                    <a:pt x="334105" y="175699"/>
                  </a:lnTo>
                  <a:lnTo>
                    <a:pt x="334292" y="170411"/>
                  </a:lnTo>
                  <a:lnTo>
                    <a:pt x="334311" y="165120"/>
                  </a:lnTo>
                  <a:lnTo>
                    <a:pt x="334163" y="159831"/>
                  </a:lnTo>
                  <a:lnTo>
                    <a:pt x="333847" y="154549"/>
                  </a:lnTo>
                  <a:lnTo>
                    <a:pt x="333364" y="149280"/>
                  </a:lnTo>
                  <a:lnTo>
                    <a:pt x="332715" y="144029"/>
                  </a:lnTo>
                  <a:lnTo>
                    <a:pt x="331900" y="138801"/>
                  </a:lnTo>
                  <a:lnTo>
                    <a:pt x="330920" y="133601"/>
                  </a:lnTo>
                  <a:lnTo>
                    <a:pt x="329776" y="128435"/>
                  </a:lnTo>
                  <a:lnTo>
                    <a:pt x="328469" y="123308"/>
                  </a:lnTo>
                  <a:lnTo>
                    <a:pt x="327000" y="118225"/>
                  </a:lnTo>
                  <a:lnTo>
                    <a:pt x="325371" y="113190"/>
                  </a:lnTo>
                  <a:lnTo>
                    <a:pt x="323584" y="108210"/>
                  </a:lnTo>
                  <a:lnTo>
                    <a:pt x="321640" y="103289"/>
                  </a:lnTo>
                  <a:lnTo>
                    <a:pt x="319541" y="98432"/>
                  </a:lnTo>
                  <a:lnTo>
                    <a:pt x="317290" y="93644"/>
                  </a:lnTo>
                  <a:lnTo>
                    <a:pt x="314888" y="88929"/>
                  </a:lnTo>
                  <a:lnTo>
                    <a:pt x="312338" y="84293"/>
                  </a:lnTo>
                  <a:lnTo>
                    <a:pt x="309643" y="79740"/>
                  </a:lnTo>
                  <a:lnTo>
                    <a:pt x="306805" y="75274"/>
                  </a:lnTo>
                  <a:lnTo>
                    <a:pt x="303827" y="70901"/>
                  </a:lnTo>
                  <a:lnTo>
                    <a:pt x="300712" y="66624"/>
                  </a:lnTo>
                  <a:lnTo>
                    <a:pt x="297463" y="62447"/>
                  </a:lnTo>
                  <a:lnTo>
                    <a:pt x="294084" y="58376"/>
                  </a:lnTo>
                  <a:lnTo>
                    <a:pt x="290577" y="54413"/>
                  </a:lnTo>
                  <a:lnTo>
                    <a:pt x="286947" y="50564"/>
                  </a:lnTo>
                  <a:lnTo>
                    <a:pt x="283197" y="46831"/>
                  </a:lnTo>
                  <a:lnTo>
                    <a:pt x="279331" y="43219"/>
                  </a:lnTo>
                  <a:lnTo>
                    <a:pt x="275352" y="39731"/>
                  </a:lnTo>
                  <a:lnTo>
                    <a:pt x="271265" y="36370"/>
                  </a:lnTo>
                  <a:lnTo>
                    <a:pt x="267074" y="33141"/>
                  </a:lnTo>
                  <a:lnTo>
                    <a:pt x="262782" y="30046"/>
                  </a:lnTo>
                  <a:lnTo>
                    <a:pt x="258395" y="27088"/>
                  </a:lnTo>
                  <a:lnTo>
                    <a:pt x="253916" y="24271"/>
                  </a:lnTo>
                  <a:lnTo>
                    <a:pt x="249351" y="21597"/>
                  </a:lnTo>
                  <a:lnTo>
                    <a:pt x="244703" y="19068"/>
                  </a:lnTo>
                  <a:lnTo>
                    <a:pt x="239977" y="16688"/>
                  </a:lnTo>
                  <a:lnTo>
                    <a:pt x="235178" y="14459"/>
                  </a:lnTo>
                  <a:lnTo>
                    <a:pt x="230312" y="12383"/>
                  </a:lnTo>
                  <a:lnTo>
                    <a:pt x="225382" y="10462"/>
                  </a:lnTo>
                  <a:lnTo>
                    <a:pt x="220393" y="8698"/>
                  </a:lnTo>
                  <a:lnTo>
                    <a:pt x="215351" y="7092"/>
                  </a:lnTo>
                  <a:lnTo>
                    <a:pt x="210261" y="5647"/>
                  </a:lnTo>
                  <a:lnTo>
                    <a:pt x="205128" y="4364"/>
                  </a:lnTo>
                  <a:lnTo>
                    <a:pt x="199957" y="3243"/>
                  </a:lnTo>
                  <a:lnTo>
                    <a:pt x="194753" y="2287"/>
                  </a:lnTo>
                  <a:lnTo>
                    <a:pt x="189521" y="1497"/>
                  </a:lnTo>
                  <a:lnTo>
                    <a:pt x="184267" y="872"/>
                  </a:lnTo>
                  <a:lnTo>
                    <a:pt x="167156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17111" cy="167167"/>
            </a:xfrm>
            <a:custGeom>
              <a:avLst/>
              <a:pathLst>
                <a:path w="17111" h="167167">
                  <a:moveTo>
                    <a:pt x="17111" y="878"/>
                  </a:moveTo>
                  <a:lnTo>
                    <a:pt x="8566" y="2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434" y="2633064"/>
              <a:ext cx="31577" cy="167167"/>
            </a:xfrm>
            <a:custGeom>
              <a:avLst/>
              <a:pathLst>
                <a:path w="31577" h="167167">
                  <a:moveTo>
                    <a:pt x="31577" y="0"/>
                  </a:moveTo>
                  <a:lnTo>
                    <a:pt x="25225" y="120"/>
                  </a:lnTo>
                  <a:lnTo>
                    <a:pt x="18882" y="482"/>
                  </a:lnTo>
                  <a:lnTo>
                    <a:pt x="12557" y="1085"/>
                  </a:lnTo>
                  <a:lnTo>
                    <a:pt x="6260" y="1928"/>
                  </a:lnTo>
                  <a:lnTo>
                    <a:pt x="0" y="3009"/>
                  </a:lnTo>
                  <a:lnTo>
                    <a:pt x="3157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7434" y="2636073"/>
              <a:ext cx="31577" cy="164157"/>
            </a:xfrm>
            <a:custGeom>
              <a:avLst/>
              <a:pathLst>
                <a:path w="31577" h="164157">
                  <a:moveTo>
                    <a:pt x="0" y="0"/>
                  </a:moveTo>
                  <a:lnTo>
                    <a:pt x="31577" y="164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56" y="2636073"/>
              <a:ext cx="334320" cy="331320"/>
            </a:xfrm>
            <a:custGeom>
              <a:avLst/>
              <a:pathLst>
                <a:path w="334320" h="331320">
                  <a:moveTo>
                    <a:pt x="135578" y="0"/>
                  </a:moveTo>
                  <a:lnTo>
                    <a:pt x="130398" y="1081"/>
                  </a:lnTo>
                  <a:lnTo>
                    <a:pt x="125255" y="2326"/>
                  </a:lnTo>
                  <a:lnTo>
                    <a:pt x="120154" y="3734"/>
                  </a:lnTo>
                  <a:lnTo>
                    <a:pt x="115100" y="5301"/>
                  </a:lnTo>
                  <a:lnTo>
                    <a:pt x="110098" y="7029"/>
                  </a:lnTo>
                  <a:lnTo>
                    <a:pt x="105153" y="8913"/>
                  </a:lnTo>
                  <a:lnTo>
                    <a:pt x="100271" y="10953"/>
                  </a:lnTo>
                  <a:lnTo>
                    <a:pt x="95455" y="13147"/>
                  </a:lnTo>
                  <a:lnTo>
                    <a:pt x="90712" y="15492"/>
                  </a:lnTo>
                  <a:lnTo>
                    <a:pt x="86044" y="17986"/>
                  </a:lnTo>
                  <a:lnTo>
                    <a:pt x="81459" y="20626"/>
                  </a:lnTo>
                  <a:lnTo>
                    <a:pt x="76959" y="23411"/>
                  </a:lnTo>
                  <a:lnTo>
                    <a:pt x="72549" y="26336"/>
                  </a:lnTo>
                  <a:lnTo>
                    <a:pt x="68234" y="29399"/>
                  </a:lnTo>
                  <a:lnTo>
                    <a:pt x="64019" y="32598"/>
                  </a:lnTo>
                  <a:lnTo>
                    <a:pt x="59907" y="35928"/>
                  </a:lnTo>
                  <a:lnTo>
                    <a:pt x="55902" y="39387"/>
                  </a:lnTo>
                  <a:lnTo>
                    <a:pt x="52008" y="42970"/>
                  </a:lnTo>
                  <a:lnTo>
                    <a:pt x="48230" y="46676"/>
                  </a:lnTo>
                  <a:lnTo>
                    <a:pt x="44572" y="50499"/>
                  </a:lnTo>
                  <a:lnTo>
                    <a:pt x="41036" y="54435"/>
                  </a:lnTo>
                  <a:lnTo>
                    <a:pt x="37626" y="58482"/>
                  </a:lnTo>
                  <a:lnTo>
                    <a:pt x="34346" y="62635"/>
                  </a:lnTo>
                  <a:lnTo>
                    <a:pt x="31200" y="66889"/>
                  </a:lnTo>
                  <a:lnTo>
                    <a:pt x="28189" y="71241"/>
                  </a:lnTo>
                  <a:lnTo>
                    <a:pt x="25318" y="75686"/>
                  </a:lnTo>
                  <a:lnTo>
                    <a:pt x="22589" y="80219"/>
                  </a:lnTo>
                  <a:lnTo>
                    <a:pt x="20004" y="84837"/>
                  </a:lnTo>
                  <a:lnTo>
                    <a:pt x="17568" y="89534"/>
                  </a:lnTo>
                  <a:lnTo>
                    <a:pt x="15281" y="94306"/>
                  </a:lnTo>
                  <a:lnTo>
                    <a:pt x="13146" y="99148"/>
                  </a:lnTo>
                  <a:lnTo>
                    <a:pt x="11166" y="104055"/>
                  </a:lnTo>
                  <a:lnTo>
                    <a:pt x="9341" y="109022"/>
                  </a:lnTo>
                  <a:lnTo>
                    <a:pt x="7675" y="114045"/>
                  </a:lnTo>
                  <a:lnTo>
                    <a:pt x="6169" y="119117"/>
                  </a:lnTo>
                  <a:lnTo>
                    <a:pt x="4824" y="124235"/>
                  </a:lnTo>
                  <a:lnTo>
                    <a:pt x="3642" y="129393"/>
                  </a:lnTo>
                  <a:lnTo>
                    <a:pt x="2624" y="134586"/>
                  </a:lnTo>
                  <a:lnTo>
                    <a:pt x="1770" y="139808"/>
                  </a:lnTo>
                  <a:lnTo>
                    <a:pt x="1082" y="145055"/>
                  </a:lnTo>
                  <a:lnTo>
                    <a:pt x="561" y="150321"/>
                  </a:lnTo>
                  <a:lnTo>
                    <a:pt x="206" y="155600"/>
                  </a:lnTo>
                  <a:lnTo>
                    <a:pt x="19" y="160889"/>
                  </a:lnTo>
                  <a:lnTo>
                    <a:pt x="0" y="166180"/>
                  </a:lnTo>
                  <a:lnTo>
                    <a:pt x="147" y="171470"/>
                  </a:lnTo>
                  <a:lnTo>
                    <a:pt x="462" y="176752"/>
                  </a:lnTo>
                  <a:lnTo>
                    <a:pt x="945" y="182022"/>
                  </a:lnTo>
                  <a:lnTo>
                    <a:pt x="1593" y="187273"/>
                  </a:lnTo>
                  <a:lnTo>
                    <a:pt x="2408" y="192502"/>
                  </a:lnTo>
                  <a:lnTo>
                    <a:pt x="3387" y="197702"/>
                  </a:lnTo>
                  <a:lnTo>
                    <a:pt x="4531" y="202869"/>
                  </a:lnTo>
                  <a:lnTo>
                    <a:pt x="5838" y="207996"/>
                  </a:lnTo>
                  <a:lnTo>
                    <a:pt x="7306" y="213080"/>
                  </a:lnTo>
                  <a:lnTo>
                    <a:pt x="8935" y="218115"/>
                  </a:lnTo>
                  <a:lnTo>
                    <a:pt x="10722" y="223096"/>
                  </a:lnTo>
                  <a:lnTo>
                    <a:pt x="12666" y="228017"/>
                  </a:lnTo>
                  <a:lnTo>
                    <a:pt x="14764" y="232875"/>
                  </a:lnTo>
                  <a:lnTo>
                    <a:pt x="17016" y="237664"/>
                  </a:lnTo>
                  <a:lnTo>
                    <a:pt x="19417" y="242379"/>
                  </a:lnTo>
                  <a:lnTo>
                    <a:pt x="21967" y="247016"/>
                  </a:lnTo>
                  <a:lnTo>
                    <a:pt x="24662" y="251570"/>
                  </a:lnTo>
                  <a:lnTo>
                    <a:pt x="27500" y="256036"/>
                  </a:lnTo>
                  <a:lnTo>
                    <a:pt x="30478" y="260410"/>
                  </a:lnTo>
                  <a:lnTo>
                    <a:pt x="33593" y="264688"/>
                  </a:lnTo>
                  <a:lnTo>
                    <a:pt x="36842" y="268865"/>
                  </a:lnTo>
                  <a:lnTo>
                    <a:pt x="40221" y="272937"/>
                  </a:lnTo>
                  <a:lnTo>
                    <a:pt x="43728" y="276900"/>
                  </a:lnTo>
                  <a:lnTo>
                    <a:pt x="47358" y="280750"/>
                  </a:lnTo>
                  <a:lnTo>
                    <a:pt x="51108" y="284483"/>
                  </a:lnTo>
                  <a:lnTo>
                    <a:pt x="54975" y="288096"/>
                  </a:lnTo>
                  <a:lnTo>
                    <a:pt x="58954" y="291584"/>
                  </a:lnTo>
                  <a:lnTo>
                    <a:pt x="63041" y="294945"/>
                  </a:lnTo>
                  <a:lnTo>
                    <a:pt x="67233" y="298175"/>
                  </a:lnTo>
                  <a:lnTo>
                    <a:pt x="71525" y="301270"/>
                  </a:lnTo>
                  <a:lnTo>
                    <a:pt x="75912" y="304228"/>
                  </a:lnTo>
                  <a:lnTo>
                    <a:pt x="80391" y="307046"/>
                  </a:lnTo>
                  <a:lnTo>
                    <a:pt x="84957" y="309720"/>
                  </a:lnTo>
                  <a:lnTo>
                    <a:pt x="89606" y="312249"/>
                  </a:lnTo>
                  <a:lnTo>
                    <a:pt x="94332" y="314629"/>
                  </a:lnTo>
                  <a:lnTo>
                    <a:pt x="99131" y="316859"/>
                  </a:lnTo>
                  <a:lnTo>
                    <a:pt x="103998" y="318935"/>
                  </a:lnTo>
                  <a:lnTo>
                    <a:pt x="108928" y="320857"/>
                  </a:lnTo>
                  <a:lnTo>
                    <a:pt x="113917" y="322621"/>
                  </a:lnTo>
                  <a:lnTo>
                    <a:pt x="118959" y="324227"/>
                  </a:lnTo>
                  <a:lnTo>
                    <a:pt x="124050" y="325672"/>
                  </a:lnTo>
                  <a:lnTo>
                    <a:pt x="129183" y="326955"/>
                  </a:lnTo>
                  <a:lnTo>
                    <a:pt x="134355" y="328076"/>
                  </a:lnTo>
                  <a:lnTo>
                    <a:pt x="139559" y="329032"/>
                  </a:lnTo>
                  <a:lnTo>
                    <a:pt x="144792" y="329822"/>
                  </a:lnTo>
                  <a:lnTo>
                    <a:pt x="150046" y="330447"/>
                  </a:lnTo>
                  <a:lnTo>
                    <a:pt x="155318" y="330905"/>
                  </a:lnTo>
                  <a:lnTo>
                    <a:pt x="160602" y="331196"/>
                  </a:lnTo>
                  <a:lnTo>
                    <a:pt x="165892" y="331320"/>
                  </a:lnTo>
                  <a:lnTo>
                    <a:pt x="171183" y="331276"/>
                  </a:lnTo>
                  <a:lnTo>
                    <a:pt x="176471" y="331065"/>
                  </a:lnTo>
                  <a:lnTo>
                    <a:pt x="181749" y="330687"/>
                  </a:lnTo>
                  <a:lnTo>
                    <a:pt x="187012" y="330141"/>
                  </a:lnTo>
                  <a:lnTo>
                    <a:pt x="192256" y="329430"/>
                  </a:lnTo>
                  <a:lnTo>
                    <a:pt x="197474" y="328552"/>
                  </a:lnTo>
                  <a:lnTo>
                    <a:pt x="202662" y="327510"/>
                  </a:lnTo>
                  <a:lnTo>
                    <a:pt x="207814" y="326305"/>
                  </a:lnTo>
                  <a:lnTo>
                    <a:pt x="212926" y="324937"/>
                  </a:lnTo>
                  <a:lnTo>
                    <a:pt x="217992" y="323407"/>
                  </a:lnTo>
                  <a:lnTo>
                    <a:pt x="223007" y="321719"/>
                  </a:lnTo>
                  <a:lnTo>
                    <a:pt x="227966" y="319872"/>
                  </a:lnTo>
                  <a:lnTo>
                    <a:pt x="232864" y="317869"/>
                  </a:lnTo>
                  <a:lnTo>
                    <a:pt x="237696" y="315712"/>
                  </a:lnTo>
                  <a:lnTo>
                    <a:pt x="242457" y="313404"/>
                  </a:lnTo>
                  <a:lnTo>
                    <a:pt x="247143" y="310946"/>
                  </a:lnTo>
                  <a:lnTo>
                    <a:pt x="251749" y="308340"/>
                  </a:lnTo>
                  <a:lnTo>
                    <a:pt x="256270" y="305591"/>
                  </a:lnTo>
                  <a:lnTo>
                    <a:pt x="260702" y="302699"/>
                  </a:lnTo>
                  <a:lnTo>
                    <a:pt x="265040" y="299669"/>
                  </a:lnTo>
                  <a:lnTo>
                    <a:pt x="269280" y="296503"/>
                  </a:lnTo>
                  <a:lnTo>
                    <a:pt x="273418" y="293204"/>
                  </a:lnTo>
                  <a:lnTo>
                    <a:pt x="277449" y="289776"/>
                  </a:lnTo>
                  <a:lnTo>
                    <a:pt x="281370" y="286223"/>
                  </a:lnTo>
                  <a:lnTo>
                    <a:pt x="285176" y="282546"/>
                  </a:lnTo>
                  <a:lnTo>
                    <a:pt x="288864" y="278752"/>
                  </a:lnTo>
                  <a:lnTo>
                    <a:pt x="292430" y="274842"/>
                  </a:lnTo>
                  <a:lnTo>
                    <a:pt x="295870" y="270822"/>
                  </a:lnTo>
                  <a:lnTo>
                    <a:pt x="299182" y="266694"/>
                  </a:lnTo>
                  <a:lnTo>
                    <a:pt x="302361" y="262464"/>
                  </a:lnTo>
                  <a:lnTo>
                    <a:pt x="305405" y="258135"/>
                  </a:lnTo>
                  <a:lnTo>
                    <a:pt x="308310" y="253713"/>
                  </a:lnTo>
                  <a:lnTo>
                    <a:pt x="311074" y="249200"/>
                  </a:lnTo>
                  <a:lnTo>
                    <a:pt x="313693" y="244602"/>
                  </a:lnTo>
                  <a:lnTo>
                    <a:pt x="316166" y="239924"/>
                  </a:lnTo>
                  <a:lnTo>
                    <a:pt x="318489" y="235170"/>
                  </a:lnTo>
                  <a:lnTo>
                    <a:pt x="320661" y="230344"/>
                  </a:lnTo>
                  <a:lnTo>
                    <a:pt x="322679" y="225453"/>
                  </a:lnTo>
                  <a:lnTo>
                    <a:pt x="324541" y="220499"/>
                  </a:lnTo>
                  <a:lnTo>
                    <a:pt x="326246" y="215490"/>
                  </a:lnTo>
                  <a:lnTo>
                    <a:pt x="327791" y="210429"/>
                  </a:lnTo>
                  <a:lnTo>
                    <a:pt x="329175" y="205321"/>
                  </a:lnTo>
                  <a:lnTo>
                    <a:pt x="330396" y="200173"/>
                  </a:lnTo>
                  <a:lnTo>
                    <a:pt x="331455" y="194988"/>
                  </a:lnTo>
                  <a:lnTo>
                    <a:pt x="332348" y="189772"/>
                  </a:lnTo>
                  <a:lnTo>
                    <a:pt x="333076" y="184531"/>
                  </a:lnTo>
                  <a:lnTo>
                    <a:pt x="333638" y="179269"/>
                  </a:lnTo>
                  <a:lnTo>
                    <a:pt x="334033" y="173992"/>
                  </a:lnTo>
                  <a:lnTo>
                    <a:pt x="334260" y="168706"/>
                  </a:lnTo>
                  <a:lnTo>
                    <a:pt x="334320" y="163414"/>
                  </a:lnTo>
                  <a:lnTo>
                    <a:pt x="334213" y="158124"/>
                  </a:lnTo>
                  <a:lnTo>
                    <a:pt x="333939" y="152839"/>
                  </a:lnTo>
                  <a:lnTo>
                    <a:pt x="333497" y="147566"/>
                  </a:lnTo>
                  <a:lnTo>
                    <a:pt x="332888" y="142310"/>
                  </a:lnTo>
                  <a:lnTo>
                    <a:pt x="332114" y="137075"/>
                  </a:lnTo>
                  <a:lnTo>
                    <a:pt x="331174" y="131868"/>
                  </a:lnTo>
                  <a:lnTo>
                    <a:pt x="330070" y="126693"/>
                  </a:lnTo>
                  <a:lnTo>
                    <a:pt x="328802" y="121555"/>
                  </a:lnTo>
                  <a:lnTo>
                    <a:pt x="327373" y="116460"/>
                  </a:lnTo>
                  <a:lnTo>
                    <a:pt x="325783" y="111413"/>
                  </a:lnTo>
                  <a:lnTo>
                    <a:pt x="324034" y="106419"/>
                  </a:lnTo>
                  <a:lnTo>
                    <a:pt x="322128" y="101482"/>
                  </a:lnTo>
                  <a:lnTo>
                    <a:pt x="320067" y="96609"/>
                  </a:lnTo>
                  <a:lnTo>
                    <a:pt x="317852" y="91803"/>
                  </a:lnTo>
                  <a:lnTo>
                    <a:pt x="315487" y="87069"/>
                  </a:lnTo>
                  <a:lnTo>
                    <a:pt x="312972" y="82413"/>
                  </a:lnTo>
                  <a:lnTo>
                    <a:pt x="310312" y="77839"/>
                  </a:lnTo>
                  <a:lnTo>
                    <a:pt x="307508" y="73351"/>
                  </a:lnTo>
                  <a:lnTo>
                    <a:pt x="304564" y="68954"/>
                  </a:lnTo>
                  <a:lnTo>
                    <a:pt x="301482" y="64653"/>
                  </a:lnTo>
                  <a:lnTo>
                    <a:pt x="298265" y="60451"/>
                  </a:lnTo>
                  <a:lnTo>
                    <a:pt x="294917" y="56353"/>
                  </a:lnTo>
                  <a:lnTo>
                    <a:pt x="291441" y="52364"/>
                  </a:lnTo>
                  <a:lnTo>
                    <a:pt x="287840" y="48486"/>
                  </a:lnTo>
                  <a:lnTo>
                    <a:pt x="284119" y="44724"/>
                  </a:lnTo>
                  <a:lnTo>
                    <a:pt x="280280" y="41082"/>
                  </a:lnTo>
                  <a:lnTo>
                    <a:pt x="276328" y="37563"/>
                  </a:lnTo>
                  <a:lnTo>
                    <a:pt x="272267" y="34171"/>
                  </a:lnTo>
                  <a:lnTo>
                    <a:pt x="268100" y="30909"/>
                  </a:lnTo>
                  <a:lnTo>
                    <a:pt x="263832" y="27781"/>
                  </a:lnTo>
                  <a:lnTo>
                    <a:pt x="259467" y="24790"/>
                  </a:lnTo>
                  <a:lnTo>
                    <a:pt x="255010" y="21938"/>
                  </a:lnTo>
                  <a:lnTo>
                    <a:pt x="250464" y="19228"/>
                  </a:lnTo>
                  <a:lnTo>
                    <a:pt x="245835" y="16664"/>
                  </a:lnTo>
                  <a:lnTo>
                    <a:pt x="241128" y="14248"/>
                  </a:lnTo>
                  <a:lnTo>
                    <a:pt x="236346" y="11982"/>
                  </a:lnTo>
                  <a:lnTo>
                    <a:pt x="167155" y="164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69191" cy="167167"/>
            </a:xfrm>
            <a:custGeom>
              <a:avLst/>
              <a:pathLst>
                <a:path w="69191" h="167167">
                  <a:moveTo>
                    <a:pt x="69191" y="14991"/>
                  </a:moveTo>
                  <a:lnTo>
                    <a:pt x="63737" y="12627"/>
                  </a:lnTo>
                  <a:lnTo>
                    <a:pt x="58202" y="10459"/>
                  </a:lnTo>
                  <a:lnTo>
                    <a:pt x="52593" y="8489"/>
                  </a:lnTo>
                  <a:lnTo>
                    <a:pt x="46918" y="6719"/>
                  </a:lnTo>
                  <a:lnTo>
                    <a:pt x="41184" y="5152"/>
                  </a:lnTo>
                  <a:lnTo>
                    <a:pt x="35398" y="3790"/>
                  </a:lnTo>
                  <a:lnTo>
                    <a:pt x="29567" y="2635"/>
                  </a:lnTo>
                  <a:lnTo>
                    <a:pt x="23698" y="1688"/>
                  </a:lnTo>
                  <a:lnTo>
                    <a:pt x="17800" y="950"/>
                  </a:lnTo>
                  <a:lnTo>
                    <a:pt x="11879" y="422"/>
                  </a:lnTo>
                  <a:lnTo>
                    <a:pt x="5943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340" y="2126963"/>
              <a:ext cx="7131" cy="167167"/>
            </a:xfrm>
            <a:custGeom>
              <a:avLst/>
              <a:pathLst>
                <a:path w="7131" h="167167">
                  <a:moveTo>
                    <a:pt x="7131" y="0"/>
                  </a:moveTo>
                  <a:lnTo>
                    <a:pt x="0" y="152"/>
                  </a:lnTo>
                  <a:lnTo>
                    <a:pt x="713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340" y="2127115"/>
              <a:ext cx="7131" cy="167015"/>
            </a:xfrm>
            <a:custGeom>
              <a:avLst/>
              <a:pathLst>
                <a:path w="7131" h="167015">
                  <a:moveTo>
                    <a:pt x="0" y="0"/>
                  </a:moveTo>
                  <a:lnTo>
                    <a:pt x="7131" y="1670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7" y="2127115"/>
              <a:ext cx="334328" cy="334174"/>
            </a:xfrm>
            <a:custGeom>
              <a:avLst/>
              <a:pathLst>
                <a:path w="334328" h="334174">
                  <a:moveTo>
                    <a:pt x="160033" y="0"/>
                  </a:moveTo>
                  <a:lnTo>
                    <a:pt x="154739" y="310"/>
                  </a:lnTo>
                  <a:lnTo>
                    <a:pt x="149458" y="788"/>
                  </a:lnTo>
                  <a:lnTo>
                    <a:pt x="144195" y="1433"/>
                  </a:lnTo>
                  <a:lnTo>
                    <a:pt x="138955" y="2245"/>
                  </a:lnTo>
                  <a:lnTo>
                    <a:pt x="133743" y="3222"/>
                  </a:lnTo>
                  <a:lnTo>
                    <a:pt x="128565" y="4365"/>
                  </a:lnTo>
                  <a:lnTo>
                    <a:pt x="123426" y="5671"/>
                  </a:lnTo>
                  <a:lnTo>
                    <a:pt x="118330" y="7139"/>
                  </a:lnTo>
                  <a:lnTo>
                    <a:pt x="113284" y="8768"/>
                  </a:lnTo>
                  <a:lnTo>
                    <a:pt x="108292" y="10557"/>
                  </a:lnTo>
                  <a:lnTo>
                    <a:pt x="103360" y="12503"/>
                  </a:lnTo>
                  <a:lnTo>
                    <a:pt x="98491" y="14604"/>
                  </a:lnTo>
                  <a:lnTo>
                    <a:pt x="93692" y="16859"/>
                  </a:lnTo>
                  <a:lnTo>
                    <a:pt x="88966" y="19265"/>
                  </a:lnTo>
                  <a:lnTo>
                    <a:pt x="84320" y="21819"/>
                  </a:lnTo>
                  <a:lnTo>
                    <a:pt x="79756" y="24520"/>
                  </a:lnTo>
                  <a:lnTo>
                    <a:pt x="75281" y="27364"/>
                  </a:lnTo>
                  <a:lnTo>
                    <a:pt x="70898" y="30348"/>
                  </a:lnTo>
                  <a:lnTo>
                    <a:pt x="66612" y="33471"/>
                  </a:lnTo>
                  <a:lnTo>
                    <a:pt x="62427" y="36727"/>
                  </a:lnTo>
                  <a:lnTo>
                    <a:pt x="58347" y="40114"/>
                  </a:lnTo>
                  <a:lnTo>
                    <a:pt x="54377" y="43630"/>
                  </a:lnTo>
                  <a:lnTo>
                    <a:pt x="50520" y="47269"/>
                  </a:lnTo>
                  <a:lnTo>
                    <a:pt x="46781" y="51029"/>
                  </a:lnTo>
                  <a:lnTo>
                    <a:pt x="43163" y="54905"/>
                  </a:lnTo>
                  <a:lnTo>
                    <a:pt x="39670" y="58894"/>
                  </a:lnTo>
                  <a:lnTo>
                    <a:pt x="36304" y="62993"/>
                  </a:lnTo>
                  <a:lnTo>
                    <a:pt x="33071" y="67195"/>
                  </a:lnTo>
                  <a:lnTo>
                    <a:pt x="29973" y="71499"/>
                  </a:lnTo>
                  <a:lnTo>
                    <a:pt x="27012" y="75898"/>
                  </a:lnTo>
                  <a:lnTo>
                    <a:pt x="24193" y="80389"/>
                  </a:lnTo>
                  <a:lnTo>
                    <a:pt x="21517" y="84967"/>
                  </a:lnTo>
                  <a:lnTo>
                    <a:pt x="18988" y="89628"/>
                  </a:lnTo>
                  <a:lnTo>
                    <a:pt x="16608" y="94366"/>
                  </a:lnTo>
                  <a:lnTo>
                    <a:pt x="14380" y="99178"/>
                  </a:lnTo>
                  <a:lnTo>
                    <a:pt x="12305" y="104058"/>
                  </a:lnTo>
                  <a:lnTo>
                    <a:pt x="10386" y="109001"/>
                  </a:lnTo>
                  <a:lnTo>
                    <a:pt x="8625" y="114003"/>
                  </a:lnTo>
                  <a:lnTo>
                    <a:pt x="7024" y="119058"/>
                  </a:lnTo>
                  <a:lnTo>
                    <a:pt x="5583" y="124161"/>
                  </a:lnTo>
                  <a:lnTo>
                    <a:pt x="4305" y="129307"/>
                  </a:lnTo>
                  <a:lnTo>
                    <a:pt x="3191" y="134492"/>
                  </a:lnTo>
                  <a:lnTo>
                    <a:pt x="2242" y="139709"/>
                  </a:lnTo>
                  <a:lnTo>
                    <a:pt x="1459" y="144953"/>
                  </a:lnTo>
                  <a:lnTo>
                    <a:pt x="843" y="150220"/>
                  </a:lnTo>
                  <a:lnTo>
                    <a:pt x="394" y="155504"/>
                  </a:lnTo>
                  <a:lnTo>
                    <a:pt x="113" y="160799"/>
                  </a:lnTo>
                  <a:lnTo>
                    <a:pt x="0" y="166100"/>
                  </a:lnTo>
                  <a:lnTo>
                    <a:pt x="55" y="171403"/>
                  </a:lnTo>
                  <a:lnTo>
                    <a:pt x="278" y="176701"/>
                  </a:lnTo>
                  <a:lnTo>
                    <a:pt x="669" y="181989"/>
                  </a:lnTo>
                  <a:lnTo>
                    <a:pt x="1228" y="187262"/>
                  </a:lnTo>
                  <a:lnTo>
                    <a:pt x="1953" y="192515"/>
                  </a:lnTo>
                  <a:lnTo>
                    <a:pt x="2845" y="197742"/>
                  </a:lnTo>
                  <a:lnTo>
                    <a:pt x="3902" y="202938"/>
                  </a:lnTo>
                  <a:lnTo>
                    <a:pt x="5124" y="208098"/>
                  </a:lnTo>
                  <a:lnTo>
                    <a:pt x="6508" y="213217"/>
                  </a:lnTo>
                  <a:lnTo>
                    <a:pt x="8055" y="218289"/>
                  </a:lnTo>
                  <a:lnTo>
                    <a:pt x="9761" y="223309"/>
                  </a:lnTo>
                  <a:lnTo>
                    <a:pt x="11626" y="228273"/>
                  </a:lnTo>
                  <a:lnTo>
                    <a:pt x="13647" y="233176"/>
                  </a:lnTo>
                  <a:lnTo>
                    <a:pt x="15822" y="238012"/>
                  </a:lnTo>
                  <a:lnTo>
                    <a:pt x="18150" y="242776"/>
                  </a:lnTo>
                  <a:lnTo>
                    <a:pt x="20628" y="247464"/>
                  </a:lnTo>
                  <a:lnTo>
                    <a:pt x="23253" y="252071"/>
                  </a:lnTo>
                  <a:lnTo>
                    <a:pt x="26024" y="256593"/>
                  </a:lnTo>
                  <a:lnTo>
                    <a:pt x="28936" y="261024"/>
                  </a:lnTo>
                  <a:lnTo>
                    <a:pt x="31987" y="265361"/>
                  </a:lnTo>
                  <a:lnTo>
                    <a:pt x="35174" y="269599"/>
                  </a:lnTo>
                  <a:lnTo>
                    <a:pt x="38494" y="273734"/>
                  </a:lnTo>
                  <a:lnTo>
                    <a:pt x="41944" y="277761"/>
                  </a:lnTo>
                  <a:lnTo>
                    <a:pt x="45519" y="281677"/>
                  </a:lnTo>
                  <a:lnTo>
                    <a:pt x="49217" y="285477"/>
                  </a:lnTo>
                  <a:lnTo>
                    <a:pt x="53034" y="289159"/>
                  </a:lnTo>
                  <a:lnTo>
                    <a:pt x="56965" y="292717"/>
                  </a:lnTo>
                  <a:lnTo>
                    <a:pt x="61007" y="296149"/>
                  </a:lnTo>
                  <a:lnTo>
                    <a:pt x="65156" y="299451"/>
                  </a:lnTo>
                  <a:lnTo>
                    <a:pt x="69408" y="302620"/>
                  </a:lnTo>
                  <a:lnTo>
                    <a:pt x="73758" y="305652"/>
                  </a:lnTo>
                  <a:lnTo>
                    <a:pt x="78202" y="308545"/>
                  </a:lnTo>
                  <a:lnTo>
                    <a:pt x="82736" y="311295"/>
                  </a:lnTo>
                  <a:lnTo>
                    <a:pt x="87354" y="313900"/>
                  </a:lnTo>
                  <a:lnTo>
                    <a:pt x="92053" y="316358"/>
                  </a:lnTo>
                  <a:lnTo>
                    <a:pt x="96828" y="318665"/>
                  </a:lnTo>
                  <a:lnTo>
                    <a:pt x="101673" y="320819"/>
                  </a:lnTo>
                  <a:lnTo>
                    <a:pt x="106584" y="322819"/>
                  </a:lnTo>
                  <a:lnTo>
                    <a:pt x="111556" y="324662"/>
                  </a:lnTo>
                  <a:lnTo>
                    <a:pt x="116584" y="326346"/>
                  </a:lnTo>
                  <a:lnTo>
                    <a:pt x="121663" y="327871"/>
                  </a:lnTo>
                  <a:lnTo>
                    <a:pt x="126788" y="329233"/>
                  </a:lnTo>
                  <a:lnTo>
                    <a:pt x="131953" y="330432"/>
                  </a:lnTo>
                  <a:lnTo>
                    <a:pt x="137154" y="331466"/>
                  </a:lnTo>
                  <a:lnTo>
                    <a:pt x="142385" y="332335"/>
                  </a:lnTo>
                  <a:lnTo>
                    <a:pt x="147641" y="333038"/>
                  </a:lnTo>
                  <a:lnTo>
                    <a:pt x="152916" y="333574"/>
                  </a:lnTo>
                  <a:lnTo>
                    <a:pt x="158206" y="333942"/>
                  </a:lnTo>
                  <a:lnTo>
                    <a:pt x="163505" y="334142"/>
                  </a:lnTo>
                  <a:lnTo>
                    <a:pt x="168807" y="334174"/>
                  </a:lnTo>
                  <a:lnTo>
                    <a:pt x="174108" y="334038"/>
                  </a:lnTo>
                  <a:lnTo>
                    <a:pt x="179402" y="333734"/>
                  </a:lnTo>
                  <a:lnTo>
                    <a:pt x="184684" y="333262"/>
                  </a:lnTo>
                  <a:lnTo>
                    <a:pt x="189948" y="332622"/>
                  </a:lnTo>
                  <a:lnTo>
                    <a:pt x="195189" y="331816"/>
                  </a:lnTo>
                  <a:lnTo>
                    <a:pt x="200402" y="330845"/>
                  </a:lnTo>
                  <a:lnTo>
                    <a:pt x="205581" y="329708"/>
                  </a:lnTo>
                  <a:lnTo>
                    <a:pt x="210722" y="328408"/>
                  </a:lnTo>
                  <a:lnTo>
                    <a:pt x="215819" y="326945"/>
                  </a:lnTo>
                  <a:lnTo>
                    <a:pt x="220867" y="325321"/>
                  </a:lnTo>
                  <a:lnTo>
                    <a:pt x="225861" y="323539"/>
                  </a:lnTo>
                  <a:lnTo>
                    <a:pt x="230796" y="321598"/>
                  </a:lnTo>
                  <a:lnTo>
                    <a:pt x="235666" y="319502"/>
                  </a:lnTo>
                  <a:lnTo>
                    <a:pt x="240468" y="317253"/>
                  </a:lnTo>
                  <a:lnTo>
                    <a:pt x="245196" y="314852"/>
                  </a:lnTo>
                  <a:lnTo>
                    <a:pt x="249846" y="312303"/>
                  </a:lnTo>
                  <a:lnTo>
                    <a:pt x="254413" y="309608"/>
                  </a:lnTo>
                  <a:lnTo>
                    <a:pt x="258891" y="306769"/>
                  </a:lnTo>
                  <a:lnTo>
                    <a:pt x="263278" y="303789"/>
                  </a:lnTo>
                  <a:lnTo>
                    <a:pt x="267567" y="300672"/>
                  </a:lnTo>
                  <a:lnTo>
                    <a:pt x="271756" y="297420"/>
                  </a:lnTo>
                  <a:lnTo>
                    <a:pt x="275839" y="294037"/>
                  </a:lnTo>
                  <a:lnTo>
                    <a:pt x="279813" y="290527"/>
                  </a:lnTo>
                  <a:lnTo>
                    <a:pt x="283674" y="286892"/>
                  </a:lnTo>
                  <a:lnTo>
                    <a:pt x="287417" y="283136"/>
                  </a:lnTo>
                  <a:lnTo>
                    <a:pt x="291040" y="279264"/>
                  </a:lnTo>
                  <a:lnTo>
                    <a:pt x="294538" y="275278"/>
                  </a:lnTo>
                  <a:lnTo>
                    <a:pt x="297907" y="271184"/>
                  </a:lnTo>
                  <a:lnTo>
                    <a:pt x="301146" y="266985"/>
                  </a:lnTo>
                  <a:lnTo>
                    <a:pt x="304249" y="262685"/>
                  </a:lnTo>
                  <a:lnTo>
                    <a:pt x="307214" y="258289"/>
                  </a:lnTo>
                  <a:lnTo>
                    <a:pt x="310039" y="253801"/>
                  </a:lnTo>
                  <a:lnTo>
                    <a:pt x="312719" y="249226"/>
                  </a:lnTo>
                  <a:lnTo>
                    <a:pt x="315254" y="244568"/>
                  </a:lnTo>
                  <a:lnTo>
                    <a:pt x="317639" y="239832"/>
                  </a:lnTo>
                  <a:lnTo>
                    <a:pt x="319873" y="235023"/>
                  </a:lnTo>
                  <a:lnTo>
                    <a:pt x="321953" y="230146"/>
                  </a:lnTo>
                  <a:lnTo>
                    <a:pt x="323877" y="225204"/>
                  </a:lnTo>
                  <a:lnTo>
                    <a:pt x="325644" y="220205"/>
                  </a:lnTo>
                  <a:lnTo>
                    <a:pt x="327251" y="215152"/>
                  </a:lnTo>
                  <a:lnTo>
                    <a:pt x="328697" y="210050"/>
                  </a:lnTo>
                  <a:lnTo>
                    <a:pt x="329981" y="204905"/>
                  </a:lnTo>
                  <a:lnTo>
                    <a:pt x="331101" y="199722"/>
                  </a:lnTo>
                  <a:lnTo>
                    <a:pt x="332056" y="194506"/>
                  </a:lnTo>
                  <a:lnTo>
                    <a:pt x="332845" y="189262"/>
                  </a:lnTo>
                  <a:lnTo>
                    <a:pt x="333467" y="183996"/>
                  </a:lnTo>
                  <a:lnTo>
                    <a:pt x="333922" y="178713"/>
                  </a:lnTo>
                  <a:lnTo>
                    <a:pt x="334209" y="173418"/>
                  </a:lnTo>
                  <a:lnTo>
                    <a:pt x="334328" y="168117"/>
                  </a:lnTo>
                  <a:lnTo>
                    <a:pt x="334279" y="162815"/>
                  </a:lnTo>
                  <a:lnTo>
                    <a:pt x="334062" y="157517"/>
                  </a:lnTo>
                  <a:lnTo>
                    <a:pt x="333677" y="152228"/>
                  </a:lnTo>
                  <a:lnTo>
                    <a:pt x="167164" y="167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166512" cy="167167"/>
            </a:xfrm>
            <a:custGeom>
              <a:avLst/>
              <a:pathLst>
                <a:path w="166512" h="167167">
                  <a:moveTo>
                    <a:pt x="166512" y="152380"/>
                  </a:moveTo>
                  <a:lnTo>
                    <a:pt x="165949" y="147023"/>
                  </a:lnTo>
                  <a:lnTo>
                    <a:pt x="165214" y="141687"/>
                  </a:lnTo>
                  <a:lnTo>
                    <a:pt x="164307" y="136378"/>
                  </a:lnTo>
                  <a:lnTo>
                    <a:pt x="163230" y="131100"/>
                  </a:lnTo>
                  <a:lnTo>
                    <a:pt x="161983" y="125860"/>
                  </a:lnTo>
                  <a:lnTo>
                    <a:pt x="160568" y="120663"/>
                  </a:lnTo>
                  <a:lnTo>
                    <a:pt x="158987" y="115514"/>
                  </a:lnTo>
                  <a:lnTo>
                    <a:pt x="157240" y="110419"/>
                  </a:lnTo>
                  <a:lnTo>
                    <a:pt x="155330" y="105383"/>
                  </a:lnTo>
                  <a:lnTo>
                    <a:pt x="153259" y="100411"/>
                  </a:lnTo>
                  <a:lnTo>
                    <a:pt x="151029" y="95508"/>
                  </a:lnTo>
                  <a:lnTo>
                    <a:pt x="148642" y="90679"/>
                  </a:lnTo>
                  <a:lnTo>
                    <a:pt x="146101" y="85930"/>
                  </a:lnTo>
                  <a:lnTo>
                    <a:pt x="143408" y="81266"/>
                  </a:lnTo>
                  <a:lnTo>
                    <a:pt x="140566" y="76690"/>
                  </a:lnTo>
                  <a:lnTo>
                    <a:pt x="137578" y="72208"/>
                  </a:lnTo>
                  <a:lnTo>
                    <a:pt x="134447" y="67825"/>
                  </a:lnTo>
                  <a:lnTo>
                    <a:pt x="131177" y="63545"/>
                  </a:lnTo>
                  <a:lnTo>
                    <a:pt x="127771" y="59373"/>
                  </a:lnTo>
                  <a:lnTo>
                    <a:pt x="124232" y="55313"/>
                  </a:lnTo>
                  <a:lnTo>
                    <a:pt x="120563" y="51368"/>
                  </a:lnTo>
                  <a:lnTo>
                    <a:pt x="116770" y="47544"/>
                  </a:lnTo>
                  <a:lnTo>
                    <a:pt x="112856" y="43845"/>
                  </a:lnTo>
                  <a:lnTo>
                    <a:pt x="108824" y="40273"/>
                  </a:lnTo>
                  <a:lnTo>
                    <a:pt x="104680" y="36833"/>
                  </a:lnTo>
                  <a:lnTo>
                    <a:pt x="100426" y="33528"/>
                  </a:lnTo>
                  <a:lnTo>
                    <a:pt x="96069" y="30362"/>
                  </a:lnTo>
                  <a:lnTo>
                    <a:pt x="91611" y="27338"/>
                  </a:lnTo>
                  <a:lnTo>
                    <a:pt x="87059" y="24459"/>
                  </a:lnTo>
                  <a:lnTo>
                    <a:pt x="82416" y="21728"/>
                  </a:lnTo>
                  <a:lnTo>
                    <a:pt x="77688" y="19148"/>
                  </a:lnTo>
                  <a:lnTo>
                    <a:pt x="72879" y="16722"/>
                  </a:lnTo>
                  <a:lnTo>
                    <a:pt x="67994" y="14453"/>
                  </a:lnTo>
                  <a:lnTo>
                    <a:pt x="63039" y="12341"/>
                  </a:lnTo>
                  <a:lnTo>
                    <a:pt x="58018" y="10391"/>
                  </a:lnTo>
                  <a:lnTo>
                    <a:pt x="52937" y="8603"/>
                  </a:lnTo>
                  <a:lnTo>
                    <a:pt x="47801" y="6980"/>
                  </a:lnTo>
                  <a:lnTo>
                    <a:pt x="42616" y="5523"/>
                  </a:lnTo>
                  <a:lnTo>
                    <a:pt x="37386" y="4234"/>
                  </a:lnTo>
                  <a:lnTo>
                    <a:pt x="32118" y="3114"/>
                  </a:lnTo>
                  <a:lnTo>
                    <a:pt x="26816" y="2164"/>
                  </a:lnTo>
                  <a:lnTo>
                    <a:pt x="21486" y="1386"/>
                  </a:lnTo>
                  <a:lnTo>
                    <a:pt x="16134" y="780"/>
                  </a:lnTo>
                  <a:lnTo>
                    <a:pt x="10765" y="347"/>
                  </a:lnTo>
                  <a:lnTo>
                    <a:pt x="538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283" y="1681503"/>
              <a:ext cx="7951" cy="167167"/>
            </a:xfrm>
            <a:custGeom>
              <a:avLst/>
              <a:pathLst>
                <a:path w="7951" h="167167">
                  <a:moveTo>
                    <a:pt x="7951" y="0"/>
                  </a:moveTo>
                  <a:lnTo>
                    <a:pt x="0" y="189"/>
                  </a:lnTo>
                  <a:lnTo>
                    <a:pt x="79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15283" y="1681692"/>
              <a:ext cx="7951" cy="166978"/>
            </a:xfrm>
            <a:custGeom>
              <a:avLst/>
              <a:pathLst>
                <a:path w="7951" h="166978">
                  <a:moveTo>
                    <a:pt x="0" y="0"/>
                  </a:moveTo>
                  <a:lnTo>
                    <a:pt x="7951" y="1669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70" y="1681692"/>
              <a:ext cx="334317" cy="334144"/>
            </a:xfrm>
            <a:custGeom>
              <a:avLst/>
              <a:pathLst>
                <a:path w="334317" h="334144">
                  <a:moveTo>
                    <a:pt x="159212" y="0"/>
                  </a:moveTo>
                  <a:lnTo>
                    <a:pt x="153939" y="334"/>
                  </a:lnTo>
                  <a:lnTo>
                    <a:pt x="148680" y="835"/>
                  </a:lnTo>
                  <a:lnTo>
                    <a:pt x="143439" y="1502"/>
                  </a:lnTo>
                  <a:lnTo>
                    <a:pt x="138221" y="2335"/>
                  </a:lnTo>
                  <a:lnTo>
                    <a:pt x="133033" y="3332"/>
                  </a:lnTo>
                  <a:lnTo>
                    <a:pt x="127878" y="4492"/>
                  </a:lnTo>
                  <a:lnTo>
                    <a:pt x="122763" y="5815"/>
                  </a:lnTo>
                  <a:lnTo>
                    <a:pt x="117692" y="7298"/>
                  </a:lnTo>
                  <a:lnTo>
                    <a:pt x="112671" y="8941"/>
                  </a:lnTo>
                  <a:lnTo>
                    <a:pt x="107704" y="10742"/>
                  </a:lnTo>
                  <a:lnTo>
                    <a:pt x="102797" y="12699"/>
                  </a:lnTo>
                  <a:lnTo>
                    <a:pt x="97953" y="14811"/>
                  </a:lnTo>
                  <a:lnTo>
                    <a:pt x="93179" y="17074"/>
                  </a:lnTo>
                  <a:lnTo>
                    <a:pt x="88479" y="19487"/>
                  </a:lnTo>
                  <a:lnTo>
                    <a:pt x="83857" y="22047"/>
                  </a:lnTo>
                  <a:lnTo>
                    <a:pt x="79319" y="24752"/>
                  </a:lnTo>
                  <a:lnTo>
                    <a:pt x="74868" y="27599"/>
                  </a:lnTo>
                  <a:lnTo>
                    <a:pt x="70510" y="30585"/>
                  </a:lnTo>
                  <a:lnTo>
                    <a:pt x="66248" y="33708"/>
                  </a:lnTo>
                  <a:lnTo>
                    <a:pt x="62087" y="36963"/>
                  </a:lnTo>
                  <a:lnTo>
                    <a:pt x="58031" y="40349"/>
                  </a:lnTo>
                  <a:lnTo>
                    <a:pt x="54083" y="43861"/>
                  </a:lnTo>
                  <a:lnTo>
                    <a:pt x="50249" y="47496"/>
                  </a:lnTo>
                  <a:lnTo>
                    <a:pt x="46532" y="51250"/>
                  </a:lnTo>
                  <a:lnTo>
                    <a:pt x="42935" y="55120"/>
                  </a:lnTo>
                  <a:lnTo>
                    <a:pt x="39462" y="59102"/>
                  </a:lnTo>
                  <a:lnTo>
                    <a:pt x="36117" y="63191"/>
                  </a:lnTo>
                  <a:lnTo>
                    <a:pt x="32903" y="67384"/>
                  </a:lnTo>
                  <a:lnTo>
                    <a:pt x="29822" y="71677"/>
                  </a:lnTo>
                  <a:lnTo>
                    <a:pt x="26879" y="76065"/>
                  </a:lnTo>
                  <a:lnTo>
                    <a:pt x="24076" y="80543"/>
                  </a:lnTo>
                  <a:lnTo>
                    <a:pt x="21416" y="85108"/>
                  </a:lnTo>
                  <a:lnTo>
                    <a:pt x="18902" y="89755"/>
                  </a:lnTo>
                  <a:lnTo>
                    <a:pt x="16536" y="94479"/>
                  </a:lnTo>
                  <a:lnTo>
                    <a:pt x="14320" y="99275"/>
                  </a:lnTo>
                  <a:lnTo>
                    <a:pt x="12257" y="104139"/>
                  </a:lnTo>
                  <a:lnTo>
                    <a:pt x="10348" y="109065"/>
                  </a:lnTo>
                  <a:lnTo>
                    <a:pt x="8597" y="114050"/>
                  </a:lnTo>
                  <a:lnTo>
                    <a:pt x="7003" y="119087"/>
                  </a:lnTo>
                  <a:lnTo>
                    <a:pt x="5570" y="124172"/>
                  </a:lnTo>
                  <a:lnTo>
                    <a:pt x="4298" y="129300"/>
                  </a:lnTo>
                  <a:lnTo>
                    <a:pt x="3188" y="134466"/>
                  </a:lnTo>
                  <a:lnTo>
                    <a:pt x="2243" y="139664"/>
                  </a:lnTo>
                  <a:lnTo>
                    <a:pt x="1462" y="144889"/>
                  </a:lnTo>
                  <a:lnTo>
                    <a:pt x="847" y="150137"/>
                  </a:lnTo>
                  <a:lnTo>
                    <a:pt x="398" y="155401"/>
                  </a:lnTo>
                  <a:lnTo>
                    <a:pt x="115" y="160677"/>
                  </a:lnTo>
                  <a:lnTo>
                    <a:pt x="0" y="165959"/>
                  </a:lnTo>
                  <a:lnTo>
                    <a:pt x="51" y="171242"/>
                  </a:lnTo>
                  <a:lnTo>
                    <a:pt x="269" y="176521"/>
                  </a:lnTo>
                  <a:lnTo>
                    <a:pt x="654" y="181790"/>
                  </a:lnTo>
                  <a:lnTo>
                    <a:pt x="1205" y="187045"/>
                  </a:lnTo>
                  <a:lnTo>
                    <a:pt x="1922" y="192279"/>
                  </a:lnTo>
                  <a:lnTo>
                    <a:pt x="2804" y="197489"/>
                  </a:lnTo>
                  <a:lnTo>
                    <a:pt x="3851" y="202667"/>
                  </a:lnTo>
                  <a:lnTo>
                    <a:pt x="5060" y="207811"/>
                  </a:lnTo>
                  <a:lnTo>
                    <a:pt x="6431" y="212913"/>
                  </a:lnTo>
                  <a:lnTo>
                    <a:pt x="7963" y="217969"/>
                  </a:lnTo>
                  <a:lnTo>
                    <a:pt x="9654" y="222975"/>
                  </a:lnTo>
                  <a:lnTo>
                    <a:pt x="11502" y="227924"/>
                  </a:lnTo>
                  <a:lnTo>
                    <a:pt x="13506" y="232813"/>
                  </a:lnTo>
                  <a:lnTo>
                    <a:pt x="15663" y="237636"/>
                  </a:lnTo>
                  <a:lnTo>
                    <a:pt x="17972" y="242388"/>
                  </a:lnTo>
                  <a:lnTo>
                    <a:pt x="20430" y="247065"/>
                  </a:lnTo>
                  <a:lnTo>
                    <a:pt x="23034" y="251662"/>
                  </a:lnTo>
                  <a:lnTo>
                    <a:pt x="25782" y="256175"/>
                  </a:lnTo>
                  <a:lnTo>
                    <a:pt x="28671" y="260598"/>
                  </a:lnTo>
                  <a:lnTo>
                    <a:pt x="31699" y="264928"/>
                  </a:lnTo>
                  <a:lnTo>
                    <a:pt x="34862" y="269160"/>
                  </a:lnTo>
                  <a:lnTo>
                    <a:pt x="38157" y="273290"/>
                  </a:lnTo>
                  <a:lnTo>
                    <a:pt x="41581" y="277313"/>
                  </a:lnTo>
                  <a:lnTo>
                    <a:pt x="45131" y="281227"/>
                  </a:lnTo>
                  <a:lnTo>
                    <a:pt x="48802" y="285026"/>
                  </a:lnTo>
                  <a:lnTo>
                    <a:pt x="52592" y="288707"/>
                  </a:lnTo>
                  <a:lnTo>
                    <a:pt x="56496" y="292267"/>
                  </a:lnTo>
                  <a:lnTo>
                    <a:pt x="60510" y="295702"/>
                  </a:lnTo>
                  <a:lnTo>
                    <a:pt x="64631" y="299008"/>
                  </a:lnTo>
                  <a:lnTo>
                    <a:pt x="68855" y="302182"/>
                  </a:lnTo>
                  <a:lnTo>
                    <a:pt x="73177" y="305222"/>
                  </a:lnTo>
                  <a:lnTo>
                    <a:pt x="77592" y="308123"/>
                  </a:lnTo>
                  <a:lnTo>
                    <a:pt x="82097" y="310883"/>
                  </a:lnTo>
                  <a:lnTo>
                    <a:pt x="86687" y="313499"/>
                  </a:lnTo>
                  <a:lnTo>
                    <a:pt x="91358" y="315969"/>
                  </a:lnTo>
                  <a:lnTo>
                    <a:pt x="96104" y="318290"/>
                  </a:lnTo>
                  <a:lnTo>
                    <a:pt x="100921" y="320460"/>
                  </a:lnTo>
                  <a:lnTo>
                    <a:pt x="105805" y="322477"/>
                  </a:lnTo>
                  <a:lnTo>
                    <a:pt x="110749" y="324338"/>
                  </a:lnTo>
                  <a:lnTo>
                    <a:pt x="115750" y="326042"/>
                  </a:lnTo>
                  <a:lnTo>
                    <a:pt x="120802" y="327588"/>
                  </a:lnTo>
                  <a:lnTo>
                    <a:pt x="125901" y="328973"/>
                  </a:lnTo>
                  <a:lnTo>
                    <a:pt x="131041" y="330196"/>
                  </a:lnTo>
                  <a:lnTo>
                    <a:pt x="136217" y="331256"/>
                  </a:lnTo>
                  <a:lnTo>
                    <a:pt x="141424" y="332152"/>
                  </a:lnTo>
                  <a:lnTo>
                    <a:pt x="146656" y="332882"/>
                  </a:lnTo>
                  <a:lnTo>
                    <a:pt x="151909" y="333448"/>
                  </a:lnTo>
                  <a:lnTo>
                    <a:pt x="157178" y="333847"/>
                  </a:lnTo>
                  <a:lnTo>
                    <a:pt x="162456" y="334079"/>
                  </a:lnTo>
                  <a:lnTo>
                    <a:pt x="167739" y="334144"/>
                  </a:lnTo>
                  <a:lnTo>
                    <a:pt x="173021" y="334042"/>
                  </a:lnTo>
                  <a:lnTo>
                    <a:pt x="178298" y="333774"/>
                  </a:lnTo>
                  <a:lnTo>
                    <a:pt x="183563" y="333339"/>
                  </a:lnTo>
                  <a:lnTo>
                    <a:pt x="188812" y="332737"/>
                  </a:lnTo>
                  <a:lnTo>
                    <a:pt x="194040" y="331971"/>
                  </a:lnTo>
                  <a:lnTo>
                    <a:pt x="199240" y="331039"/>
                  </a:lnTo>
                  <a:lnTo>
                    <a:pt x="204409" y="329943"/>
                  </a:lnTo>
                  <a:lnTo>
                    <a:pt x="209540" y="328685"/>
                  </a:lnTo>
                  <a:lnTo>
                    <a:pt x="214629" y="327265"/>
                  </a:lnTo>
                  <a:lnTo>
                    <a:pt x="219671" y="325685"/>
                  </a:lnTo>
                  <a:lnTo>
                    <a:pt x="224660" y="323946"/>
                  </a:lnTo>
                  <a:lnTo>
                    <a:pt x="229592" y="322051"/>
                  </a:lnTo>
                  <a:lnTo>
                    <a:pt x="234461" y="320001"/>
                  </a:lnTo>
                  <a:lnTo>
                    <a:pt x="239263" y="317798"/>
                  </a:lnTo>
                  <a:lnTo>
                    <a:pt x="243993" y="315444"/>
                  </a:lnTo>
                  <a:lnTo>
                    <a:pt x="248647" y="312942"/>
                  </a:lnTo>
                  <a:lnTo>
                    <a:pt x="253219" y="310294"/>
                  </a:lnTo>
                  <a:lnTo>
                    <a:pt x="257705" y="307503"/>
                  </a:lnTo>
                  <a:lnTo>
                    <a:pt x="262100" y="304572"/>
                  </a:lnTo>
                  <a:lnTo>
                    <a:pt x="266401" y="301503"/>
                  </a:lnTo>
                  <a:lnTo>
                    <a:pt x="270602" y="298299"/>
                  </a:lnTo>
                  <a:lnTo>
                    <a:pt x="274701" y="294965"/>
                  </a:lnTo>
                  <a:lnTo>
                    <a:pt x="278692" y="291503"/>
                  </a:lnTo>
                  <a:lnTo>
                    <a:pt x="282571" y="287916"/>
                  </a:lnTo>
                  <a:lnTo>
                    <a:pt x="286335" y="284209"/>
                  </a:lnTo>
                  <a:lnTo>
                    <a:pt x="289980" y="280384"/>
                  </a:lnTo>
                  <a:lnTo>
                    <a:pt x="293503" y="276446"/>
                  </a:lnTo>
                  <a:lnTo>
                    <a:pt x="296899" y="272399"/>
                  </a:lnTo>
                  <a:lnTo>
                    <a:pt x="300166" y="268247"/>
                  </a:lnTo>
                  <a:lnTo>
                    <a:pt x="303300" y="263993"/>
                  </a:lnTo>
                  <a:lnTo>
                    <a:pt x="306297" y="259643"/>
                  </a:lnTo>
                  <a:lnTo>
                    <a:pt x="309156" y="255200"/>
                  </a:lnTo>
                  <a:lnTo>
                    <a:pt x="311873" y="250668"/>
                  </a:lnTo>
                  <a:lnTo>
                    <a:pt x="314446" y="246054"/>
                  </a:lnTo>
                  <a:lnTo>
                    <a:pt x="316871" y="241360"/>
                  </a:lnTo>
                  <a:lnTo>
                    <a:pt x="319147" y="236592"/>
                  </a:lnTo>
                  <a:lnTo>
                    <a:pt x="321271" y="231754"/>
                  </a:lnTo>
                  <a:lnTo>
                    <a:pt x="323241" y="226852"/>
                  </a:lnTo>
                  <a:lnTo>
                    <a:pt x="325055" y="221890"/>
                  </a:lnTo>
                  <a:lnTo>
                    <a:pt x="326711" y="216873"/>
                  </a:lnTo>
                  <a:lnTo>
                    <a:pt x="328209" y="211806"/>
                  </a:lnTo>
                  <a:lnTo>
                    <a:pt x="329545" y="206694"/>
                  </a:lnTo>
                  <a:lnTo>
                    <a:pt x="330719" y="201543"/>
                  </a:lnTo>
                  <a:lnTo>
                    <a:pt x="331729" y="196357"/>
                  </a:lnTo>
                  <a:lnTo>
                    <a:pt x="332576" y="191142"/>
                  </a:lnTo>
                  <a:lnTo>
                    <a:pt x="333257" y="185903"/>
                  </a:lnTo>
                  <a:lnTo>
                    <a:pt x="333772" y="180644"/>
                  </a:lnTo>
                  <a:lnTo>
                    <a:pt x="334120" y="175372"/>
                  </a:lnTo>
                  <a:lnTo>
                    <a:pt x="334302" y="170092"/>
                  </a:lnTo>
                  <a:lnTo>
                    <a:pt x="334317" y="164809"/>
                  </a:lnTo>
                  <a:lnTo>
                    <a:pt x="334165" y="159528"/>
                  </a:lnTo>
                  <a:lnTo>
                    <a:pt x="333846" y="154254"/>
                  </a:lnTo>
                  <a:lnTo>
                    <a:pt x="333361" y="148993"/>
                  </a:lnTo>
                  <a:lnTo>
                    <a:pt x="332710" y="143750"/>
                  </a:lnTo>
                  <a:lnTo>
                    <a:pt x="331893" y="138530"/>
                  </a:lnTo>
                  <a:lnTo>
                    <a:pt x="330912" y="133339"/>
                  </a:lnTo>
                  <a:lnTo>
                    <a:pt x="329767" y="128181"/>
                  </a:lnTo>
                  <a:lnTo>
                    <a:pt x="328460" y="123062"/>
                  </a:lnTo>
                  <a:lnTo>
                    <a:pt x="326991" y="117986"/>
                  </a:lnTo>
                  <a:lnTo>
                    <a:pt x="325363" y="112960"/>
                  </a:lnTo>
                  <a:lnTo>
                    <a:pt x="323577" y="107988"/>
                  </a:lnTo>
                  <a:lnTo>
                    <a:pt x="321635" y="103074"/>
                  </a:lnTo>
                  <a:lnTo>
                    <a:pt x="319538" y="98225"/>
                  </a:lnTo>
                  <a:lnTo>
                    <a:pt x="317290" y="93444"/>
                  </a:lnTo>
                  <a:lnTo>
                    <a:pt x="314891" y="88736"/>
                  </a:lnTo>
                  <a:lnTo>
                    <a:pt x="312344" y="84107"/>
                  </a:lnTo>
                  <a:lnTo>
                    <a:pt x="309653" y="79561"/>
                  </a:lnTo>
                  <a:lnTo>
                    <a:pt x="306819" y="75101"/>
                  </a:lnTo>
                  <a:lnTo>
                    <a:pt x="303846" y="70734"/>
                  </a:lnTo>
                  <a:lnTo>
                    <a:pt x="300737" y="66463"/>
                  </a:lnTo>
                  <a:lnTo>
                    <a:pt x="297493" y="62292"/>
                  </a:lnTo>
                  <a:lnTo>
                    <a:pt x="294120" y="58226"/>
                  </a:lnTo>
                  <a:lnTo>
                    <a:pt x="290620" y="54268"/>
                  </a:lnTo>
                  <a:lnTo>
                    <a:pt x="286997" y="50423"/>
                  </a:lnTo>
                  <a:lnTo>
                    <a:pt x="283253" y="46694"/>
                  </a:lnTo>
                  <a:lnTo>
                    <a:pt x="279394" y="43086"/>
                  </a:lnTo>
                  <a:lnTo>
                    <a:pt x="275423" y="39601"/>
                  </a:lnTo>
                  <a:lnTo>
                    <a:pt x="271344" y="36243"/>
                  </a:lnTo>
                  <a:lnTo>
                    <a:pt x="267160" y="33016"/>
                  </a:lnTo>
                  <a:lnTo>
                    <a:pt x="262877" y="29923"/>
                  </a:lnTo>
                  <a:lnTo>
                    <a:pt x="258498" y="26967"/>
                  </a:lnTo>
                  <a:lnTo>
                    <a:pt x="254028" y="24151"/>
                  </a:lnTo>
                  <a:lnTo>
                    <a:pt x="249471" y="21477"/>
                  </a:lnTo>
                  <a:lnTo>
                    <a:pt x="244832" y="18949"/>
                  </a:lnTo>
                  <a:lnTo>
                    <a:pt x="240115" y="16568"/>
                  </a:lnTo>
                  <a:lnTo>
                    <a:pt x="235326" y="14338"/>
                  </a:lnTo>
                  <a:lnTo>
                    <a:pt x="167164" y="166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68161" cy="167167"/>
            </a:xfrm>
            <a:custGeom>
              <a:avLst/>
              <a:pathLst>
                <a:path w="68161" h="167167">
                  <a:moveTo>
                    <a:pt x="68161" y="14527"/>
                  </a:moveTo>
                  <a:lnTo>
                    <a:pt x="62779" y="12236"/>
                  </a:lnTo>
                  <a:lnTo>
                    <a:pt x="57319" y="10134"/>
                  </a:lnTo>
                  <a:lnTo>
                    <a:pt x="51789" y="8224"/>
                  </a:lnTo>
                  <a:lnTo>
                    <a:pt x="46195" y="6509"/>
                  </a:lnTo>
                  <a:lnTo>
                    <a:pt x="40546" y="4991"/>
                  </a:lnTo>
                  <a:lnTo>
                    <a:pt x="34846" y="3672"/>
                  </a:lnTo>
                  <a:lnTo>
                    <a:pt x="29104" y="2553"/>
                  </a:lnTo>
                  <a:lnTo>
                    <a:pt x="23326" y="1635"/>
                  </a:lnTo>
                  <a:lnTo>
                    <a:pt x="17519" y="920"/>
                  </a:lnTo>
                  <a:lnTo>
                    <a:pt x="11691" y="409"/>
                  </a:lnTo>
                  <a:lnTo>
                    <a:pt x="584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2" y="1322571"/>
              <a:ext cx="167166" cy="328662"/>
            </a:xfrm>
            <a:custGeom>
              <a:avLst/>
              <a:pathLst>
                <a:path w="167166" h="328662">
                  <a:moveTo>
                    <a:pt x="167166" y="0"/>
                  </a:moveTo>
                  <a:lnTo>
                    <a:pt x="161817" y="85"/>
                  </a:lnTo>
                  <a:lnTo>
                    <a:pt x="156474" y="342"/>
                  </a:lnTo>
                  <a:lnTo>
                    <a:pt x="151141" y="769"/>
                  </a:lnTo>
                  <a:lnTo>
                    <a:pt x="145825" y="1367"/>
                  </a:lnTo>
                  <a:lnTo>
                    <a:pt x="140531" y="2135"/>
                  </a:lnTo>
                  <a:lnTo>
                    <a:pt x="135263" y="3072"/>
                  </a:lnTo>
                  <a:lnTo>
                    <a:pt x="130029" y="4177"/>
                  </a:lnTo>
                  <a:lnTo>
                    <a:pt x="124833" y="5449"/>
                  </a:lnTo>
                  <a:lnTo>
                    <a:pt x="119680" y="6886"/>
                  </a:lnTo>
                  <a:lnTo>
                    <a:pt x="114575" y="8488"/>
                  </a:lnTo>
                  <a:lnTo>
                    <a:pt x="109525" y="10252"/>
                  </a:lnTo>
                  <a:lnTo>
                    <a:pt x="104533" y="12176"/>
                  </a:lnTo>
                  <a:lnTo>
                    <a:pt x="99606" y="14260"/>
                  </a:lnTo>
                  <a:lnTo>
                    <a:pt x="94748" y="16500"/>
                  </a:lnTo>
                  <a:lnTo>
                    <a:pt x="89964" y="18895"/>
                  </a:lnTo>
                  <a:lnTo>
                    <a:pt x="85259" y="21441"/>
                  </a:lnTo>
                  <a:lnTo>
                    <a:pt x="80638" y="24136"/>
                  </a:lnTo>
                  <a:lnTo>
                    <a:pt x="76105" y="26978"/>
                  </a:lnTo>
                  <a:lnTo>
                    <a:pt x="71666" y="29964"/>
                  </a:lnTo>
                  <a:lnTo>
                    <a:pt x="67325" y="33090"/>
                  </a:lnTo>
                  <a:lnTo>
                    <a:pt x="63086" y="36353"/>
                  </a:lnTo>
                  <a:lnTo>
                    <a:pt x="58953" y="39751"/>
                  </a:lnTo>
                  <a:lnTo>
                    <a:pt x="54932" y="43279"/>
                  </a:lnTo>
                  <a:lnTo>
                    <a:pt x="51025" y="46933"/>
                  </a:lnTo>
                  <a:lnTo>
                    <a:pt x="47237" y="50711"/>
                  </a:lnTo>
                  <a:lnTo>
                    <a:pt x="43572" y="54608"/>
                  </a:lnTo>
                  <a:lnTo>
                    <a:pt x="40034" y="58621"/>
                  </a:lnTo>
                  <a:lnTo>
                    <a:pt x="36626" y="62744"/>
                  </a:lnTo>
                  <a:lnTo>
                    <a:pt x="33351" y="66975"/>
                  </a:lnTo>
                  <a:lnTo>
                    <a:pt x="30214" y="71308"/>
                  </a:lnTo>
                  <a:lnTo>
                    <a:pt x="27216" y="75739"/>
                  </a:lnTo>
                  <a:lnTo>
                    <a:pt x="24363" y="80264"/>
                  </a:lnTo>
                  <a:lnTo>
                    <a:pt x="21655" y="84878"/>
                  </a:lnTo>
                  <a:lnTo>
                    <a:pt x="19096" y="89577"/>
                  </a:lnTo>
                  <a:lnTo>
                    <a:pt x="16690" y="94354"/>
                  </a:lnTo>
                  <a:lnTo>
                    <a:pt x="14437" y="99207"/>
                  </a:lnTo>
                  <a:lnTo>
                    <a:pt x="12340" y="104129"/>
                  </a:lnTo>
                  <a:lnTo>
                    <a:pt x="10402" y="109115"/>
                  </a:lnTo>
                  <a:lnTo>
                    <a:pt x="8625" y="114161"/>
                  </a:lnTo>
                  <a:lnTo>
                    <a:pt x="7010" y="119261"/>
                  </a:lnTo>
                  <a:lnTo>
                    <a:pt x="5559" y="124410"/>
                  </a:lnTo>
                  <a:lnTo>
                    <a:pt x="4274" y="129603"/>
                  </a:lnTo>
                  <a:lnTo>
                    <a:pt x="3155" y="134835"/>
                  </a:lnTo>
                  <a:lnTo>
                    <a:pt x="2205" y="140099"/>
                  </a:lnTo>
                  <a:lnTo>
                    <a:pt x="1423" y="145392"/>
                  </a:lnTo>
                  <a:lnTo>
                    <a:pt x="811" y="150706"/>
                  </a:lnTo>
                  <a:lnTo>
                    <a:pt x="370" y="156038"/>
                  </a:lnTo>
                  <a:lnTo>
                    <a:pt x="99" y="161381"/>
                  </a:lnTo>
                  <a:lnTo>
                    <a:pt x="0" y="166730"/>
                  </a:lnTo>
                  <a:lnTo>
                    <a:pt x="71" y="172079"/>
                  </a:lnTo>
                  <a:lnTo>
                    <a:pt x="314" y="177423"/>
                  </a:lnTo>
                  <a:lnTo>
                    <a:pt x="727" y="182757"/>
                  </a:lnTo>
                  <a:lnTo>
                    <a:pt x="1312" y="188075"/>
                  </a:lnTo>
                  <a:lnTo>
                    <a:pt x="2065" y="193371"/>
                  </a:lnTo>
                  <a:lnTo>
                    <a:pt x="2988" y="198640"/>
                  </a:lnTo>
                  <a:lnTo>
                    <a:pt x="4080" y="203878"/>
                  </a:lnTo>
                  <a:lnTo>
                    <a:pt x="5338" y="209077"/>
                  </a:lnTo>
                  <a:lnTo>
                    <a:pt x="6762" y="214234"/>
                  </a:lnTo>
                  <a:lnTo>
                    <a:pt x="8350" y="219343"/>
                  </a:lnTo>
                  <a:lnTo>
                    <a:pt x="10101" y="224398"/>
                  </a:lnTo>
                  <a:lnTo>
                    <a:pt x="12013" y="229394"/>
                  </a:lnTo>
                  <a:lnTo>
                    <a:pt x="14083" y="234327"/>
                  </a:lnTo>
                  <a:lnTo>
                    <a:pt x="16311" y="239191"/>
                  </a:lnTo>
                  <a:lnTo>
                    <a:pt x="18692" y="243981"/>
                  </a:lnTo>
                  <a:lnTo>
                    <a:pt x="21226" y="248693"/>
                  </a:lnTo>
                  <a:lnTo>
                    <a:pt x="23910" y="253321"/>
                  </a:lnTo>
                  <a:lnTo>
                    <a:pt x="26740" y="257861"/>
                  </a:lnTo>
                  <a:lnTo>
                    <a:pt x="29714" y="262308"/>
                  </a:lnTo>
                  <a:lnTo>
                    <a:pt x="32829" y="266657"/>
                  </a:lnTo>
                  <a:lnTo>
                    <a:pt x="36081" y="270905"/>
                  </a:lnTo>
                  <a:lnTo>
                    <a:pt x="39468" y="275046"/>
                  </a:lnTo>
                  <a:lnTo>
                    <a:pt x="42985" y="279077"/>
                  </a:lnTo>
                  <a:lnTo>
                    <a:pt x="46629" y="282993"/>
                  </a:lnTo>
                  <a:lnTo>
                    <a:pt x="50397" y="286791"/>
                  </a:lnTo>
                  <a:lnTo>
                    <a:pt x="54285" y="290466"/>
                  </a:lnTo>
                  <a:lnTo>
                    <a:pt x="58288" y="294015"/>
                  </a:lnTo>
                  <a:lnTo>
                    <a:pt x="62403" y="297434"/>
                  </a:lnTo>
                  <a:lnTo>
                    <a:pt x="66625" y="300720"/>
                  </a:lnTo>
                  <a:lnTo>
                    <a:pt x="70950" y="303868"/>
                  </a:lnTo>
                  <a:lnTo>
                    <a:pt x="75373" y="306877"/>
                  </a:lnTo>
                  <a:lnTo>
                    <a:pt x="79891" y="309743"/>
                  </a:lnTo>
                  <a:lnTo>
                    <a:pt x="84497" y="312462"/>
                  </a:lnTo>
                  <a:lnTo>
                    <a:pt x="89189" y="315033"/>
                  </a:lnTo>
                  <a:lnTo>
                    <a:pt x="93960" y="317453"/>
                  </a:lnTo>
                  <a:lnTo>
                    <a:pt x="98807" y="319718"/>
                  </a:lnTo>
                  <a:lnTo>
                    <a:pt x="103723" y="321828"/>
                  </a:lnTo>
                  <a:lnTo>
                    <a:pt x="108704" y="323778"/>
                  </a:lnTo>
                  <a:lnTo>
                    <a:pt x="113746" y="325569"/>
                  </a:lnTo>
                  <a:lnTo>
                    <a:pt x="118842" y="327197"/>
                  </a:lnTo>
                  <a:lnTo>
                    <a:pt x="123987" y="32866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77859" y="1489739"/>
              <a:ext cx="43179" cy="161494"/>
            </a:xfrm>
            <a:custGeom>
              <a:avLst/>
              <a:pathLst>
                <a:path w="43179" h="161494">
                  <a:moveTo>
                    <a:pt x="0" y="161494"/>
                  </a:moveTo>
                  <a:lnTo>
                    <a:pt x="431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77859" y="1322647"/>
              <a:ext cx="210331" cy="334255"/>
            </a:xfrm>
            <a:custGeom>
              <a:avLst/>
              <a:pathLst>
                <a:path w="210331" h="334255">
                  <a:moveTo>
                    <a:pt x="0" y="328586"/>
                  </a:moveTo>
                  <a:lnTo>
                    <a:pt x="5159" y="329878"/>
                  </a:lnTo>
                  <a:lnTo>
                    <a:pt x="10357" y="331005"/>
                  </a:lnTo>
                  <a:lnTo>
                    <a:pt x="15588" y="331966"/>
                  </a:lnTo>
                  <a:lnTo>
                    <a:pt x="20847" y="332760"/>
                  </a:lnTo>
                  <a:lnTo>
                    <a:pt x="26129" y="333387"/>
                  </a:lnTo>
                  <a:lnTo>
                    <a:pt x="31428" y="333845"/>
                  </a:lnTo>
                  <a:lnTo>
                    <a:pt x="36739" y="334135"/>
                  </a:lnTo>
                  <a:lnTo>
                    <a:pt x="42057" y="334255"/>
                  </a:lnTo>
                  <a:lnTo>
                    <a:pt x="47375" y="334206"/>
                  </a:lnTo>
                  <a:lnTo>
                    <a:pt x="52689" y="333988"/>
                  </a:lnTo>
                  <a:lnTo>
                    <a:pt x="57994" y="333601"/>
                  </a:lnTo>
                  <a:lnTo>
                    <a:pt x="63284" y="333045"/>
                  </a:lnTo>
                  <a:lnTo>
                    <a:pt x="68553" y="332322"/>
                  </a:lnTo>
                  <a:lnTo>
                    <a:pt x="73797" y="331431"/>
                  </a:lnTo>
                  <a:lnTo>
                    <a:pt x="79010" y="330374"/>
                  </a:lnTo>
                  <a:lnTo>
                    <a:pt x="84186" y="329151"/>
                  </a:lnTo>
                  <a:lnTo>
                    <a:pt x="89321" y="327764"/>
                  </a:lnTo>
                  <a:lnTo>
                    <a:pt x="94409" y="326215"/>
                  </a:lnTo>
                  <a:lnTo>
                    <a:pt x="99445" y="324505"/>
                  </a:lnTo>
                  <a:lnTo>
                    <a:pt x="104425" y="322635"/>
                  </a:lnTo>
                  <a:lnTo>
                    <a:pt x="109342" y="320608"/>
                  </a:lnTo>
                  <a:lnTo>
                    <a:pt x="114192" y="318425"/>
                  </a:lnTo>
                  <a:lnTo>
                    <a:pt x="118971" y="316090"/>
                  </a:lnTo>
                  <a:lnTo>
                    <a:pt x="123673" y="313603"/>
                  </a:lnTo>
                  <a:lnTo>
                    <a:pt x="128293" y="310968"/>
                  </a:lnTo>
                  <a:lnTo>
                    <a:pt x="132827" y="308188"/>
                  </a:lnTo>
                  <a:lnTo>
                    <a:pt x="137270" y="305264"/>
                  </a:lnTo>
                  <a:lnTo>
                    <a:pt x="141618" y="302201"/>
                  </a:lnTo>
                  <a:lnTo>
                    <a:pt x="145867" y="299001"/>
                  </a:lnTo>
                  <a:lnTo>
                    <a:pt x="150011" y="295667"/>
                  </a:lnTo>
                  <a:lnTo>
                    <a:pt x="154048" y="292203"/>
                  </a:lnTo>
                  <a:lnTo>
                    <a:pt x="157972" y="288613"/>
                  </a:lnTo>
                  <a:lnTo>
                    <a:pt x="161780" y="284900"/>
                  </a:lnTo>
                  <a:lnTo>
                    <a:pt x="165468" y="281067"/>
                  </a:lnTo>
                  <a:lnTo>
                    <a:pt x="169032" y="277119"/>
                  </a:lnTo>
                  <a:lnTo>
                    <a:pt x="172468" y="273059"/>
                  </a:lnTo>
                  <a:lnTo>
                    <a:pt x="175774" y="268893"/>
                  </a:lnTo>
                  <a:lnTo>
                    <a:pt x="178945" y="264623"/>
                  </a:lnTo>
                  <a:lnTo>
                    <a:pt x="181980" y="260254"/>
                  </a:lnTo>
                  <a:lnTo>
                    <a:pt x="184873" y="255791"/>
                  </a:lnTo>
                  <a:lnTo>
                    <a:pt x="187623" y="251239"/>
                  </a:lnTo>
                  <a:lnTo>
                    <a:pt x="190227" y="246601"/>
                  </a:lnTo>
                  <a:lnTo>
                    <a:pt x="192682" y="241883"/>
                  </a:lnTo>
                  <a:lnTo>
                    <a:pt x="194986" y="237089"/>
                  </a:lnTo>
                  <a:lnTo>
                    <a:pt x="197136" y="232224"/>
                  </a:lnTo>
                  <a:lnTo>
                    <a:pt x="199130" y="227293"/>
                  </a:lnTo>
                  <a:lnTo>
                    <a:pt x="200966" y="222301"/>
                  </a:lnTo>
                  <a:lnTo>
                    <a:pt x="202643" y="217253"/>
                  </a:lnTo>
                  <a:lnTo>
                    <a:pt x="204158" y="212155"/>
                  </a:lnTo>
                  <a:lnTo>
                    <a:pt x="205510" y="207011"/>
                  </a:lnTo>
                  <a:lnTo>
                    <a:pt x="206698" y="201826"/>
                  </a:lnTo>
                  <a:lnTo>
                    <a:pt x="207720" y="196607"/>
                  </a:lnTo>
                  <a:lnTo>
                    <a:pt x="208576" y="191357"/>
                  </a:lnTo>
                  <a:lnTo>
                    <a:pt x="209264" y="186083"/>
                  </a:lnTo>
                  <a:lnTo>
                    <a:pt x="209784" y="180790"/>
                  </a:lnTo>
                  <a:lnTo>
                    <a:pt x="210136" y="175483"/>
                  </a:lnTo>
                  <a:lnTo>
                    <a:pt x="210318" y="170167"/>
                  </a:lnTo>
                  <a:lnTo>
                    <a:pt x="210331" y="164848"/>
                  </a:lnTo>
                  <a:lnTo>
                    <a:pt x="210175" y="159532"/>
                  </a:lnTo>
                  <a:lnTo>
                    <a:pt x="209850" y="154223"/>
                  </a:lnTo>
                  <a:lnTo>
                    <a:pt x="209357" y="148927"/>
                  </a:lnTo>
                  <a:lnTo>
                    <a:pt x="208695" y="143650"/>
                  </a:lnTo>
                  <a:lnTo>
                    <a:pt x="207865" y="138396"/>
                  </a:lnTo>
                  <a:lnTo>
                    <a:pt x="206869" y="133171"/>
                  </a:lnTo>
                  <a:lnTo>
                    <a:pt x="205707" y="127981"/>
                  </a:lnTo>
                  <a:lnTo>
                    <a:pt x="204380" y="122830"/>
                  </a:lnTo>
                  <a:lnTo>
                    <a:pt x="202891" y="117724"/>
                  </a:lnTo>
                  <a:lnTo>
                    <a:pt x="201239" y="112668"/>
                  </a:lnTo>
                  <a:lnTo>
                    <a:pt x="199428" y="107667"/>
                  </a:lnTo>
                  <a:lnTo>
                    <a:pt x="197458" y="102727"/>
                  </a:lnTo>
                  <a:lnTo>
                    <a:pt x="195333" y="97851"/>
                  </a:lnTo>
                  <a:lnTo>
                    <a:pt x="193053" y="93046"/>
                  </a:lnTo>
                  <a:lnTo>
                    <a:pt x="190621" y="88315"/>
                  </a:lnTo>
                  <a:lnTo>
                    <a:pt x="188041" y="83664"/>
                  </a:lnTo>
                  <a:lnTo>
                    <a:pt x="185313" y="79098"/>
                  </a:lnTo>
                  <a:lnTo>
                    <a:pt x="182442" y="74621"/>
                  </a:lnTo>
                  <a:lnTo>
                    <a:pt x="179430" y="70237"/>
                  </a:lnTo>
                  <a:lnTo>
                    <a:pt x="176279" y="65952"/>
                  </a:lnTo>
                  <a:lnTo>
                    <a:pt x="172994" y="61769"/>
                  </a:lnTo>
                  <a:lnTo>
                    <a:pt x="169578" y="57692"/>
                  </a:lnTo>
                  <a:lnTo>
                    <a:pt x="166034" y="53726"/>
                  </a:lnTo>
                  <a:lnTo>
                    <a:pt x="162365" y="49875"/>
                  </a:lnTo>
                  <a:lnTo>
                    <a:pt x="158576" y="46143"/>
                  </a:lnTo>
                  <a:lnTo>
                    <a:pt x="154670" y="42533"/>
                  </a:lnTo>
                  <a:lnTo>
                    <a:pt x="150651" y="39049"/>
                  </a:lnTo>
                  <a:lnTo>
                    <a:pt x="146523" y="35695"/>
                  </a:lnTo>
                  <a:lnTo>
                    <a:pt x="142290" y="32474"/>
                  </a:lnTo>
                  <a:lnTo>
                    <a:pt x="137958" y="29389"/>
                  </a:lnTo>
                  <a:lnTo>
                    <a:pt x="133529" y="26443"/>
                  </a:lnTo>
                  <a:lnTo>
                    <a:pt x="129009" y="23640"/>
                  </a:lnTo>
                  <a:lnTo>
                    <a:pt x="124402" y="20982"/>
                  </a:lnTo>
                  <a:lnTo>
                    <a:pt x="119712" y="18472"/>
                  </a:lnTo>
                  <a:lnTo>
                    <a:pt x="114945" y="16113"/>
                  </a:lnTo>
                  <a:lnTo>
                    <a:pt x="110106" y="13906"/>
                  </a:lnTo>
                  <a:lnTo>
                    <a:pt x="105199" y="11854"/>
                  </a:lnTo>
                  <a:lnTo>
                    <a:pt x="100229" y="9960"/>
                  </a:lnTo>
                  <a:lnTo>
                    <a:pt x="95201" y="8225"/>
                  </a:lnTo>
                  <a:lnTo>
                    <a:pt x="90121" y="6650"/>
                  </a:lnTo>
                  <a:lnTo>
                    <a:pt x="84993" y="5238"/>
                  </a:lnTo>
                  <a:lnTo>
                    <a:pt x="79823" y="3989"/>
                  </a:lnTo>
                  <a:lnTo>
                    <a:pt x="74615" y="2906"/>
                  </a:lnTo>
                  <a:lnTo>
                    <a:pt x="69376" y="1989"/>
                  </a:lnTo>
                  <a:lnTo>
                    <a:pt x="64110" y="1239"/>
                  </a:lnTo>
                  <a:lnTo>
                    <a:pt x="58823" y="658"/>
                  </a:lnTo>
                  <a:lnTo>
                    <a:pt x="53521" y="244"/>
                  </a:lnTo>
                  <a:lnTo>
                    <a:pt x="48208" y="0"/>
                  </a:lnTo>
                  <a:lnTo>
                    <a:pt x="43179" y="167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5028" cy="167167"/>
            </a:xfrm>
            <a:custGeom>
              <a:avLst/>
              <a:pathLst>
                <a:path w="5028" h="167167">
                  <a:moveTo>
                    <a:pt x="5028" y="7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2" y="1071028"/>
              <a:ext cx="167165" cy="288036"/>
            </a:xfrm>
            <a:custGeom>
              <a:avLst/>
              <a:pathLst>
                <a:path w="167165" h="288036">
                  <a:moveTo>
                    <a:pt x="167165" y="0"/>
                  </a:moveTo>
                  <a:lnTo>
                    <a:pt x="161792" y="86"/>
                  </a:lnTo>
                  <a:lnTo>
                    <a:pt x="156424" y="345"/>
                  </a:lnTo>
                  <a:lnTo>
                    <a:pt x="151068" y="776"/>
                  </a:lnTo>
                  <a:lnTo>
                    <a:pt x="145728" y="1380"/>
                  </a:lnTo>
                  <a:lnTo>
                    <a:pt x="140410" y="2155"/>
                  </a:lnTo>
                  <a:lnTo>
                    <a:pt x="135120" y="3100"/>
                  </a:lnTo>
                  <a:lnTo>
                    <a:pt x="129863" y="4215"/>
                  </a:lnTo>
                  <a:lnTo>
                    <a:pt x="124644" y="5498"/>
                  </a:lnTo>
                  <a:lnTo>
                    <a:pt x="119470" y="6948"/>
                  </a:lnTo>
                  <a:lnTo>
                    <a:pt x="114344" y="8564"/>
                  </a:lnTo>
                  <a:lnTo>
                    <a:pt x="109274" y="10344"/>
                  </a:lnTo>
                  <a:lnTo>
                    <a:pt x="104263" y="12286"/>
                  </a:lnTo>
                  <a:lnTo>
                    <a:pt x="99317" y="14387"/>
                  </a:lnTo>
                  <a:lnTo>
                    <a:pt x="94441" y="16647"/>
                  </a:lnTo>
                  <a:lnTo>
                    <a:pt x="89641" y="19063"/>
                  </a:lnTo>
                  <a:lnTo>
                    <a:pt x="84920" y="21631"/>
                  </a:lnTo>
                  <a:lnTo>
                    <a:pt x="80285" y="24350"/>
                  </a:lnTo>
                  <a:lnTo>
                    <a:pt x="75739" y="27216"/>
                  </a:lnTo>
                  <a:lnTo>
                    <a:pt x="71288" y="30227"/>
                  </a:lnTo>
                  <a:lnTo>
                    <a:pt x="66936" y="33380"/>
                  </a:lnTo>
                  <a:lnTo>
                    <a:pt x="62687" y="36671"/>
                  </a:lnTo>
                  <a:lnTo>
                    <a:pt x="58547" y="40096"/>
                  </a:lnTo>
                  <a:lnTo>
                    <a:pt x="54518" y="43653"/>
                  </a:lnTo>
                  <a:lnTo>
                    <a:pt x="50607" y="47338"/>
                  </a:lnTo>
                  <a:lnTo>
                    <a:pt x="46815" y="51146"/>
                  </a:lnTo>
                  <a:lnTo>
                    <a:pt x="43148" y="55075"/>
                  </a:lnTo>
                  <a:lnTo>
                    <a:pt x="39609" y="59119"/>
                  </a:lnTo>
                  <a:lnTo>
                    <a:pt x="36202" y="63275"/>
                  </a:lnTo>
                  <a:lnTo>
                    <a:pt x="32930" y="67538"/>
                  </a:lnTo>
                  <a:lnTo>
                    <a:pt x="29797" y="71904"/>
                  </a:lnTo>
                  <a:lnTo>
                    <a:pt x="26806" y="76369"/>
                  </a:lnTo>
                  <a:lnTo>
                    <a:pt x="23960" y="80927"/>
                  </a:lnTo>
                  <a:lnTo>
                    <a:pt x="21262" y="85575"/>
                  </a:lnTo>
                  <a:lnTo>
                    <a:pt x="18715" y="90307"/>
                  </a:lnTo>
                  <a:lnTo>
                    <a:pt x="16321" y="95118"/>
                  </a:lnTo>
                  <a:lnTo>
                    <a:pt x="14083" y="100004"/>
                  </a:lnTo>
                  <a:lnTo>
                    <a:pt x="12004" y="104959"/>
                  </a:lnTo>
                  <a:lnTo>
                    <a:pt x="10084" y="109979"/>
                  </a:lnTo>
                  <a:lnTo>
                    <a:pt x="8327" y="115057"/>
                  </a:lnTo>
                  <a:lnTo>
                    <a:pt x="6734" y="120190"/>
                  </a:lnTo>
                  <a:lnTo>
                    <a:pt x="5307" y="125371"/>
                  </a:lnTo>
                  <a:lnTo>
                    <a:pt x="4047" y="130595"/>
                  </a:lnTo>
                  <a:lnTo>
                    <a:pt x="2956" y="135857"/>
                  </a:lnTo>
                  <a:lnTo>
                    <a:pt x="2035" y="141151"/>
                  </a:lnTo>
                  <a:lnTo>
                    <a:pt x="1284" y="146472"/>
                  </a:lnTo>
                  <a:lnTo>
                    <a:pt x="704" y="151815"/>
                  </a:lnTo>
                  <a:lnTo>
                    <a:pt x="297" y="157174"/>
                  </a:lnTo>
                  <a:lnTo>
                    <a:pt x="62" y="162542"/>
                  </a:lnTo>
                  <a:lnTo>
                    <a:pt x="0" y="167916"/>
                  </a:lnTo>
                  <a:lnTo>
                    <a:pt x="110" y="173289"/>
                  </a:lnTo>
                  <a:lnTo>
                    <a:pt x="393" y="178655"/>
                  </a:lnTo>
                  <a:lnTo>
                    <a:pt x="848" y="184010"/>
                  </a:lnTo>
                  <a:lnTo>
                    <a:pt x="1476" y="189347"/>
                  </a:lnTo>
                  <a:lnTo>
                    <a:pt x="2274" y="194661"/>
                  </a:lnTo>
                  <a:lnTo>
                    <a:pt x="3243" y="199947"/>
                  </a:lnTo>
                  <a:lnTo>
                    <a:pt x="4382" y="205199"/>
                  </a:lnTo>
                  <a:lnTo>
                    <a:pt x="5688" y="210412"/>
                  </a:lnTo>
                  <a:lnTo>
                    <a:pt x="7162" y="215580"/>
                  </a:lnTo>
                  <a:lnTo>
                    <a:pt x="8801" y="220698"/>
                  </a:lnTo>
                  <a:lnTo>
                    <a:pt x="10603" y="225761"/>
                  </a:lnTo>
                  <a:lnTo>
                    <a:pt x="12567" y="230763"/>
                  </a:lnTo>
                  <a:lnTo>
                    <a:pt x="14691" y="235699"/>
                  </a:lnTo>
                  <a:lnTo>
                    <a:pt x="16973" y="240565"/>
                  </a:lnTo>
                  <a:lnTo>
                    <a:pt x="19410" y="245354"/>
                  </a:lnTo>
                  <a:lnTo>
                    <a:pt x="21999" y="250063"/>
                  </a:lnTo>
                  <a:lnTo>
                    <a:pt x="24739" y="254686"/>
                  </a:lnTo>
                  <a:lnTo>
                    <a:pt x="27626" y="259219"/>
                  </a:lnTo>
                  <a:lnTo>
                    <a:pt x="30656" y="263657"/>
                  </a:lnTo>
                  <a:lnTo>
                    <a:pt x="33829" y="267995"/>
                  </a:lnTo>
                  <a:lnTo>
                    <a:pt x="37138" y="272229"/>
                  </a:lnTo>
                  <a:lnTo>
                    <a:pt x="40582" y="276354"/>
                  </a:lnTo>
                  <a:lnTo>
                    <a:pt x="44157" y="280366"/>
                  </a:lnTo>
                  <a:lnTo>
                    <a:pt x="47860" y="284261"/>
                  </a:lnTo>
                  <a:lnTo>
                    <a:pt x="51685" y="28803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9778" y="1238196"/>
              <a:ext cx="115480" cy="120868"/>
            </a:xfrm>
            <a:custGeom>
              <a:avLst/>
              <a:pathLst>
                <a:path w="115480" h="120868">
                  <a:moveTo>
                    <a:pt x="0" y="120868"/>
                  </a:moveTo>
                  <a:lnTo>
                    <a:pt x="11548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29778" y="1136080"/>
              <a:ext cx="282637" cy="269283"/>
            </a:xfrm>
            <a:custGeom>
              <a:avLst/>
              <a:pathLst>
                <a:path w="282637" h="269283">
                  <a:moveTo>
                    <a:pt x="0" y="222984"/>
                  </a:moveTo>
                  <a:lnTo>
                    <a:pt x="3903" y="226596"/>
                  </a:lnTo>
                  <a:lnTo>
                    <a:pt x="7919" y="230083"/>
                  </a:lnTo>
                  <a:lnTo>
                    <a:pt x="12044" y="233439"/>
                  </a:lnTo>
                  <a:lnTo>
                    <a:pt x="16273" y="236663"/>
                  </a:lnTo>
                  <a:lnTo>
                    <a:pt x="20603" y="239750"/>
                  </a:lnTo>
                  <a:lnTo>
                    <a:pt x="25029" y="242699"/>
                  </a:lnTo>
                  <a:lnTo>
                    <a:pt x="29547" y="245505"/>
                  </a:lnTo>
                  <a:lnTo>
                    <a:pt x="34151" y="248166"/>
                  </a:lnTo>
                  <a:lnTo>
                    <a:pt x="38838" y="250679"/>
                  </a:lnTo>
                  <a:lnTo>
                    <a:pt x="43603" y="253041"/>
                  </a:lnTo>
                  <a:lnTo>
                    <a:pt x="48440" y="255251"/>
                  </a:lnTo>
                  <a:lnTo>
                    <a:pt x="53345" y="257306"/>
                  </a:lnTo>
                  <a:lnTo>
                    <a:pt x="58313" y="259204"/>
                  </a:lnTo>
                  <a:lnTo>
                    <a:pt x="63339" y="260943"/>
                  </a:lnTo>
                  <a:lnTo>
                    <a:pt x="68417" y="262521"/>
                  </a:lnTo>
                  <a:lnTo>
                    <a:pt x="73543" y="263937"/>
                  </a:lnTo>
                  <a:lnTo>
                    <a:pt x="78712" y="265189"/>
                  </a:lnTo>
                  <a:lnTo>
                    <a:pt x="83918" y="266276"/>
                  </a:lnTo>
                  <a:lnTo>
                    <a:pt x="89155" y="267197"/>
                  </a:lnTo>
                  <a:lnTo>
                    <a:pt x="94420" y="267951"/>
                  </a:lnTo>
                  <a:lnTo>
                    <a:pt x="99706" y="268537"/>
                  </a:lnTo>
                  <a:lnTo>
                    <a:pt x="105007" y="268954"/>
                  </a:lnTo>
                  <a:lnTo>
                    <a:pt x="110319" y="269203"/>
                  </a:lnTo>
                  <a:lnTo>
                    <a:pt x="115637" y="269283"/>
                  </a:lnTo>
                  <a:lnTo>
                    <a:pt x="120954" y="269193"/>
                  </a:lnTo>
                  <a:lnTo>
                    <a:pt x="126266" y="268934"/>
                  </a:lnTo>
                  <a:lnTo>
                    <a:pt x="131567" y="268507"/>
                  </a:lnTo>
                  <a:lnTo>
                    <a:pt x="136852" y="267911"/>
                  </a:lnTo>
                  <a:lnTo>
                    <a:pt x="142115" y="267147"/>
                  </a:lnTo>
                  <a:lnTo>
                    <a:pt x="147351" y="266217"/>
                  </a:lnTo>
                  <a:lnTo>
                    <a:pt x="152554" y="265120"/>
                  </a:lnTo>
                  <a:lnTo>
                    <a:pt x="157721" y="263858"/>
                  </a:lnTo>
                  <a:lnTo>
                    <a:pt x="162844" y="262433"/>
                  </a:lnTo>
                  <a:lnTo>
                    <a:pt x="167920" y="260845"/>
                  </a:lnTo>
                  <a:lnTo>
                    <a:pt x="172942" y="259096"/>
                  </a:lnTo>
                  <a:lnTo>
                    <a:pt x="177906" y="257189"/>
                  </a:lnTo>
                  <a:lnTo>
                    <a:pt x="182808" y="255125"/>
                  </a:lnTo>
                  <a:lnTo>
                    <a:pt x="187641" y="252906"/>
                  </a:lnTo>
                  <a:lnTo>
                    <a:pt x="192401" y="250534"/>
                  </a:lnTo>
                  <a:lnTo>
                    <a:pt x="197083" y="248012"/>
                  </a:lnTo>
                  <a:lnTo>
                    <a:pt x="201682" y="245343"/>
                  </a:lnTo>
                  <a:lnTo>
                    <a:pt x="206194" y="242528"/>
                  </a:lnTo>
                  <a:lnTo>
                    <a:pt x="210615" y="239572"/>
                  </a:lnTo>
                  <a:lnTo>
                    <a:pt x="214939" y="236476"/>
                  </a:lnTo>
                  <a:lnTo>
                    <a:pt x="219163" y="233244"/>
                  </a:lnTo>
                  <a:lnTo>
                    <a:pt x="223281" y="229880"/>
                  </a:lnTo>
                  <a:lnTo>
                    <a:pt x="227291" y="226386"/>
                  </a:lnTo>
                  <a:lnTo>
                    <a:pt x="231187" y="222767"/>
                  </a:lnTo>
                  <a:lnTo>
                    <a:pt x="234966" y="219025"/>
                  </a:lnTo>
                  <a:lnTo>
                    <a:pt x="238625" y="215165"/>
                  </a:lnTo>
                  <a:lnTo>
                    <a:pt x="242158" y="211191"/>
                  </a:lnTo>
                  <a:lnTo>
                    <a:pt x="245564" y="207106"/>
                  </a:lnTo>
                  <a:lnTo>
                    <a:pt x="248838" y="202915"/>
                  </a:lnTo>
                  <a:lnTo>
                    <a:pt x="251977" y="198622"/>
                  </a:lnTo>
                  <a:lnTo>
                    <a:pt x="254977" y="194232"/>
                  </a:lnTo>
                  <a:lnTo>
                    <a:pt x="257837" y="189748"/>
                  </a:lnTo>
                  <a:lnTo>
                    <a:pt x="260552" y="185175"/>
                  </a:lnTo>
                  <a:lnTo>
                    <a:pt x="263121" y="180519"/>
                  </a:lnTo>
                  <a:lnTo>
                    <a:pt x="265540" y="175783"/>
                  </a:lnTo>
                  <a:lnTo>
                    <a:pt x="267807" y="170972"/>
                  </a:lnTo>
                  <a:lnTo>
                    <a:pt x="269921" y="166092"/>
                  </a:lnTo>
                  <a:lnTo>
                    <a:pt x="271877" y="161147"/>
                  </a:lnTo>
                  <a:lnTo>
                    <a:pt x="273676" y="156142"/>
                  </a:lnTo>
                  <a:lnTo>
                    <a:pt x="275315" y="151083"/>
                  </a:lnTo>
                  <a:lnTo>
                    <a:pt x="276791" y="145974"/>
                  </a:lnTo>
                  <a:lnTo>
                    <a:pt x="278105" y="140820"/>
                  </a:lnTo>
                  <a:lnTo>
                    <a:pt x="279254" y="135628"/>
                  </a:lnTo>
                  <a:lnTo>
                    <a:pt x="280237" y="130401"/>
                  </a:lnTo>
                  <a:lnTo>
                    <a:pt x="281053" y="125146"/>
                  </a:lnTo>
                  <a:lnTo>
                    <a:pt x="281702" y="119868"/>
                  </a:lnTo>
                  <a:lnTo>
                    <a:pt x="282182" y="114572"/>
                  </a:lnTo>
                  <a:lnTo>
                    <a:pt x="282494" y="109263"/>
                  </a:lnTo>
                  <a:lnTo>
                    <a:pt x="282637" y="103947"/>
                  </a:lnTo>
                  <a:lnTo>
                    <a:pt x="282611" y="98629"/>
                  </a:lnTo>
                  <a:lnTo>
                    <a:pt x="282415" y="93314"/>
                  </a:lnTo>
                  <a:lnTo>
                    <a:pt x="282051" y="88008"/>
                  </a:lnTo>
                  <a:lnTo>
                    <a:pt x="281518" y="82717"/>
                  </a:lnTo>
                  <a:lnTo>
                    <a:pt x="280817" y="77445"/>
                  </a:lnTo>
                  <a:lnTo>
                    <a:pt x="279948" y="72199"/>
                  </a:lnTo>
                  <a:lnTo>
                    <a:pt x="278914" y="66982"/>
                  </a:lnTo>
                  <a:lnTo>
                    <a:pt x="277713" y="61801"/>
                  </a:lnTo>
                  <a:lnTo>
                    <a:pt x="276349" y="56661"/>
                  </a:lnTo>
                  <a:lnTo>
                    <a:pt x="274822" y="51567"/>
                  </a:lnTo>
                  <a:lnTo>
                    <a:pt x="273133" y="46524"/>
                  </a:lnTo>
                  <a:lnTo>
                    <a:pt x="271285" y="41538"/>
                  </a:lnTo>
                  <a:lnTo>
                    <a:pt x="269279" y="36612"/>
                  </a:lnTo>
                  <a:lnTo>
                    <a:pt x="267118" y="31753"/>
                  </a:lnTo>
                  <a:lnTo>
                    <a:pt x="264803" y="26965"/>
                  </a:lnTo>
                  <a:lnTo>
                    <a:pt x="262337" y="22254"/>
                  </a:lnTo>
                  <a:lnTo>
                    <a:pt x="259722" y="17623"/>
                  </a:lnTo>
                  <a:lnTo>
                    <a:pt x="256962" y="13077"/>
                  </a:lnTo>
                  <a:lnTo>
                    <a:pt x="254058" y="8622"/>
                  </a:lnTo>
                  <a:lnTo>
                    <a:pt x="251014" y="4261"/>
                  </a:lnTo>
                  <a:lnTo>
                    <a:pt x="247833" y="0"/>
                  </a:lnTo>
                  <a:lnTo>
                    <a:pt x="115480" y="102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32352" cy="167167"/>
            </a:xfrm>
            <a:custGeom>
              <a:avLst/>
              <a:pathLst>
                <a:path w="132352" h="167167">
                  <a:moveTo>
                    <a:pt x="132352" y="65051"/>
                  </a:moveTo>
                  <a:lnTo>
                    <a:pt x="128950" y="60787"/>
                  </a:lnTo>
                  <a:lnTo>
                    <a:pt x="125411" y="56637"/>
                  </a:lnTo>
                  <a:lnTo>
                    <a:pt x="121738" y="52604"/>
                  </a:lnTo>
                  <a:lnTo>
                    <a:pt x="117936" y="48694"/>
                  </a:lnTo>
                  <a:lnTo>
                    <a:pt x="114008" y="44909"/>
                  </a:lnTo>
                  <a:lnTo>
                    <a:pt x="109959" y="41255"/>
                  </a:lnTo>
                  <a:lnTo>
                    <a:pt x="105793" y="37734"/>
                  </a:lnTo>
                  <a:lnTo>
                    <a:pt x="101514" y="34352"/>
                  </a:lnTo>
                  <a:lnTo>
                    <a:pt x="97126" y="31111"/>
                  </a:lnTo>
                  <a:lnTo>
                    <a:pt x="92636" y="28014"/>
                  </a:lnTo>
                  <a:lnTo>
                    <a:pt x="88047" y="25066"/>
                  </a:lnTo>
                  <a:lnTo>
                    <a:pt x="83364" y="22269"/>
                  </a:lnTo>
                  <a:lnTo>
                    <a:pt x="78592" y="19627"/>
                  </a:lnTo>
                  <a:lnTo>
                    <a:pt x="73737" y="17141"/>
                  </a:lnTo>
                  <a:lnTo>
                    <a:pt x="68803" y="14815"/>
                  </a:lnTo>
                  <a:lnTo>
                    <a:pt x="63796" y="12652"/>
                  </a:lnTo>
                  <a:lnTo>
                    <a:pt x="58721" y="10653"/>
                  </a:lnTo>
                  <a:lnTo>
                    <a:pt x="53584" y="8820"/>
                  </a:lnTo>
                  <a:lnTo>
                    <a:pt x="48389" y="7156"/>
                  </a:lnTo>
                  <a:lnTo>
                    <a:pt x="43143" y="5663"/>
                  </a:lnTo>
                  <a:lnTo>
                    <a:pt x="37851" y="4341"/>
                  </a:lnTo>
                  <a:lnTo>
                    <a:pt x="32519" y="3193"/>
                  </a:lnTo>
                  <a:lnTo>
                    <a:pt x="27152" y="2219"/>
                  </a:lnTo>
                  <a:lnTo>
                    <a:pt x="21757" y="1421"/>
                  </a:lnTo>
                  <a:lnTo>
                    <a:pt x="16338" y="800"/>
                  </a:lnTo>
                  <a:lnTo>
                    <a:pt x="10901" y="355"/>
                  </a:lnTo>
                  <a:lnTo>
                    <a:pt x="545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539" y="941493"/>
              <a:ext cx="87004" cy="167167"/>
            </a:xfrm>
            <a:custGeom>
              <a:avLst/>
              <a:pathLst>
                <a:path w="87004" h="167167">
                  <a:moveTo>
                    <a:pt x="87004" y="0"/>
                  </a:moveTo>
                  <a:lnTo>
                    <a:pt x="81286" y="97"/>
                  </a:lnTo>
                  <a:lnTo>
                    <a:pt x="75574" y="391"/>
                  </a:lnTo>
                  <a:lnTo>
                    <a:pt x="69876" y="879"/>
                  </a:lnTo>
                  <a:lnTo>
                    <a:pt x="64199" y="1562"/>
                  </a:lnTo>
                  <a:lnTo>
                    <a:pt x="58547" y="2439"/>
                  </a:lnTo>
                  <a:lnTo>
                    <a:pt x="52929" y="3509"/>
                  </a:lnTo>
                  <a:lnTo>
                    <a:pt x="47351" y="4770"/>
                  </a:lnTo>
                  <a:lnTo>
                    <a:pt x="41820" y="6222"/>
                  </a:lnTo>
                  <a:lnTo>
                    <a:pt x="36341" y="7861"/>
                  </a:lnTo>
                  <a:lnTo>
                    <a:pt x="30922" y="9688"/>
                  </a:lnTo>
                  <a:lnTo>
                    <a:pt x="25568" y="11698"/>
                  </a:lnTo>
                  <a:lnTo>
                    <a:pt x="20286" y="13890"/>
                  </a:lnTo>
                  <a:lnTo>
                    <a:pt x="15082" y="16262"/>
                  </a:lnTo>
                  <a:lnTo>
                    <a:pt x="9962" y="18811"/>
                  </a:lnTo>
                  <a:lnTo>
                    <a:pt x="4933" y="21533"/>
                  </a:lnTo>
                  <a:lnTo>
                    <a:pt x="0" y="24425"/>
                  </a:lnTo>
                  <a:lnTo>
                    <a:pt x="870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80" y="949063"/>
              <a:ext cx="334330" cy="326753"/>
            </a:xfrm>
            <a:custGeom>
              <a:avLst/>
              <a:pathLst>
                <a:path w="334330" h="326753">
                  <a:moveTo>
                    <a:pt x="80159" y="16855"/>
                  </a:moveTo>
                  <a:lnTo>
                    <a:pt x="75668" y="19691"/>
                  </a:lnTo>
                  <a:lnTo>
                    <a:pt x="71269" y="22669"/>
                  </a:lnTo>
                  <a:lnTo>
                    <a:pt x="66967" y="25785"/>
                  </a:lnTo>
                  <a:lnTo>
                    <a:pt x="62767" y="29035"/>
                  </a:lnTo>
                  <a:lnTo>
                    <a:pt x="58671" y="32418"/>
                  </a:lnTo>
                  <a:lnTo>
                    <a:pt x="54686" y="35929"/>
                  </a:lnTo>
                  <a:lnTo>
                    <a:pt x="50813" y="39565"/>
                  </a:lnTo>
                  <a:lnTo>
                    <a:pt x="47059" y="43322"/>
                  </a:lnTo>
                  <a:lnTo>
                    <a:pt x="43425" y="47197"/>
                  </a:lnTo>
                  <a:lnTo>
                    <a:pt x="39917" y="51185"/>
                  </a:lnTo>
                  <a:lnTo>
                    <a:pt x="36536" y="55282"/>
                  </a:lnTo>
                  <a:lnTo>
                    <a:pt x="33288" y="59485"/>
                  </a:lnTo>
                  <a:lnTo>
                    <a:pt x="30175" y="63789"/>
                  </a:lnTo>
                  <a:lnTo>
                    <a:pt x="27200" y="68189"/>
                  </a:lnTo>
                  <a:lnTo>
                    <a:pt x="24367" y="72682"/>
                  </a:lnTo>
                  <a:lnTo>
                    <a:pt x="21678" y="77263"/>
                  </a:lnTo>
                  <a:lnTo>
                    <a:pt x="19135" y="81927"/>
                  </a:lnTo>
                  <a:lnTo>
                    <a:pt x="16742" y="86669"/>
                  </a:lnTo>
                  <a:lnTo>
                    <a:pt x="14501" y="91484"/>
                  </a:lnTo>
                  <a:lnTo>
                    <a:pt x="12415" y="96369"/>
                  </a:lnTo>
                  <a:lnTo>
                    <a:pt x="10484" y="101317"/>
                  </a:lnTo>
                  <a:lnTo>
                    <a:pt x="8711" y="106325"/>
                  </a:lnTo>
                  <a:lnTo>
                    <a:pt x="7099" y="111386"/>
                  </a:lnTo>
                  <a:lnTo>
                    <a:pt x="5648" y="116495"/>
                  </a:lnTo>
                  <a:lnTo>
                    <a:pt x="4360" y="121649"/>
                  </a:lnTo>
                  <a:lnTo>
                    <a:pt x="3237" y="126840"/>
                  </a:lnTo>
                  <a:lnTo>
                    <a:pt x="2279" y="132065"/>
                  </a:lnTo>
                  <a:lnTo>
                    <a:pt x="1487" y="137317"/>
                  </a:lnTo>
                  <a:lnTo>
                    <a:pt x="863" y="142592"/>
                  </a:lnTo>
                  <a:lnTo>
                    <a:pt x="407" y="147884"/>
                  </a:lnTo>
                  <a:lnTo>
                    <a:pt x="119" y="153188"/>
                  </a:lnTo>
                  <a:lnTo>
                    <a:pt x="0" y="158498"/>
                  </a:lnTo>
                  <a:lnTo>
                    <a:pt x="49" y="163810"/>
                  </a:lnTo>
                  <a:lnTo>
                    <a:pt x="267" y="169117"/>
                  </a:lnTo>
                  <a:lnTo>
                    <a:pt x="654" y="174415"/>
                  </a:lnTo>
                  <a:lnTo>
                    <a:pt x="1209" y="179697"/>
                  </a:lnTo>
                  <a:lnTo>
                    <a:pt x="1931" y="184960"/>
                  </a:lnTo>
                  <a:lnTo>
                    <a:pt x="2820" y="190196"/>
                  </a:lnTo>
                  <a:lnTo>
                    <a:pt x="3875" y="195402"/>
                  </a:lnTo>
                  <a:lnTo>
                    <a:pt x="5095" y="200572"/>
                  </a:lnTo>
                  <a:lnTo>
                    <a:pt x="6479" y="205700"/>
                  </a:lnTo>
                  <a:lnTo>
                    <a:pt x="8025" y="210782"/>
                  </a:lnTo>
                  <a:lnTo>
                    <a:pt x="9731" y="215812"/>
                  </a:lnTo>
                  <a:lnTo>
                    <a:pt x="11597" y="220785"/>
                  </a:lnTo>
                  <a:lnTo>
                    <a:pt x="13619" y="225697"/>
                  </a:lnTo>
                  <a:lnTo>
                    <a:pt x="15797" y="230542"/>
                  </a:lnTo>
                  <a:lnTo>
                    <a:pt x="18127" y="235315"/>
                  </a:lnTo>
                  <a:lnTo>
                    <a:pt x="20608" y="240012"/>
                  </a:lnTo>
                  <a:lnTo>
                    <a:pt x="23237" y="244627"/>
                  </a:lnTo>
                  <a:lnTo>
                    <a:pt x="26011" y="249157"/>
                  </a:lnTo>
                  <a:lnTo>
                    <a:pt x="28928" y="253596"/>
                  </a:lnTo>
                  <a:lnTo>
                    <a:pt x="31984" y="257941"/>
                  </a:lnTo>
                  <a:lnTo>
                    <a:pt x="35177" y="262186"/>
                  </a:lnTo>
                  <a:lnTo>
                    <a:pt x="38503" y="266327"/>
                  </a:lnTo>
                  <a:lnTo>
                    <a:pt x="41958" y="270361"/>
                  </a:lnTo>
                  <a:lnTo>
                    <a:pt x="45541" y="274283"/>
                  </a:lnTo>
                  <a:lnTo>
                    <a:pt x="49246" y="278089"/>
                  </a:lnTo>
                  <a:lnTo>
                    <a:pt x="53070" y="281776"/>
                  </a:lnTo>
                  <a:lnTo>
                    <a:pt x="57009" y="285339"/>
                  </a:lnTo>
                  <a:lnTo>
                    <a:pt x="61060" y="288775"/>
                  </a:lnTo>
                  <a:lnTo>
                    <a:pt x="65217" y="292081"/>
                  </a:lnTo>
                  <a:lnTo>
                    <a:pt x="69478" y="295253"/>
                  </a:lnTo>
                  <a:lnTo>
                    <a:pt x="73837" y="298288"/>
                  </a:lnTo>
                  <a:lnTo>
                    <a:pt x="78290" y="301183"/>
                  </a:lnTo>
                  <a:lnTo>
                    <a:pt x="82834" y="303935"/>
                  </a:lnTo>
                  <a:lnTo>
                    <a:pt x="87462" y="306541"/>
                  </a:lnTo>
                  <a:lnTo>
                    <a:pt x="92171" y="308999"/>
                  </a:lnTo>
                  <a:lnTo>
                    <a:pt x="96955" y="311306"/>
                  </a:lnTo>
                  <a:lnTo>
                    <a:pt x="101810" y="313460"/>
                  </a:lnTo>
                  <a:lnTo>
                    <a:pt x="106732" y="315459"/>
                  </a:lnTo>
                  <a:lnTo>
                    <a:pt x="111714" y="317300"/>
                  </a:lnTo>
                  <a:lnTo>
                    <a:pt x="116752" y="318982"/>
                  </a:lnTo>
                  <a:lnTo>
                    <a:pt x="121842" y="320503"/>
                  </a:lnTo>
                  <a:lnTo>
                    <a:pt x="126977" y="321862"/>
                  </a:lnTo>
                  <a:lnTo>
                    <a:pt x="132152" y="323057"/>
                  </a:lnTo>
                  <a:lnTo>
                    <a:pt x="137363" y="324087"/>
                  </a:lnTo>
                  <a:lnTo>
                    <a:pt x="142604" y="324950"/>
                  </a:lnTo>
                  <a:lnTo>
                    <a:pt x="147870" y="325647"/>
                  </a:lnTo>
                  <a:lnTo>
                    <a:pt x="153155" y="326176"/>
                  </a:lnTo>
                  <a:lnTo>
                    <a:pt x="158455" y="326537"/>
                  </a:lnTo>
                  <a:lnTo>
                    <a:pt x="163763" y="326730"/>
                  </a:lnTo>
                  <a:lnTo>
                    <a:pt x="169074" y="326753"/>
                  </a:lnTo>
                  <a:lnTo>
                    <a:pt x="174384" y="326608"/>
                  </a:lnTo>
                  <a:lnTo>
                    <a:pt x="179687" y="326295"/>
                  </a:lnTo>
                  <a:lnTo>
                    <a:pt x="184976" y="325813"/>
                  </a:lnTo>
                  <a:lnTo>
                    <a:pt x="190248" y="325163"/>
                  </a:lnTo>
                  <a:lnTo>
                    <a:pt x="195497" y="324346"/>
                  </a:lnTo>
                  <a:lnTo>
                    <a:pt x="200717" y="323362"/>
                  </a:lnTo>
                  <a:lnTo>
                    <a:pt x="205903" y="322214"/>
                  </a:lnTo>
                  <a:lnTo>
                    <a:pt x="211049" y="320901"/>
                  </a:lnTo>
                  <a:lnTo>
                    <a:pt x="216152" y="319425"/>
                  </a:lnTo>
                  <a:lnTo>
                    <a:pt x="221205" y="317788"/>
                  </a:lnTo>
                  <a:lnTo>
                    <a:pt x="226204" y="315991"/>
                  </a:lnTo>
                  <a:lnTo>
                    <a:pt x="231143" y="314036"/>
                  </a:lnTo>
                  <a:lnTo>
                    <a:pt x="236017" y="311926"/>
                  </a:lnTo>
                  <a:lnTo>
                    <a:pt x="240822" y="309661"/>
                  </a:lnTo>
                  <a:lnTo>
                    <a:pt x="245552" y="307246"/>
                  </a:lnTo>
                  <a:lnTo>
                    <a:pt x="250204" y="304681"/>
                  </a:lnTo>
                  <a:lnTo>
                    <a:pt x="254771" y="301969"/>
                  </a:lnTo>
                  <a:lnTo>
                    <a:pt x="259250" y="299114"/>
                  </a:lnTo>
                  <a:lnTo>
                    <a:pt x="263636" y="296118"/>
                  </a:lnTo>
                  <a:lnTo>
                    <a:pt x="267925" y="292984"/>
                  </a:lnTo>
                  <a:lnTo>
                    <a:pt x="272112" y="289715"/>
                  </a:lnTo>
                  <a:lnTo>
                    <a:pt x="276193" y="286315"/>
                  </a:lnTo>
                  <a:lnTo>
                    <a:pt x="280164" y="282787"/>
                  </a:lnTo>
                  <a:lnTo>
                    <a:pt x="284020" y="279135"/>
                  </a:lnTo>
                  <a:lnTo>
                    <a:pt x="287759" y="275362"/>
                  </a:lnTo>
                  <a:lnTo>
                    <a:pt x="291376" y="271472"/>
                  </a:lnTo>
                  <a:lnTo>
                    <a:pt x="294868" y="267469"/>
                  </a:lnTo>
                  <a:lnTo>
                    <a:pt x="298231" y="263358"/>
                  </a:lnTo>
                  <a:lnTo>
                    <a:pt x="301461" y="259141"/>
                  </a:lnTo>
                  <a:lnTo>
                    <a:pt x="304556" y="254824"/>
                  </a:lnTo>
                  <a:lnTo>
                    <a:pt x="307512" y="250411"/>
                  </a:lnTo>
                  <a:lnTo>
                    <a:pt x="310326" y="245906"/>
                  </a:lnTo>
                  <a:lnTo>
                    <a:pt x="312996" y="241314"/>
                  </a:lnTo>
                  <a:lnTo>
                    <a:pt x="315519" y="236640"/>
                  </a:lnTo>
                  <a:lnTo>
                    <a:pt x="317892" y="231888"/>
                  </a:lnTo>
                  <a:lnTo>
                    <a:pt x="320112" y="227062"/>
                  </a:lnTo>
                  <a:lnTo>
                    <a:pt x="322178" y="222169"/>
                  </a:lnTo>
                  <a:lnTo>
                    <a:pt x="324088" y="217212"/>
                  </a:lnTo>
                  <a:lnTo>
                    <a:pt x="325839" y="212198"/>
                  </a:lnTo>
                  <a:lnTo>
                    <a:pt x="327430" y="207130"/>
                  </a:lnTo>
                  <a:lnTo>
                    <a:pt x="328860" y="202014"/>
                  </a:lnTo>
                  <a:lnTo>
                    <a:pt x="330126" y="196856"/>
                  </a:lnTo>
                  <a:lnTo>
                    <a:pt x="331227" y="191659"/>
                  </a:lnTo>
                  <a:lnTo>
                    <a:pt x="332163" y="186431"/>
                  </a:lnTo>
                  <a:lnTo>
                    <a:pt x="332932" y="181175"/>
                  </a:lnTo>
                  <a:lnTo>
                    <a:pt x="333534" y="175898"/>
                  </a:lnTo>
                  <a:lnTo>
                    <a:pt x="333968" y="170604"/>
                  </a:lnTo>
                  <a:lnTo>
                    <a:pt x="334234" y="165299"/>
                  </a:lnTo>
                  <a:lnTo>
                    <a:pt x="334330" y="159988"/>
                  </a:lnTo>
                  <a:lnTo>
                    <a:pt x="334258" y="154677"/>
                  </a:lnTo>
                  <a:lnTo>
                    <a:pt x="334018" y="149370"/>
                  </a:lnTo>
                  <a:lnTo>
                    <a:pt x="333609" y="144074"/>
                  </a:lnTo>
                  <a:lnTo>
                    <a:pt x="333031" y="138794"/>
                  </a:lnTo>
                  <a:lnTo>
                    <a:pt x="332287" y="133535"/>
                  </a:lnTo>
                  <a:lnTo>
                    <a:pt x="331375" y="128302"/>
                  </a:lnTo>
                  <a:lnTo>
                    <a:pt x="330298" y="123101"/>
                  </a:lnTo>
                  <a:lnTo>
                    <a:pt x="329056" y="117936"/>
                  </a:lnTo>
                  <a:lnTo>
                    <a:pt x="327651" y="112814"/>
                  </a:lnTo>
                  <a:lnTo>
                    <a:pt x="326084" y="107739"/>
                  </a:lnTo>
                  <a:lnTo>
                    <a:pt x="324356" y="102716"/>
                  </a:lnTo>
                  <a:lnTo>
                    <a:pt x="322469" y="97750"/>
                  </a:lnTo>
                  <a:lnTo>
                    <a:pt x="320426" y="92847"/>
                  </a:lnTo>
                  <a:lnTo>
                    <a:pt x="318228" y="88012"/>
                  </a:lnTo>
                  <a:lnTo>
                    <a:pt x="315877" y="83249"/>
                  </a:lnTo>
                  <a:lnTo>
                    <a:pt x="313377" y="78562"/>
                  </a:lnTo>
                  <a:lnTo>
                    <a:pt x="310728" y="73958"/>
                  </a:lnTo>
                  <a:lnTo>
                    <a:pt x="307935" y="69440"/>
                  </a:lnTo>
                  <a:lnTo>
                    <a:pt x="305000" y="65013"/>
                  </a:lnTo>
                  <a:lnTo>
                    <a:pt x="301925" y="60682"/>
                  </a:lnTo>
                  <a:lnTo>
                    <a:pt x="298715" y="56450"/>
                  </a:lnTo>
                  <a:lnTo>
                    <a:pt x="295371" y="52323"/>
                  </a:lnTo>
                  <a:lnTo>
                    <a:pt x="291898" y="48304"/>
                  </a:lnTo>
                  <a:lnTo>
                    <a:pt x="288299" y="44397"/>
                  </a:lnTo>
                  <a:lnTo>
                    <a:pt x="284578" y="40607"/>
                  </a:lnTo>
                  <a:lnTo>
                    <a:pt x="280739" y="36936"/>
                  </a:lnTo>
                  <a:lnTo>
                    <a:pt x="276784" y="33390"/>
                  </a:lnTo>
                  <a:lnTo>
                    <a:pt x="272719" y="29971"/>
                  </a:lnTo>
                  <a:lnTo>
                    <a:pt x="268548" y="26683"/>
                  </a:lnTo>
                  <a:lnTo>
                    <a:pt x="264274" y="23529"/>
                  </a:lnTo>
                  <a:lnTo>
                    <a:pt x="259902" y="20512"/>
                  </a:lnTo>
                  <a:lnTo>
                    <a:pt x="255436" y="17636"/>
                  </a:lnTo>
                  <a:lnTo>
                    <a:pt x="250881" y="14903"/>
                  </a:lnTo>
                  <a:lnTo>
                    <a:pt x="246242" y="12316"/>
                  </a:lnTo>
                  <a:lnTo>
                    <a:pt x="241523" y="9878"/>
                  </a:lnTo>
                  <a:lnTo>
                    <a:pt x="236729" y="7592"/>
                  </a:lnTo>
                  <a:lnTo>
                    <a:pt x="231864" y="5458"/>
                  </a:lnTo>
                  <a:lnTo>
                    <a:pt x="226934" y="3480"/>
                  </a:lnTo>
                  <a:lnTo>
                    <a:pt x="221944" y="1660"/>
                  </a:lnTo>
                  <a:lnTo>
                    <a:pt x="216899" y="0"/>
                  </a:lnTo>
                  <a:lnTo>
                    <a:pt x="167163" y="1595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49735" cy="167167"/>
            </a:xfrm>
            <a:custGeom>
              <a:avLst/>
              <a:pathLst>
                <a:path w="49735" h="167167">
                  <a:moveTo>
                    <a:pt x="49735" y="7570"/>
                  </a:moveTo>
                  <a:lnTo>
                    <a:pt x="43674" y="5806"/>
                  </a:lnTo>
                  <a:lnTo>
                    <a:pt x="37551" y="4272"/>
                  </a:lnTo>
                  <a:lnTo>
                    <a:pt x="31375" y="2970"/>
                  </a:lnTo>
                  <a:lnTo>
                    <a:pt x="25154" y="1903"/>
                  </a:lnTo>
                  <a:lnTo>
                    <a:pt x="18897" y="1071"/>
                  </a:lnTo>
                  <a:lnTo>
                    <a:pt x="12613" y="476"/>
                  </a:lnTo>
                  <a:lnTo>
                    <a:pt x="6311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4036" y="941493"/>
              <a:ext cx="52179" cy="167167"/>
            </a:xfrm>
            <a:custGeom>
              <a:avLst/>
              <a:pathLst>
                <a:path w="52179" h="167167">
                  <a:moveTo>
                    <a:pt x="52179" y="0"/>
                  </a:moveTo>
                  <a:lnTo>
                    <a:pt x="46284" y="103"/>
                  </a:lnTo>
                  <a:lnTo>
                    <a:pt x="40396" y="415"/>
                  </a:lnTo>
                  <a:lnTo>
                    <a:pt x="34523" y="934"/>
                  </a:lnTo>
                  <a:lnTo>
                    <a:pt x="28672" y="1661"/>
                  </a:lnTo>
                  <a:lnTo>
                    <a:pt x="22850" y="2592"/>
                  </a:lnTo>
                  <a:lnTo>
                    <a:pt x="17065" y="3729"/>
                  </a:lnTo>
                  <a:lnTo>
                    <a:pt x="11323" y="5069"/>
                  </a:lnTo>
                  <a:lnTo>
                    <a:pt x="5632" y="6611"/>
                  </a:lnTo>
                  <a:lnTo>
                    <a:pt x="0" y="8352"/>
                  </a:lnTo>
                  <a:lnTo>
                    <a:pt x="5217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4036" y="949845"/>
              <a:ext cx="52179" cy="158815"/>
            </a:xfrm>
            <a:custGeom>
              <a:avLst/>
              <a:pathLst>
                <a:path w="52179" h="158815">
                  <a:moveTo>
                    <a:pt x="0" y="0"/>
                  </a:moveTo>
                  <a:lnTo>
                    <a:pt x="52179" y="1588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59" y="949845"/>
              <a:ext cx="167156" cy="312523"/>
            </a:xfrm>
            <a:custGeom>
              <a:avLst/>
              <a:pathLst>
                <a:path w="167156" h="312523">
                  <a:moveTo>
                    <a:pt x="114976" y="0"/>
                  </a:moveTo>
                  <a:lnTo>
                    <a:pt x="109946" y="1741"/>
                  </a:lnTo>
                  <a:lnTo>
                    <a:pt x="104975" y="3642"/>
                  </a:lnTo>
                  <a:lnTo>
                    <a:pt x="100066" y="5701"/>
                  </a:lnTo>
                  <a:lnTo>
                    <a:pt x="95225" y="7915"/>
                  </a:lnTo>
                  <a:lnTo>
                    <a:pt x="90457" y="10281"/>
                  </a:lnTo>
                  <a:lnTo>
                    <a:pt x="85767" y="12798"/>
                  </a:lnTo>
                  <a:lnTo>
                    <a:pt x="81159" y="15464"/>
                  </a:lnTo>
                  <a:lnTo>
                    <a:pt x="76638" y="18275"/>
                  </a:lnTo>
                  <a:lnTo>
                    <a:pt x="72210" y="21228"/>
                  </a:lnTo>
                  <a:lnTo>
                    <a:pt x="67877" y="24320"/>
                  </a:lnTo>
                  <a:lnTo>
                    <a:pt x="63646" y="27549"/>
                  </a:lnTo>
                  <a:lnTo>
                    <a:pt x="59519" y="30912"/>
                  </a:lnTo>
                  <a:lnTo>
                    <a:pt x="55501" y="34403"/>
                  </a:lnTo>
                  <a:lnTo>
                    <a:pt x="51597" y="38021"/>
                  </a:lnTo>
                  <a:lnTo>
                    <a:pt x="47809" y="41762"/>
                  </a:lnTo>
                  <a:lnTo>
                    <a:pt x="44143" y="45621"/>
                  </a:lnTo>
                  <a:lnTo>
                    <a:pt x="40602" y="49595"/>
                  </a:lnTo>
                  <a:lnTo>
                    <a:pt x="37188" y="53680"/>
                  </a:lnTo>
                  <a:lnTo>
                    <a:pt x="33907" y="57871"/>
                  </a:lnTo>
                  <a:lnTo>
                    <a:pt x="30761" y="62165"/>
                  </a:lnTo>
                  <a:lnTo>
                    <a:pt x="27753" y="66556"/>
                  </a:lnTo>
                  <a:lnTo>
                    <a:pt x="24886" y="71041"/>
                  </a:lnTo>
                  <a:lnTo>
                    <a:pt x="22163" y="75615"/>
                  </a:lnTo>
                  <a:lnTo>
                    <a:pt x="19588" y="80274"/>
                  </a:lnTo>
                  <a:lnTo>
                    <a:pt x="17162" y="85012"/>
                  </a:lnTo>
                  <a:lnTo>
                    <a:pt x="14888" y="89825"/>
                  </a:lnTo>
                  <a:lnTo>
                    <a:pt x="12769" y="94708"/>
                  </a:lnTo>
                  <a:lnTo>
                    <a:pt x="10806" y="99656"/>
                  </a:lnTo>
                  <a:lnTo>
                    <a:pt x="9002" y="104664"/>
                  </a:lnTo>
                  <a:lnTo>
                    <a:pt x="7358" y="109727"/>
                  </a:lnTo>
                  <a:lnTo>
                    <a:pt x="5876" y="114839"/>
                  </a:lnTo>
                  <a:lnTo>
                    <a:pt x="4558" y="119996"/>
                  </a:lnTo>
                  <a:lnTo>
                    <a:pt x="3405" y="125193"/>
                  </a:lnTo>
                  <a:lnTo>
                    <a:pt x="2417" y="130424"/>
                  </a:lnTo>
                  <a:lnTo>
                    <a:pt x="1597" y="135683"/>
                  </a:lnTo>
                  <a:lnTo>
                    <a:pt x="944" y="140966"/>
                  </a:lnTo>
                  <a:lnTo>
                    <a:pt x="460" y="146267"/>
                  </a:lnTo>
                  <a:lnTo>
                    <a:pt x="145" y="151581"/>
                  </a:lnTo>
                  <a:lnTo>
                    <a:pt x="0" y="156902"/>
                  </a:lnTo>
                  <a:lnTo>
                    <a:pt x="23" y="162225"/>
                  </a:lnTo>
                  <a:lnTo>
                    <a:pt x="217" y="167544"/>
                  </a:lnTo>
                  <a:lnTo>
                    <a:pt x="579" y="172855"/>
                  </a:lnTo>
                  <a:lnTo>
                    <a:pt x="1111" y="178151"/>
                  </a:lnTo>
                  <a:lnTo>
                    <a:pt x="1810" y="183428"/>
                  </a:lnTo>
                  <a:lnTo>
                    <a:pt x="2678" y="188680"/>
                  </a:lnTo>
                  <a:lnTo>
                    <a:pt x="3712" y="193901"/>
                  </a:lnTo>
                  <a:lnTo>
                    <a:pt x="4912" y="199087"/>
                  </a:lnTo>
                  <a:lnTo>
                    <a:pt x="6277" y="204233"/>
                  </a:lnTo>
                  <a:lnTo>
                    <a:pt x="7804" y="209332"/>
                  </a:lnTo>
                  <a:lnTo>
                    <a:pt x="9493" y="214380"/>
                  </a:lnTo>
                  <a:lnTo>
                    <a:pt x="11342" y="219371"/>
                  </a:lnTo>
                  <a:lnTo>
                    <a:pt x="13349" y="224301"/>
                  </a:lnTo>
                  <a:lnTo>
                    <a:pt x="15512" y="229165"/>
                  </a:lnTo>
                  <a:lnTo>
                    <a:pt x="17829" y="233957"/>
                  </a:lnTo>
                  <a:lnTo>
                    <a:pt x="20297" y="238674"/>
                  </a:lnTo>
                  <a:lnTo>
                    <a:pt x="22914" y="243309"/>
                  </a:lnTo>
                  <a:lnTo>
                    <a:pt x="25678" y="247859"/>
                  </a:lnTo>
                  <a:lnTo>
                    <a:pt x="28584" y="252318"/>
                  </a:lnTo>
                  <a:lnTo>
                    <a:pt x="31632" y="256682"/>
                  </a:lnTo>
                  <a:lnTo>
                    <a:pt x="34816" y="260948"/>
                  </a:lnTo>
                  <a:lnTo>
                    <a:pt x="38135" y="265109"/>
                  </a:lnTo>
                  <a:lnTo>
                    <a:pt x="41585" y="269163"/>
                  </a:lnTo>
                  <a:lnTo>
                    <a:pt x="45162" y="273105"/>
                  </a:lnTo>
                  <a:lnTo>
                    <a:pt x="48862" y="276931"/>
                  </a:lnTo>
                  <a:lnTo>
                    <a:pt x="52683" y="280638"/>
                  </a:lnTo>
                  <a:lnTo>
                    <a:pt x="56620" y="284221"/>
                  </a:lnTo>
                  <a:lnTo>
                    <a:pt x="60669" y="287676"/>
                  </a:lnTo>
                  <a:lnTo>
                    <a:pt x="64825" y="291002"/>
                  </a:lnTo>
                  <a:lnTo>
                    <a:pt x="69086" y="294193"/>
                  </a:lnTo>
                  <a:lnTo>
                    <a:pt x="73446" y="297246"/>
                  </a:lnTo>
                  <a:lnTo>
                    <a:pt x="77901" y="300160"/>
                  </a:lnTo>
                  <a:lnTo>
                    <a:pt x="82446" y="302930"/>
                  </a:lnTo>
                  <a:lnTo>
                    <a:pt x="87077" y="305554"/>
                  </a:lnTo>
                  <a:lnTo>
                    <a:pt x="91790" y="308029"/>
                  </a:lnTo>
                  <a:lnTo>
                    <a:pt x="96579" y="310353"/>
                  </a:lnTo>
                  <a:lnTo>
                    <a:pt x="101440" y="312523"/>
                  </a:lnTo>
                  <a:lnTo>
                    <a:pt x="167156" y="1588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20499" y="941493"/>
              <a:ext cx="232881" cy="334324"/>
            </a:xfrm>
            <a:custGeom>
              <a:avLst/>
              <a:pathLst>
                <a:path w="232881" h="334324">
                  <a:moveTo>
                    <a:pt x="0" y="320875"/>
                  </a:moveTo>
                  <a:lnTo>
                    <a:pt x="4942" y="322896"/>
                  </a:lnTo>
                  <a:lnTo>
                    <a:pt x="9947" y="324757"/>
                  </a:lnTo>
                  <a:lnTo>
                    <a:pt x="15008" y="326458"/>
                  </a:lnTo>
                  <a:lnTo>
                    <a:pt x="20121" y="327996"/>
                  </a:lnTo>
                  <a:lnTo>
                    <a:pt x="25281" y="329370"/>
                  </a:lnTo>
                  <a:lnTo>
                    <a:pt x="30482" y="330579"/>
                  </a:lnTo>
                  <a:lnTo>
                    <a:pt x="35719" y="331621"/>
                  </a:lnTo>
                  <a:lnTo>
                    <a:pt x="40986" y="332495"/>
                  </a:lnTo>
                  <a:lnTo>
                    <a:pt x="46279" y="333201"/>
                  </a:lnTo>
                  <a:lnTo>
                    <a:pt x="51591" y="333737"/>
                  </a:lnTo>
                  <a:lnTo>
                    <a:pt x="56918" y="334103"/>
                  </a:lnTo>
                  <a:lnTo>
                    <a:pt x="62254" y="334299"/>
                  </a:lnTo>
                  <a:lnTo>
                    <a:pt x="67594" y="334324"/>
                  </a:lnTo>
                  <a:lnTo>
                    <a:pt x="72931" y="334179"/>
                  </a:lnTo>
                  <a:lnTo>
                    <a:pt x="78261" y="333863"/>
                  </a:lnTo>
                  <a:lnTo>
                    <a:pt x="83579" y="333377"/>
                  </a:lnTo>
                  <a:lnTo>
                    <a:pt x="88878" y="332722"/>
                  </a:lnTo>
                  <a:lnTo>
                    <a:pt x="94153" y="331898"/>
                  </a:lnTo>
                  <a:lnTo>
                    <a:pt x="99400" y="330906"/>
                  </a:lnTo>
                  <a:lnTo>
                    <a:pt x="104612" y="329746"/>
                  </a:lnTo>
                  <a:lnTo>
                    <a:pt x="109784" y="328421"/>
                  </a:lnTo>
                  <a:lnTo>
                    <a:pt x="114912" y="326931"/>
                  </a:lnTo>
                  <a:lnTo>
                    <a:pt x="119989" y="325279"/>
                  </a:lnTo>
                  <a:lnTo>
                    <a:pt x="125011" y="323465"/>
                  </a:lnTo>
                  <a:lnTo>
                    <a:pt x="129973" y="321491"/>
                  </a:lnTo>
                  <a:lnTo>
                    <a:pt x="134869" y="319361"/>
                  </a:lnTo>
                  <a:lnTo>
                    <a:pt x="139694" y="317074"/>
                  </a:lnTo>
                  <a:lnTo>
                    <a:pt x="144444" y="314635"/>
                  </a:lnTo>
                  <a:lnTo>
                    <a:pt x="149113" y="312046"/>
                  </a:lnTo>
                  <a:lnTo>
                    <a:pt x="153698" y="309308"/>
                  </a:lnTo>
                  <a:lnTo>
                    <a:pt x="158192" y="306426"/>
                  </a:lnTo>
                  <a:lnTo>
                    <a:pt x="162593" y="303401"/>
                  </a:lnTo>
                  <a:lnTo>
                    <a:pt x="166894" y="300238"/>
                  </a:lnTo>
                  <a:lnTo>
                    <a:pt x="171093" y="296939"/>
                  </a:lnTo>
                  <a:lnTo>
                    <a:pt x="175183" y="293507"/>
                  </a:lnTo>
                  <a:lnTo>
                    <a:pt x="179162" y="289947"/>
                  </a:lnTo>
                  <a:lnTo>
                    <a:pt x="183026" y="286261"/>
                  </a:lnTo>
                  <a:lnTo>
                    <a:pt x="186769" y="282454"/>
                  </a:lnTo>
                  <a:lnTo>
                    <a:pt x="190390" y="278529"/>
                  </a:lnTo>
                  <a:lnTo>
                    <a:pt x="193883" y="274490"/>
                  </a:lnTo>
                  <a:lnTo>
                    <a:pt x="197245" y="270342"/>
                  </a:lnTo>
                  <a:lnTo>
                    <a:pt x="200473" y="266089"/>
                  </a:lnTo>
                  <a:lnTo>
                    <a:pt x="203563" y="261735"/>
                  </a:lnTo>
                  <a:lnTo>
                    <a:pt x="206513" y="257284"/>
                  </a:lnTo>
                  <a:lnTo>
                    <a:pt x="209319" y="252741"/>
                  </a:lnTo>
                  <a:lnTo>
                    <a:pt x="211979" y="248112"/>
                  </a:lnTo>
                  <a:lnTo>
                    <a:pt x="214490" y="243399"/>
                  </a:lnTo>
                  <a:lnTo>
                    <a:pt x="216848" y="238609"/>
                  </a:lnTo>
                  <a:lnTo>
                    <a:pt x="219053" y="233746"/>
                  </a:lnTo>
                  <a:lnTo>
                    <a:pt x="221101" y="228815"/>
                  </a:lnTo>
                  <a:lnTo>
                    <a:pt x="222991" y="223821"/>
                  </a:lnTo>
                  <a:lnTo>
                    <a:pt x="224720" y="218769"/>
                  </a:lnTo>
                  <a:lnTo>
                    <a:pt x="226287" y="213664"/>
                  </a:lnTo>
                  <a:lnTo>
                    <a:pt x="227690" y="208512"/>
                  </a:lnTo>
                  <a:lnTo>
                    <a:pt x="228928" y="203318"/>
                  </a:lnTo>
                  <a:lnTo>
                    <a:pt x="229999" y="198087"/>
                  </a:lnTo>
                  <a:lnTo>
                    <a:pt x="230903" y="192825"/>
                  </a:lnTo>
                  <a:lnTo>
                    <a:pt x="231638" y="187536"/>
                  </a:lnTo>
                  <a:lnTo>
                    <a:pt x="232204" y="182227"/>
                  </a:lnTo>
                  <a:lnTo>
                    <a:pt x="232600" y="176902"/>
                  </a:lnTo>
                  <a:lnTo>
                    <a:pt x="232826" y="171567"/>
                  </a:lnTo>
                  <a:lnTo>
                    <a:pt x="232881" y="166228"/>
                  </a:lnTo>
                  <a:lnTo>
                    <a:pt x="232766" y="160890"/>
                  </a:lnTo>
                  <a:lnTo>
                    <a:pt x="232480" y="155558"/>
                  </a:lnTo>
                  <a:lnTo>
                    <a:pt x="232024" y="150238"/>
                  </a:lnTo>
                  <a:lnTo>
                    <a:pt x="231399" y="144935"/>
                  </a:lnTo>
                  <a:lnTo>
                    <a:pt x="230604" y="139655"/>
                  </a:lnTo>
                  <a:lnTo>
                    <a:pt x="229641" y="134403"/>
                  </a:lnTo>
                  <a:lnTo>
                    <a:pt x="228511" y="129185"/>
                  </a:lnTo>
                  <a:lnTo>
                    <a:pt x="227215" y="124005"/>
                  </a:lnTo>
                  <a:lnTo>
                    <a:pt x="225754" y="118869"/>
                  </a:lnTo>
                  <a:lnTo>
                    <a:pt x="224130" y="113782"/>
                  </a:lnTo>
                  <a:lnTo>
                    <a:pt x="222344" y="108750"/>
                  </a:lnTo>
                  <a:lnTo>
                    <a:pt x="220399" y="103778"/>
                  </a:lnTo>
                  <a:lnTo>
                    <a:pt x="218296" y="98870"/>
                  </a:lnTo>
                  <a:lnTo>
                    <a:pt x="216036" y="94032"/>
                  </a:lnTo>
                  <a:lnTo>
                    <a:pt x="213624" y="89269"/>
                  </a:lnTo>
                  <a:lnTo>
                    <a:pt x="211061" y="84585"/>
                  </a:lnTo>
                  <a:lnTo>
                    <a:pt x="208349" y="79985"/>
                  </a:lnTo>
                  <a:lnTo>
                    <a:pt x="205492" y="75474"/>
                  </a:lnTo>
                  <a:lnTo>
                    <a:pt x="202492" y="71057"/>
                  </a:lnTo>
                  <a:lnTo>
                    <a:pt x="199353" y="66738"/>
                  </a:lnTo>
                  <a:lnTo>
                    <a:pt x="196078" y="62521"/>
                  </a:lnTo>
                  <a:lnTo>
                    <a:pt x="192669" y="58411"/>
                  </a:lnTo>
                  <a:lnTo>
                    <a:pt x="189131" y="54412"/>
                  </a:lnTo>
                  <a:lnTo>
                    <a:pt x="185467" y="50528"/>
                  </a:lnTo>
                  <a:lnTo>
                    <a:pt x="181681" y="46763"/>
                  </a:lnTo>
                  <a:lnTo>
                    <a:pt x="177776" y="43121"/>
                  </a:lnTo>
                  <a:lnTo>
                    <a:pt x="173757" y="39605"/>
                  </a:lnTo>
                  <a:lnTo>
                    <a:pt x="169628" y="36220"/>
                  </a:lnTo>
                  <a:lnTo>
                    <a:pt x="165393" y="32968"/>
                  </a:lnTo>
                  <a:lnTo>
                    <a:pt x="161056" y="29853"/>
                  </a:lnTo>
                  <a:lnTo>
                    <a:pt x="156622" y="26878"/>
                  </a:lnTo>
                  <a:lnTo>
                    <a:pt x="152096" y="24046"/>
                  </a:lnTo>
                  <a:lnTo>
                    <a:pt x="147481" y="21361"/>
                  </a:lnTo>
                  <a:lnTo>
                    <a:pt x="142782" y="18824"/>
                  </a:lnTo>
                  <a:lnTo>
                    <a:pt x="138005" y="16438"/>
                  </a:lnTo>
                  <a:lnTo>
                    <a:pt x="133155" y="14206"/>
                  </a:lnTo>
                  <a:lnTo>
                    <a:pt x="128235" y="12131"/>
                  </a:lnTo>
                  <a:lnTo>
                    <a:pt x="123252" y="10213"/>
                  </a:lnTo>
                  <a:lnTo>
                    <a:pt x="118210" y="8455"/>
                  </a:lnTo>
                  <a:lnTo>
                    <a:pt x="113114" y="6860"/>
                  </a:lnTo>
                  <a:lnTo>
                    <a:pt x="107971" y="5428"/>
                  </a:lnTo>
                  <a:lnTo>
                    <a:pt x="102783" y="4161"/>
                  </a:lnTo>
                  <a:lnTo>
                    <a:pt x="97559" y="3060"/>
                  </a:lnTo>
                  <a:lnTo>
                    <a:pt x="92301" y="2127"/>
                  </a:lnTo>
                  <a:lnTo>
                    <a:pt x="87017" y="1362"/>
                  </a:lnTo>
                  <a:lnTo>
                    <a:pt x="81711" y="766"/>
                  </a:lnTo>
                  <a:lnTo>
                    <a:pt x="76388" y="341"/>
                  </a:lnTo>
                  <a:lnTo>
                    <a:pt x="71055" y="85"/>
                  </a:lnTo>
                  <a:lnTo>
                    <a:pt x="65716" y="0"/>
                  </a:lnTo>
                  <a:lnTo>
                    <a:pt x="657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4" y="1071028"/>
              <a:ext cx="167167" cy="183027"/>
            </a:xfrm>
            <a:custGeom>
              <a:avLst/>
              <a:pathLst>
                <a:path w="167167" h="183027">
                  <a:moveTo>
                    <a:pt x="167167" y="0"/>
                  </a:moveTo>
                  <a:lnTo>
                    <a:pt x="161813" y="85"/>
                  </a:lnTo>
                  <a:lnTo>
                    <a:pt x="156464" y="342"/>
                  </a:lnTo>
                  <a:lnTo>
                    <a:pt x="151126" y="771"/>
                  </a:lnTo>
                  <a:lnTo>
                    <a:pt x="145805" y="1370"/>
                  </a:lnTo>
                  <a:lnTo>
                    <a:pt x="140505" y="2139"/>
                  </a:lnTo>
                  <a:lnTo>
                    <a:pt x="135233" y="3078"/>
                  </a:lnTo>
                  <a:lnTo>
                    <a:pt x="129994" y="4185"/>
                  </a:lnTo>
                  <a:lnTo>
                    <a:pt x="124793" y="5459"/>
                  </a:lnTo>
                  <a:lnTo>
                    <a:pt x="119635" y="6899"/>
                  </a:lnTo>
                  <a:lnTo>
                    <a:pt x="114526" y="8504"/>
                  </a:lnTo>
                  <a:lnTo>
                    <a:pt x="109471" y="10272"/>
                  </a:lnTo>
                  <a:lnTo>
                    <a:pt x="104476" y="12200"/>
                  </a:lnTo>
                  <a:lnTo>
                    <a:pt x="99544" y="14287"/>
                  </a:lnTo>
                  <a:lnTo>
                    <a:pt x="94682" y="16532"/>
                  </a:lnTo>
                  <a:lnTo>
                    <a:pt x="89895" y="18931"/>
                  </a:lnTo>
                  <a:lnTo>
                    <a:pt x="85187" y="21482"/>
                  </a:lnTo>
                  <a:lnTo>
                    <a:pt x="80562" y="24182"/>
                  </a:lnTo>
                  <a:lnTo>
                    <a:pt x="76027" y="27030"/>
                  </a:lnTo>
                  <a:lnTo>
                    <a:pt x="71585" y="30021"/>
                  </a:lnTo>
                  <a:lnTo>
                    <a:pt x="67242" y="33152"/>
                  </a:lnTo>
                  <a:lnTo>
                    <a:pt x="63001" y="36422"/>
                  </a:lnTo>
                  <a:lnTo>
                    <a:pt x="58866" y="39825"/>
                  </a:lnTo>
                  <a:lnTo>
                    <a:pt x="54843" y="43359"/>
                  </a:lnTo>
                  <a:lnTo>
                    <a:pt x="50935" y="47020"/>
                  </a:lnTo>
                  <a:lnTo>
                    <a:pt x="47147" y="50805"/>
                  </a:lnTo>
                  <a:lnTo>
                    <a:pt x="43481" y="54709"/>
                  </a:lnTo>
                  <a:lnTo>
                    <a:pt x="39943" y="58728"/>
                  </a:lnTo>
                  <a:lnTo>
                    <a:pt x="36535" y="62859"/>
                  </a:lnTo>
                  <a:lnTo>
                    <a:pt x="33261" y="67096"/>
                  </a:lnTo>
                  <a:lnTo>
                    <a:pt x="30124" y="71436"/>
                  </a:lnTo>
                  <a:lnTo>
                    <a:pt x="27129" y="75875"/>
                  </a:lnTo>
                  <a:lnTo>
                    <a:pt x="24276" y="80407"/>
                  </a:lnTo>
                  <a:lnTo>
                    <a:pt x="21571" y="85028"/>
                  </a:lnTo>
                  <a:lnTo>
                    <a:pt x="19015" y="89734"/>
                  </a:lnTo>
                  <a:lnTo>
                    <a:pt x="16611" y="94519"/>
                  </a:lnTo>
                  <a:lnTo>
                    <a:pt x="14361" y="99378"/>
                  </a:lnTo>
                  <a:lnTo>
                    <a:pt x="12268" y="104307"/>
                  </a:lnTo>
                  <a:lnTo>
                    <a:pt x="10334" y="109301"/>
                  </a:lnTo>
                  <a:lnTo>
                    <a:pt x="8561" y="114354"/>
                  </a:lnTo>
                  <a:lnTo>
                    <a:pt x="6951" y="119461"/>
                  </a:lnTo>
                  <a:lnTo>
                    <a:pt x="5505" y="124617"/>
                  </a:lnTo>
                  <a:lnTo>
                    <a:pt x="4225" y="129817"/>
                  </a:lnTo>
                  <a:lnTo>
                    <a:pt x="3113" y="135055"/>
                  </a:lnTo>
                  <a:lnTo>
                    <a:pt x="2168" y="140326"/>
                  </a:lnTo>
                  <a:lnTo>
                    <a:pt x="1393" y="145625"/>
                  </a:lnTo>
                  <a:lnTo>
                    <a:pt x="788" y="150945"/>
                  </a:lnTo>
                  <a:lnTo>
                    <a:pt x="354" y="156283"/>
                  </a:lnTo>
                  <a:lnTo>
                    <a:pt x="91" y="161631"/>
                  </a:lnTo>
                  <a:lnTo>
                    <a:pt x="0" y="166985"/>
                  </a:lnTo>
                  <a:lnTo>
                    <a:pt x="79" y="172340"/>
                  </a:lnTo>
                  <a:lnTo>
                    <a:pt x="331" y="177689"/>
                  </a:lnTo>
                  <a:lnTo>
                    <a:pt x="753" y="18302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088" y="1238196"/>
              <a:ext cx="166413" cy="15860"/>
            </a:xfrm>
            <a:custGeom>
              <a:avLst/>
              <a:pathLst>
                <a:path w="166413" h="15860">
                  <a:moveTo>
                    <a:pt x="0" y="15860"/>
                  </a:moveTo>
                  <a:lnTo>
                    <a:pt x="16641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8088" y="1074315"/>
              <a:ext cx="333578" cy="331032"/>
            </a:xfrm>
            <a:custGeom>
              <a:avLst/>
              <a:pathLst>
                <a:path w="333578" h="331032">
                  <a:moveTo>
                    <a:pt x="0" y="179740"/>
                  </a:moveTo>
                  <a:lnTo>
                    <a:pt x="588" y="185021"/>
                  </a:lnTo>
                  <a:lnTo>
                    <a:pt x="1343" y="190281"/>
                  </a:lnTo>
                  <a:lnTo>
                    <a:pt x="2266" y="195515"/>
                  </a:lnTo>
                  <a:lnTo>
                    <a:pt x="3354" y="200716"/>
                  </a:lnTo>
                  <a:lnTo>
                    <a:pt x="4608" y="205880"/>
                  </a:lnTo>
                  <a:lnTo>
                    <a:pt x="6024" y="211001"/>
                  </a:lnTo>
                  <a:lnTo>
                    <a:pt x="7603" y="216075"/>
                  </a:lnTo>
                  <a:lnTo>
                    <a:pt x="9342" y="221097"/>
                  </a:lnTo>
                  <a:lnTo>
                    <a:pt x="11240" y="226060"/>
                  </a:lnTo>
                  <a:lnTo>
                    <a:pt x="13295" y="230961"/>
                  </a:lnTo>
                  <a:lnTo>
                    <a:pt x="15504" y="235794"/>
                  </a:lnTo>
                  <a:lnTo>
                    <a:pt x="17866" y="240554"/>
                  </a:lnTo>
                  <a:lnTo>
                    <a:pt x="20378" y="245236"/>
                  </a:lnTo>
                  <a:lnTo>
                    <a:pt x="23038" y="249837"/>
                  </a:lnTo>
                  <a:lnTo>
                    <a:pt x="25843" y="254351"/>
                  </a:lnTo>
                  <a:lnTo>
                    <a:pt x="28789" y="258773"/>
                  </a:lnTo>
                  <a:lnTo>
                    <a:pt x="31875" y="263099"/>
                  </a:lnTo>
                  <a:lnTo>
                    <a:pt x="35096" y="267325"/>
                  </a:lnTo>
                  <a:lnTo>
                    <a:pt x="38451" y="271447"/>
                  </a:lnTo>
                  <a:lnTo>
                    <a:pt x="41934" y="275459"/>
                  </a:lnTo>
                  <a:lnTo>
                    <a:pt x="45543" y="279360"/>
                  </a:lnTo>
                  <a:lnTo>
                    <a:pt x="49275" y="283143"/>
                  </a:lnTo>
                  <a:lnTo>
                    <a:pt x="53125" y="286806"/>
                  </a:lnTo>
                  <a:lnTo>
                    <a:pt x="57089" y="290344"/>
                  </a:lnTo>
                  <a:lnTo>
                    <a:pt x="61164" y="293755"/>
                  </a:lnTo>
                  <a:lnTo>
                    <a:pt x="65345" y="297035"/>
                  </a:lnTo>
                  <a:lnTo>
                    <a:pt x="69628" y="300180"/>
                  </a:lnTo>
                  <a:lnTo>
                    <a:pt x="74009" y="303187"/>
                  </a:lnTo>
                  <a:lnTo>
                    <a:pt x="78484" y="306054"/>
                  </a:lnTo>
                  <a:lnTo>
                    <a:pt x="83047" y="308777"/>
                  </a:lnTo>
                  <a:lnTo>
                    <a:pt x="87695" y="311353"/>
                  </a:lnTo>
                  <a:lnTo>
                    <a:pt x="92422" y="313781"/>
                  </a:lnTo>
                  <a:lnTo>
                    <a:pt x="97224" y="316057"/>
                  </a:lnTo>
                  <a:lnTo>
                    <a:pt x="102095" y="318179"/>
                  </a:lnTo>
                  <a:lnTo>
                    <a:pt x="107032" y="320145"/>
                  </a:lnTo>
                  <a:lnTo>
                    <a:pt x="112029" y="321954"/>
                  </a:lnTo>
                  <a:lnTo>
                    <a:pt x="117081" y="323602"/>
                  </a:lnTo>
                  <a:lnTo>
                    <a:pt x="122182" y="325090"/>
                  </a:lnTo>
                  <a:lnTo>
                    <a:pt x="127328" y="326414"/>
                  </a:lnTo>
                  <a:lnTo>
                    <a:pt x="132514" y="327574"/>
                  </a:lnTo>
                  <a:lnTo>
                    <a:pt x="137734" y="328569"/>
                  </a:lnTo>
                  <a:lnTo>
                    <a:pt x="142983" y="329397"/>
                  </a:lnTo>
                  <a:lnTo>
                    <a:pt x="148256" y="330058"/>
                  </a:lnTo>
                  <a:lnTo>
                    <a:pt x="153547" y="330552"/>
                  </a:lnTo>
                  <a:lnTo>
                    <a:pt x="158851" y="330876"/>
                  </a:lnTo>
                  <a:lnTo>
                    <a:pt x="164163" y="331032"/>
                  </a:lnTo>
                  <a:lnTo>
                    <a:pt x="169476" y="331019"/>
                  </a:lnTo>
                  <a:lnTo>
                    <a:pt x="174787" y="330838"/>
                  </a:lnTo>
                  <a:lnTo>
                    <a:pt x="180090" y="330487"/>
                  </a:lnTo>
                  <a:lnTo>
                    <a:pt x="185378" y="329968"/>
                  </a:lnTo>
                  <a:lnTo>
                    <a:pt x="190648" y="329281"/>
                  </a:lnTo>
                  <a:lnTo>
                    <a:pt x="195893" y="328428"/>
                  </a:lnTo>
                  <a:lnTo>
                    <a:pt x="201108" y="327407"/>
                  </a:lnTo>
                  <a:lnTo>
                    <a:pt x="206288" y="326222"/>
                  </a:lnTo>
                  <a:lnTo>
                    <a:pt x="211427" y="324873"/>
                  </a:lnTo>
                  <a:lnTo>
                    <a:pt x="216522" y="323361"/>
                  </a:lnTo>
                  <a:lnTo>
                    <a:pt x="221565" y="321687"/>
                  </a:lnTo>
                  <a:lnTo>
                    <a:pt x="226553" y="319855"/>
                  </a:lnTo>
                  <a:lnTo>
                    <a:pt x="231480" y="317864"/>
                  </a:lnTo>
                  <a:lnTo>
                    <a:pt x="236342" y="315718"/>
                  </a:lnTo>
                  <a:lnTo>
                    <a:pt x="241132" y="313419"/>
                  </a:lnTo>
                  <a:lnTo>
                    <a:pt x="245848" y="310969"/>
                  </a:lnTo>
                  <a:lnTo>
                    <a:pt x="250483" y="308370"/>
                  </a:lnTo>
                  <a:lnTo>
                    <a:pt x="255033" y="305624"/>
                  </a:lnTo>
                  <a:lnTo>
                    <a:pt x="259493" y="302736"/>
                  </a:lnTo>
                  <a:lnTo>
                    <a:pt x="263859" y="299707"/>
                  </a:lnTo>
                  <a:lnTo>
                    <a:pt x="268127" y="296542"/>
                  </a:lnTo>
                  <a:lnTo>
                    <a:pt x="272293" y="293242"/>
                  </a:lnTo>
                  <a:lnTo>
                    <a:pt x="276351" y="289811"/>
                  </a:lnTo>
                  <a:lnTo>
                    <a:pt x="280298" y="286253"/>
                  </a:lnTo>
                  <a:lnTo>
                    <a:pt x="284130" y="282572"/>
                  </a:lnTo>
                  <a:lnTo>
                    <a:pt x="287843" y="278770"/>
                  </a:lnTo>
                  <a:lnTo>
                    <a:pt x="291433" y="274852"/>
                  </a:lnTo>
                  <a:lnTo>
                    <a:pt x="294897" y="270823"/>
                  </a:lnTo>
                  <a:lnTo>
                    <a:pt x="298231" y="266685"/>
                  </a:lnTo>
                  <a:lnTo>
                    <a:pt x="301432" y="262443"/>
                  </a:lnTo>
                  <a:lnTo>
                    <a:pt x="304497" y="258102"/>
                  </a:lnTo>
                  <a:lnTo>
                    <a:pt x="307422" y="253666"/>
                  </a:lnTo>
                  <a:lnTo>
                    <a:pt x="310204" y="249138"/>
                  </a:lnTo>
                  <a:lnTo>
                    <a:pt x="312841" y="244525"/>
                  </a:lnTo>
                  <a:lnTo>
                    <a:pt x="315331" y="239830"/>
                  </a:lnTo>
                  <a:lnTo>
                    <a:pt x="317670" y="235059"/>
                  </a:lnTo>
                  <a:lnTo>
                    <a:pt x="319855" y="230215"/>
                  </a:lnTo>
                  <a:lnTo>
                    <a:pt x="321886" y="225304"/>
                  </a:lnTo>
                  <a:lnTo>
                    <a:pt x="323760" y="220332"/>
                  </a:lnTo>
                  <a:lnTo>
                    <a:pt x="325475" y="215302"/>
                  </a:lnTo>
                  <a:lnTo>
                    <a:pt x="327029" y="210221"/>
                  </a:lnTo>
                  <a:lnTo>
                    <a:pt x="328421" y="205092"/>
                  </a:lnTo>
                  <a:lnTo>
                    <a:pt x="329649" y="199922"/>
                  </a:lnTo>
                  <a:lnTo>
                    <a:pt x="330712" y="194715"/>
                  </a:lnTo>
                  <a:lnTo>
                    <a:pt x="331609" y="189478"/>
                  </a:lnTo>
                  <a:lnTo>
                    <a:pt x="332339" y="184214"/>
                  </a:lnTo>
                  <a:lnTo>
                    <a:pt x="332901" y="178930"/>
                  </a:lnTo>
                  <a:lnTo>
                    <a:pt x="333296" y="173631"/>
                  </a:lnTo>
                  <a:lnTo>
                    <a:pt x="333521" y="168322"/>
                  </a:lnTo>
                  <a:lnTo>
                    <a:pt x="333578" y="163008"/>
                  </a:lnTo>
                  <a:lnTo>
                    <a:pt x="333466" y="157695"/>
                  </a:lnTo>
                  <a:lnTo>
                    <a:pt x="333185" y="152389"/>
                  </a:lnTo>
                  <a:lnTo>
                    <a:pt x="332735" y="147094"/>
                  </a:lnTo>
                  <a:lnTo>
                    <a:pt x="332118" y="141816"/>
                  </a:lnTo>
                  <a:lnTo>
                    <a:pt x="331333" y="136560"/>
                  </a:lnTo>
                  <a:lnTo>
                    <a:pt x="330381" y="131332"/>
                  </a:lnTo>
                  <a:lnTo>
                    <a:pt x="329264" y="126137"/>
                  </a:lnTo>
                  <a:lnTo>
                    <a:pt x="327982" y="120980"/>
                  </a:lnTo>
                  <a:lnTo>
                    <a:pt x="326537" y="115866"/>
                  </a:lnTo>
                  <a:lnTo>
                    <a:pt x="324930" y="110801"/>
                  </a:lnTo>
                  <a:lnTo>
                    <a:pt x="323163" y="105790"/>
                  </a:lnTo>
                  <a:lnTo>
                    <a:pt x="321237" y="100837"/>
                  </a:lnTo>
                  <a:lnTo>
                    <a:pt x="319155" y="95948"/>
                  </a:lnTo>
                  <a:lnTo>
                    <a:pt x="316919" y="91127"/>
                  </a:lnTo>
                  <a:lnTo>
                    <a:pt x="314530" y="86381"/>
                  </a:lnTo>
                  <a:lnTo>
                    <a:pt x="311992" y="81712"/>
                  </a:lnTo>
                  <a:lnTo>
                    <a:pt x="309307" y="77126"/>
                  </a:lnTo>
                  <a:lnTo>
                    <a:pt x="306478" y="72628"/>
                  </a:lnTo>
                  <a:lnTo>
                    <a:pt x="303506" y="68223"/>
                  </a:lnTo>
                  <a:lnTo>
                    <a:pt x="300397" y="63914"/>
                  </a:lnTo>
                  <a:lnTo>
                    <a:pt x="297152" y="59706"/>
                  </a:lnTo>
                  <a:lnTo>
                    <a:pt x="293775" y="55603"/>
                  </a:lnTo>
                  <a:lnTo>
                    <a:pt x="290269" y="51609"/>
                  </a:lnTo>
                  <a:lnTo>
                    <a:pt x="286638" y="47729"/>
                  </a:lnTo>
                  <a:lnTo>
                    <a:pt x="282885" y="43967"/>
                  </a:lnTo>
                  <a:lnTo>
                    <a:pt x="279015" y="40326"/>
                  </a:lnTo>
                  <a:lnTo>
                    <a:pt x="275031" y="36809"/>
                  </a:lnTo>
                  <a:lnTo>
                    <a:pt x="270937" y="33421"/>
                  </a:lnTo>
                  <a:lnTo>
                    <a:pt x="266738" y="30165"/>
                  </a:lnTo>
                  <a:lnTo>
                    <a:pt x="262437" y="27043"/>
                  </a:lnTo>
                  <a:lnTo>
                    <a:pt x="258040" y="24060"/>
                  </a:lnTo>
                  <a:lnTo>
                    <a:pt x="253549" y="21219"/>
                  </a:lnTo>
                  <a:lnTo>
                    <a:pt x="248971" y="18521"/>
                  </a:lnTo>
                  <a:lnTo>
                    <a:pt x="244309" y="15971"/>
                  </a:lnTo>
                  <a:lnTo>
                    <a:pt x="239568" y="13570"/>
                  </a:lnTo>
                  <a:lnTo>
                    <a:pt x="234754" y="11320"/>
                  </a:lnTo>
                  <a:lnTo>
                    <a:pt x="229871" y="9225"/>
                  </a:lnTo>
                  <a:lnTo>
                    <a:pt x="224923" y="7286"/>
                  </a:lnTo>
                  <a:lnTo>
                    <a:pt x="219916" y="5506"/>
                  </a:lnTo>
                  <a:lnTo>
                    <a:pt x="214855" y="3885"/>
                  </a:lnTo>
                  <a:lnTo>
                    <a:pt x="209746" y="2426"/>
                  </a:lnTo>
                  <a:lnTo>
                    <a:pt x="204592" y="1131"/>
                  </a:lnTo>
                  <a:lnTo>
                    <a:pt x="199400" y="0"/>
                  </a:lnTo>
                  <a:lnTo>
                    <a:pt x="166413" y="1638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32987" cy="167167"/>
            </a:xfrm>
            <a:custGeom>
              <a:avLst/>
              <a:pathLst>
                <a:path w="32987" h="167167">
                  <a:moveTo>
                    <a:pt x="32987" y="3286"/>
                  </a:moveTo>
                  <a:lnTo>
                    <a:pt x="26452" y="2106"/>
                  </a:lnTo>
                  <a:lnTo>
                    <a:pt x="19875" y="1185"/>
                  </a:lnTo>
                  <a:lnTo>
                    <a:pt x="13268" y="527"/>
                  </a:lnTo>
                  <a:lnTo>
                    <a:pt x="6639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1002" y="1322571"/>
              <a:ext cx="77718" cy="167167"/>
            </a:xfrm>
            <a:custGeom>
              <a:avLst/>
              <a:pathLst>
                <a:path w="77718" h="167167">
                  <a:moveTo>
                    <a:pt x="77718" y="0"/>
                  </a:moveTo>
                  <a:lnTo>
                    <a:pt x="71945" y="99"/>
                  </a:lnTo>
                  <a:lnTo>
                    <a:pt x="66179" y="398"/>
                  </a:lnTo>
                  <a:lnTo>
                    <a:pt x="60428" y="896"/>
                  </a:lnTo>
                  <a:lnTo>
                    <a:pt x="54696" y="1592"/>
                  </a:lnTo>
                  <a:lnTo>
                    <a:pt x="48993" y="2486"/>
                  </a:lnTo>
                  <a:lnTo>
                    <a:pt x="43323" y="3576"/>
                  </a:lnTo>
                  <a:lnTo>
                    <a:pt x="37695" y="4861"/>
                  </a:lnTo>
                  <a:lnTo>
                    <a:pt x="32114" y="6340"/>
                  </a:lnTo>
                  <a:lnTo>
                    <a:pt x="26587" y="8011"/>
                  </a:lnTo>
                  <a:lnTo>
                    <a:pt x="21122" y="9871"/>
                  </a:lnTo>
                  <a:lnTo>
                    <a:pt x="15724" y="11919"/>
                  </a:lnTo>
                  <a:lnTo>
                    <a:pt x="10400" y="14153"/>
                  </a:lnTo>
                  <a:lnTo>
                    <a:pt x="5157" y="16569"/>
                  </a:lnTo>
                  <a:lnTo>
                    <a:pt x="0" y="19164"/>
                  </a:lnTo>
                  <a:lnTo>
                    <a:pt x="7771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11002" y="1341736"/>
              <a:ext cx="77718" cy="148002"/>
            </a:xfrm>
            <a:custGeom>
              <a:avLst/>
              <a:pathLst>
                <a:path w="77718" h="148002">
                  <a:moveTo>
                    <a:pt x="0" y="0"/>
                  </a:moveTo>
                  <a:lnTo>
                    <a:pt x="77718" y="1480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60" y="1341736"/>
              <a:ext cx="334317" cy="315167"/>
            </a:xfrm>
            <a:custGeom>
              <a:avLst/>
              <a:pathLst>
                <a:path w="334317" h="315167">
                  <a:moveTo>
                    <a:pt x="89442" y="0"/>
                  </a:moveTo>
                  <a:lnTo>
                    <a:pt x="84788" y="2538"/>
                  </a:lnTo>
                  <a:lnTo>
                    <a:pt x="80218" y="5223"/>
                  </a:lnTo>
                  <a:lnTo>
                    <a:pt x="75734" y="8051"/>
                  </a:lnTo>
                  <a:lnTo>
                    <a:pt x="71343" y="11021"/>
                  </a:lnTo>
                  <a:lnTo>
                    <a:pt x="67048" y="14128"/>
                  </a:lnTo>
                  <a:lnTo>
                    <a:pt x="62853" y="17369"/>
                  </a:lnTo>
                  <a:lnTo>
                    <a:pt x="58764" y="20742"/>
                  </a:lnTo>
                  <a:lnTo>
                    <a:pt x="54783" y="24243"/>
                  </a:lnTo>
                  <a:lnTo>
                    <a:pt x="50916" y="27868"/>
                  </a:lnTo>
                  <a:lnTo>
                    <a:pt x="47165" y="31614"/>
                  </a:lnTo>
                  <a:lnTo>
                    <a:pt x="43535" y="35478"/>
                  </a:lnTo>
                  <a:lnTo>
                    <a:pt x="40030" y="39454"/>
                  </a:lnTo>
                  <a:lnTo>
                    <a:pt x="36652" y="43539"/>
                  </a:lnTo>
                  <a:lnTo>
                    <a:pt x="33405" y="47730"/>
                  </a:lnTo>
                  <a:lnTo>
                    <a:pt x="30293" y="52021"/>
                  </a:lnTo>
                  <a:lnTo>
                    <a:pt x="27319" y="56409"/>
                  </a:lnTo>
                  <a:lnTo>
                    <a:pt x="24485" y="60889"/>
                  </a:lnTo>
                  <a:lnTo>
                    <a:pt x="21794" y="65457"/>
                  </a:lnTo>
                  <a:lnTo>
                    <a:pt x="19250" y="70107"/>
                  </a:lnTo>
                  <a:lnTo>
                    <a:pt x="16855" y="74836"/>
                  </a:lnTo>
                  <a:lnTo>
                    <a:pt x="14611" y="79639"/>
                  </a:lnTo>
                  <a:lnTo>
                    <a:pt x="12520" y="84510"/>
                  </a:lnTo>
                  <a:lnTo>
                    <a:pt x="10584" y="89445"/>
                  </a:lnTo>
                  <a:lnTo>
                    <a:pt x="8806" y="94439"/>
                  </a:lnTo>
                  <a:lnTo>
                    <a:pt x="7188" y="99487"/>
                  </a:lnTo>
                  <a:lnTo>
                    <a:pt x="5730" y="104583"/>
                  </a:lnTo>
                  <a:lnTo>
                    <a:pt x="4434" y="109724"/>
                  </a:lnTo>
                  <a:lnTo>
                    <a:pt x="3302" y="114902"/>
                  </a:lnTo>
                  <a:lnTo>
                    <a:pt x="2335" y="120115"/>
                  </a:lnTo>
                  <a:lnTo>
                    <a:pt x="1534" y="125355"/>
                  </a:lnTo>
                  <a:lnTo>
                    <a:pt x="899" y="130618"/>
                  </a:lnTo>
                  <a:lnTo>
                    <a:pt x="431" y="135898"/>
                  </a:lnTo>
                  <a:lnTo>
                    <a:pt x="132" y="141190"/>
                  </a:lnTo>
                  <a:lnTo>
                    <a:pt x="0" y="146490"/>
                  </a:lnTo>
                  <a:lnTo>
                    <a:pt x="36" y="151791"/>
                  </a:lnTo>
                  <a:lnTo>
                    <a:pt x="240" y="157088"/>
                  </a:lnTo>
                  <a:lnTo>
                    <a:pt x="612" y="162376"/>
                  </a:lnTo>
                  <a:lnTo>
                    <a:pt x="1151" y="167649"/>
                  </a:lnTo>
                  <a:lnTo>
                    <a:pt x="1858" y="172903"/>
                  </a:lnTo>
                  <a:lnTo>
                    <a:pt x="2730" y="178132"/>
                  </a:lnTo>
                  <a:lnTo>
                    <a:pt x="3768" y="183330"/>
                  </a:lnTo>
                  <a:lnTo>
                    <a:pt x="4970" y="188493"/>
                  </a:lnTo>
                  <a:lnTo>
                    <a:pt x="6336" y="193615"/>
                  </a:lnTo>
                  <a:lnTo>
                    <a:pt x="7863" y="198691"/>
                  </a:lnTo>
                  <a:lnTo>
                    <a:pt x="9550" y="203717"/>
                  </a:lnTo>
                  <a:lnTo>
                    <a:pt x="11396" y="208686"/>
                  </a:lnTo>
                  <a:lnTo>
                    <a:pt x="13398" y="213594"/>
                  </a:lnTo>
                  <a:lnTo>
                    <a:pt x="15555" y="218437"/>
                  </a:lnTo>
                  <a:lnTo>
                    <a:pt x="17865" y="223208"/>
                  </a:lnTo>
                  <a:lnTo>
                    <a:pt x="20324" y="227904"/>
                  </a:lnTo>
                  <a:lnTo>
                    <a:pt x="22932" y="232519"/>
                  </a:lnTo>
                  <a:lnTo>
                    <a:pt x="25684" y="237050"/>
                  </a:lnTo>
                  <a:lnTo>
                    <a:pt x="28579" y="241491"/>
                  </a:lnTo>
                  <a:lnTo>
                    <a:pt x="31612" y="245838"/>
                  </a:lnTo>
                  <a:lnTo>
                    <a:pt x="34783" y="250087"/>
                  </a:lnTo>
                  <a:lnTo>
                    <a:pt x="38086" y="254232"/>
                  </a:lnTo>
                  <a:lnTo>
                    <a:pt x="41519" y="258272"/>
                  </a:lnTo>
                  <a:lnTo>
                    <a:pt x="45079" y="262200"/>
                  </a:lnTo>
                  <a:lnTo>
                    <a:pt x="48761" y="266013"/>
                  </a:lnTo>
                  <a:lnTo>
                    <a:pt x="52562" y="269708"/>
                  </a:lnTo>
                  <a:lnTo>
                    <a:pt x="56479" y="273280"/>
                  </a:lnTo>
                  <a:lnTo>
                    <a:pt x="60506" y="276727"/>
                  </a:lnTo>
                  <a:lnTo>
                    <a:pt x="64641" y="280044"/>
                  </a:lnTo>
                  <a:lnTo>
                    <a:pt x="68880" y="283228"/>
                  </a:lnTo>
                  <a:lnTo>
                    <a:pt x="73217" y="286276"/>
                  </a:lnTo>
                  <a:lnTo>
                    <a:pt x="77648" y="289185"/>
                  </a:lnTo>
                  <a:lnTo>
                    <a:pt x="82170" y="291952"/>
                  </a:lnTo>
                  <a:lnTo>
                    <a:pt x="86776" y="294575"/>
                  </a:lnTo>
                  <a:lnTo>
                    <a:pt x="91464" y="297050"/>
                  </a:lnTo>
                  <a:lnTo>
                    <a:pt x="96228" y="299375"/>
                  </a:lnTo>
                  <a:lnTo>
                    <a:pt x="101063" y="301548"/>
                  </a:lnTo>
                  <a:lnTo>
                    <a:pt x="105965" y="303566"/>
                  </a:lnTo>
                  <a:lnTo>
                    <a:pt x="110928" y="305428"/>
                  </a:lnTo>
                  <a:lnTo>
                    <a:pt x="115948" y="307132"/>
                  </a:lnTo>
                  <a:lnTo>
                    <a:pt x="121019" y="308676"/>
                  </a:lnTo>
                  <a:lnTo>
                    <a:pt x="126137" y="310058"/>
                  </a:lnTo>
                  <a:lnTo>
                    <a:pt x="131296" y="311277"/>
                  </a:lnTo>
                  <a:lnTo>
                    <a:pt x="136491" y="312332"/>
                  </a:lnTo>
                  <a:lnTo>
                    <a:pt x="141716" y="313222"/>
                  </a:lnTo>
                  <a:lnTo>
                    <a:pt x="146968" y="313946"/>
                  </a:lnTo>
                  <a:lnTo>
                    <a:pt x="152240" y="314503"/>
                  </a:lnTo>
                  <a:lnTo>
                    <a:pt x="157526" y="314892"/>
                  </a:lnTo>
                  <a:lnTo>
                    <a:pt x="162823" y="315114"/>
                  </a:lnTo>
                  <a:lnTo>
                    <a:pt x="168123" y="315167"/>
                  </a:lnTo>
                  <a:lnTo>
                    <a:pt x="173423" y="315052"/>
                  </a:lnTo>
                  <a:lnTo>
                    <a:pt x="178717" y="314770"/>
                  </a:lnTo>
                  <a:lnTo>
                    <a:pt x="183998" y="314320"/>
                  </a:lnTo>
                  <a:lnTo>
                    <a:pt x="189263" y="313702"/>
                  </a:lnTo>
                  <a:lnTo>
                    <a:pt x="194506" y="312918"/>
                  </a:lnTo>
                  <a:lnTo>
                    <a:pt x="199721" y="311968"/>
                  </a:lnTo>
                  <a:lnTo>
                    <a:pt x="204904" y="310853"/>
                  </a:lnTo>
                  <a:lnTo>
                    <a:pt x="210048" y="309575"/>
                  </a:lnTo>
                  <a:lnTo>
                    <a:pt x="215150" y="308133"/>
                  </a:lnTo>
                  <a:lnTo>
                    <a:pt x="220203" y="306531"/>
                  </a:lnTo>
                  <a:lnTo>
                    <a:pt x="225203" y="304770"/>
                  </a:lnTo>
                  <a:lnTo>
                    <a:pt x="230144" y="302851"/>
                  </a:lnTo>
                  <a:lnTo>
                    <a:pt x="235022" y="300776"/>
                  </a:lnTo>
                  <a:lnTo>
                    <a:pt x="239832" y="298547"/>
                  </a:lnTo>
                  <a:lnTo>
                    <a:pt x="244569" y="296167"/>
                  </a:lnTo>
                  <a:lnTo>
                    <a:pt x="249228" y="293639"/>
                  </a:lnTo>
                  <a:lnTo>
                    <a:pt x="253804" y="290963"/>
                  </a:lnTo>
                  <a:lnTo>
                    <a:pt x="258293" y="288144"/>
                  </a:lnTo>
                  <a:lnTo>
                    <a:pt x="262691" y="285184"/>
                  </a:lnTo>
                  <a:lnTo>
                    <a:pt x="266992" y="282086"/>
                  </a:lnTo>
                  <a:lnTo>
                    <a:pt x="271194" y="278853"/>
                  </a:lnTo>
                  <a:lnTo>
                    <a:pt x="275290" y="275489"/>
                  </a:lnTo>
                  <a:lnTo>
                    <a:pt x="279278" y="271996"/>
                  </a:lnTo>
                  <a:lnTo>
                    <a:pt x="283153" y="268379"/>
                  </a:lnTo>
                  <a:lnTo>
                    <a:pt x="286912" y="264641"/>
                  </a:lnTo>
                  <a:lnTo>
                    <a:pt x="290550" y="260785"/>
                  </a:lnTo>
                  <a:lnTo>
                    <a:pt x="294064" y="256816"/>
                  </a:lnTo>
                  <a:lnTo>
                    <a:pt x="297450" y="252738"/>
                  </a:lnTo>
                  <a:lnTo>
                    <a:pt x="300705" y="248554"/>
                  </a:lnTo>
                  <a:lnTo>
                    <a:pt x="303826" y="244269"/>
                  </a:lnTo>
                  <a:lnTo>
                    <a:pt x="306810" y="239888"/>
                  </a:lnTo>
                  <a:lnTo>
                    <a:pt x="309653" y="235414"/>
                  </a:lnTo>
                  <a:lnTo>
                    <a:pt x="312353" y="230852"/>
                  </a:lnTo>
                  <a:lnTo>
                    <a:pt x="314907" y="226206"/>
                  </a:lnTo>
                  <a:lnTo>
                    <a:pt x="317312" y="221483"/>
                  </a:lnTo>
                  <a:lnTo>
                    <a:pt x="319566" y="216685"/>
                  </a:lnTo>
                  <a:lnTo>
                    <a:pt x="321667" y="211818"/>
                  </a:lnTo>
                  <a:lnTo>
                    <a:pt x="323613" y="206887"/>
                  </a:lnTo>
                  <a:lnTo>
                    <a:pt x="325402" y="201897"/>
                  </a:lnTo>
                  <a:lnTo>
                    <a:pt x="327031" y="196852"/>
                  </a:lnTo>
                  <a:lnTo>
                    <a:pt x="328499" y="191759"/>
                  </a:lnTo>
                  <a:lnTo>
                    <a:pt x="329806" y="186621"/>
                  </a:lnTo>
                  <a:lnTo>
                    <a:pt x="330948" y="181445"/>
                  </a:lnTo>
                  <a:lnTo>
                    <a:pt x="331926" y="176235"/>
                  </a:lnTo>
                  <a:lnTo>
                    <a:pt x="332739" y="170996"/>
                  </a:lnTo>
                  <a:lnTo>
                    <a:pt x="333384" y="165735"/>
                  </a:lnTo>
                  <a:lnTo>
                    <a:pt x="333863" y="160455"/>
                  </a:lnTo>
                  <a:lnTo>
                    <a:pt x="334174" y="155163"/>
                  </a:lnTo>
                  <a:lnTo>
                    <a:pt x="334317" y="149864"/>
                  </a:lnTo>
                  <a:lnTo>
                    <a:pt x="334292" y="144563"/>
                  </a:lnTo>
                  <a:lnTo>
                    <a:pt x="334099" y="139266"/>
                  </a:lnTo>
                  <a:lnTo>
                    <a:pt x="333738" y="133977"/>
                  </a:lnTo>
                  <a:lnTo>
                    <a:pt x="333210" y="128703"/>
                  </a:lnTo>
                  <a:lnTo>
                    <a:pt x="332514" y="123447"/>
                  </a:lnTo>
                  <a:lnTo>
                    <a:pt x="331653" y="118217"/>
                  </a:lnTo>
                  <a:lnTo>
                    <a:pt x="330625" y="113016"/>
                  </a:lnTo>
                  <a:lnTo>
                    <a:pt x="329434" y="107851"/>
                  </a:lnTo>
                  <a:lnTo>
                    <a:pt x="328079" y="102726"/>
                  </a:lnTo>
                  <a:lnTo>
                    <a:pt x="326563" y="97646"/>
                  </a:lnTo>
                  <a:lnTo>
                    <a:pt x="324886" y="92618"/>
                  </a:lnTo>
                  <a:lnTo>
                    <a:pt x="323051" y="87645"/>
                  </a:lnTo>
                  <a:lnTo>
                    <a:pt x="321059" y="82732"/>
                  </a:lnTo>
                  <a:lnTo>
                    <a:pt x="318912" y="77885"/>
                  </a:lnTo>
                  <a:lnTo>
                    <a:pt x="316612" y="73109"/>
                  </a:lnTo>
                  <a:lnTo>
                    <a:pt x="314162" y="68408"/>
                  </a:lnTo>
                  <a:lnTo>
                    <a:pt x="311565" y="63787"/>
                  </a:lnTo>
                  <a:lnTo>
                    <a:pt x="308822" y="59251"/>
                  </a:lnTo>
                  <a:lnTo>
                    <a:pt x="305937" y="54804"/>
                  </a:lnTo>
                  <a:lnTo>
                    <a:pt x="302912" y="50450"/>
                  </a:lnTo>
                  <a:lnTo>
                    <a:pt x="299751" y="46195"/>
                  </a:lnTo>
                  <a:lnTo>
                    <a:pt x="296456" y="42042"/>
                  </a:lnTo>
                  <a:lnTo>
                    <a:pt x="293031" y="37996"/>
                  </a:lnTo>
                  <a:lnTo>
                    <a:pt x="167160" y="1480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125871" cy="167167"/>
            </a:xfrm>
            <a:custGeom>
              <a:avLst/>
              <a:pathLst>
                <a:path w="125871" h="167167">
                  <a:moveTo>
                    <a:pt x="125871" y="57161"/>
                  </a:moveTo>
                  <a:lnTo>
                    <a:pt x="122196" y="53093"/>
                  </a:lnTo>
                  <a:lnTo>
                    <a:pt x="118391" y="49148"/>
                  </a:lnTo>
                  <a:lnTo>
                    <a:pt x="114458" y="45330"/>
                  </a:lnTo>
                  <a:lnTo>
                    <a:pt x="110402" y="41643"/>
                  </a:lnTo>
                  <a:lnTo>
                    <a:pt x="106228" y="38091"/>
                  </a:lnTo>
                  <a:lnTo>
                    <a:pt x="101939" y="34678"/>
                  </a:lnTo>
                  <a:lnTo>
                    <a:pt x="97540" y="31407"/>
                  </a:lnTo>
                  <a:lnTo>
                    <a:pt x="93037" y="28282"/>
                  </a:lnTo>
                  <a:lnTo>
                    <a:pt x="88434" y="25307"/>
                  </a:lnTo>
                  <a:lnTo>
                    <a:pt x="83735" y="22484"/>
                  </a:lnTo>
                  <a:lnTo>
                    <a:pt x="78947" y="19816"/>
                  </a:lnTo>
                  <a:lnTo>
                    <a:pt x="74074" y="17307"/>
                  </a:lnTo>
                  <a:lnTo>
                    <a:pt x="69121" y="14959"/>
                  </a:lnTo>
                  <a:lnTo>
                    <a:pt x="64093" y="12775"/>
                  </a:lnTo>
                  <a:lnTo>
                    <a:pt x="58997" y="10757"/>
                  </a:lnTo>
                  <a:lnTo>
                    <a:pt x="53838" y="8906"/>
                  </a:lnTo>
                  <a:lnTo>
                    <a:pt x="48620" y="7226"/>
                  </a:lnTo>
                  <a:lnTo>
                    <a:pt x="43350" y="5718"/>
                  </a:lnTo>
                  <a:lnTo>
                    <a:pt x="38034" y="4384"/>
                  </a:lnTo>
                  <a:lnTo>
                    <a:pt x="32677" y="3224"/>
                  </a:lnTo>
                  <a:lnTo>
                    <a:pt x="27284" y="2241"/>
                  </a:lnTo>
                  <a:lnTo>
                    <a:pt x="21863" y="1435"/>
                  </a:lnTo>
                  <a:lnTo>
                    <a:pt x="16418" y="808"/>
                  </a:lnTo>
                  <a:lnTo>
                    <a:pt x="10955" y="359"/>
                  </a:lnTo>
                  <a:lnTo>
                    <a:pt x="548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137" y="1681503"/>
              <a:ext cx="5387" cy="167167"/>
            </a:xfrm>
            <a:custGeom>
              <a:avLst/>
              <a:pathLst>
                <a:path w="5387" h="167167">
                  <a:moveTo>
                    <a:pt x="5387" y="0"/>
                  </a:moveTo>
                  <a:lnTo>
                    <a:pt x="0" y="86"/>
                  </a:lnTo>
                  <a:lnTo>
                    <a:pt x="538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1137" y="1681590"/>
              <a:ext cx="5387" cy="167080"/>
            </a:xfrm>
            <a:custGeom>
              <a:avLst/>
              <a:pathLst>
                <a:path w="5387" h="167080">
                  <a:moveTo>
                    <a:pt x="0" y="0"/>
                  </a:moveTo>
                  <a:lnTo>
                    <a:pt x="5387" y="167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50799" y="1681590"/>
              <a:ext cx="135725" cy="167080"/>
            </a:xfrm>
            <a:custGeom>
              <a:avLst/>
              <a:pathLst>
                <a:path w="135725" h="167080">
                  <a:moveTo>
                    <a:pt x="130337" y="0"/>
                  </a:moveTo>
                  <a:lnTo>
                    <a:pt x="124880" y="265"/>
                  </a:lnTo>
                  <a:lnTo>
                    <a:pt x="119434" y="708"/>
                  </a:lnTo>
                  <a:lnTo>
                    <a:pt x="114006" y="1330"/>
                  </a:lnTo>
                  <a:lnTo>
                    <a:pt x="108601" y="2128"/>
                  </a:lnTo>
                  <a:lnTo>
                    <a:pt x="103225" y="3102"/>
                  </a:lnTo>
                  <a:lnTo>
                    <a:pt x="97884" y="4252"/>
                  </a:lnTo>
                  <a:lnTo>
                    <a:pt x="92583" y="5576"/>
                  </a:lnTo>
                  <a:lnTo>
                    <a:pt x="87328" y="7072"/>
                  </a:lnTo>
                  <a:lnTo>
                    <a:pt x="82125" y="8739"/>
                  </a:lnTo>
                  <a:lnTo>
                    <a:pt x="76979" y="10575"/>
                  </a:lnTo>
                  <a:lnTo>
                    <a:pt x="71896" y="12578"/>
                  </a:lnTo>
                  <a:lnTo>
                    <a:pt x="66881" y="14747"/>
                  </a:lnTo>
                  <a:lnTo>
                    <a:pt x="61939" y="17078"/>
                  </a:lnTo>
                  <a:lnTo>
                    <a:pt x="57077" y="19569"/>
                  </a:lnTo>
                  <a:lnTo>
                    <a:pt x="52298" y="22218"/>
                  </a:lnTo>
                  <a:lnTo>
                    <a:pt x="47609" y="25022"/>
                  </a:lnTo>
                  <a:lnTo>
                    <a:pt x="43014" y="27977"/>
                  </a:lnTo>
                  <a:lnTo>
                    <a:pt x="38517" y="31081"/>
                  </a:lnTo>
                  <a:lnTo>
                    <a:pt x="34125" y="34331"/>
                  </a:lnTo>
                  <a:lnTo>
                    <a:pt x="29841" y="37722"/>
                  </a:lnTo>
                  <a:lnTo>
                    <a:pt x="25670" y="41251"/>
                  </a:lnTo>
                  <a:lnTo>
                    <a:pt x="21617" y="44915"/>
                  </a:lnTo>
                  <a:lnTo>
                    <a:pt x="17686" y="48709"/>
                  </a:lnTo>
                  <a:lnTo>
                    <a:pt x="13880" y="52630"/>
                  </a:lnTo>
                  <a:lnTo>
                    <a:pt x="10205" y="56673"/>
                  </a:lnTo>
                  <a:lnTo>
                    <a:pt x="6664" y="60834"/>
                  </a:lnTo>
                  <a:lnTo>
                    <a:pt x="3261" y="65108"/>
                  </a:lnTo>
                  <a:lnTo>
                    <a:pt x="0" y="69491"/>
                  </a:lnTo>
                  <a:lnTo>
                    <a:pt x="135725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69" y="1681503"/>
              <a:ext cx="334305" cy="334334"/>
            </a:xfrm>
            <a:custGeom>
              <a:avLst/>
              <a:pathLst>
                <a:path w="334305" h="334334">
                  <a:moveTo>
                    <a:pt x="31430" y="69578"/>
                  </a:moveTo>
                  <a:lnTo>
                    <a:pt x="28399" y="73937"/>
                  </a:lnTo>
                  <a:lnTo>
                    <a:pt x="25509" y="78390"/>
                  </a:lnTo>
                  <a:lnTo>
                    <a:pt x="22761" y="82933"/>
                  </a:lnTo>
                  <a:lnTo>
                    <a:pt x="20159" y="87561"/>
                  </a:lnTo>
                  <a:lnTo>
                    <a:pt x="17705" y="92269"/>
                  </a:lnTo>
                  <a:lnTo>
                    <a:pt x="15402" y="97053"/>
                  </a:lnTo>
                  <a:lnTo>
                    <a:pt x="13252" y="101907"/>
                  </a:lnTo>
                  <a:lnTo>
                    <a:pt x="11258" y="106827"/>
                  </a:lnTo>
                  <a:lnTo>
                    <a:pt x="9420" y="111808"/>
                  </a:lnTo>
                  <a:lnTo>
                    <a:pt x="7742" y="116845"/>
                  </a:lnTo>
                  <a:lnTo>
                    <a:pt x="6224" y="121932"/>
                  </a:lnTo>
                  <a:lnTo>
                    <a:pt x="4869" y="127066"/>
                  </a:lnTo>
                  <a:lnTo>
                    <a:pt x="3677" y="132239"/>
                  </a:lnTo>
                  <a:lnTo>
                    <a:pt x="2651" y="137448"/>
                  </a:lnTo>
                  <a:lnTo>
                    <a:pt x="1790" y="142687"/>
                  </a:lnTo>
                  <a:lnTo>
                    <a:pt x="1096" y="147951"/>
                  </a:lnTo>
                  <a:lnTo>
                    <a:pt x="569" y="153233"/>
                  </a:lnTo>
                  <a:lnTo>
                    <a:pt x="211" y="158530"/>
                  </a:lnTo>
                  <a:lnTo>
                    <a:pt x="21" y="163836"/>
                  </a:lnTo>
                  <a:lnTo>
                    <a:pt x="0" y="169145"/>
                  </a:lnTo>
                  <a:lnTo>
                    <a:pt x="147" y="174452"/>
                  </a:lnTo>
                  <a:lnTo>
                    <a:pt x="462" y="179752"/>
                  </a:lnTo>
                  <a:lnTo>
                    <a:pt x="946" y="185039"/>
                  </a:lnTo>
                  <a:lnTo>
                    <a:pt x="1597" y="190308"/>
                  </a:lnTo>
                  <a:lnTo>
                    <a:pt x="2416" y="195554"/>
                  </a:lnTo>
                  <a:lnTo>
                    <a:pt x="3400" y="200771"/>
                  </a:lnTo>
                  <a:lnTo>
                    <a:pt x="4550" y="205954"/>
                  </a:lnTo>
                  <a:lnTo>
                    <a:pt x="5863" y="211098"/>
                  </a:lnTo>
                  <a:lnTo>
                    <a:pt x="7340" y="216197"/>
                  </a:lnTo>
                  <a:lnTo>
                    <a:pt x="8977" y="221248"/>
                  </a:lnTo>
                  <a:lnTo>
                    <a:pt x="10775" y="226243"/>
                  </a:lnTo>
                  <a:lnTo>
                    <a:pt x="12729" y="231180"/>
                  </a:lnTo>
                  <a:lnTo>
                    <a:pt x="14840" y="236051"/>
                  </a:lnTo>
                  <a:lnTo>
                    <a:pt x="17104" y="240853"/>
                  </a:lnTo>
                  <a:lnTo>
                    <a:pt x="19520" y="245581"/>
                  </a:lnTo>
                  <a:lnTo>
                    <a:pt x="22084" y="250229"/>
                  </a:lnTo>
                  <a:lnTo>
                    <a:pt x="24795" y="254794"/>
                  </a:lnTo>
                  <a:lnTo>
                    <a:pt x="27650" y="259271"/>
                  </a:lnTo>
                  <a:lnTo>
                    <a:pt x="30645" y="263654"/>
                  </a:lnTo>
                  <a:lnTo>
                    <a:pt x="33778" y="267941"/>
                  </a:lnTo>
                  <a:lnTo>
                    <a:pt x="37045" y="272125"/>
                  </a:lnTo>
                  <a:lnTo>
                    <a:pt x="40443" y="276204"/>
                  </a:lnTo>
                  <a:lnTo>
                    <a:pt x="43970" y="280173"/>
                  </a:lnTo>
                  <a:lnTo>
                    <a:pt x="47620" y="284028"/>
                  </a:lnTo>
                  <a:lnTo>
                    <a:pt x="51392" y="287764"/>
                  </a:lnTo>
                  <a:lnTo>
                    <a:pt x="55280" y="291380"/>
                  </a:lnTo>
                  <a:lnTo>
                    <a:pt x="59280" y="294870"/>
                  </a:lnTo>
                  <a:lnTo>
                    <a:pt x="63390" y="298231"/>
                  </a:lnTo>
                  <a:lnTo>
                    <a:pt x="67604" y="301460"/>
                  </a:lnTo>
                  <a:lnTo>
                    <a:pt x="71919" y="304553"/>
                  </a:lnTo>
                  <a:lnTo>
                    <a:pt x="76330" y="307508"/>
                  </a:lnTo>
                  <a:lnTo>
                    <a:pt x="80832" y="310322"/>
                  </a:lnTo>
                  <a:lnTo>
                    <a:pt x="85422" y="312991"/>
                  </a:lnTo>
                  <a:lnTo>
                    <a:pt x="90094" y="315513"/>
                  </a:lnTo>
                  <a:lnTo>
                    <a:pt x="94843" y="317885"/>
                  </a:lnTo>
                  <a:lnTo>
                    <a:pt x="99666" y="320105"/>
                  </a:lnTo>
                  <a:lnTo>
                    <a:pt x="104556" y="322171"/>
                  </a:lnTo>
                  <a:lnTo>
                    <a:pt x="109510" y="324081"/>
                  </a:lnTo>
                  <a:lnTo>
                    <a:pt x="114522" y="325832"/>
                  </a:lnTo>
                  <a:lnTo>
                    <a:pt x="119587" y="327424"/>
                  </a:lnTo>
                  <a:lnTo>
                    <a:pt x="124700" y="328853"/>
                  </a:lnTo>
                  <a:lnTo>
                    <a:pt x="129856" y="330120"/>
                  </a:lnTo>
                  <a:lnTo>
                    <a:pt x="135049" y="331222"/>
                  </a:lnTo>
                  <a:lnTo>
                    <a:pt x="140275" y="332159"/>
                  </a:lnTo>
                  <a:lnTo>
                    <a:pt x="145528" y="332929"/>
                  </a:lnTo>
                  <a:lnTo>
                    <a:pt x="150803" y="333533"/>
                  </a:lnTo>
                  <a:lnTo>
                    <a:pt x="156094" y="333968"/>
                  </a:lnTo>
                  <a:lnTo>
                    <a:pt x="161396" y="334235"/>
                  </a:lnTo>
                  <a:lnTo>
                    <a:pt x="166704" y="334334"/>
                  </a:lnTo>
                  <a:lnTo>
                    <a:pt x="172013" y="334264"/>
                  </a:lnTo>
                  <a:lnTo>
                    <a:pt x="177317" y="334025"/>
                  </a:lnTo>
                  <a:lnTo>
                    <a:pt x="182610" y="333618"/>
                  </a:lnTo>
                  <a:lnTo>
                    <a:pt x="187888" y="333044"/>
                  </a:lnTo>
                  <a:lnTo>
                    <a:pt x="193145" y="332302"/>
                  </a:lnTo>
                  <a:lnTo>
                    <a:pt x="198376" y="331393"/>
                  </a:lnTo>
                  <a:lnTo>
                    <a:pt x="203575" y="330319"/>
                  </a:lnTo>
                  <a:lnTo>
                    <a:pt x="208738" y="329080"/>
                  </a:lnTo>
                  <a:lnTo>
                    <a:pt x="213858" y="327678"/>
                  </a:lnTo>
                  <a:lnTo>
                    <a:pt x="218932" y="326114"/>
                  </a:lnTo>
                  <a:lnTo>
                    <a:pt x="223953" y="324390"/>
                  </a:lnTo>
                  <a:lnTo>
                    <a:pt x="228917" y="322507"/>
                  </a:lnTo>
                  <a:lnTo>
                    <a:pt x="233819" y="320467"/>
                  </a:lnTo>
                  <a:lnTo>
                    <a:pt x="238653" y="318273"/>
                  </a:lnTo>
                  <a:lnTo>
                    <a:pt x="243416" y="315926"/>
                  </a:lnTo>
                  <a:lnTo>
                    <a:pt x="248101" y="313430"/>
                  </a:lnTo>
                  <a:lnTo>
                    <a:pt x="252705" y="310785"/>
                  </a:lnTo>
                  <a:lnTo>
                    <a:pt x="257222" y="307996"/>
                  </a:lnTo>
                  <a:lnTo>
                    <a:pt x="261649" y="305065"/>
                  </a:lnTo>
                  <a:lnTo>
                    <a:pt x="265980" y="301995"/>
                  </a:lnTo>
                  <a:lnTo>
                    <a:pt x="270212" y="298789"/>
                  </a:lnTo>
                  <a:lnTo>
                    <a:pt x="274340" y="295450"/>
                  </a:lnTo>
                  <a:lnTo>
                    <a:pt x="278359" y="291981"/>
                  </a:lnTo>
                  <a:lnTo>
                    <a:pt x="282267" y="288387"/>
                  </a:lnTo>
                  <a:lnTo>
                    <a:pt x="286058" y="284671"/>
                  </a:lnTo>
                  <a:lnTo>
                    <a:pt x="289729" y="280836"/>
                  </a:lnTo>
                  <a:lnTo>
                    <a:pt x="293277" y="276886"/>
                  </a:lnTo>
                  <a:lnTo>
                    <a:pt x="296698" y="272826"/>
                  </a:lnTo>
                  <a:lnTo>
                    <a:pt x="299987" y="268659"/>
                  </a:lnTo>
                  <a:lnTo>
                    <a:pt x="303143" y="264389"/>
                  </a:lnTo>
                  <a:lnTo>
                    <a:pt x="306162" y="260022"/>
                  </a:lnTo>
                  <a:lnTo>
                    <a:pt x="309041" y="255561"/>
                  </a:lnTo>
                  <a:lnTo>
                    <a:pt x="311776" y="251011"/>
                  </a:lnTo>
                  <a:lnTo>
                    <a:pt x="314365" y="246376"/>
                  </a:lnTo>
                  <a:lnTo>
                    <a:pt x="316807" y="241661"/>
                  </a:lnTo>
                  <a:lnTo>
                    <a:pt x="319097" y="236872"/>
                  </a:lnTo>
                  <a:lnTo>
                    <a:pt x="321234" y="232012"/>
                  </a:lnTo>
                  <a:lnTo>
                    <a:pt x="323215" y="227086"/>
                  </a:lnTo>
                  <a:lnTo>
                    <a:pt x="325039" y="222100"/>
                  </a:lnTo>
                  <a:lnTo>
                    <a:pt x="326704" y="217059"/>
                  </a:lnTo>
                  <a:lnTo>
                    <a:pt x="328208" y="211967"/>
                  </a:lnTo>
                  <a:lnTo>
                    <a:pt x="329549" y="206830"/>
                  </a:lnTo>
                  <a:lnTo>
                    <a:pt x="330727" y="201654"/>
                  </a:lnTo>
                  <a:lnTo>
                    <a:pt x="331739" y="196442"/>
                  </a:lnTo>
                  <a:lnTo>
                    <a:pt x="332586" y="191201"/>
                  </a:lnTo>
                  <a:lnTo>
                    <a:pt x="333266" y="185935"/>
                  </a:lnTo>
                  <a:lnTo>
                    <a:pt x="333778" y="180651"/>
                  </a:lnTo>
                  <a:lnTo>
                    <a:pt x="334122" y="175353"/>
                  </a:lnTo>
                  <a:lnTo>
                    <a:pt x="334298" y="170047"/>
                  </a:lnTo>
                  <a:lnTo>
                    <a:pt x="334305" y="164738"/>
                  </a:lnTo>
                  <a:lnTo>
                    <a:pt x="334144" y="159431"/>
                  </a:lnTo>
                  <a:lnTo>
                    <a:pt x="333814" y="154132"/>
                  </a:lnTo>
                  <a:lnTo>
                    <a:pt x="333316" y="148847"/>
                  </a:lnTo>
                  <a:lnTo>
                    <a:pt x="332650" y="143579"/>
                  </a:lnTo>
                  <a:lnTo>
                    <a:pt x="331818" y="138336"/>
                  </a:lnTo>
                  <a:lnTo>
                    <a:pt x="330819" y="133122"/>
                  </a:lnTo>
                  <a:lnTo>
                    <a:pt x="329655" y="127942"/>
                  </a:lnTo>
                  <a:lnTo>
                    <a:pt x="328328" y="122801"/>
                  </a:lnTo>
                  <a:lnTo>
                    <a:pt x="326838" y="117706"/>
                  </a:lnTo>
                  <a:lnTo>
                    <a:pt x="325187" y="112660"/>
                  </a:lnTo>
                  <a:lnTo>
                    <a:pt x="323376" y="107669"/>
                  </a:lnTo>
                  <a:lnTo>
                    <a:pt x="321408" y="102738"/>
                  </a:lnTo>
                  <a:lnTo>
                    <a:pt x="319284" y="97872"/>
                  </a:lnTo>
                  <a:lnTo>
                    <a:pt x="317007" y="93076"/>
                  </a:lnTo>
                  <a:lnTo>
                    <a:pt x="314579" y="88355"/>
                  </a:lnTo>
                  <a:lnTo>
                    <a:pt x="312002" y="83713"/>
                  </a:lnTo>
                  <a:lnTo>
                    <a:pt x="309278" y="79156"/>
                  </a:lnTo>
                  <a:lnTo>
                    <a:pt x="306412" y="74687"/>
                  </a:lnTo>
                  <a:lnTo>
                    <a:pt x="303405" y="70312"/>
                  </a:lnTo>
                  <a:lnTo>
                    <a:pt x="300261" y="66034"/>
                  </a:lnTo>
                  <a:lnTo>
                    <a:pt x="296982" y="61858"/>
                  </a:lnTo>
                  <a:lnTo>
                    <a:pt x="293572" y="57789"/>
                  </a:lnTo>
                  <a:lnTo>
                    <a:pt x="290035" y="53829"/>
                  </a:lnTo>
                  <a:lnTo>
                    <a:pt x="286374" y="49984"/>
                  </a:lnTo>
                  <a:lnTo>
                    <a:pt x="282593" y="46258"/>
                  </a:lnTo>
                  <a:lnTo>
                    <a:pt x="278695" y="42653"/>
                  </a:lnTo>
                  <a:lnTo>
                    <a:pt x="274685" y="39174"/>
                  </a:lnTo>
                  <a:lnTo>
                    <a:pt x="270566" y="35824"/>
                  </a:lnTo>
                  <a:lnTo>
                    <a:pt x="266343" y="32606"/>
                  </a:lnTo>
                  <a:lnTo>
                    <a:pt x="262020" y="29524"/>
                  </a:lnTo>
                  <a:lnTo>
                    <a:pt x="257602" y="26581"/>
                  </a:lnTo>
                  <a:lnTo>
                    <a:pt x="253092" y="23780"/>
                  </a:lnTo>
                  <a:lnTo>
                    <a:pt x="248495" y="21123"/>
                  </a:lnTo>
                  <a:lnTo>
                    <a:pt x="243817" y="18614"/>
                  </a:lnTo>
                  <a:lnTo>
                    <a:pt x="239061" y="16254"/>
                  </a:lnTo>
                  <a:lnTo>
                    <a:pt x="234232" y="14047"/>
                  </a:lnTo>
                  <a:lnTo>
                    <a:pt x="229336" y="11994"/>
                  </a:lnTo>
                  <a:lnTo>
                    <a:pt x="224377" y="10098"/>
                  </a:lnTo>
                  <a:lnTo>
                    <a:pt x="219360" y="8360"/>
                  </a:lnTo>
                  <a:lnTo>
                    <a:pt x="214291" y="6783"/>
                  </a:lnTo>
                  <a:lnTo>
                    <a:pt x="209174" y="5367"/>
                  </a:lnTo>
                  <a:lnTo>
                    <a:pt x="204015" y="4114"/>
                  </a:lnTo>
                  <a:lnTo>
                    <a:pt x="198819" y="3026"/>
                  </a:lnTo>
                  <a:lnTo>
                    <a:pt x="193590" y="2103"/>
                  </a:lnTo>
                  <a:lnTo>
                    <a:pt x="188335" y="1347"/>
                  </a:lnTo>
                  <a:lnTo>
                    <a:pt x="183059" y="758"/>
                  </a:lnTo>
                  <a:lnTo>
                    <a:pt x="177767" y="337"/>
                  </a:lnTo>
                  <a:lnTo>
                    <a:pt x="17246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3735" y="2126963"/>
              <a:ext cx="37551" cy="167167"/>
            </a:xfrm>
            <a:custGeom>
              <a:avLst/>
              <a:pathLst>
                <a:path w="37551" h="167167">
                  <a:moveTo>
                    <a:pt x="37551" y="0"/>
                  </a:moveTo>
                  <a:lnTo>
                    <a:pt x="31240" y="119"/>
                  </a:lnTo>
                  <a:lnTo>
                    <a:pt x="24938" y="476"/>
                  </a:lnTo>
                  <a:lnTo>
                    <a:pt x="18654" y="1071"/>
                  </a:lnTo>
                  <a:lnTo>
                    <a:pt x="12397" y="1903"/>
                  </a:lnTo>
                  <a:lnTo>
                    <a:pt x="6176" y="2970"/>
                  </a:lnTo>
                  <a:lnTo>
                    <a:pt x="0" y="4272"/>
                  </a:lnTo>
                  <a:lnTo>
                    <a:pt x="3755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3735" y="2131236"/>
              <a:ext cx="37551" cy="162895"/>
            </a:xfrm>
            <a:custGeom>
              <a:avLst/>
              <a:pathLst>
                <a:path w="37551" h="162895">
                  <a:moveTo>
                    <a:pt x="0" y="0"/>
                  </a:moveTo>
                  <a:lnTo>
                    <a:pt x="37551" y="1628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34" y="2128344"/>
              <a:ext cx="334300" cy="332953"/>
            </a:xfrm>
            <a:custGeom>
              <a:avLst/>
              <a:pathLst>
                <a:path w="334300" h="332953">
                  <a:moveTo>
                    <a:pt x="129601" y="2891"/>
                  </a:moveTo>
                  <a:lnTo>
                    <a:pt x="124457" y="4163"/>
                  </a:lnTo>
                  <a:lnTo>
                    <a:pt x="119356" y="5597"/>
                  </a:lnTo>
                  <a:lnTo>
                    <a:pt x="114303" y="7193"/>
                  </a:lnTo>
                  <a:lnTo>
                    <a:pt x="109303" y="8947"/>
                  </a:lnTo>
                  <a:lnTo>
                    <a:pt x="104361" y="10860"/>
                  </a:lnTo>
                  <a:lnTo>
                    <a:pt x="99482" y="12928"/>
                  </a:lnTo>
                  <a:lnTo>
                    <a:pt x="94671" y="15150"/>
                  </a:lnTo>
                  <a:lnTo>
                    <a:pt x="89933" y="17523"/>
                  </a:lnTo>
                  <a:lnTo>
                    <a:pt x="85273" y="20045"/>
                  </a:lnTo>
                  <a:lnTo>
                    <a:pt x="80694" y="22713"/>
                  </a:lnTo>
                  <a:lnTo>
                    <a:pt x="76203" y="25525"/>
                  </a:lnTo>
                  <a:lnTo>
                    <a:pt x="71803" y="28478"/>
                  </a:lnTo>
                  <a:lnTo>
                    <a:pt x="67499" y="31569"/>
                  </a:lnTo>
                  <a:lnTo>
                    <a:pt x="63295" y="34795"/>
                  </a:lnTo>
                  <a:lnTo>
                    <a:pt x="59196" y="38153"/>
                  </a:lnTo>
                  <a:lnTo>
                    <a:pt x="55205" y="41639"/>
                  </a:lnTo>
                  <a:lnTo>
                    <a:pt x="51326" y="45249"/>
                  </a:lnTo>
                  <a:lnTo>
                    <a:pt x="47564" y="48981"/>
                  </a:lnTo>
                  <a:lnTo>
                    <a:pt x="43922" y="52830"/>
                  </a:lnTo>
                  <a:lnTo>
                    <a:pt x="40404" y="56793"/>
                  </a:lnTo>
                  <a:lnTo>
                    <a:pt x="37013" y="60865"/>
                  </a:lnTo>
                  <a:lnTo>
                    <a:pt x="33753" y="65042"/>
                  </a:lnTo>
                  <a:lnTo>
                    <a:pt x="30627" y="69321"/>
                  </a:lnTo>
                  <a:lnTo>
                    <a:pt x="27638" y="73697"/>
                  </a:lnTo>
                  <a:lnTo>
                    <a:pt x="24789" y="78165"/>
                  </a:lnTo>
                  <a:lnTo>
                    <a:pt x="22083" y="82721"/>
                  </a:lnTo>
                  <a:lnTo>
                    <a:pt x="19524" y="87361"/>
                  </a:lnTo>
                  <a:lnTo>
                    <a:pt x="17112" y="92080"/>
                  </a:lnTo>
                  <a:lnTo>
                    <a:pt x="14851" y="96872"/>
                  </a:lnTo>
                  <a:lnTo>
                    <a:pt x="12744" y="101734"/>
                  </a:lnTo>
                  <a:lnTo>
                    <a:pt x="10791" y="106660"/>
                  </a:lnTo>
                  <a:lnTo>
                    <a:pt x="8996" y="111646"/>
                  </a:lnTo>
                  <a:lnTo>
                    <a:pt x="7359" y="116686"/>
                  </a:lnTo>
                  <a:lnTo>
                    <a:pt x="5883" y="121775"/>
                  </a:lnTo>
                  <a:lnTo>
                    <a:pt x="4569" y="126909"/>
                  </a:lnTo>
                  <a:lnTo>
                    <a:pt x="3419" y="132082"/>
                  </a:lnTo>
                  <a:lnTo>
                    <a:pt x="2433" y="137288"/>
                  </a:lnTo>
                  <a:lnTo>
                    <a:pt x="1612" y="142523"/>
                  </a:lnTo>
                  <a:lnTo>
                    <a:pt x="958" y="147782"/>
                  </a:lnTo>
                  <a:lnTo>
                    <a:pt x="471" y="153058"/>
                  </a:lnTo>
                  <a:lnTo>
                    <a:pt x="151" y="158348"/>
                  </a:lnTo>
                  <a:lnTo>
                    <a:pt x="0" y="163645"/>
                  </a:lnTo>
                  <a:lnTo>
                    <a:pt x="16" y="168944"/>
                  </a:lnTo>
                  <a:lnTo>
                    <a:pt x="200" y="174240"/>
                  </a:lnTo>
                  <a:lnTo>
                    <a:pt x="552" y="179527"/>
                  </a:lnTo>
                  <a:lnTo>
                    <a:pt x="1071" y="184801"/>
                  </a:lnTo>
                  <a:lnTo>
                    <a:pt x="1757" y="190055"/>
                  </a:lnTo>
                  <a:lnTo>
                    <a:pt x="2609" y="195285"/>
                  </a:lnTo>
                  <a:lnTo>
                    <a:pt x="3627" y="200485"/>
                  </a:lnTo>
                  <a:lnTo>
                    <a:pt x="4809" y="205651"/>
                  </a:lnTo>
                  <a:lnTo>
                    <a:pt x="6154" y="210777"/>
                  </a:lnTo>
                  <a:lnTo>
                    <a:pt x="7661" y="215857"/>
                  </a:lnTo>
                  <a:lnTo>
                    <a:pt x="9328" y="220887"/>
                  </a:lnTo>
                  <a:lnTo>
                    <a:pt x="11154" y="225861"/>
                  </a:lnTo>
                  <a:lnTo>
                    <a:pt x="13136" y="230776"/>
                  </a:lnTo>
                  <a:lnTo>
                    <a:pt x="15273" y="235625"/>
                  </a:lnTo>
                  <a:lnTo>
                    <a:pt x="17563" y="240403"/>
                  </a:lnTo>
                  <a:lnTo>
                    <a:pt x="20003" y="245107"/>
                  </a:lnTo>
                  <a:lnTo>
                    <a:pt x="22591" y="249731"/>
                  </a:lnTo>
                  <a:lnTo>
                    <a:pt x="25325" y="254271"/>
                  </a:lnTo>
                  <a:lnTo>
                    <a:pt x="28201" y="258722"/>
                  </a:lnTo>
                  <a:lnTo>
                    <a:pt x="31216" y="263079"/>
                  </a:lnTo>
                  <a:lnTo>
                    <a:pt x="34368" y="267339"/>
                  </a:lnTo>
                  <a:lnTo>
                    <a:pt x="37653" y="271496"/>
                  </a:lnTo>
                  <a:lnTo>
                    <a:pt x="41069" y="275548"/>
                  </a:lnTo>
                  <a:lnTo>
                    <a:pt x="44611" y="279489"/>
                  </a:lnTo>
                  <a:lnTo>
                    <a:pt x="48277" y="283316"/>
                  </a:lnTo>
                  <a:lnTo>
                    <a:pt x="52062" y="287025"/>
                  </a:lnTo>
                  <a:lnTo>
                    <a:pt x="55962" y="290612"/>
                  </a:lnTo>
                  <a:lnTo>
                    <a:pt x="59974" y="294073"/>
                  </a:lnTo>
                  <a:lnTo>
                    <a:pt x="64094" y="297406"/>
                  </a:lnTo>
                  <a:lnTo>
                    <a:pt x="68318" y="300606"/>
                  </a:lnTo>
                  <a:lnTo>
                    <a:pt x="72640" y="303671"/>
                  </a:lnTo>
                  <a:lnTo>
                    <a:pt x="77058" y="306597"/>
                  </a:lnTo>
                  <a:lnTo>
                    <a:pt x="81567" y="309382"/>
                  </a:lnTo>
                  <a:lnTo>
                    <a:pt x="86161" y="312023"/>
                  </a:lnTo>
                  <a:lnTo>
                    <a:pt x="90837" y="314516"/>
                  </a:lnTo>
                  <a:lnTo>
                    <a:pt x="95589" y="316860"/>
                  </a:lnTo>
                  <a:lnTo>
                    <a:pt x="100413" y="319053"/>
                  </a:lnTo>
                  <a:lnTo>
                    <a:pt x="105305" y="321091"/>
                  </a:lnTo>
                  <a:lnTo>
                    <a:pt x="110258" y="322973"/>
                  </a:lnTo>
                  <a:lnTo>
                    <a:pt x="115269" y="324698"/>
                  </a:lnTo>
                  <a:lnTo>
                    <a:pt x="120331" y="326262"/>
                  </a:lnTo>
                  <a:lnTo>
                    <a:pt x="125441" y="327666"/>
                  </a:lnTo>
                  <a:lnTo>
                    <a:pt x="130593" y="328906"/>
                  </a:lnTo>
                  <a:lnTo>
                    <a:pt x="135782" y="329983"/>
                  </a:lnTo>
                  <a:lnTo>
                    <a:pt x="141002" y="330895"/>
                  </a:lnTo>
                  <a:lnTo>
                    <a:pt x="146248" y="331641"/>
                  </a:lnTo>
                  <a:lnTo>
                    <a:pt x="151515" y="332220"/>
                  </a:lnTo>
                  <a:lnTo>
                    <a:pt x="156798" y="332632"/>
                  </a:lnTo>
                  <a:lnTo>
                    <a:pt x="162092" y="332877"/>
                  </a:lnTo>
                  <a:lnTo>
                    <a:pt x="167390" y="332953"/>
                  </a:lnTo>
                  <a:lnTo>
                    <a:pt x="172688" y="332862"/>
                  </a:lnTo>
                  <a:lnTo>
                    <a:pt x="177981" y="332602"/>
                  </a:lnTo>
                  <a:lnTo>
                    <a:pt x="183263" y="332175"/>
                  </a:lnTo>
                  <a:lnTo>
                    <a:pt x="188529" y="331581"/>
                  </a:lnTo>
                  <a:lnTo>
                    <a:pt x="193773" y="330820"/>
                  </a:lnTo>
                  <a:lnTo>
                    <a:pt x="198990" y="329894"/>
                  </a:lnTo>
                  <a:lnTo>
                    <a:pt x="204176" y="328802"/>
                  </a:lnTo>
                  <a:lnTo>
                    <a:pt x="209324" y="327547"/>
                  </a:lnTo>
                  <a:lnTo>
                    <a:pt x="214430" y="326129"/>
                  </a:lnTo>
                  <a:lnTo>
                    <a:pt x="219488" y="324550"/>
                  </a:lnTo>
                  <a:lnTo>
                    <a:pt x="224494" y="322811"/>
                  </a:lnTo>
                  <a:lnTo>
                    <a:pt x="229442" y="320915"/>
                  </a:lnTo>
                  <a:lnTo>
                    <a:pt x="234327" y="318863"/>
                  </a:lnTo>
                  <a:lnTo>
                    <a:pt x="239145" y="316657"/>
                  </a:lnTo>
                  <a:lnTo>
                    <a:pt x="243891" y="314299"/>
                  </a:lnTo>
                  <a:lnTo>
                    <a:pt x="248560" y="311792"/>
                  </a:lnTo>
                  <a:lnTo>
                    <a:pt x="253146" y="309139"/>
                  </a:lnTo>
                  <a:lnTo>
                    <a:pt x="257647" y="306341"/>
                  </a:lnTo>
                  <a:lnTo>
                    <a:pt x="262056" y="303402"/>
                  </a:lnTo>
                  <a:lnTo>
                    <a:pt x="266370" y="300325"/>
                  </a:lnTo>
                  <a:lnTo>
                    <a:pt x="270585" y="297113"/>
                  </a:lnTo>
                  <a:lnTo>
                    <a:pt x="274695" y="293769"/>
                  </a:lnTo>
                  <a:lnTo>
                    <a:pt x="278698" y="290296"/>
                  </a:lnTo>
                  <a:lnTo>
                    <a:pt x="282588" y="286698"/>
                  </a:lnTo>
                  <a:lnTo>
                    <a:pt x="286362" y="282979"/>
                  </a:lnTo>
                  <a:lnTo>
                    <a:pt x="290017" y="279141"/>
                  </a:lnTo>
                  <a:lnTo>
                    <a:pt x="293548" y="275190"/>
                  </a:lnTo>
                  <a:lnTo>
                    <a:pt x="296952" y="271129"/>
                  </a:lnTo>
                  <a:lnTo>
                    <a:pt x="300226" y="266962"/>
                  </a:lnTo>
                  <a:lnTo>
                    <a:pt x="303366" y="262694"/>
                  </a:lnTo>
                  <a:lnTo>
                    <a:pt x="306369" y="258328"/>
                  </a:lnTo>
                  <a:lnTo>
                    <a:pt x="309232" y="253869"/>
                  </a:lnTo>
                  <a:lnTo>
                    <a:pt x="311952" y="249321"/>
                  </a:lnTo>
                  <a:lnTo>
                    <a:pt x="314527" y="244690"/>
                  </a:lnTo>
                  <a:lnTo>
                    <a:pt x="316954" y="239979"/>
                  </a:lnTo>
                  <a:lnTo>
                    <a:pt x="319230" y="235194"/>
                  </a:lnTo>
                  <a:lnTo>
                    <a:pt x="321354" y="230339"/>
                  </a:lnTo>
                  <a:lnTo>
                    <a:pt x="323322" y="225419"/>
                  </a:lnTo>
                  <a:lnTo>
                    <a:pt x="325134" y="220439"/>
                  </a:lnTo>
                  <a:lnTo>
                    <a:pt x="326787" y="215405"/>
                  </a:lnTo>
                  <a:lnTo>
                    <a:pt x="328279" y="210320"/>
                  </a:lnTo>
                  <a:lnTo>
                    <a:pt x="329610" y="205191"/>
                  </a:lnTo>
                  <a:lnTo>
                    <a:pt x="330777" y="200022"/>
                  </a:lnTo>
                  <a:lnTo>
                    <a:pt x="331780" y="194819"/>
                  </a:lnTo>
                  <a:lnTo>
                    <a:pt x="332618" y="189586"/>
                  </a:lnTo>
                  <a:lnTo>
                    <a:pt x="333289" y="184330"/>
                  </a:lnTo>
                  <a:lnTo>
                    <a:pt x="333793" y="179055"/>
                  </a:lnTo>
                  <a:lnTo>
                    <a:pt x="334130" y="173767"/>
                  </a:lnTo>
                  <a:lnTo>
                    <a:pt x="334299" y="168470"/>
                  </a:lnTo>
                  <a:lnTo>
                    <a:pt x="334300" y="163171"/>
                  </a:lnTo>
                  <a:lnTo>
                    <a:pt x="334133" y="157875"/>
                  </a:lnTo>
                  <a:lnTo>
                    <a:pt x="333799" y="152586"/>
                  </a:lnTo>
                  <a:lnTo>
                    <a:pt x="333297" y="147311"/>
                  </a:lnTo>
                  <a:lnTo>
                    <a:pt x="332628" y="142054"/>
                  </a:lnTo>
                  <a:lnTo>
                    <a:pt x="331792" y="136822"/>
                  </a:lnTo>
                  <a:lnTo>
                    <a:pt x="330792" y="131618"/>
                  </a:lnTo>
                  <a:lnTo>
                    <a:pt x="329626" y="126448"/>
                  </a:lnTo>
                  <a:lnTo>
                    <a:pt x="328298" y="121319"/>
                  </a:lnTo>
                  <a:lnTo>
                    <a:pt x="326808" y="116233"/>
                  </a:lnTo>
                  <a:lnTo>
                    <a:pt x="325157" y="111198"/>
                  </a:lnTo>
                  <a:lnTo>
                    <a:pt x="323347" y="106218"/>
                  </a:lnTo>
                  <a:lnTo>
                    <a:pt x="321381" y="101297"/>
                  </a:lnTo>
                  <a:lnTo>
                    <a:pt x="319259" y="96441"/>
                  </a:lnTo>
                  <a:lnTo>
                    <a:pt x="316985" y="91655"/>
                  </a:lnTo>
                  <a:lnTo>
                    <a:pt x="314560" y="86943"/>
                  </a:lnTo>
                  <a:lnTo>
                    <a:pt x="311987" y="82311"/>
                  </a:lnTo>
                  <a:lnTo>
                    <a:pt x="309269" y="77762"/>
                  </a:lnTo>
                  <a:lnTo>
                    <a:pt x="306407" y="73302"/>
                  </a:lnTo>
                  <a:lnTo>
                    <a:pt x="303406" y="68935"/>
                  </a:lnTo>
                  <a:lnTo>
                    <a:pt x="300268" y="64665"/>
                  </a:lnTo>
                  <a:lnTo>
                    <a:pt x="296996" y="60497"/>
                  </a:lnTo>
                  <a:lnTo>
                    <a:pt x="293594" y="56434"/>
                  </a:lnTo>
                  <a:lnTo>
                    <a:pt x="290064" y="52482"/>
                  </a:lnTo>
                  <a:lnTo>
                    <a:pt x="286411" y="48643"/>
                  </a:lnTo>
                  <a:lnTo>
                    <a:pt x="282638" y="44922"/>
                  </a:lnTo>
                  <a:lnTo>
                    <a:pt x="278750" y="41322"/>
                  </a:lnTo>
                  <a:lnTo>
                    <a:pt x="274749" y="37848"/>
                  </a:lnTo>
                  <a:lnTo>
                    <a:pt x="270640" y="34502"/>
                  </a:lnTo>
                  <a:lnTo>
                    <a:pt x="266427" y="31288"/>
                  </a:lnTo>
                  <a:lnTo>
                    <a:pt x="262114" y="28209"/>
                  </a:lnTo>
                  <a:lnTo>
                    <a:pt x="257705" y="25268"/>
                  </a:lnTo>
                  <a:lnTo>
                    <a:pt x="253206" y="22469"/>
                  </a:lnTo>
                  <a:lnTo>
                    <a:pt x="248621" y="19813"/>
                  </a:lnTo>
                  <a:lnTo>
                    <a:pt x="243953" y="17304"/>
                  </a:lnTo>
                  <a:lnTo>
                    <a:pt x="239208" y="14945"/>
                  </a:lnTo>
                  <a:lnTo>
                    <a:pt x="234391" y="12737"/>
                  </a:lnTo>
                  <a:lnTo>
                    <a:pt x="229506" y="10683"/>
                  </a:lnTo>
                  <a:lnTo>
                    <a:pt x="224559" y="8784"/>
                  </a:lnTo>
                  <a:lnTo>
                    <a:pt x="219554" y="7044"/>
                  </a:lnTo>
                  <a:lnTo>
                    <a:pt x="214496" y="5462"/>
                  </a:lnTo>
                  <a:lnTo>
                    <a:pt x="209391" y="4042"/>
                  </a:lnTo>
                  <a:lnTo>
                    <a:pt x="204243" y="2785"/>
                  </a:lnTo>
                  <a:lnTo>
                    <a:pt x="199059" y="1691"/>
                  </a:lnTo>
                  <a:lnTo>
                    <a:pt x="193841" y="762"/>
                  </a:lnTo>
                  <a:lnTo>
                    <a:pt x="188598" y="0"/>
                  </a:lnTo>
                  <a:lnTo>
                    <a:pt x="167153" y="1657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21444" cy="167167"/>
            </a:xfrm>
            <a:custGeom>
              <a:avLst/>
              <a:pathLst>
                <a:path w="21444" h="167167">
                  <a:moveTo>
                    <a:pt x="21444" y="1381"/>
                  </a:moveTo>
                  <a:lnTo>
                    <a:pt x="14318" y="614"/>
                  </a:lnTo>
                  <a:lnTo>
                    <a:pt x="7165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283" y="2633064"/>
              <a:ext cx="6464" cy="167167"/>
            </a:xfrm>
            <a:custGeom>
              <a:avLst/>
              <a:pathLst>
                <a:path w="6464" h="167167">
                  <a:moveTo>
                    <a:pt x="6464" y="0"/>
                  </a:moveTo>
                  <a:lnTo>
                    <a:pt x="0" y="125"/>
                  </a:lnTo>
                  <a:lnTo>
                    <a:pt x="646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4283" y="2633189"/>
              <a:ext cx="6464" cy="167042"/>
            </a:xfrm>
            <a:custGeom>
              <a:avLst/>
              <a:pathLst>
                <a:path w="6464" h="167042">
                  <a:moveTo>
                    <a:pt x="0" y="0"/>
                  </a:moveTo>
                  <a:lnTo>
                    <a:pt x="6464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90" y="2633189"/>
              <a:ext cx="334310" cy="334208"/>
            </a:xfrm>
            <a:custGeom>
              <a:avLst/>
              <a:pathLst>
                <a:path w="334310" h="334208">
                  <a:moveTo>
                    <a:pt x="160693" y="0"/>
                  </a:moveTo>
                  <a:lnTo>
                    <a:pt x="155402" y="288"/>
                  </a:lnTo>
                  <a:lnTo>
                    <a:pt x="150122" y="745"/>
                  </a:lnTo>
                  <a:lnTo>
                    <a:pt x="144859" y="1368"/>
                  </a:lnTo>
                  <a:lnTo>
                    <a:pt x="139619" y="2158"/>
                  </a:lnTo>
                  <a:lnTo>
                    <a:pt x="134407" y="3114"/>
                  </a:lnTo>
                  <a:lnTo>
                    <a:pt x="129227" y="4235"/>
                  </a:lnTo>
                  <a:lnTo>
                    <a:pt x="124086" y="5519"/>
                  </a:lnTo>
                  <a:lnTo>
                    <a:pt x="118987" y="6965"/>
                  </a:lnTo>
                  <a:lnTo>
                    <a:pt x="113938" y="8572"/>
                  </a:lnTo>
                  <a:lnTo>
                    <a:pt x="108941" y="10339"/>
                  </a:lnTo>
                  <a:lnTo>
                    <a:pt x="104004" y="12263"/>
                  </a:lnTo>
                  <a:lnTo>
                    <a:pt x="99129" y="14343"/>
                  </a:lnTo>
                  <a:lnTo>
                    <a:pt x="94323" y="16576"/>
                  </a:lnTo>
                  <a:lnTo>
                    <a:pt x="89591" y="18960"/>
                  </a:lnTo>
                  <a:lnTo>
                    <a:pt x="84936" y="21493"/>
                  </a:lnTo>
                  <a:lnTo>
                    <a:pt x="80364" y="24172"/>
                  </a:lnTo>
                  <a:lnTo>
                    <a:pt x="75879" y="26995"/>
                  </a:lnTo>
                  <a:lnTo>
                    <a:pt x="71485" y="29959"/>
                  </a:lnTo>
                  <a:lnTo>
                    <a:pt x="67188" y="33060"/>
                  </a:lnTo>
                  <a:lnTo>
                    <a:pt x="62992" y="36296"/>
                  </a:lnTo>
                  <a:lnTo>
                    <a:pt x="58900" y="39664"/>
                  </a:lnTo>
                  <a:lnTo>
                    <a:pt x="54917" y="43159"/>
                  </a:lnTo>
                  <a:lnTo>
                    <a:pt x="51046" y="46779"/>
                  </a:lnTo>
                  <a:lnTo>
                    <a:pt x="47293" y="50520"/>
                  </a:lnTo>
                  <a:lnTo>
                    <a:pt x="43660" y="54378"/>
                  </a:lnTo>
                  <a:lnTo>
                    <a:pt x="40151" y="58349"/>
                  </a:lnTo>
                  <a:lnTo>
                    <a:pt x="36769" y="62430"/>
                  </a:lnTo>
                  <a:lnTo>
                    <a:pt x="33519" y="66615"/>
                  </a:lnTo>
                  <a:lnTo>
                    <a:pt x="30403" y="70902"/>
                  </a:lnTo>
                  <a:lnTo>
                    <a:pt x="27424" y="75285"/>
                  </a:lnTo>
                  <a:lnTo>
                    <a:pt x="24586" y="79760"/>
                  </a:lnTo>
                  <a:lnTo>
                    <a:pt x="21891" y="84323"/>
                  </a:lnTo>
                  <a:lnTo>
                    <a:pt x="19342" y="88969"/>
                  </a:lnTo>
                  <a:lnTo>
                    <a:pt x="16941" y="93694"/>
                  </a:lnTo>
                  <a:lnTo>
                    <a:pt x="14692" y="98492"/>
                  </a:lnTo>
                  <a:lnTo>
                    <a:pt x="12596" y="103359"/>
                  </a:lnTo>
                  <a:lnTo>
                    <a:pt x="10655" y="108290"/>
                  </a:lnTo>
                  <a:lnTo>
                    <a:pt x="8871" y="113280"/>
                  </a:lnTo>
                  <a:lnTo>
                    <a:pt x="7247" y="118325"/>
                  </a:lnTo>
                  <a:lnTo>
                    <a:pt x="5783" y="123418"/>
                  </a:lnTo>
                  <a:lnTo>
                    <a:pt x="4481" y="128555"/>
                  </a:lnTo>
                  <a:lnTo>
                    <a:pt x="3343" y="133731"/>
                  </a:lnTo>
                  <a:lnTo>
                    <a:pt x="2369" y="138940"/>
                  </a:lnTo>
                  <a:lnTo>
                    <a:pt x="1562" y="144177"/>
                  </a:lnTo>
                  <a:lnTo>
                    <a:pt x="920" y="149438"/>
                  </a:lnTo>
                  <a:lnTo>
                    <a:pt x="446" y="154716"/>
                  </a:lnTo>
                  <a:lnTo>
                    <a:pt x="139" y="160006"/>
                  </a:lnTo>
                  <a:lnTo>
                    <a:pt x="0" y="165304"/>
                  </a:lnTo>
                  <a:lnTo>
                    <a:pt x="28" y="170603"/>
                  </a:lnTo>
                  <a:lnTo>
                    <a:pt x="225" y="175899"/>
                  </a:lnTo>
                  <a:lnTo>
                    <a:pt x="590" y="181186"/>
                  </a:lnTo>
                  <a:lnTo>
                    <a:pt x="1122" y="186458"/>
                  </a:lnTo>
                  <a:lnTo>
                    <a:pt x="1821" y="191711"/>
                  </a:lnTo>
                  <a:lnTo>
                    <a:pt x="2686" y="196940"/>
                  </a:lnTo>
                  <a:lnTo>
                    <a:pt x="3716" y="202138"/>
                  </a:lnTo>
                  <a:lnTo>
                    <a:pt x="4911" y="207301"/>
                  </a:lnTo>
                  <a:lnTo>
                    <a:pt x="6268" y="212423"/>
                  </a:lnTo>
                  <a:lnTo>
                    <a:pt x="7788" y="217500"/>
                  </a:lnTo>
                  <a:lnTo>
                    <a:pt x="9467" y="222527"/>
                  </a:lnTo>
                  <a:lnTo>
                    <a:pt x="11305" y="227497"/>
                  </a:lnTo>
                  <a:lnTo>
                    <a:pt x="13300" y="232407"/>
                  </a:lnTo>
                  <a:lnTo>
                    <a:pt x="15449" y="237251"/>
                  </a:lnTo>
                  <a:lnTo>
                    <a:pt x="17750" y="242024"/>
                  </a:lnTo>
                  <a:lnTo>
                    <a:pt x="20202" y="246722"/>
                  </a:lnTo>
                  <a:lnTo>
                    <a:pt x="22802" y="251340"/>
                  </a:lnTo>
                  <a:lnTo>
                    <a:pt x="25546" y="255874"/>
                  </a:lnTo>
                  <a:lnTo>
                    <a:pt x="28433" y="260318"/>
                  </a:lnTo>
                  <a:lnTo>
                    <a:pt x="31459" y="264668"/>
                  </a:lnTo>
                  <a:lnTo>
                    <a:pt x="34622" y="268920"/>
                  </a:lnTo>
                  <a:lnTo>
                    <a:pt x="37918" y="273070"/>
                  </a:lnTo>
                  <a:lnTo>
                    <a:pt x="41344" y="277113"/>
                  </a:lnTo>
                  <a:lnTo>
                    <a:pt x="44896" y="281046"/>
                  </a:lnTo>
                  <a:lnTo>
                    <a:pt x="48571" y="284864"/>
                  </a:lnTo>
                  <a:lnTo>
                    <a:pt x="52365" y="288564"/>
                  </a:lnTo>
                  <a:lnTo>
                    <a:pt x="56275" y="292141"/>
                  </a:lnTo>
                  <a:lnTo>
                    <a:pt x="60296" y="295593"/>
                  </a:lnTo>
                  <a:lnTo>
                    <a:pt x="64424" y="298916"/>
                  </a:lnTo>
                  <a:lnTo>
                    <a:pt x="68656" y="302106"/>
                  </a:lnTo>
                  <a:lnTo>
                    <a:pt x="72986" y="305160"/>
                  </a:lnTo>
                  <a:lnTo>
                    <a:pt x="77412" y="308076"/>
                  </a:lnTo>
                  <a:lnTo>
                    <a:pt x="81927" y="310850"/>
                  </a:lnTo>
                  <a:lnTo>
                    <a:pt x="86528" y="313479"/>
                  </a:lnTo>
                  <a:lnTo>
                    <a:pt x="91210" y="315961"/>
                  </a:lnTo>
                  <a:lnTo>
                    <a:pt x="95969" y="318294"/>
                  </a:lnTo>
                  <a:lnTo>
                    <a:pt x="100799" y="320474"/>
                  </a:lnTo>
                  <a:lnTo>
                    <a:pt x="105695" y="322500"/>
                  </a:lnTo>
                  <a:lnTo>
                    <a:pt x="110654" y="324370"/>
                  </a:lnTo>
                  <a:lnTo>
                    <a:pt x="115669" y="326082"/>
                  </a:lnTo>
                  <a:lnTo>
                    <a:pt x="120736" y="327634"/>
                  </a:lnTo>
                  <a:lnTo>
                    <a:pt x="125850" y="329025"/>
                  </a:lnTo>
                  <a:lnTo>
                    <a:pt x="131005" y="330253"/>
                  </a:lnTo>
                  <a:lnTo>
                    <a:pt x="136196" y="331317"/>
                  </a:lnTo>
                  <a:lnTo>
                    <a:pt x="141419" y="332216"/>
                  </a:lnTo>
                  <a:lnTo>
                    <a:pt x="146667" y="332949"/>
                  </a:lnTo>
                  <a:lnTo>
                    <a:pt x="151937" y="333515"/>
                  </a:lnTo>
                  <a:lnTo>
                    <a:pt x="157221" y="333914"/>
                  </a:lnTo>
                  <a:lnTo>
                    <a:pt x="162515" y="334145"/>
                  </a:lnTo>
                  <a:lnTo>
                    <a:pt x="167814" y="334208"/>
                  </a:lnTo>
                  <a:lnTo>
                    <a:pt x="173113" y="334103"/>
                  </a:lnTo>
                  <a:lnTo>
                    <a:pt x="178405" y="333831"/>
                  </a:lnTo>
                  <a:lnTo>
                    <a:pt x="183686" y="333390"/>
                  </a:lnTo>
                  <a:lnTo>
                    <a:pt x="188951" y="332783"/>
                  </a:lnTo>
                  <a:lnTo>
                    <a:pt x="194193" y="332009"/>
                  </a:lnTo>
                  <a:lnTo>
                    <a:pt x="199408" y="331069"/>
                  </a:lnTo>
                  <a:lnTo>
                    <a:pt x="204591" y="329964"/>
                  </a:lnTo>
                  <a:lnTo>
                    <a:pt x="209737" y="328696"/>
                  </a:lnTo>
                  <a:lnTo>
                    <a:pt x="214839" y="327265"/>
                  </a:lnTo>
                  <a:lnTo>
                    <a:pt x="219894" y="325673"/>
                  </a:lnTo>
                  <a:lnTo>
                    <a:pt x="224896" y="323922"/>
                  </a:lnTo>
                  <a:lnTo>
                    <a:pt x="229839" y="322013"/>
                  </a:lnTo>
                  <a:lnTo>
                    <a:pt x="234720" y="319948"/>
                  </a:lnTo>
                  <a:lnTo>
                    <a:pt x="239533" y="317730"/>
                  </a:lnTo>
                  <a:lnTo>
                    <a:pt x="244273" y="315360"/>
                  </a:lnTo>
                  <a:lnTo>
                    <a:pt x="248935" y="312841"/>
                  </a:lnTo>
                  <a:lnTo>
                    <a:pt x="253515" y="310176"/>
                  </a:lnTo>
                  <a:lnTo>
                    <a:pt x="258009" y="307367"/>
                  </a:lnTo>
                  <a:lnTo>
                    <a:pt x="262411" y="304416"/>
                  </a:lnTo>
                  <a:lnTo>
                    <a:pt x="266718" y="301328"/>
                  </a:lnTo>
                  <a:lnTo>
                    <a:pt x="270924" y="298105"/>
                  </a:lnTo>
                  <a:lnTo>
                    <a:pt x="275026" y="294750"/>
                  </a:lnTo>
                  <a:lnTo>
                    <a:pt x="279020" y="291267"/>
                  </a:lnTo>
                  <a:lnTo>
                    <a:pt x="282902" y="287658"/>
                  </a:lnTo>
                  <a:lnTo>
                    <a:pt x="286667" y="283929"/>
                  </a:lnTo>
                  <a:lnTo>
                    <a:pt x="290312" y="280082"/>
                  </a:lnTo>
                  <a:lnTo>
                    <a:pt x="293833" y="276122"/>
                  </a:lnTo>
                  <a:lnTo>
                    <a:pt x="297227" y="272052"/>
                  </a:lnTo>
                  <a:lnTo>
                    <a:pt x="300490" y="267876"/>
                  </a:lnTo>
                  <a:lnTo>
                    <a:pt x="303619" y="263599"/>
                  </a:lnTo>
                  <a:lnTo>
                    <a:pt x="306611" y="259225"/>
                  </a:lnTo>
                  <a:lnTo>
                    <a:pt x="309463" y="254759"/>
                  </a:lnTo>
                  <a:lnTo>
                    <a:pt x="312172" y="250204"/>
                  </a:lnTo>
                  <a:lnTo>
                    <a:pt x="314735" y="245566"/>
                  </a:lnTo>
                  <a:lnTo>
                    <a:pt x="317150" y="240849"/>
                  </a:lnTo>
                  <a:lnTo>
                    <a:pt x="319414" y="236057"/>
                  </a:lnTo>
                  <a:lnTo>
                    <a:pt x="321525" y="231197"/>
                  </a:lnTo>
                  <a:lnTo>
                    <a:pt x="323481" y="226271"/>
                  </a:lnTo>
                  <a:lnTo>
                    <a:pt x="325280" y="221287"/>
                  </a:lnTo>
                  <a:lnTo>
                    <a:pt x="326920" y="216247"/>
                  </a:lnTo>
                  <a:lnTo>
                    <a:pt x="328399" y="211159"/>
                  </a:lnTo>
                  <a:lnTo>
                    <a:pt x="329716" y="206026"/>
                  </a:lnTo>
                  <a:lnTo>
                    <a:pt x="330870" y="200853"/>
                  </a:lnTo>
                  <a:lnTo>
                    <a:pt x="331860" y="195647"/>
                  </a:lnTo>
                  <a:lnTo>
                    <a:pt x="332684" y="190412"/>
                  </a:lnTo>
                  <a:lnTo>
                    <a:pt x="333341" y="185154"/>
                  </a:lnTo>
                  <a:lnTo>
                    <a:pt x="333832" y="179877"/>
                  </a:lnTo>
                  <a:lnTo>
                    <a:pt x="334155" y="174588"/>
                  </a:lnTo>
                  <a:lnTo>
                    <a:pt x="334310" y="169291"/>
                  </a:lnTo>
                  <a:lnTo>
                    <a:pt x="334298" y="163991"/>
                  </a:lnTo>
                  <a:lnTo>
                    <a:pt x="334117" y="158695"/>
                  </a:lnTo>
                  <a:lnTo>
                    <a:pt x="333768" y="153407"/>
                  </a:lnTo>
                  <a:lnTo>
                    <a:pt x="333252" y="148133"/>
                  </a:lnTo>
                  <a:lnTo>
                    <a:pt x="332570" y="142877"/>
                  </a:lnTo>
                  <a:lnTo>
                    <a:pt x="331721" y="137647"/>
                  </a:lnTo>
                  <a:lnTo>
                    <a:pt x="330706" y="132445"/>
                  </a:lnTo>
                  <a:lnTo>
                    <a:pt x="329527" y="127279"/>
                  </a:lnTo>
                  <a:lnTo>
                    <a:pt x="328185" y="122152"/>
                  </a:lnTo>
                  <a:lnTo>
                    <a:pt x="326682" y="117070"/>
                  </a:lnTo>
                  <a:lnTo>
                    <a:pt x="325017" y="112039"/>
                  </a:lnTo>
                  <a:lnTo>
                    <a:pt x="323195" y="107063"/>
                  </a:lnTo>
                  <a:lnTo>
                    <a:pt x="321215" y="102147"/>
                  </a:lnTo>
                  <a:lnTo>
                    <a:pt x="319081" y="97297"/>
                  </a:lnTo>
                  <a:lnTo>
                    <a:pt x="316794" y="92516"/>
                  </a:lnTo>
                  <a:lnTo>
                    <a:pt x="314356" y="87811"/>
                  </a:lnTo>
                  <a:lnTo>
                    <a:pt x="311771" y="83185"/>
                  </a:lnTo>
                  <a:lnTo>
                    <a:pt x="309040" y="78643"/>
                  </a:lnTo>
                  <a:lnTo>
                    <a:pt x="306167" y="74190"/>
                  </a:lnTo>
                  <a:lnTo>
                    <a:pt x="303154" y="69831"/>
                  </a:lnTo>
                  <a:lnTo>
                    <a:pt x="300004" y="65569"/>
                  </a:lnTo>
                  <a:lnTo>
                    <a:pt x="296721" y="61409"/>
                  </a:lnTo>
                  <a:lnTo>
                    <a:pt x="293308" y="57355"/>
                  </a:lnTo>
                  <a:lnTo>
                    <a:pt x="289768" y="53412"/>
                  </a:lnTo>
                  <a:lnTo>
                    <a:pt x="167158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122609" cy="167167"/>
            </a:xfrm>
            <a:custGeom>
              <a:avLst/>
              <a:pathLst>
                <a:path w="122609" h="167167">
                  <a:moveTo>
                    <a:pt x="122609" y="53537"/>
                  </a:moveTo>
                  <a:lnTo>
                    <a:pt x="118801" y="49561"/>
                  </a:lnTo>
                  <a:lnTo>
                    <a:pt x="114864" y="45713"/>
                  </a:lnTo>
                  <a:lnTo>
                    <a:pt x="110802" y="41996"/>
                  </a:lnTo>
                  <a:lnTo>
                    <a:pt x="106620" y="38415"/>
                  </a:lnTo>
                  <a:lnTo>
                    <a:pt x="102323" y="34974"/>
                  </a:lnTo>
                  <a:lnTo>
                    <a:pt x="97914" y="31676"/>
                  </a:lnTo>
                  <a:lnTo>
                    <a:pt x="93399" y="28525"/>
                  </a:lnTo>
                  <a:lnTo>
                    <a:pt x="88783" y="25525"/>
                  </a:lnTo>
                  <a:lnTo>
                    <a:pt x="84071" y="22678"/>
                  </a:lnTo>
                  <a:lnTo>
                    <a:pt x="79267" y="19988"/>
                  </a:lnTo>
                  <a:lnTo>
                    <a:pt x="74378" y="17458"/>
                  </a:lnTo>
                  <a:lnTo>
                    <a:pt x="69407" y="15090"/>
                  </a:lnTo>
                  <a:lnTo>
                    <a:pt x="64362" y="12887"/>
                  </a:lnTo>
                  <a:lnTo>
                    <a:pt x="59247" y="10851"/>
                  </a:lnTo>
                  <a:lnTo>
                    <a:pt x="54067" y="8985"/>
                  </a:lnTo>
                  <a:lnTo>
                    <a:pt x="48829" y="7290"/>
                  </a:lnTo>
                  <a:lnTo>
                    <a:pt x="43538" y="5769"/>
                  </a:lnTo>
                  <a:lnTo>
                    <a:pt x="38199" y="4423"/>
                  </a:lnTo>
                  <a:lnTo>
                    <a:pt x="32819" y="3253"/>
                  </a:lnTo>
                  <a:lnTo>
                    <a:pt x="27404" y="2261"/>
                  </a:lnTo>
                  <a:lnTo>
                    <a:pt x="21959" y="1448"/>
                  </a:lnTo>
                  <a:lnTo>
                    <a:pt x="16490" y="815"/>
                  </a:lnTo>
                  <a:lnTo>
                    <a:pt x="11003" y="362"/>
                  </a:lnTo>
                  <a:lnTo>
                    <a:pt x="550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435" y="3170392"/>
              <a:ext cx="24545" cy="167167"/>
            </a:xfrm>
            <a:custGeom>
              <a:avLst/>
              <a:pathLst>
                <a:path w="24545" h="167167">
                  <a:moveTo>
                    <a:pt x="24545" y="0"/>
                  </a:moveTo>
                  <a:lnTo>
                    <a:pt x="16337" y="201"/>
                  </a:lnTo>
                  <a:lnTo>
                    <a:pt x="8148" y="806"/>
                  </a:lnTo>
                  <a:lnTo>
                    <a:pt x="0" y="1811"/>
                  </a:lnTo>
                  <a:lnTo>
                    <a:pt x="2454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4" y="3172204"/>
              <a:ext cx="334333" cy="332507"/>
            </a:xfrm>
            <a:custGeom>
              <a:avLst/>
              <a:pathLst>
                <a:path w="334333" h="332507">
                  <a:moveTo>
                    <a:pt x="142621" y="0"/>
                  </a:moveTo>
                  <a:lnTo>
                    <a:pt x="137391" y="861"/>
                  </a:lnTo>
                  <a:lnTo>
                    <a:pt x="132191" y="1887"/>
                  </a:lnTo>
                  <a:lnTo>
                    <a:pt x="127026" y="3078"/>
                  </a:lnTo>
                  <a:lnTo>
                    <a:pt x="121901" y="4433"/>
                  </a:lnTo>
                  <a:lnTo>
                    <a:pt x="116822" y="5949"/>
                  </a:lnTo>
                  <a:lnTo>
                    <a:pt x="111794" y="7625"/>
                  </a:lnTo>
                  <a:lnTo>
                    <a:pt x="106821" y="9460"/>
                  </a:lnTo>
                  <a:lnTo>
                    <a:pt x="101909" y="11451"/>
                  </a:lnTo>
                  <a:lnTo>
                    <a:pt x="97062" y="13597"/>
                  </a:lnTo>
                  <a:lnTo>
                    <a:pt x="92286" y="15896"/>
                  </a:lnTo>
                  <a:lnTo>
                    <a:pt x="87586" y="18345"/>
                  </a:lnTo>
                  <a:lnTo>
                    <a:pt x="82965" y="20942"/>
                  </a:lnTo>
                  <a:lnTo>
                    <a:pt x="78429" y="23684"/>
                  </a:lnTo>
                  <a:lnTo>
                    <a:pt x="73982" y="26569"/>
                  </a:lnTo>
                  <a:lnTo>
                    <a:pt x="69629" y="29593"/>
                  </a:lnTo>
                  <a:lnTo>
                    <a:pt x="65374" y="32753"/>
                  </a:lnTo>
                  <a:lnTo>
                    <a:pt x="61221" y="36047"/>
                  </a:lnTo>
                  <a:lnTo>
                    <a:pt x="57175" y="39471"/>
                  </a:lnTo>
                  <a:lnTo>
                    <a:pt x="53239" y="43021"/>
                  </a:lnTo>
                  <a:lnTo>
                    <a:pt x="49418" y="46695"/>
                  </a:lnTo>
                  <a:lnTo>
                    <a:pt x="45715" y="50487"/>
                  </a:lnTo>
                  <a:lnTo>
                    <a:pt x="42134" y="54395"/>
                  </a:lnTo>
                  <a:lnTo>
                    <a:pt x="38679" y="58415"/>
                  </a:lnTo>
                  <a:lnTo>
                    <a:pt x="35354" y="62542"/>
                  </a:lnTo>
                  <a:lnTo>
                    <a:pt x="32160" y="66773"/>
                  </a:lnTo>
                  <a:lnTo>
                    <a:pt x="29103" y="71103"/>
                  </a:lnTo>
                  <a:lnTo>
                    <a:pt x="26184" y="75527"/>
                  </a:lnTo>
                  <a:lnTo>
                    <a:pt x="23407" y="80042"/>
                  </a:lnTo>
                  <a:lnTo>
                    <a:pt x="20775" y="84643"/>
                  </a:lnTo>
                  <a:lnTo>
                    <a:pt x="18289" y="89324"/>
                  </a:lnTo>
                  <a:lnTo>
                    <a:pt x="15954" y="94082"/>
                  </a:lnTo>
                  <a:lnTo>
                    <a:pt x="13770" y="98912"/>
                  </a:lnTo>
                  <a:lnTo>
                    <a:pt x="11741" y="103809"/>
                  </a:lnTo>
                  <a:lnTo>
                    <a:pt x="9868" y="108767"/>
                  </a:lnTo>
                  <a:lnTo>
                    <a:pt x="8153" y="113783"/>
                  </a:lnTo>
                  <a:lnTo>
                    <a:pt x="6598" y="118850"/>
                  </a:lnTo>
                  <a:lnTo>
                    <a:pt x="5204" y="123964"/>
                  </a:lnTo>
                  <a:lnTo>
                    <a:pt x="3973" y="129119"/>
                  </a:lnTo>
                  <a:lnTo>
                    <a:pt x="2906" y="134311"/>
                  </a:lnTo>
                  <a:lnTo>
                    <a:pt x="2005" y="139534"/>
                  </a:lnTo>
                  <a:lnTo>
                    <a:pt x="1269" y="144784"/>
                  </a:lnTo>
                  <a:lnTo>
                    <a:pt x="700" y="150053"/>
                  </a:lnTo>
                  <a:lnTo>
                    <a:pt x="299" y="155339"/>
                  </a:lnTo>
                  <a:lnTo>
                    <a:pt x="65" y="160634"/>
                  </a:lnTo>
                  <a:lnTo>
                    <a:pt x="0" y="165934"/>
                  </a:lnTo>
                  <a:lnTo>
                    <a:pt x="102" y="171234"/>
                  </a:lnTo>
                  <a:lnTo>
                    <a:pt x="372" y="176527"/>
                  </a:lnTo>
                  <a:lnTo>
                    <a:pt x="810" y="181809"/>
                  </a:lnTo>
                  <a:lnTo>
                    <a:pt x="1416" y="187075"/>
                  </a:lnTo>
                  <a:lnTo>
                    <a:pt x="2187" y="192319"/>
                  </a:lnTo>
                  <a:lnTo>
                    <a:pt x="3125" y="197536"/>
                  </a:lnTo>
                  <a:lnTo>
                    <a:pt x="4228" y="202721"/>
                  </a:lnTo>
                  <a:lnTo>
                    <a:pt x="5494" y="207867"/>
                  </a:lnTo>
                  <a:lnTo>
                    <a:pt x="6924" y="212972"/>
                  </a:lnTo>
                  <a:lnTo>
                    <a:pt x="8514" y="218028"/>
                  </a:lnTo>
                  <a:lnTo>
                    <a:pt x="10263" y="223031"/>
                  </a:lnTo>
                  <a:lnTo>
                    <a:pt x="12171" y="227977"/>
                  </a:lnTo>
                  <a:lnTo>
                    <a:pt x="14234" y="232859"/>
                  </a:lnTo>
                  <a:lnTo>
                    <a:pt x="16451" y="237674"/>
                  </a:lnTo>
                  <a:lnTo>
                    <a:pt x="18820" y="242415"/>
                  </a:lnTo>
                  <a:lnTo>
                    <a:pt x="21337" y="247080"/>
                  </a:lnTo>
                  <a:lnTo>
                    <a:pt x="24001" y="251662"/>
                  </a:lnTo>
                  <a:lnTo>
                    <a:pt x="26810" y="256157"/>
                  </a:lnTo>
                  <a:lnTo>
                    <a:pt x="29759" y="260562"/>
                  </a:lnTo>
                  <a:lnTo>
                    <a:pt x="32846" y="264870"/>
                  </a:lnTo>
                  <a:lnTo>
                    <a:pt x="36069" y="269078"/>
                  </a:lnTo>
                  <a:lnTo>
                    <a:pt x="39423" y="273182"/>
                  </a:lnTo>
                  <a:lnTo>
                    <a:pt x="42906" y="277178"/>
                  </a:lnTo>
                  <a:lnTo>
                    <a:pt x="46514" y="281061"/>
                  </a:lnTo>
                  <a:lnTo>
                    <a:pt x="50242" y="284828"/>
                  </a:lnTo>
                  <a:lnTo>
                    <a:pt x="54089" y="288475"/>
                  </a:lnTo>
                  <a:lnTo>
                    <a:pt x="58049" y="291998"/>
                  </a:lnTo>
                  <a:lnTo>
                    <a:pt x="62119" y="295394"/>
                  </a:lnTo>
                  <a:lnTo>
                    <a:pt x="66295" y="298659"/>
                  </a:lnTo>
                  <a:lnTo>
                    <a:pt x="70571" y="301790"/>
                  </a:lnTo>
                  <a:lnTo>
                    <a:pt x="74945" y="304784"/>
                  </a:lnTo>
                  <a:lnTo>
                    <a:pt x="79412" y="307637"/>
                  </a:lnTo>
                  <a:lnTo>
                    <a:pt x="83967" y="310348"/>
                  </a:lnTo>
                  <a:lnTo>
                    <a:pt x="88606" y="312913"/>
                  </a:lnTo>
                  <a:lnTo>
                    <a:pt x="93323" y="315329"/>
                  </a:lnTo>
                  <a:lnTo>
                    <a:pt x="98115" y="317595"/>
                  </a:lnTo>
                  <a:lnTo>
                    <a:pt x="102976" y="319708"/>
                  </a:lnTo>
                  <a:lnTo>
                    <a:pt x="107902" y="321665"/>
                  </a:lnTo>
                  <a:lnTo>
                    <a:pt x="112888" y="323465"/>
                  </a:lnTo>
                  <a:lnTo>
                    <a:pt x="117927" y="325107"/>
                  </a:lnTo>
                  <a:lnTo>
                    <a:pt x="123017" y="326587"/>
                  </a:lnTo>
                  <a:lnTo>
                    <a:pt x="128151" y="327906"/>
                  </a:lnTo>
                  <a:lnTo>
                    <a:pt x="133324" y="329061"/>
                  </a:lnTo>
                  <a:lnTo>
                    <a:pt x="138531" y="330052"/>
                  </a:lnTo>
                  <a:lnTo>
                    <a:pt x="143767" y="330877"/>
                  </a:lnTo>
                  <a:lnTo>
                    <a:pt x="149026" y="331535"/>
                  </a:lnTo>
                  <a:lnTo>
                    <a:pt x="154304" y="332027"/>
                  </a:lnTo>
                  <a:lnTo>
                    <a:pt x="159594" y="332351"/>
                  </a:lnTo>
                  <a:lnTo>
                    <a:pt x="164892" y="332507"/>
                  </a:lnTo>
                  <a:lnTo>
                    <a:pt x="170193" y="332495"/>
                  </a:lnTo>
                  <a:lnTo>
                    <a:pt x="175490" y="332315"/>
                  </a:lnTo>
                  <a:lnTo>
                    <a:pt x="180779" y="331967"/>
                  </a:lnTo>
                  <a:lnTo>
                    <a:pt x="186055" y="331452"/>
                  </a:lnTo>
                  <a:lnTo>
                    <a:pt x="191311" y="330770"/>
                  </a:lnTo>
                  <a:lnTo>
                    <a:pt x="196543" y="329921"/>
                  </a:lnTo>
                  <a:lnTo>
                    <a:pt x="201746" y="328907"/>
                  </a:lnTo>
                  <a:lnTo>
                    <a:pt x="206913" y="327728"/>
                  </a:lnTo>
                  <a:lnTo>
                    <a:pt x="212041" y="326387"/>
                  </a:lnTo>
                  <a:lnTo>
                    <a:pt x="217124" y="324883"/>
                  </a:lnTo>
                  <a:lnTo>
                    <a:pt x="222156" y="323219"/>
                  </a:lnTo>
                  <a:lnTo>
                    <a:pt x="227134" y="321396"/>
                  </a:lnTo>
                  <a:lnTo>
                    <a:pt x="232050" y="319417"/>
                  </a:lnTo>
                  <a:lnTo>
                    <a:pt x="236902" y="317282"/>
                  </a:lnTo>
                  <a:lnTo>
                    <a:pt x="241684" y="314995"/>
                  </a:lnTo>
                  <a:lnTo>
                    <a:pt x="246390" y="312557"/>
                  </a:lnTo>
                  <a:lnTo>
                    <a:pt x="251017" y="309971"/>
                  </a:lnTo>
                  <a:lnTo>
                    <a:pt x="255560" y="307240"/>
                  </a:lnTo>
                  <a:lnTo>
                    <a:pt x="260014" y="304367"/>
                  </a:lnTo>
                  <a:lnTo>
                    <a:pt x="264374" y="301353"/>
                  </a:lnTo>
                  <a:lnTo>
                    <a:pt x="268637" y="298203"/>
                  </a:lnTo>
                  <a:lnTo>
                    <a:pt x="272798" y="294919"/>
                  </a:lnTo>
                  <a:lnTo>
                    <a:pt x="276852" y="291505"/>
                  </a:lnTo>
                  <a:lnTo>
                    <a:pt x="280797" y="287964"/>
                  </a:lnTo>
                  <a:lnTo>
                    <a:pt x="284627" y="284300"/>
                  </a:lnTo>
                  <a:lnTo>
                    <a:pt x="288339" y="280516"/>
                  </a:lnTo>
                  <a:lnTo>
                    <a:pt x="291929" y="276617"/>
                  </a:lnTo>
                  <a:lnTo>
                    <a:pt x="295393" y="272606"/>
                  </a:lnTo>
                  <a:lnTo>
                    <a:pt x="298729" y="268486"/>
                  </a:lnTo>
                  <a:lnTo>
                    <a:pt x="301933" y="264264"/>
                  </a:lnTo>
                  <a:lnTo>
                    <a:pt x="305001" y="259941"/>
                  </a:lnTo>
                  <a:lnTo>
                    <a:pt x="307930" y="255524"/>
                  </a:lnTo>
                  <a:lnTo>
                    <a:pt x="310718" y="251016"/>
                  </a:lnTo>
                  <a:lnTo>
                    <a:pt x="313362" y="246422"/>
                  </a:lnTo>
                  <a:lnTo>
                    <a:pt x="315858" y="241746"/>
                  </a:lnTo>
                  <a:lnTo>
                    <a:pt x="318205" y="236994"/>
                  </a:lnTo>
                  <a:lnTo>
                    <a:pt x="320401" y="232169"/>
                  </a:lnTo>
                  <a:lnTo>
                    <a:pt x="322442" y="227277"/>
                  </a:lnTo>
                  <a:lnTo>
                    <a:pt x="324327" y="222324"/>
                  </a:lnTo>
                  <a:lnTo>
                    <a:pt x="326054" y="217312"/>
                  </a:lnTo>
                  <a:lnTo>
                    <a:pt x="327621" y="212249"/>
                  </a:lnTo>
                  <a:lnTo>
                    <a:pt x="329027" y="207138"/>
                  </a:lnTo>
                  <a:lnTo>
                    <a:pt x="330271" y="201986"/>
                  </a:lnTo>
                  <a:lnTo>
                    <a:pt x="331350" y="196796"/>
                  </a:lnTo>
                  <a:lnTo>
                    <a:pt x="332264" y="191575"/>
                  </a:lnTo>
                  <a:lnTo>
                    <a:pt x="333013" y="186328"/>
                  </a:lnTo>
                  <a:lnTo>
                    <a:pt x="333594" y="181060"/>
                  </a:lnTo>
                  <a:lnTo>
                    <a:pt x="334008" y="175775"/>
                  </a:lnTo>
                  <a:lnTo>
                    <a:pt x="334255" y="170481"/>
                  </a:lnTo>
                  <a:lnTo>
                    <a:pt x="334333" y="165181"/>
                  </a:lnTo>
                  <a:lnTo>
                    <a:pt x="334244" y="159881"/>
                  </a:lnTo>
                  <a:lnTo>
                    <a:pt x="333986" y="154587"/>
                  </a:lnTo>
                  <a:lnTo>
                    <a:pt x="333561" y="149303"/>
                  </a:lnTo>
                  <a:lnTo>
                    <a:pt x="332968" y="144036"/>
                  </a:lnTo>
                  <a:lnTo>
                    <a:pt x="332209" y="138790"/>
                  </a:lnTo>
                  <a:lnTo>
                    <a:pt x="331284" y="133571"/>
                  </a:lnTo>
                  <a:lnTo>
                    <a:pt x="330194" y="128384"/>
                  </a:lnTo>
                  <a:lnTo>
                    <a:pt x="328940" y="123234"/>
                  </a:lnTo>
                  <a:lnTo>
                    <a:pt x="327523" y="118127"/>
                  </a:lnTo>
                  <a:lnTo>
                    <a:pt x="325945" y="113066"/>
                  </a:lnTo>
                  <a:lnTo>
                    <a:pt x="324208" y="108059"/>
                  </a:lnTo>
                  <a:lnTo>
                    <a:pt x="322312" y="103109"/>
                  </a:lnTo>
                  <a:lnTo>
                    <a:pt x="320261" y="98221"/>
                  </a:lnTo>
                  <a:lnTo>
                    <a:pt x="318055" y="93402"/>
                  </a:lnTo>
                  <a:lnTo>
                    <a:pt x="315698" y="88654"/>
                  </a:lnTo>
                  <a:lnTo>
                    <a:pt x="313192" y="83984"/>
                  </a:lnTo>
                  <a:lnTo>
                    <a:pt x="310539" y="79395"/>
                  </a:lnTo>
                  <a:lnTo>
                    <a:pt x="307742" y="74893"/>
                  </a:lnTo>
                  <a:lnTo>
                    <a:pt x="304803" y="70481"/>
                  </a:lnTo>
                  <a:lnTo>
                    <a:pt x="301726" y="66166"/>
                  </a:lnTo>
                  <a:lnTo>
                    <a:pt x="298514" y="61949"/>
                  </a:lnTo>
                  <a:lnTo>
                    <a:pt x="295169" y="57837"/>
                  </a:lnTo>
                  <a:lnTo>
                    <a:pt x="291696" y="53833"/>
                  </a:lnTo>
                  <a:lnTo>
                    <a:pt x="288098" y="49941"/>
                  </a:lnTo>
                  <a:lnTo>
                    <a:pt x="284378" y="46165"/>
                  </a:lnTo>
                  <a:lnTo>
                    <a:pt x="167166" y="1653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117212" cy="167167"/>
            </a:xfrm>
            <a:custGeom>
              <a:avLst/>
              <a:pathLst>
                <a:path w="117212" h="167167">
                  <a:moveTo>
                    <a:pt x="117212" y="47977"/>
                  </a:moveTo>
                  <a:lnTo>
                    <a:pt x="113119" y="44086"/>
                  </a:lnTo>
                  <a:lnTo>
                    <a:pt x="108897" y="40335"/>
                  </a:lnTo>
                  <a:lnTo>
                    <a:pt x="104551" y="36729"/>
                  </a:lnTo>
                  <a:lnTo>
                    <a:pt x="100085" y="33272"/>
                  </a:lnTo>
                  <a:lnTo>
                    <a:pt x="95505" y="29968"/>
                  </a:lnTo>
                  <a:lnTo>
                    <a:pt x="90817" y="26820"/>
                  </a:lnTo>
                  <a:lnTo>
                    <a:pt x="86024" y="23833"/>
                  </a:lnTo>
                  <a:lnTo>
                    <a:pt x="81134" y="21009"/>
                  </a:lnTo>
                  <a:lnTo>
                    <a:pt x="76151" y="18352"/>
                  </a:lnTo>
                  <a:lnTo>
                    <a:pt x="71081" y="15864"/>
                  </a:lnTo>
                  <a:lnTo>
                    <a:pt x="65929" y="13550"/>
                  </a:lnTo>
                  <a:lnTo>
                    <a:pt x="60703" y="11411"/>
                  </a:lnTo>
                  <a:lnTo>
                    <a:pt x="55407" y="9449"/>
                  </a:lnTo>
                  <a:lnTo>
                    <a:pt x="50048" y="7667"/>
                  </a:lnTo>
                  <a:lnTo>
                    <a:pt x="44632" y="6068"/>
                  </a:lnTo>
                  <a:lnTo>
                    <a:pt x="39165" y="4652"/>
                  </a:lnTo>
                  <a:lnTo>
                    <a:pt x="33653" y="3422"/>
                  </a:lnTo>
                  <a:lnTo>
                    <a:pt x="28103" y="2379"/>
                  </a:lnTo>
                  <a:lnTo>
                    <a:pt x="22521" y="1524"/>
                  </a:lnTo>
                  <a:lnTo>
                    <a:pt x="16913" y="857"/>
                  </a:lnTo>
                  <a:lnTo>
                    <a:pt x="11286" y="381"/>
                  </a:lnTo>
                  <a:lnTo>
                    <a:pt x="564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642" y="3707720"/>
              <a:ext cx="6105" cy="167167"/>
            </a:xfrm>
            <a:custGeom>
              <a:avLst/>
              <a:pathLst>
                <a:path w="6105" h="167167">
                  <a:moveTo>
                    <a:pt x="6105" y="0"/>
                  </a:moveTo>
                  <a:lnTo>
                    <a:pt x="0" y="111"/>
                  </a:lnTo>
                  <a:lnTo>
                    <a:pt x="610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4642" y="3707832"/>
              <a:ext cx="6105" cy="167055"/>
            </a:xfrm>
            <a:custGeom>
              <a:avLst/>
              <a:pathLst>
                <a:path w="6105" h="167055">
                  <a:moveTo>
                    <a:pt x="0" y="0"/>
                  </a:moveTo>
                  <a:lnTo>
                    <a:pt x="6105" y="167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600" y="3707832"/>
              <a:ext cx="334310" cy="334222"/>
            </a:xfrm>
            <a:custGeom>
              <a:avLst/>
              <a:pathLst>
                <a:path w="334310" h="334222">
                  <a:moveTo>
                    <a:pt x="161041" y="0"/>
                  </a:moveTo>
                  <a:lnTo>
                    <a:pt x="155759" y="276"/>
                  </a:lnTo>
                  <a:lnTo>
                    <a:pt x="150488" y="720"/>
                  </a:lnTo>
                  <a:lnTo>
                    <a:pt x="145234" y="1331"/>
                  </a:lnTo>
                  <a:lnTo>
                    <a:pt x="140001" y="2107"/>
                  </a:lnTo>
                  <a:lnTo>
                    <a:pt x="134796" y="3048"/>
                  </a:lnTo>
                  <a:lnTo>
                    <a:pt x="129623" y="4154"/>
                  </a:lnTo>
                  <a:lnTo>
                    <a:pt x="124488" y="5423"/>
                  </a:lnTo>
                  <a:lnTo>
                    <a:pt x="119395" y="6853"/>
                  </a:lnTo>
                  <a:lnTo>
                    <a:pt x="114350" y="8444"/>
                  </a:lnTo>
                  <a:lnTo>
                    <a:pt x="109358" y="10194"/>
                  </a:lnTo>
                  <a:lnTo>
                    <a:pt x="104424" y="12101"/>
                  </a:lnTo>
                  <a:lnTo>
                    <a:pt x="99553" y="14163"/>
                  </a:lnTo>
                  <a:lnTo>
                    <a:pt x="94750" y="16379"/>
                  </a:lnTo>
                  <a:lnTo>
                    <a:pt x="90018" y="18745"/>
                  </a:lnTo>
                  <a:lnTo>
                    <a:pt x="85365" y="21259"/>
                  </a:lnTo>
                  <a:lnTo>
                    <a:pt x="80793" y="23920"/>
                  </a:lnTo>
                  <a:lnTo>
                    <a:pt x="76307" y="26724"/>
                  </a:lnTo>
                  <a:lnTo>
                    <a:pt x="71913" y="29668"/>
                  </a:lnTo>
                  <a:lnTo>
                    <a:pt x="67614" y="32750"/>
                  </a:lnTo>
                  <a:lnTo>
                    <a:pt x="63414" y="35966"/>
                  </a:lnTo>
                  <a:lnTo>
                    <a:pt x="59318" y="39314"/>
                  </a:lnTo>
                  <a:lnTo>
                    <a:pt x="55331" y="42790"/>
                  </a:lnTo>
                  <a:lnTo>
                    <a:pt x="51455" y="46390"/>
                  </a:lnTo>
                  <a:lnTo>
                    <a:pt x="47695" y="50110"/>
                  </a:lnTo>
                  <a:lnTo>
                    <a:pt x="44055" y="53948"/>
                  </a:lnTo>
                  <a:lnTo>
                    <a:pt x="40538" y="57899"/>
                  </a:lnTo>
                  <a:lnTo>
                    <a:pt x="37148" y="61960"/>
                  </a:lnTo>
                  <a:lnTo>
                    <a:pt x="33888" y="66126"/>
                  </a:lnTo>
                  <a:lnTo>
                    <a:pt x="30761" y="70392"/>
                  </a:lnTo>
                  <a:lnTo>
                    <a:pt x="27771" y="74756"/>
                  </a:lnTo>
                  <a:lnTo>
                    <a:pt x="24920" y="79212"/>
                  </a:lnTo>
                  <a:lnTo>
                    <a:pt x="22212" y="83756"/>
                  </a:lnTo>
                  <a:lnTo>
                    <a:pt x="19649" y="88383"/>
                  </a:lnTo>
                  <a:lnTo>
                    <a:pt x="17234" y="93089"/>
                  </a:lnTo>
                  <a:lnTo>
                    <a:pt x="14969" y="97870"/>
                  </a:lnTo>
                  <a:lnTo>
                    <a:pt x="12856" y="102719"/>
                  </a:lnTo>
                  <a:lnTo>
                    <a:pt x="10898" y="107633"/>
                  </a:lnTo>
                  <a:lnTo>
                    <a:pt x="9096" y="112606"/>
                  </a:lnTo>
                  <a:lnTo>
                    <a:pt x="7452" y="117634"/>
                  </a:lnTo>
                  <a:lnTo>
                    <a:pt x="5969" y="122711"/>
                  </a:lnTo>
                  <a:lnTo>
                    <a:pt x="4646" y="127833"/>
                  </a:lnTo>
                  <a:lnTo>
                    <a:pt x="3487" y="132994"/>
                  </a:lnTo>
                  <a:lnTo>
                    <a:pt x="2491" y="138189"/>
                  </a:lnTo>
                  <a:lnTo>
                    <a:pt x="1660" y="143414"/>
                  </a:lnTo>
                  <a:lnTo>
                    <a:pt x="995" y="148661"/>
                  </a:lnTo>
                  <a:lnTo>
                    <a:pt x="496" y="153927"/>
                  </a:lnTo>
                  <a:lnTo>
                    <a:pt x="164" y="159207"/>
                  </a:lnTo>
                  <a:lnTo>
                    <a:pt x="0" y="164494"/>
                  </a:lnTo>
                  <a:lnTo>
                    <a:pt x="2" y="169784"/>
                  </a:lnTo>
                  <a:lnTo>
                    <a:pt x="172" y="175071"/>
                  </a:lnTo>
                  <a:lnTo>
                    <a:pt x="509" y="180350"/>
                  </a:lnTo>
                  <a:lnTo>
                    <a:pt x="1013" y="185615"/>
                  </a:lnTo>
                  <a:lnTo>
                    <a:pt x="1684" y="190862"/>
                  </a:lnTo>
                  <a:lnTo>
                    <a:pt x="2520" y="196085"/>
                  </a:lnTo>
                  <a:lnTo>
                    <a:pt x="3521" y="201280"/>
                  </a:lnTo>
                  <a:lnTo>
                    <a:pt x="4685" y="206440"/>
                  </a:lnTo>
                  <a:lnTo>
                    <a:pt x="6013" y="211560"/>
                  </a:lnTo>
                  <a:lnTo>
                    <a:pt x="7502" y="216636"/>
                  </a:lnTo>
                  <a:lnTo>
                    <a:pt x="9150" y="221662"/>
                  </a:lnTo>
                  <a:lnTo>
                    <a:pt x="10957" y="226634"/>
                  </a:lnTo>
                  <a:lnTo>
                    <a:pt x="12920" y="231546"/>
                  </a:lnTo>
                  <a:lnTo>
                    <a:pt x="15038" y="236393"/>
                  </a:lnTo>
                  <a:lnTo>
                    <a:pt x="17308" y="241171"/>
                  </a:lnTo>
                  <a:lnTo>
                    <a:pt x="19728" y="245875"/>
                  </a:lnTo>
                  <a:lnTo>
                    <a:pt x="22295" y="250499"/>
                  </a:lnTo>
                  <a:lnTo>
                    <a:pt x="25008" y="255041"/>
                  </a:lnTo>
                  <a:lnTo>
                    <a:pt x="27863" y="259494"/>
                  </a:lnTo>
                  <a:lnTo>
                    <a:pt x="30857" y="263854"/>
                  </a:lnTo>
                  <a:lnTo>
                    <a:pt x="33988" y="268118"/>
                  </a:lnTo>
                  <a:lnTo>
                    <a:pt x="37253" y="272280"/>
                  </a:lnTo>
                  <a:lnTo>
                    <a:pt x="40647" y="276337"/>
                  </a:lnTo>
                  <a:lnTo>
                    <a:pt x="44168" y="280285"/>
                  </a:lnTo>
                  <a:lnTo>
                    <a:pt x="47812" y="284119"/>
                  </a:lnTo>
                  <a:lnTo>
                    <a:pt x="51575" y="287837"/>
                  </a:lnTo>
                  <a:lnTo>
                    <a:pt x="55455" y="291433"/>
                  </a:lnTo>
                  <a:lnTo>
                    <a:pt x="59446" y="294904"/>
                  </a:lnTo>
                  <a:lnTo>
                    <a:pt x="63545" y="298248"/>
                  </a:lnTo>
                  <a:lnTo>
                    <a:pt x="67747" y="301460"/>
                  </a:lnTo>
                  <a:lnTo>
                    <a:pt x="72050" y="304538"/>
                  </a:lnTo>
                  <a:lnTo>
                    <a:pt x="76447" y="307478"/>
                  </a:lnTo>
                  <a:lnTo>
                    <a:pt x="80935" y="310277"/>
                  </a:lnTo>
                  <a:lnTo>
                    <a:pt x="85510" y="312933"/>
                  </a:lnTo>
                  <a:lnTo>
                    <a:pt x="90166" y="315443"/>
                  </a:lnTo>
                  <a:lnTo>
                    <a:pt x="94900" y="317804"/>
                  </a:lnTo>
                  <a:lnTo>
                    <a:pt x="99706" y="320015"/>
                  </a:lnTo>
                  <a:lnTo>
                    <a:pt x="104579" y="322072"/>
                  </a:lnTo>
                  <a:lnTo>
                    <a:pt x="109515" y="323974"/>
                  </a:lnTo>
                  <a:lnTo>
                    <a:pt x="114508" y="325719"/>
                  </a:lnTo>
                  <a:lnTo>
                    <a:pt x="119555" y="327305"/>
                  </a:lnTo>
                  <a:lnTo>
                    <a:pt x="124649" y="328730"/>
                  </a:lnTo>
                  <a:lnTo>
                    <a:pt x="129785" y="329994"/>
                  </a:lnTo>
                  <a:lnTo>
                    <a:pt x="134959" y="331095"/>
                  </a:lnTo>
                  <a:lnTo>
                    <a:pt x="140166" y="332031"/>
                  </a:lnTo>
                  <a:lnTo>
                    <a:pt x="145399" y="332802"/>
                  </a:lnTo>
                  <a:lnTo>
                    <a:pt x="150654" y="333407"/>
                  </a:lnTo>
                  <a:lnTo>
                    <a:pt x="155925" y="333846"/>
                  </a:lnTo>
                  <a:lnTo>
                    <a:pt x="161208" y="334117"/>
                  </a:lnTo>
                  <a:lnTo>
                    <a:pt x="166497" y="334222"/>
                  </a:lnTo>
                  <a:lnTo>
                    <a:pt x="171786" y="334158"/>
                  </a:lnTo>
                  <a:lnTo>
                    <a:pt x="177071" y="333928"/>
                  </a:lnTo>
                  <a:lnTo>
                    <a:pt x="182345" y="333531"/>
                  </a:lnTo>
                  <a:lnTo>
                    <a:pt x="187605" y="332966"/>
                  </a:lnTo>
                  <a:lnTo>
                    <a:pt x="192844" y="332236"/>
                  </a:lnTo>
                  <a:lnTo>
                    <a:pt x="198057" y="331340"/>
                  </a:lnTo>
                  <a:lnTo>
                    <a:pt x="203240" y="330280"/>
                  </a:lnTo>
                  <a:lnTo>
                    <a:pt x="208386" y="329056"/>
                  </a:lnTo>
                  <a:lnTo>
                    <a:pt x="213491" y="327671"/>
                  </a:lnTo>
                  <a:lnTo>
                    <a:pt x="218550" y="326124"/>
                  </a:lnTo>
                  <a:lnTo>
                    <a:pt x="223557" y="324418"/>
                  </a:lnTo>
                  <a:lnTo>
                    <a:pt x="228507" y="322554"/>
                  </a:lnTo>
                  <a:lnTo>
                    <a:pt x="233396" y="320535"/>
                  </a:lnTo>
                  <a:lnTo>
                    <a:pt x="238219" y="318362"/>
                  </a:lnTo>
                  <a:lnTo>
                    <a:pt x="242971" y="316038"/>
                  </a:lnTo>
                  <a:lnTo>
                    <a:pt x="247647" y="313564"/>
                  </a:lnTo>
                  <a:lnTo>
                    <a:pt x="252242" y="310944"/>
                  </a:lnTo>
                  <a:lnTo>
                    <a:pt x="256752" y="308180"/>
                  </a:lnTo>
                  <a:lnTo>
                    <a:pt x="261172" y="305274"/>
                  </a:lnTo>
                  <a:lnTo>
                    <a:pt x="265498" y="302230"/>
                  </a:lnTo>
                  <a:lnTo>
                    <a:pt x="269725" y="299050"/>
                  </a:lnTo>
                  <a:lnTo>
                    <a:pt x="273850" y="295739"/>
                  </a:lnTo>
                  <a:lnTo>
                    <a:pt x="277868" y="292298"/>
                  </a:lnTo>
                  <a:lnTo>
                    <a:pt x="281776" y="288733"/>
                  </a:lnTo>
                  <a:lnTo>
                    <a:pt x="285568" y="285045"/>
                  </a:lnTo>
                  <a:lnTo>
                    <a:pt x="289242" y="281239"/>
                  </a:lnTo>
                  <a:lnTo>
                    <a:pt x="292793" y="277319"/>
                  </a:lnTo>
                  <a:lnTo>
                    <a:pt x="296219" y="273288"/>
                  </a:lnTo>
                  <a:lnTo>
                    <a:pt x="299516" y="269151"/>
                  </a:lnTo>
                  <a:lnTo>
                    <a:pt x="302680" y="264912"/>
                  </a:lnTo>
                  <a:lnTo>
                    <a:pt x="305708" y="260575"/>
                  </a:lnTo>
                  <a:lnTo>
                    <a:pt x="308597" y="256144"/>
                  </a:lnTo>
                  <a:lnTo>
                    <a:pt x="311345" y="251624"/>
                  </a:lnTo>
                  <a:lnTo>
                    <a:pt x="313949" y="247020"/>
                  </a:lnTo>
                  <a:lnTo>
                    <a:pt x="316405" y="242335"/>
                  </a:lnTo>
                  <a:lnTo>
                    <a:pt x="318712" y="237575"/>
                  </a:lnTo>
                  <a:lnTo>
                    <a:pt x="320868" y="232744"/>
                  </a:lnTo>
                  <a:lnTo>
                    <a:pt x="322869" y="227848"/>
                  </a:lnTo>
                  <a:lnTo>
                    <a:pt x="324714" y="222890"/>
                  </a:lnTo>
                  <a:lnTo>
                    <a:pt x="326402" y="217877"/>
                  </a:lnTo>
                  <a:lnTo>
                    <a:pt x="327930" y="212813"/>
                  </a:lnTo>
                  <a:lnTo>
                    <a:pt x="329298" y="207703"/>
                  </a:lnTo>
                  <a:lnTo>
                    <a:pt x="330503" y="202552"/>
                  </a:lnTo>
                  <a:lnTo>
                    <a:pt x="331544" y="197366"/>
                  </a:lnTo>
                  <a:lnTo>
                    <a:pt x="332421" y="192150"/>
                  </a:lnTo>
                  <a:lnTo>
                    <a:pt x="333132" y="186908"/>
                  </a:lnTo>
                  <a:lnTo>
                    <a:pt x="333677" y="181646"/>
                  </a:lnTo>
                  <a:lnTo>
                    <a:pt x="334055" y="176370"/>
                  </a:lnTo>
                  <a:lnTo>
                    <a:pt x="334266" y="171085"/>
                  </a:lnTo>
                  <a:lnTo>
                    <a:pt x="334310" y="165795"/>
                  </a:lnTo>
                  <a:lnTo>
                    <a:pt x="334186" y="160507"/>
                  </a:lnTo>
                  <a:lnTo>
                    <a:pt x="333896" y="155225"/>
                  </a:lnTo>
                  <a:lnTo>
                    <a:pt x="333438" y="149955"/>
                  </a:lnTo>
                  <a:lnTo>
                    <a:pt x="332814" y="144702"/>
                  </a:lnTo>
                  <a:lnTo>
                    <a:pt x="332023" y="139472"/>
                  </a:lnTo>
                  <a:lnTo>
                    <a:pt x="331068" y="134269"/>
                  </a:lnTo>
                  <a:lnTo>
                    <a:pt x="329949" y="129099"/>
                  </a:lnTo>
                  <a:lnTo>
                    <a:pt x="328666" y="123968"/>
                  </a:lnTo>
                  <a:lnTo>
                    <a:pt x="327222" y="118879"/>
                  </a:lnTo>
                  <a:lnTo>
                    <a:pt x="325618" y="113838"/>
                  </a:lnTo>
                  <a:lnTo>
                    <a:pt x="323855" y="108851"/>
                  </a:lnTo>
                  <a:lnTo>
                    <a:pt x="321935" y="103922"/>
                  </a:lnTo>
                  <a:lnTo>
                    <a:pt x="319860" y="99056"/>
                  </a:lnTo>
                  <a:lnTo>
                    <a:pt x="317632" y="94259"/>
                  </a:lnTo>
                  <a:lnTo>
                    <a:pt x="315253" y="89534"/>
                  </a:lnTo>
                  <a:lnTo>
                    <a:pt x="312726" y="84887"/>
                  </a:lnTo>
                  <a:lnTo>
                    <a:pt x="310054" y="80322"/>
                  </a:lnTo>
                  <a:lnTo>
                    <a:pt x="307238" y="75844"/>
                  </a:lnTo>
                  <a:lnTo>
                    <a:pt x="304282" y="71457"/>
                  </a:lnTo>
                  <a:lnTo>
                    <a:pt x="301189" y="67166"/>
                  </a:lnTo>
                  <a:lnTo>
                    <a:pt x="297961" y="62975"/>
                  </a:lnTo>
                  <a:lnTo>
                    <a:pt x="294603" y="58888"/>
                  </a:lnTo>
                  <a:lnTo>
                    <a:pt x="291116" y="54910"/>
                  </a:lnTo>
                  <a:lnTo>
                    <a:pt x="287506" y="51044"/>
                  </a:lnTo>
                  <a:lnTo>
                    <a:pt x="283775" y="47294"/>
                  </a:lnTo>
                  <a:lnTo>
                    <a:pt x="279928" y="43664"/>
                  </a:lnTo>
                  <a:lnTo>
                    <a:pt x="167147" y="167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112780" cy="167167"/>
            </a:xfrm>
            <a:custGeom>
              <a:avLst/>
              <a:pathLst>
                <a:path w="112780" h="167167">
                  <a:moveTo>
                    <a:pt x="112780" y="43775"/>
                  </a:moveTo>
                  <a:lnTo>
                    <a:pt x="108564" y="40050"/>
                  </a:lnTo>
                  <a:lnTo>
                    <a:pt x="104224" y="36468"/>
                  </a:lnTo>
                  <a:lnTo>
                    <a:pt x="99767" y="33035"/>
                  </a:lnTo>
                  <a:lnTo>
                    <a:pt x="95197" y="29753"/>
                  </a:lnTo>
                  <a:lnTo>
                    <a:pt x="90518" y="26628"/>
                  </a:lnTo>
                  <a:lnTo>
                    <a:pt x="85738" y="23661"/>
                  </a:lnTo>
                  <a:lnTo>
                    <a:pt x="80860" y="20857"/>
                  </a:lnTo>
                  <a:lnTo>
                    <a:pt x="75890" y="18219"/>
                  </a:lnTo>
                  <a:lnTo>
                    <a:pt x="70835" y="15749"/>
                  </a:lnTo>
                  <a:lnTo>
                    <a:pt x="65699" y="13451"/>
                  </a:lnTo>
                  <a:lnTo>
                    <a:pt x="60489" y="11327"/>
                  </a:lnTo>
                  <a:lnTo>
                    <a:pt x="55210" y="9380"/>
                  </a:lnTo>
                  <a:lnTo>
                    <a:pt x="49869" y="7611"/>
                  </a:lnTo>
                  <a:lnTo>
                    <a:pt x="44471" y="6023"/>
                  </a:lnTo>
                  <a:lnTo>
                    <a:pt x="39023" y="4618"/>
                  </a:lnTo>
                  <a:lnTo>
                    <a:pt x="33531" y="3397"/>
                  </a:lnTo>
                  <a:lnTo>
                    <a:pt x="28000" y="2361"/>
                  </a:lnTo>
                  <a:lnTo>
                    <a:pt x="22438" y="1512"/>
                  </a:lnTo>
                  <a:lnTo>
                    <a:pt x="16851" y="851"/>
                  </a:lnTo>
                  <a:lnTo>
                    <a:pt x="11244" y="378"/>
                  </a:lnTo>
                  <a:lnTo>
                    <a:pt x="562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207" y="4213821"/>
              <a:ext cx="5080" cy="167167"/>
            </a:xfrm>
            <a:custGeom>
              <a:avLst/>
              <a:pathLst>
                <a:path w="5080" h="167167">
                  <a:moveTo>
                    <a:pt x="5080" y="0"/>
                  </a:moveTo>
                  <a:lnTo>
                    <a:pt x="0" y="77"/>
                  </a:lnTo>
                  <a:lnTo>
                    <a:pt x="50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207" y="4213898"/>
              <a:ext cx="5080" cy="167090"/>
            </a:xfrm>
            <a:custGeom>
              <a:avLst/>
              <a:pathLst>
                <a:path w="5080" h="167090">
                  <a:moveTo>
                    <a:pt x="0" y="0"/>
                  </a:moveTo>
                  <a:lnTo>
                    <a:pt x="5080" y="167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1" y="4213898"/>
              <a:ext cx="167166" cy="274837"/>
            </a:xfrm>
            <a:custGeom>
              <a:avLst/>
              <a:pathLst>
                <a:path w="167166" h="274837">
                  <a:moveTo>
                    <a:pt x="162086" y="0"/>
                  </a:moveTo>
                  <a:lnTo>
                    <a:pt x="156740" y="248"/>
                  </a:lnTo>
                  <a:lnTo>
                    <a:pt x="151406" y="667"/>
                  </a:lnTo>
                  <a:lnTo>
                    <a:pt x="146087" y="1257"/>
                  </a:lnTo>
                  <a:lnTo>
                    <a:pt x="140790" y="2016"/>
                  </a:lnTo>
                  <a:lnTo>
                    <a:pt x="135520" y="2945"/>
                  </a:lnTo>
                  <a:lnTo>
                    <a:pt x="130283" y="4042"/>
                  </a:lnTo>
                  <a:lnTo>
                    <a:pt x="125083" y="5306"/>
                  </a:lnTo>
                  <a:lnTo>
                    <a:pt x="119926" y="6736"/>
                  </a:lnTo>
                  <a:lnTo>
                    <a:pt x="114818" y="8330"/>
                  </a:lnTo>
                  <a:lnTo>
                    <a:pt x="109764" y="10087"/>
                  </a:lnTo>
                  <a:lnTo>
                    <a:pt x="104768" y="12004"/>
                  </a:lnTo>
                  <a:lnTo>
                    <a:pt x="99836" y="14081"/>
                  </a:lnTo>
                  <a:lnTo>
                    <a:pt x="94974" y="16314"/>
                  </a:lnTo>
                  <a:lnTo>
                    <a:pt x="90185" y="18702"/>
                  </a:lnTo>
                  <a:lnTo>
                    <a:pt x="85475" y="21242"/>
                  </a:lnTo>
                  <a:lnTo>
                    <a:pt x="80849" y="23931"/>
                  </a:lnTo>
                  <a:lnTo>
                    <a:pt x="76311" y="26767"/>
                  </a:lnTo>
                  <a:lnTo>
                    <a:pt x="71866" y="29747"/>
                  </a:lnTo>
                  <a:lnTo>
                    <a:pt x="67519" y="32868"/>
                  </a:lnTo>
                  <a:lnTo>
                    <a:pt x="63274" y="36126"/>
                  </a:lnTo>
                  <a:lnTo>
                    <a:pt x="59136" y="39518"/>
                  </a:lnTo>
                  <a:lnTo>
                    <a:pt x="55108" y="43041"/>
                  </a:lnTo>
                  <a:lnTo>
                    <a:pt x="51195" y="46691"/>
                  </a:lnTo>
                  <a:lnTo>
                    <a:pt x="47401" y="50465"/>
                  </a:lnTo>
                  <a:lnTo>
                    <a:pt x="43730" y="54358"/>
                  </a:lnTo>
                  <a:lnTo>
                    <a:pt x="40185" y="58366"/>
                  </a:lnTo>
                  <a:lnTo>
                    <a:pt x="36770" y="62486"/>
                  </a:lnTo>
                  <a:lnTo>
                    <a:pt x="33489" y="66713"/>
                  </a:lnTo>
                  <a:lnTo>
                    <a:pt x="30344" y="71043"/>
                  </a:lnTo>
                  <a:lnTo>
                    <a:pt x="27340" y="75472"/>
                  </a:lnTo>
                  <a:lnTo>
                    <a:pt x="24480" y="79994"/>
                  </a:lnTo>
                  <a:lnTo>
                    <a:pt x="21765" y="84606"/>
                  </a:lnTo>
                  <a:lnTo>
                    <a:pt x="19200" y="89302"/>
                  </a:lnTo>
                  <a:lnTo>
                    <a:pt x="16786" y="94077"/>
                  </a:lnTo>
                  <a:lnTo>
                    <a:pt x="14526" y="98928"/>
                  </a:lnTo>
                  <a:lnTo>
                    <a:pt x="12422" y="103848"/>
                  </a:lnTo>
                  <a:lnTo>
                    <a:pt x="10478" y="108833"/>
                  </a:lnTo>
                  <a:lnTo>
                    <a:pt x="8693" y="113878"/>
                  </a:lnTo>
                  <a:lnTo>
                    <a:pt x="7071" y="118978"/>
                  </a:lnTo>
                  <a:lnTo>
                    <a:pt x="5614" y="124126"/>
                  </a:lnTo>
                  <a:lnTo>
                    <a:pt x="4321" y="129319"/>
                  </a:lnTo>
                  <a:lnTo>
                    <a:pt x="3196" y="134551"/>
                  </a:lnTo>
                  <a:lnTo>
                    <a:pt x="2238" y="139815"/>
                  </a:lnTo>
                  <a:lnTo>
                    <a:pt x="1450" y="145108"/>
                  </a:lnTo>
                  <a:lnTo>
                    <a:pt x="831" y="150423"/>
                  </a:lnTo>
                  <a:lnTo>
                    <a:pt x="383" y="155756"/>
                  </a:lnTo>
                  <a:lnTo>
                    <a:pt x="106" y="161100"/>
                  </a:lnTo>
                  <a:lnTo>
                    <a:pt x="0" y="166450"/>
                  </a:lnTo>
                  <a:lnTo>
                    <a:pt x="65" y="171800"/>
                  </a:lnTo>
                  <a:lnTo>
                    <a:pt x="301" y="177146"/>
                  </a:lnTo>
                  <a:lnTo>
                    <a:pt x="708" y="182482"/>
                  </a:lnTo>
                  <a:lnTo>
                    <a:pt x="1286" y="187802"/>
                  </a:lnTo>
                  <a:lnTo>
                    <a:pt x="2034" y="193100"/>
                  </a:lnTo>
                  <a:lnTo>
                    <a:pt x="2951" y="198372"/>
                  </a:lnTo>
                  <a:lnTo>
                    <a:pt x="4037" y="203612"/>
                  </a:lnTo>
                  <a:lnTo>
                    <a:pt x="5289" y="208815"/>
                  </a:lnTo>
                  <a:lnTo>
                    <a:pt x="6708" y="213974"/>
                  </a:lnTo>
                  <a:lnTo>
                    <a:pt x="8291" y="219086"/>
                  </a:lnTo>
                  <a:lnTo>
                    <a:pt x="10036" y="224144"/>
                  </a:lnTo>
                  <a:lnTo>
                    <a:pt x="11943" y="229144"/>
                  </a:lnTo>
                  <a:lnTo>
                    <a:pt x="14008" y="234081"/>
                  </a:lnTo>
                  <a:lnTo>
                    <a:pt x="16231" y="238948"/>
                  </a:lnTo>
                  <a:lnTo>
                    <a:pt x="18608" y="243743"/>
                  </a:lnTo>
                  <a:lnTo>
                    <a:pt x="21138" y="248458"/>
                  </a:lnTo>
                  <a:lnTo>
                    <a:pt x="23817" y="253090"/>
                  </a:lnTo>
                  <a:lnTo>
                    <a:pt x="26643" y="257634"/>
                  </a:lnTo>
                  <a:lnTo>
                    <a:pt x="29613" y="262085"/>
                  </a:lnTo>
                  <a:lnTo>
                    <a:pt x="32724" y="266439"/>
                  </a:lnTo>
                  <a:lnTo>
                    <a:pt x="35973" y="270692"/>
                  </a:lnTo>
                  <a:lnTo>
                    <a:pt x="39356" y="274837"/>
                  </a:lnTo>
                  <a:lnTo>
                    <a:pt x="167166" y="167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53477" y="4213821"/>
              <a:ext cx="294968" cy="334325"/>
            </a:xfrm>
            <a:custGeom>
              <a:avLst/>
              <a:pathLst>
                <a:path w="294968" h="334325">
                  <a:moveTo>
                    <a:pt x="0" y="274915"/>
                  </a:moveTo>
                  <a:lnTo>
                    <a:pt x="3494" y="278929"/>
                  </a:lnTo>
                  <a:lnTo>
                    <a:pt x="7116" y="282830"/>
                  </a:lnTo>
                  <a:lnTo>
                    <a:pt x="10859" y="286614"/>
                  </a:lnTo>
                  <a:lnTo>
                    <a:pt x="14721" y="290276"/>
                  </a:lnTo>
                  <a:lnTo>
                    <a:pt x="18697" y="293814"/>
                  </a:lnTo>
                  <a:lnTo>
                    <a:pt x="22785" y="297224"/>
                  </a:lnTo>
                  <a:lnTo>
                    <a:pt x="26978" y="300501"/>
                  </a:lnTo>
                  <a:lnTo>
                    <a:pt x="31274" y="303644"/>
                  </a:lnTo>
                  <a:lnTo>
                    <a:pt x="35668" y="306648"/>
                  </a:lnTo>
                  <a:lnTo>
                    <a:pt x="40155" y="309510"/>
                  </a:lnTo>
                  <a:lnTo>
                    <a:pt x="44731" y="312229"/>
                  </a:lnTo>
                  <a:lnTo>
                    <a:pt x="49391" y="314800"/>
                  </a:lnTo>
                  <a:lnTo>
                    <a:pt x="54131" y="317222"/>
                  </a:lnTo>
                  <a:lnTo>
                    <a:pt x="58945" y="319491"/>
                  </a:lnTo>
                  <a:lnTo>
                    <a:pt x="63830" y="321606"/>
                  </a:lnTo>
                  <a:lnTo>
                    <a:pt x="68779" y="323565"/>
                  </a:lnTo>
                  <a:lnTo>
                    <a:pt x="73788" y="325365"/>
                  </a:lnTo>
                  <a:lnTo>
                    <a:pt x="78851" y="327005"/>
                  </a:lnTo>
                  <a:lnTo>
                    <a:pt x="83965" y="328482"/>
                  </a:lnTo>
                  <a:lnTo>
                    <a:pt x="89122" y="329796"/>
                  </a:lnTo>
                  <a:lnTo>
                    <a:pt x="94319" y="330945"/>
                  </a:lnTo>
                  <a:lnTo>
                    <a:pt x="99550" y="331929"/>
                  </a:lnTo>
                  <a:lnTo>
                    <a:pt x="104810" y="332745"/>
                  </a:lnTo>
                  <a:lnTo>
                    <a:pt x="110093" y="333393"/>
                  </a:lnTo>
                  <a:lnTo>
                    <a:pt x="115394" y="333873"/>
                  </a:lnTo>
                  <a:lnTo>
                    <a:pt x="120707" y="334183"/>
                  </a:lnTo>
                  <a:lnTo>
                    <a:pt x="126028" y="334325"/>
                  </a:lnTo>
                  <a:lnTo>
                    <a:pt x="131350" y="334297"/>
                  </a:lnTo>
                  <a:lnTo>
                    <a:pt x="136669" y="334099"/>
                  </a:lnTo>
                  <a:lnTo>
                    <a:pt x="141979" y="333733"/>
                  </a:lnTo>
                  <a:lnTo>
                    <a:pt x="147275" y="333197"/>
                  </a:lnTo>
                  <a:lnTo>
                    <a:pt x="152550" y="332493"/>
                  </a:lnTo>
                  <a:lnTo>
                    <a:pt x="157801" y="331622"/>
                  </a:lnTo>
                  <a:lnTo>
                    <a:pt x="163021" y="330584"/>
                  </a:lnTo>
                  <a:lnTo>
                    <a:pt x="168206" y="329380"/>
                  </a:lnTo>
                  <a:lnTo>
                    <a:pt x="173350" y="328012"/>
                  </a:lnTo>
                  <a:lnTo>
                    <a:pt x="178447" y="326480"/>
                  </a:lnTo>
                  <a:lnTo>
                    <a:pt x="183493" y="324788"/>
                  </a:lnTo>
                  <a:lnTo>
                    <a:pt x="188483" y="322935"/>
                  </a:lnTo>
                  <a:lnTo>
                    <a:pt x="193411" y="320924"/>
                  </a:lnTo>
                  <a:lnTo>
                    <a:pt x="198273" y="318758"/>
                  </a:lnTo>
                  <a:lnTo>
                    <a:pt x="203063" y="316438"/>
                  </a:lnTo>
                  <a:lnTo>
                    <a:pt x="207777" y="313966"/>
                  </a:lnTo>
                  <a:lnTo>
                    <a:pt x="212410" y="311346"/>
                  </a:lnTo>
                  <a:lnTo>
                    <a:pt x="216957" y="308580"/>
                  </a:lnTo>
                  <a:lnTo>
                    <a:pt x="221414" y="305670"/>
                  </a:lnTo>
                  <a:lnTo>
                    <a:pt x="225776" y="302620"/>
                  </a:lnTo>
                  <a:lnTo>
                    <a:pt x="230038" y="299432"/>
                  </a:lnTo>
                  <a:lnTo>
                    <a:pt x="234197" y="296111"/>
                  </a:lnTo>
                  <a:lnTo>
                    <a:pt x="238248" y="292659"/>
                  </a:lnTo>
                  <a:lnTo>
                    <a:pt x="242188" y="289079"/>
                  </a:lnTo>
                  <a:lnTo>
                    <a:pt x="246011" y="285376"/>
                  </a:lnTo>
                  <a:lnTo>
                    <a:pt x="249714" y="281553"/>
                  </a:lnTo>
                  <a:lnTo>
                    <a:pt x="253294" y="277614"/>
                  </a:lnTo>
                  <a:lnTo>
                    <a:pt x="256746" y="273563"/>
                  </a:lnTo>
                  <a:lnTo>
                    <a:pt x="260068" y="269405"/>
                  </a:lnTo>
                  <a:lnTo>
                    <a:pt x="263256" y="265142"/>
                  </a:lnTo>
                  <a:lnTo>
                    <a:pt x="266306" y="260781"/>
                  </a:lnTo>
                  <a:lnTo>
                    <a:pt x="269216" y="256324"/>
                  </a:lnTo>
                  <a:lnTo>
                    <a:pt x="271983" y="251777"/>
                  </a:lnTo>
                  <a:lnTo>
                    <a:pt x="274604" y="247144"/>
                  </a:lnTo>
                  <a:lnTo>
                    <a:pt x="277075" y="242431"/>
                  </a:lnTo>
                  <a:lnTo>
                    <a:pt x="279396" y="237640"/>
                  </a:lnTo>
                  <a:lnTo>
                    <a:pt x="281563" y="232779"/>
                  </a:lnTo>
                  <a:lnTo>
                    <a:pt x="283573" y="227851"/>
                  </a:lnTo>
                  <a:lnTo>
                    <a:pt x="285426" y="222861"/>
                  </a:lnTo>
                  <a:lnTo>
                    <a:pt x="287120" y="217815"/>
                  </a:lnTo>
                  <a:lnTo>
                    <a:pt x="288651" y="212718"/>
                  </a:lnTo>
                  <a:lnTo>
                    <a:pt x="290020" y="207574"/>
                  </a:lnTo>
                  <a:lnTo>
                    <a:pt x="291224" y="202390"/>
                  </a:lnTo>
                  <a:lnTo>
                    <a:pt x="292262" y="197169"/>
                  </a:lnTo>
                  <a:lnTo>
                    <a:pt x="293134" y="191919"/>
                  </a:lnTo>
                  <a:lnTo>
                    <a:pt x="293838" y="186643"/>
                  </a:lnTo>
                  <a:lnTo>
                    <a:pt x="294374" y="181348"/>
                  </a:lnTo>
                  <a:lnTo>
                    <a:pt x="294741" y="176038"/>
                  </a:lnTo>
                  <a:lnTo>
                    <a:pt x="294939" y="170719"/>
                  </a:lnTo>
                  <a:lnTo>
                    <a:pt x="294968" y="165396"/>
                  </a:lnTo>
                  <a:lnTo>
                    <a:pt x="294826" y="160076"/>
                  </a:lnTo>
                  <a:lnTo>
                    <a:pt x="294516" y="154762"/>
                  </a:lnTo>
                  <a:lnTo>
                    <a:pt x="294037" y="149461"/>
                  </a:lnTo>
                  <a:lnTo>
                    <a:pt x="293389" y="144178"/>
                  </a:lnTo>
                  <a:lnTo>
                    <a:pt x="292573" y="138919"/>
                  </a:lnTo>
                  <a:lnTo>
                    <a:pt x="291590" y="133688"/>
                  </a:lnTo>
                  <a:lnTo>
                    <a:pt x="290441" y="128491"/>
                  </a:lnTo>
                  <a:lnTo>
                    <a:pt x="289128" y="123333"/>
                  </a:lnTo>
                  <a:lnTo>
                    <a:pt x="287650" y="118219"/>
                  </a:lnTo>
                  <a:lnTo>
                    <a:pt x="286011" y="113156"/>
                  </a:lnTo>
                  <a:lnTo>
                    <a:pt x="284211" y="108146"/>
                  </a:lnTo>
                  <a:lnTo>
                    <a:pt x="282253" y="103197"/>
                  </a:lnTo>
                  <a:lnTo>
                    <a:pt x="280138" y="98313"/>
                  </a:lnTo>
                  <a:lnTo>
                    <a:pt x="277869" y="93498"/>
                  </a:lnTo>
                  <a:lnTo>
                    <a:pt x="275448" y="88758"/>
                  </a:lnTo>
                  <a:lnTo>
                    <a:pt x="272877" y="84098"/>
                  </a:lnTo>
                  <a:lnTo>
                    <a:pt x="270159" y="79522"/>
                  </a:lnTo>
                  <a:lnTo>
                    <a:pt x="267296" y="75035"/>
                  </a:lnTo>
                  <a:lnTo>
                    <a:pt x="264292" y="70641"/>
                  </a:lnTo>
                  <a:lnTo>
                    <a:pt x="261150" y="66345"/>
                  </a:lnTo>
                  <a:lnTo>
                    <a:pt x="257873" y="62151"/>
                  </a:lnTo>
                  <a:lnTo>
                    <a:pt x="254464" y="58063"/>
                  </a:lnTo>
                  <a:lnTo>
                    <a:pt x="250926" y="54086"/>
                  </a:lnTo>
                  <a:lnTo>
                    <a:pt x="247264" y="50224"/>
                  </a:lnTo>
                  <a:lnTo>
                    <a:pt x="243480" y="46481"/>
                  </a:lnTo>
                  <a:lnTo>
                    <a:pt x="239580" y="42859"/>
                  </a:lnTo>
                  <a:lnTo>
                    <a:pt x="235566" y="39364"/>
                  </a:lnTo>
                  <a:lnTo>
                    <a:pt x="231442" y="35998"/>
                  </a:lnTo>
                  <a:lnTo>
                    <a:pt x="227214" y="32766"/>
                  </a:lnTo>
                  <a:lnTo>
                    <a:pt x="222885" y="29669"/>
                  </a:lnTo>
                  <a:lnTo>
                    <a:pt x="218459" y="26712"/>
                  </a:lnTo>
                  <a:lnTo>
                    <a:pt x="213942" y="23897"/>
                  </a:lnTo>
                  <a:lnTo>
                    <a:pt x="209337" y="21228"/>
                  </a:lnTo>
                  <a:lnTo>
                    <a:pt x="204650" y="18706"/>
                  </a:lnTo>
                  <a:lnTo>
                    <a:pt x="199885" y="16335"/>
                  </a:lnTo>
                  <a:lnTo>
                    <a:pt x="195046" y="14117"/>
                  </a:lnTo>
                  <a:lnTo>
                    <a:pt x="190140" y="12054"/>
                  </a:lnTo>
                  <a:lnTo>
                    <a:pt x="185170" y="10149"/>
                  </a:lnTo>
                  <a:lnTo>
                    <a:pt x="180142" y="8402"/>
                  </a:lnTo>
                  <a:lnTo>
                    <a:pt x="175061" y="6817"/>
                  </a:lnTo>
                  <a:lnTo>
                    <a:pt x="169933" y="5394"/>
                  </a:lnTo>
                  <a:lnTo>
                    <a:pt x="164761" y="4135"/>
                  </a:lnTo>
                  <a:lnTo>
                    <a:pt x="159552" y="3041"/>
                  </a:lnTo>
                  <a:lnTo>
                    <a:pt x="154311" y="2114"/>
                  </a:lnTo>
                  <a:lnTo>
                    <a:pt x="149043" y="1354"/>
                  </a:lnTo>
                  <a:lnTo>
                    <a:pt x="143753" y="762"/>
                  </a:lnTo>
                  <a:lnTo>
                    <a:pt x="138448" y="338"/>
                  </a:lnTo>
                  <a:lnTo>
                    <a:pt x="133131" y="84"/>
                  </a:lnTo>
                  <a:lnTo>
                    <a:pt x="127809" y="0"/>
                  </a:lnTo>
                  <a:lnTo>
                    <a:pt x="1278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189" y="4659281"/>
              <a:ext cx="3335" cy="167167"/>
            </a:xfrm>
            <a:custGeom>
              <a:avLst/>
              <a:pathLst>
                <a:path w="3335" h="167167">
                  <a:moveTo>
                    <a:pt x="3335" y="0"/>
                  </a:moveTo>
                  <a:lnTo>
                    <a:pt x="0" y="33"/>
                  </a:lnTo>
                  <a:lnTo>
                    <a:pt x="333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3189" y="4659315"/>
              <a:ext cx="3335" cy="167134"/>
            </a:xfrm>
            <a:custGeom>
              <a:avLst/>
              <a:pathLst>
                <a:path w="3335" h="167134">
                  <a:moveTo>
                    <a:pt x="0" y="0"/>
                  </a:moveTo>
                  <a:lnTo>
                    <a:pt x="3335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533" y="4659315"/>
              <a:ext cx="166991" cy="167134"/>
            </a:xfrm>
            <a:custGeom>
              <a:avLst/>
              <a:pathLst>
                <a:path w="166991" h="167134">
                  <a:moveTo>
                    <a:pt x="163655" y="0"/>
                  </a:moveTo>
                  <a:lnTo>
                    <a:pt x="158190" y="198"/>
                  </a:lnTo>
                  <a:lnTo>
                    <a:pt x="152734" y="575"/>
                  </a:lnTo>
                  <a:lnTo>
                    <a:pt x="147294" y="1131"/>
                  </a:lnTo>
                  <a:lnTo>
                    <a:pt x="141874" y="1864"/>
                  </a:lnTo>
                  <a:lnTo>
                    <a:pt x="136482" y="2774"/>
                  </a:lnTo>
                  <a:lnTo>
                    <a:pt x="131122" y="3860"/>
                  </a:lnTo>
                  <a:lnTo>
                    <a:pt x="125800" y="5120"/>
                  </a:lnTo>
                  <a:lnTo>
                    <a:pt x="120523" y="6555"/>
                  </a:lnTo>
                  <a:lnTo>
                    <a:pt x="115295" y="8160"/>
                  </a:lnTo>
                  <a:lnTo>
                    <a:pt x="110123" y="9937"/>
                  </a:lnTo>
                  <a:lnTo>
                    <a:pt x="105011" y="11881"/>
                  </a:lnTo>
                  <a:lnTo>
                    <a:pt x="99966" y="13991"/>
                  </a:lnTo>
                  <a:lnTo>
                    <a:pt x="94992" y="16266"/>
                  </a:lnTo>
                  <a:lnTo>
                    <a:pt x="90096" y="18701"/>
                  </a:lnTo>
                  <a:lnTo>
                    <a:pt x="85282" y="21296"/>
                  </a:lnTo>
                  <a:lnTo>
                    <a:pt x="80555" y="24047"/>
                  </a:lnTo>
                  <a:lnTo>
                    <a:pt x="75921" y="26951"/>
                  </a:lnTo>
                  <a:lnTo>
                    <a:pt x="71384" y="30005"/>
                  </a:lnTo>
                  <a:lnTo>
                    <a:pt x="66950" y="33206"/>
                  </a:lnTo>
                  <a:lnTo>
                    <a:pt x="62623" y="36550"/>
                  </a:lnTo>
                  <a:lnTo>
                    <a:pt x="58407" y="40033"/>
                  </a:lnTo>
                  <a:lnTo>
                    <a:pt x="54308" y="43653"/>
                  </a:lnTo>
                  <a:lnTo>
                    <a:pt x="50329" y="47405"/>
                  </a:lnTo>
                  <a:lnTo>
                    <a:pt x="46475" y="51285"/>
                  </a:lnTo>
                  <a:lnTo>
                    <a:pt x="42750" y="55289"/>
                  </a:lnTo>
                  <a:lnTo>
                    <a:pt x="39158" y="59413"/>
                  </a:lnTo>
                  <a:lnTo>
                    <a:pt x="35703" y="63652"/>
                  </a:lnTo>
                  <a:lnTo>
                    <a:pt x="32388" y="68002"/>
                  </a:lnTo>
                  <a:lnTo>
                    <a:pt x="29218" y="72458"/>
                  </a:lnTo>
                  <a:lnTo>
                    <a:pt x="26194" y="77015"/>
                  </a:lnTo>
                  <a:lnTo>
                    <a:pt x="23322" y="81669"/>
                  </a:lnTo>
                  <a:lnTo>
                    <a:pt x="20603" y="86414"/>
                  </a:lnTo>
                  <a:lnTo>
                    <a:pt x="18041" y="91246"/>
                  </a:lnTo>
                  <a:lnTo>
                    <a:pt x="15639" y="96159"/>
                  </a:lnTo>
                  <a:lnTo>
                    <a:pt x="13398" y="101147"/>
                  </a:lnTo>
                  <a:lnTo>
                    <a:pt x="11322" y="106207"/>
                  </a:lnTo>
                  <a:lnTo>
                    <a:pt x="9412" y="111331"/>
                  </a:lnTo>
                  <a:lnTo>
                    <a:pt x="7671" y="116516"/>
                  </a:lnTo>
                  <a:lnTo>
                    <a:pt x="6101" y="121754"/>
                  </a:lnTo>
                  <a:lnTo>
                    <a:pt x="4702" y="127041"/>
                  </a:lnTo>
                  <a:lnTo>
                    <a:pt x="3478" y="132371"/>
                  </a:lnTo>
                  <a:lnTo>
                    <a:pt x="2428" y="137738"/>
                  </a:lnTo>
                  <a:lnTo>
                    <a:pt x="1555" y="143137"/>
                  </a:lnTo>
                  <a:lnTo>
                    <a:pt x="858" y="148561"/>
                  </a:lnTo>
                  <a:lnTo>
                    <a:pt x="340" y="154006"/>
                  </a:lnTo>
                  <a:lnTo>
                    <a:pt x="0" y="159464"/>
                  </a:lnTo>
                  <a:lnTo>
                    <a:pt x="166991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74" y="4659281"/>
              <a:ext cx="334298" cy="334334"/>
            </a:xfrm>
            <a:custGeom>
              <a:avLst/>
              <a:pathLst>
                <a:path w="334298" h="334334">
                  <a:moveTo>
                    <a:pt x="159" y="159497"/>
                  </a:moveTo>
                  <a:lnTo>
                    <a:pt x="0" y="164797"/>
                  </a:lnTo>
                  <a:lnTo>
                    <a:pt x="8" y="170100"/>
                  </a:lnTo>
                  <a:lnTo>
                    <a:pt x="186" y="175400"/>
                  </a:lnTo>
                  <a:lnTo>
                    <a:pt x="531" y="180691"/>
                  </a:lnTo>
                  <a:lnTo>
                    <a:pt x="1043" y="185969"/>
                  </a:lnTo>
                  <a:lnTo>
                    <a:pt x="1723" y="191228"/>
                  </a:lnTo>
                  <a:lnTo>
                    <a:pt x="2570" y="196462"/>
                  </a:lnTo>
                  <a:lnTo>
                    <a:pt x="3582" y="201668"/>
                  </a:lnTo>
                  <a:lnTo>
                    <a:pt x="4758" y="206838"/>
                  </a:lnTo>
                  <a:lnTo>
                    <a:pt x="6098" y="211969"/>
                  </a:lnTo>
                  <a:lnTo>
                    <a:pt x="7600" y="217054"/>
                  </a:lnTo>
                  <a:lnTo>
                    <a:pt x="9263" y="222089"/>
                  </a:lnTo>
                  <a:lnTo>
                    <a:pt x="11084" y="227069"/>
                  </a:lnTo>
                  <a:lnTo>
                    <a:pt x="13062" y="231989"/>
                  </a:lnTo>
                  <a:lnTo>
                    <a:pt x="15196" y="236844"/>
                  </a:lnTo>
                  <a:lnTo>
                    <a:pt x="17482" y="241628"/>
                  </a:lnTo>
                  <a:lnTo>
                    <a:pt x="19919" y="246338"/>
                  </a:lnTo>
                  <a:lnTo>
                    <a:pt x="22504" y="250967"/>
                  </a:lnTo>
                  <a:lnTo>
                    <a:pt x="25235" y="255513"/>
                  </a:lnTo>
                  <a:lnTo>
                    <a:pt x="28108" y="259970"/>
                  </a:lnTo>
                  <a:lnTo>
                    <a:pt x="31122" y="264333"/>
                  </a:lnTo>
                  <a:lnTo>
                    <a:pt x="34272" y="268598"/>
                  </a:lnTo>
                  <a:lnTo>
                    <a:pt x="37556" y="272762"/>
                  </a:lnTo>
                  <a:lnTo>
                    <a:pt x="40970" y="276819"/>
                  </a:lnTo>
                  <a:lnTo>
                    <a:pt x="44511" y="280766"/>
                  </a:lnTo>
                  <a:lnTo>
                    <a:pt x="48176" y="284598"/>
                  </a:lnTo>
                  <a:lnTo>
                    <a:pt x="51960" y="288313"/>
                  </a:lnTo>
                  <a:lnTo>
                    <a:pt x="55861" y="291905"/>
                  </a:lnTo>
                  <a:lnTo>
                    <a:pt x="59873" y="295372"/>
                  </a:lnTo>
                  <a:lnTo>
                    <a:pt x="63993" y="298710"/>
                  </a:lnTo>
                  <a:lnTo>
                    <a:pt x="68217" y="301916"/>
                  </a:lnTo>
                  <a:lnTo>
                    <a:pt x="72541" y="304986"/>
                  </a:lnTo>
                  <a:lnTo>
                    <a:pt x="76959" y="307917"/>
                  </a:lnTo>
                  <a:lnTo>
                    <a:pt x="81469" y="310707"/>
                  </a:lnTo>
                  <a:lnTo>
                    <a:pt x="86065" y="313352"/>
                  </a:lnTo>
                  <a:lnTo>
                    <a:pt x="90742" y="315850"/>
                  </a:lnTo>
                  <a:lnTo>
                    <a:pt x="95496" y="318199"/>
                  </a:lnTo>
                  <a:lnTo>
                    <a:pt x="100322" y="320396"/>
                  </a:lnTo>
                  <a:lnTo>
                    <a:pt x="105216" y="322438"/>
                  </a:lnTo>
                  <a:lnTo>
                    <a:pt x="110172" y="324324"/>
                  </a:lnTo>
                  <a:lnTo>
                    <a:pt x="115185" y="326052"/>
                  </a:lnTo>
                  <a:lnTo>
                    <a:pt x="120250" y="327621"/>
                  </a:lnTo>
                  <a:lnTo>
                    <a:pt x="125363" y="329027"/>
                  </a:lnTo>
                  <a:lnTo>
                    <a:pt x="130518" y="330271"/>
                  </a:lnTo>
                  <a:lnTo>
                    <a:pt x="135709" y="331351"/>
                  </a:lnTo>
                  <a:lnTo>
                    <a:pt x="140932" y="332266"/>
                  </a:lnTo>
                  <a:lnTo>
                    <a:pt x="146182" y="333014"/>
                  </a:lnTo>
                  <a:lnTo>
                    <a:pt x="151453" y="333596"/>
                  </a:lnTo>
                  <a:lnTo>
                    <a:pt x="156739" y="334010"/>
                  </a:lnTo>
                  <a:lnTo>
                    <a:pt x="162036" y="334256"/>
                  </a:lnTo>
                  <a:lnTo>
                    <a:pt x="167338" y="334334"/>
                  </a:lnTo>
                  <a:lnTo>
                    <a:pt x="172640" y="334244"/>
                  </a:lnTo>
                  <a:lnTo>
                    <a:pt x="177936" y="333986"/>
                  </a:lnTo>
                  <a:lnTo>
                    <a:pt x="183222" y="333560"/>
                  </a:lnTo>
                  <a:lnTo>
                    <a:pt x="188491" y="332967"/>
                  </a:lnTo>
                  <a:lnTo>
                    <a:pt x="193739" y="332206"/>
                  </a:lnTo>
                  <a:lnTo>
                    <a:pt x="198960" y="331280"/>
                  </a:lnTo>
                  <a:lnTo>
                    <a:pt x="204149" y="330188"/>
                  </a:lnTo>
                  <a:lnTo>
                    <a:pt x="209301" y="328933"/>
                  </a:lnTo>
                  <a:lnTo>
                    <a:pt x="214410" y="327515"/>
                  </a:lnTo>
                  <a:lnTo>
                    <a:pt x="219472" y="325935"/>
                  </a:lnTo>
                  <a:lnTo>
                    <a:pt x="224482" y="324196"/>
                  </a:lnTo>
                  <a:lnTo>
                    <a:pt x="229433" y="322298"/>
                  </a:lnTo>
                  <a:lnTo>
                    <a:pt x="234322" y="320245"/>
                  </a:lnTo>
                  <a:lnTo>
                    <a:pt x="239143" y="318037"/>
                  </a:lnTo>
                  <a:lnTo>
                    <a:pt x="243892" y="315678"/>
                  </a:lnTo>
                  <a:lnTo>
                    <a:pt x="248564" y="313169"/>
                  </a:lnTo>
                  <a:lnTo>
                    <a:pt x="253154" y="310514"/>
                  </a:lnTo>
                  <a:lnTo>
                    <a:pt x="257657" y="307714"/>
                  </a:lnTo>
                  <a:lnTo>
                    <a:pt x="262069" y="304773"/>
                  </a:lnTo>
                  <a:lnTo>
                    <a:pt x="266386" y="301693"/>
                  </a:lnTo>
                  <a:lnTo>
                    <a:pt x="270602" y="298478"/>
                  </a:lnTo>
                  <a:lnTo>
                    <a:pt x="274715" y="295131"/>
                  </a:lnTo>
                  <a:lnTo>
                    <a:pt x="278720" y="291655"/>
                  </a:lnTo>
                  <a:lnTo>
                    <a:pt x="282612" y="288053"/>
                  </a:lnTo>
                  <a:lnTo>
                    <a:pt x="286388" y="284331"/>
                  </a:lnTo>
                  <a:lnTo>
                    <a:pt x="290044" y="280490"/>
                  </a:lnTo>
                  <a:lnTo>
                    <a:pt x="293576" y="276535"/>
                  </a:lnTo>
                  <a:lnTo>
                    <a:pt x="296981" y="272470"/>
                  </a:lnTo>
                  <a:lnTo>
                    <a:pt x="300256" y="268299"/>
                  </a:lnTo>
                  <a:lnTo>
                    <a:pt x="303397" y="264027"/>
                  </a:lnTo>
                  <a:lnTo>
                    <a:pt x="306400" y="259657"/>
                  </a:lnTo>
                  <a:lnTo>
                    <a:pt x="309264" y="255194"/>
                  </a:lnTo>
                  <a:lnTo>
                    <a:pt x="311984" y="250642"/>
                  </a:lnTo>
                  <a:lnTo>
                    <a:pt x="314559" y="246007"/>
                  </a:lnTo>
                  <a:lnTo>
                    <a:pt x="316985" y="241292"/>
                  </a:lnTo>
                  <a:lnTo>
                    <a:pt x="319261" y="236502"/>
                  </a:lnTo>
                  <a:lnTo>
                    <a:pt x="321383" y="231643"/>
                  </a:lnTo>
                  <a:lnTo>
                    <a:pt x="323351" y="226719"/>
                  </a:lnTo>
                  <a:lnTo>
                    <a:pt x="325161" y="221734"/>
                  </a:lnTo>
                  <a:lnTo>
                    <a:pt x="326812" y="216695"/>
                  </a:lnTo>
                  <a:lnTo>
                    <a:pt x="328302" y="211607"/>
                  </a:lnTo>
                  <a:lnTo>
                    <a:pt x="329631" y="206473"/>
                  </a:lnTo>
                  <a:lnTo>
                    <a:pt x="330796" y="201300"/>
                  </a:lnTo>
                  <a:lnTo>
                    <a:pt x="331796" y="196092"/>
                  </a:lnTo>
                  <a:lnTo>
                    <a:pt x="332631" y="190856"/>
                  </a:lnTo>
                  <a:lnTo>
                    <a:pt x="333299" y="185596"/>
                  </a:lnTo>
                  <a:lnTo>
                    <a:pt x="333800" y="180317"/>
                  </a:lnTo>
                  <a:lnTo>
                    <a:pt x="334133" y="175024"/>
                  </a:lnTo>
                  <a:lnTo>
                    <a:pt x="334298" y="169724"/>
                  </a:lnTo>
                  <a:lnTo>
                    <a:pt x="334295" y="164422"/>
                  </a:lnTo>
                  <a:lnTo>
                    <a:pt x="334124" y="159122"/>
                  </a:lnTo>
                  <a:lnTo>
                    <a:pt x="333785" y="153830"/>
                  </a:lnTo>
                  <a:lnTo>
                    <a:pt x="333278" y="148552"/>
                  </a:lnTo>
                  <a:lnTo>
                    <a:pt x="332604" y="143292"/>
                  </a:lnTo>
                  <a:lnTo>
                    <a:pt x="331763" y="138056"/>
                  </a:lnTo>
                  <a:lnTo>
                    <a:pt x="330757" y="132850"/>
                  </a:lnTo>
                  <a:lnTo>
                    <a:pt x="329587" y="127678"/>
                  </a:lnTo>
                  <a:lnTo>
                    <a:pt x="328252" y="122546"/>
                  </a:lnTo>
                  <a:lnTo>
                    <a:pt x="326756" y="117459"/>
                  </a:lnTo>
                  <a:lnTo>
                    <a:pt x="325099" y="112422"/>
                  </a:lnTo>
                  <a:lnTo>
                    <a:pt x="323284" y="107440"/>
                  </a:lnTo>
                  <a:lnTo>
                    <a:pt x="321311" y="102518"/>
                  </a:lnTo>
                  <a:lnTo>
                    <a:pt x="319183" y="97661"/>
                  </a:lnTo>
                  <a:lnTo>
                    <a:pt x="316902" y="92874"/>
                  </a:lnTo>
                  <a:lnTo>
                    <a:pt x="314470" y="88162"/>
                  </a:lnTo>
                  <a:lnTo>
                    <a:pt x="311890" y="83529"/>
                  </a:lnTo>
                  <a:lnTo>
                    <a:pt x="309165" y="78980"/>
                  </a:lnTo>
                  <a:lnTo>
                    <a:pt x="306296" y="74521"/>
                  </a:lnTo>
                  <a:lnTo>
                    <a:pt x="303288" y="70154"/>
                  </a:lnTo>
                  <a:lnTo>
                    <a:pt x="300142" y="65885"/>
                  </a:lnTo>
                  <a:lnTo>
                    <a:pt x="296863" y="61718"/>
                  </a:lnTo>
                  <a:lnTo>
                    <a:pt x="293453" y="57657"/>
                  </a:lnTo>
                  <a:lnTo>
                    <a:pt x="289916" y="53706"/>
                  </a:lnTo>
                  <a:lnTo>
                    <a:pt x="286256" y="49869"/>
                  </a:lnTo>
                  <a:lnTo>
                    <a:pt x="282476" y="46151"/>
                  </a:lnTo>
                  <a:lnTo>
                    <a:pt x="278580" y="42554"/>
                  </a:lnTo>
                  <a:lnTo>
                    <a:pt x="274571" y="39082"/>
                  </a:lnTo>
                  <a:lnTo>
                    <a:pt x="270455" y="35740"/>
                  </a:lnTo>
                  <a:lnTo>
                    <a:pt x="266234" y="32529"/>
                  </a:lnTo>
                  <a:lnTo>
                    <a:pt x="261914" y="29455"/>
                  </a:lnTo>
                  <a:lnTo>
                    <a:pt x="257499" y="26518"/>
                  </a:lnTo>
                  <a:lnTo>
                    <a:pt x="252993" y="23723"/>
                  </a:lnTo>
                  <a:lnTo>
                    <a:pt x="248400" y="21073"/>
                  </a:lnTo>
                  <a:lnTo>
                    <a:pt x="243725" y="18570"/>
                  </a:lnTo>
                  <a:lnTo>
                    <a:pt x="238974" y="16216"/>
                  </a:lnTo>
                  <a:lnTo>
                    <a:pt x="234150" y="14014"/>
                  </a:lnTo>
                  <a:lnTo>
                    <a:pt x="229259" y="11966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68" y="5018213"/>
              <a:ext cx="334314" cy="334332"/>
            </a:xfrm>
            <a:custGeom>
              <a:avLst/>
              <a:pathLst>
                <a:path w="334314" h="334332">
                  <a:moveTo>
                    <a:pt x="167049" y="0"/>
                  </a:moveTo>
                  <a:lnTo>
                    <a:pt x="161755" y="87"/>
                  </a:lnTo>
                  <a:lnTo>
                    <a:pt x="156466" y="341"/>
                  </a:lnTo>
                  <a:lnTo>
                    <a:pt x="151188" y="763"/>
                  </a:lnTo>
                  <a:lnTo>
                    <a:pt x="145927" y="1352"/>
                  </a:lnTo>
                  <a:lnTo>
                    <a:pt x="140686" y="2108"/>
                  </a:lnTo>
                  <a:lnTo>
                    <a:pt x="135472" y="3029"/>
                  </a:lnTo>
                  <a:lnTo>
                    <a:pt x="130290" y="4114"/>
                  </a:lnTo>
                  <a:lnTo>
                    <a:pt x="125144" y="5363"/>
                  </a:lnTo>
                  <a:lnTo>
                    <a:pt x="120041" y="6775"/>
                  </a:lnTo>
                  <a:lnTo>
                    <a:pt x="114985" y="8347"/>
                  </a:lnTo>
                  <a:lnTo>
                    <a:pt x="109982" y="10079"/>
                  </a:lnTo>
                  <a:lnTo>
                    <a:pt x="105036" y="11968"/>
                  </a:lnTo>
                  <a:lnTo>
                    <a:pt x="100152" y="14013"/>
                  </a:lnTo>
                  <a:lnTo>
                    <a:pt x="95335" y="16212"/>
                  </a:lnTo>
                  <a:lnTo>
                    <a:pt x="90591" y="18562"/>
                  </a:lnTo>
                  <a:lnTo>
                    <a:pt x="85923" y="21061"/>
                  </a:lnTo>
                  <a:lnTo>
                    <a:pt x="81336" y="23707"/>
                  </a:lnTo>
                  <a:lnTo>
                    <a:pt x="76836" y="26497"/>
                  </a:lnTo>
                  <a:lnTo>
                    <a:pt x="72427" y="29428"/>
                  </a:lnTo>
                  <a:lnTo>
                    <a:pt x="68112" y="32497"/>
                  </a:lnTo>
                  <a:lnTo>
                    <a:pt x="63897" y="35701"/>
                  </a:lnTo>
                  <a:lnTo>
                    <a:pt x="59785" y="39037"/>
                  </a:lnTo>
                  <a:lnTo>
                    <a:pt x="55781" y="42501"/>
                  </a:lnTo>
                  <a:lnTo>
                    <a:pt x="51889" y="46091"/>
                  </a:lnTo>
                  <a:lnTo>
                    <a:pt x="48112" y="49802"/>
                  </a:lnTo>
                  <a:lnTo>
                    <a:pt x="44455" y="53630"/>
                  </a:lnTo>
                  <a:lnTo>
                    <a:pt x="40921" y="57573"/>
                  </a:lnTo>
                  <a:lnTo>
                    <a:pt x="37514" y="61626"/>
                  </a:lnTo>
                  <a:lnTo>
                    <a:pt x="34236" y="65784"/>
                  </a:lnTo>
                  <a:lnTo>
                    <a:pt x="31092" y="70044"/>
                  </a:lnTo>
                  <a:lnTo>
                    <a:pt x="28085" y="74402"/>
                  </a:lnTo>
                  <a:lnTo>
                    <a:pt x="25217" y="78853"/>
                  </a:lnTo>
                  <a:lnTo>
                    <a:pt x="22491" y="83392"/>
                  </a:lnTo>
                  <a:lnTo>
                    <a:pt x="19910" y="88015"/>
                  </a:lnTo>
                  <a:lnTo>
                    <a:pt x="17478" y="92718"/>
                  </a:lnTo>
                  <a:lnTo>
                    <a:pt x="15195" y="97495"/>
                  </a:lnTo>
                  <a:lnTo>
                    <a:pt x="13065" y="102343"/>
                  </a:lnTo>
                  <a:lnTo>
                    <a:pt x="11089" y="107255"/>
                  </a:lnTo>
                  <a:lnTo>
                    <a:pt x="9270" y="112228"/>
                  </a:lnTo>
                  <a:lnTo>
                    <a:pt x="7609" y="117255"/>
                  </a:lnTo>
                  <a:lnTo>
                    <a:pt x="6109" y="122333"/>
                  </a:lnTo>
                  <a:lnTo>
                    <a:pt x="4770" y="127455"/>
                  </a:lnTo>
                  <a:lnTo>
                    <a:pt x="3593" y="132618"/>
                  </a:lnTo>
                  <a:lnTo>
                    <a:pt x="2581" y="137815"/>
                  </a:lnTo>
                  <a:lnTo>
                    <a:pt x="1734" y="143041"/>
                  </a:lnTo>
                  <a:lnTo>
                    <a:pt x="1053" y="148292"/>
                  </a:lnTo>
                  <a:lnTo>
                    <a:pt x="539" y="153562"/>
                  </a:lnTo>
                  <a:lnTo>
                    <a:pt x="191" y="158845"/>
                  </a:lnTo>
                  <a:lnTo>
                    <a:pt x="12" y="164137"/>
                  </a:lnTo>
                  <a:lnTo>
                    <a:pt x="0" y="169432"/>
                  </a:lnTo>
                  <a:lnTo>
                    <a:pt x="155" y="174724"/>
                  </a:lnTo>
                  <a:lnTo>
                    <a:pt x="478" y="180009"/>
                  </a:lnTo>
                  <a:lnTo>
                    <a:pt x="968" y="185281"/>
                  </a:lnTo>
                  <a:lnTo>
                    <a:pt x="1625" y="190535"/>
                  </a:lnTo>
                  <a:lnTo>
                    <a:pt x="2449" y="195765"/>
                  </a:lnTo>
                  <a:lnTo>
                    <a:pt x="3437" y="200967"/>
                  </a:lnTo>
                  <a:lnTo>
                    <a:pt x="4589" y="206135"/>
                  </a:lnTo>
                  <a:lnTo>
                    <a:pt x="5905" y="211263"/>
                  </a:lnTo>
                  <a:lnTo>
                    <a:pt x="7382" y="216348"/>
                  </a:lnTo>
                  <a:lnTo>
                    <a:pt x="9020" y="221383"/>
                  </a:lnTo>
                  <a:lnTo>
                    <a:pt x="10816" y="226364"/>
                  </a:lnTo>
                  <a:lnTo>
                    <a:pt x="12769" y="231285"/>
                  </a:lnTo>
                  <a:lnTo>
                    <a:pt x="14878" y="236142"/>
                  </a:lnTo>
                  <a:lnTo>
                    <a:pt x="17138" y="240930"/>
                  </a:lnTo>
                  <a:lnTo>
                    <a:pt x="19550" y="245644"/>
                  </a:lnTo>
                  <a:lnTo>
                    <a:pt x="22109" y="250279"/>
                  </a:lnTo>
                  <a:lnTo>
                    <a:pt x="24814" y="254830"/>
                  </a:lnTo>
                  <a:lnTo>
                    <a:pt x="27661" y="259294"/>
                  </a:lnTo>
                  <a:lnTo>
                    <a:pt x="30649" y="263665"/>
                  </a:lnTo>
                  <a:lnTo>
                    <a:pt x="33773" y="267940"/>
                  </a:lnTo>
                  <a:lnTo>
                    <a:pt x="37032" y="272113"/>
                  </a:lnTo>
                  <a:lnTo>
                    <a:pt x="40421" y="276182"/>
                  </a:lnTo>
                  <a:lnTo>
                    <a:pt x="43937" y="280140"/>
                  </a:lnTo>
                  <a:lnTo>
                    <a:pt x="47576" y="283986"/>
                  </a:lnTo>
                  <a:lnTo>
                    <a:pt x="51336" y="287714"/>
                  </a:lnTo>
                  <a:lnTo>
                    <a:pt x="55212" y="291322"/>
                  </a:lnTo>
                  <a:lnTo>
                    <a:pt x="59200" y="294804"/>
                  </a:lnTo>
                  <a:lnTo>
                    <a:pt x="63296" y="298159"/>
                  </a:lnTo>
                  <a:lnTo>
                    <a:pt x="67496" y="301382"/>
                  </a:lnTo>
                  <a:lnTo>
                    <a:pt x="71797" y="304471"/>
                  </a:lnTo>
                  <a:lnTo>
                    <a:pt x="76193" y="307422"/>
                  </a:lnTo>
                  <a:lnTo>
                    <a:pt x="80680" y="310232"/>
                  </a:lnTo>
                  <a:lnTo>
                    <a:pt x="85255" y="312899"/>
                  </a:lnTo>
                  <a:lnTo>
                    <a:pt x="89911" y="315420"/>
                  </a:lnTo>
                  <a:lnTo>
                    <a:pt x="94645" y="317791"/>
                  </a:lnTo>
                  <a:lnTo>
                    <a:pt x="99451" y="320012"/>
                  </a:lnTo>
                  <a:lnTo>
                    <a:pt x="104326" y="322079"/>
                  </a:lnTo>
                  <a:lnTo>
                    <a:pt x="109263" y="323991"/>
                  </a:lnTo>
                  <a:lnTo>
                    <a:pt x="114259" y="325746"/>
                  </a:lnTo>
                  <a:lnTo>
                    <a:pt x="119307" y="327341"/>
                  </a:lnTo>
                  <a:lnTo>
                    <a:pt x="124404" y="328776"/>
                  </a:lnTo>
                  <a:lnTo>
                    <a:pt x="129544" y="330049"/>
                  </a:lnTo>
                  <a:lnTo>
                    <a:pt x="134721" y="331158"/>
                  </a:lnTo>
                  <a:lnTo>
                    <a:pt x="139931" y="332103"/>
                  </a:lnTo>
                  <a:lnTo>
                    <a:pt x="145168" y="332882"/>
                  </a:lnTo>
                  <a:lnTo>
                    <a:pt x="150427" y="333496"/>
                  </a:lnTo>
                  <a:lnTo>
                    <a:pt x="155703" y="333942"/>
                  </a:lnTo>
                  <a:lnTo>
                    <a:pt x="160990" y="334221"/>
                  </a:lnTo>
                  <a:lnTo>
                    <a:pt x="166284" y="334332"/>
                  </a:lnTo>
                  <a:lnTo>
                    <a:pt x="171578" y="334276"/>
                  </a:lnTo>
                  <a:lnTo>
                    <a:pt x="176868" y="334052"/>
                  </a:lnTo>
                  <a:lnTo>
                    <a:pt x="182148" y="333660"/>
                  </a:lnTo>
                  <a:lnTo>
                    <a:pt x="187413" y="333102"/>
                  </a:lnTo>
                  <a:lnTo>
                    <a:pt x="192658" y="332377"/>
                  </a:lnTo>
                  <a:lnTo>
                    <a:pt x="197878" y="331486"/>
                  </a:lnTo>
                  <a:lnTo>
                    <a:pt x="203066" y="330431"/>
                  </a:lnTo>
                  <a:lnTo>
                    <a:pt x="208219" y="329212"/>
                  </a:lnTo>
                  <a:lnTo>
                    <a:pt x="213330" y="327830"/>
                  </a:lnTo>
                  <a:lnTo>
                    <a:pt x="218395" y="326287"/>
                  </a:lnTo>
                  <a:lnTo>
                    <a:pt x="223408" y="324584"/>
                  </a:lnTo>
                  <a:lnTo>
                    <a:pt x="228365" y="322723"/>
                  </a:lnTo>
                  <a:lnTo>
                    <a:pt x="233261" y="320707"/>
                  </a:lnTo>
                  <a:lnTo>
                    <a:pt x="238090" y="318536"/>
                  </a:lnTo>
                  <a:lnTo>
                    <a:pt x="242848" y="316214"/>
                  </a:lnTo>
                  <a:lnTo>
                    <a:pt x="247531" y="313742"/>
                  </a:lnTo>
                  <a:lnTo>
                    <a:pt x="252132" y="311123"/>
                  </a:lnTo>
                  <a:lnTo>
                    <a:pt x="256649" y="308359"/>
                  </a:lnTo>
                  <a:lnTo>
                    <a:pt x="261075" y="305454"/>
                  </a:lnTo>
                  <a:lnTo>
                    <a:pt x="265408" y="302410"/>
                  </a:lnTo>
                  <a:lnTo>
                    <a:pt x="269641" y="299231"/>
                  </a:lnTo>
                  <a:lnTo>
                    <a:pt x="273772" y="295919"/>
                  </a:lnTo>
                  <a:lnTo>
                    <a:pt x="277796" y="292477"/>
                  </a:lnTo>
                  <a:lnTo>
                    <a:pt x="281709" y="288910"/>
                  </a:lnTo>
                  <a:lnTo>
                    <a:pt x="285507" y="285221"/>
                  </a:lnTo>
                  <a:lnTo>
                    <a:pt x="289187" y="281414"/>
                  </a:lnTo>
                  <a:lnTo>
                    <a:pt x="292744" y="277492"/>
                  </a:lnTo>
                  <a:lnTo>
                    <a:pt x="296175" y="273459"/>
                  </a:lnTo>
                  <a:lnTo>
                    <a:pt x="299476" y="269320"/>
                  </a:lnTo>
                  <a:lnTo>
                    <a:pt x="302645" y="265078"/>
                  </a:lnTo>
                  <a:lnTo>
                    <a:pt x="305678" y="260738"/>
                  </a:lnTo>
                  <a:lnTo>
                    <a:pt x="308571" y="256304"/>
                  </a:lnTo>
                  <a:lnTo>
                    <a:pt x="311323" y="251780"/>
                  </a:lnTo>
                  <a:lnTo>
                    <a:pt x="313931" y="247172"/>
                  </a:lnTo>
                  <a:lnTo>
                    <a:pt x="316391" y="242484"/>
                  </a:lnTo>
                  <a:lnTo>
                    <a:pt x="318701" y="237720"/>
                  </a:lnTo>
                  <a:lnTo>
                    <a:pt x="320860" y="232885"/>
                  </a:lnTo>
                  <a:lnTo>
                    <a:pt x="322864" y="227984"/>
                  </a:lnTo>
                  <a:lnTo>
                    <a:pt x="324712" y="223022"/>
                  </a:lnTo>
                  <a:lnTo>
                    <a:pt x="326401" y="218004"/>
                  </a:lnTo>
                  <a:lnTo>
                    <a:pt x="327932" y="212935"/>
                  </a:lnTo>
                  <a:lnTo>
                    <a:pt x="329300" y="207821"/>
                  </a:lnTo>
                  <a:lnTo>
                    <a:pt x="330507" y="202665"/>
                  </a:lnTo>
                  <a:lnTo>
                    <a:pt x="331549" y="197474"/>
                  </a:lnTo>
                  <a:lnTo>
                    <a:pt x="332426" y="192253"/>
                  </a:lnTo>
                  <a:lnTo>
                    <a:pt x="333138" y="187006"/>
                  </a:lnTo>
                  <a:lnTo>
                    <a:pt x="333683" y="181739"/>
                  </a:lnTo>
                  <a:lnTo>
                    <a:pt x="334061" y="176458"/>
                  </a:lnTo>
                  <a:lnTo>
                    <a:pt x="334271" y="171167"/>
                  </a:lnTo>
                  <a:lnTo>
                    <a:pt x="334314" y="165873"/>
                  </a:lnTo>
                  <a:lnTo>
                    <a:pt x="334189" y="160580"/>
                  </a:lnTo>
                  <a:lnTo>
                    <a:pt x="333897" y="155293"/>
                  </a:lnTo>
                  <a:lnTo>
                    <a:pt x="333437" y="150018"/>
                  </a:lnTo>
                  <a:lnTo>
                    <a:pt x="332811" y="144761"/>
                  </a:lnTo>
                  <a:lnTo>
                    <a:pt x="332018" y="139526"/>
                  </a:lnTo>
                  <a:lnTo>
                    <a:pt x="331060" y="134318"/>
                  </a:lnTo>
                  <a:lnTo>
                    <a:pt x="329937" y="129144"/>
                  </a:lnTo>
                  <a:lnTo>
                    <a:pt x="328652" y="124008"/>
                  </a:lnTo>
                  <a:lnTo>
                    <a:pt x="327204" y="118915"/>
                  </a:lnTo>
                  <a:lnTo>
                    <a:pt x="325595" y="113870"/>
                  </a:lnTo>
                  <a:lnTo>
                    <a:pt x="323828" y="108879"/>
                  </a:lnTo>
                  <a:lnTo>
                    <a:pt x="321903" y="103946"/>
                  </a:lnTo>
                  <a:lnTo>
                    <a:pt x="319824" y="99077"/>
                  </a:lnTo>
                  <a:lnTo>
                    <a:pt x="317591" y="94276"/>
                  </a:lnTo>
                  <a:lnTo>
                    <a:pt x="315207" y="89549"/>
                  </a:lnTo>
                  <a:lnTo>
                    <a:pt x="312674" y="84899"/>
                  </a:lnTo>
                  <a:lnTo>
                    <a:pt x="309996" y="80331"/>
                  </a:lnTo>
                  <a:lnTo>
                    <a:pt x="307174" y="75851"/>
                  </a:lnTo>
                  <a:lnTo>
                    <a:pt x="304212" y="71463"/>
                  </a:lnTo>
                  <a:lnTo>
                    <a:pt x="301113" y="67170"/>
                  </a:lnTo>
                  <a:lnTo>
                    <a:pt x="297879" y="62978"/>
                  </a:lnTo>
                  <a:lnTo>
                    <a:pt x="294513" y="58890"/>
                  </a:lnTo>
                  <a:lnTo>
                    <a:pt x="291021" y="54911"/>
                  </a:lnTo>
                  <a:lnTo>
                    <a:pt x="287403" y="51044"/>
                  </a:lnTo>
                  <a:lnTo>
                    <a:pt x="283665" y="47294"/>
                  </a:lnTo>
                  <a:lnTo>
                    <a:pt x="279811" y="43664"/>
                  </a:lnTo>
                  <a:lnTo>
                    <a:pt x="275843" y="40158"/>
                  </a:lnTo>
                  <a:lnTo>
                    <a:pt x="271766" y="36780"/>
                  </a:lnTo>
                  <a:lnTo>
                    <a:pt x="267584" y="33532"/>
                  </a:lnTo>
                  <a:lnTo>
                    <a:pt x="263302" y="30419"/>
                  </a:lnTo>
                  <a:lnTo>
                    <a:pt x="258923" y="27442"/>
                  </a:lnTo>
                  <a:lnTo>
                    <a:pt x="254452" y="24606"/>
                  </a:lnTo>
                  <a:lnTo>
                    <a:pt x="249893" y="21913"/>
                  </a:lnTo>
                  <a:lnTo>
                    <a:pt x="245252" y="19365"/>
                  </a:lnTo>
                  <a:lnTo>
                    <a:pt x="240532" y="16966"/>
                  </a:lnTo>
                  <a:lnTo>
                    <a:pt x="235738" y="14718"/>
                  </a:lnTo>
                  <a:lnTo>
                    <a:pt x="230876" y="12622"/>
                  </a:lnTo>
                  <a:lnTo>
                    <a:pt x="225950" y="10681"/>
                  </a:lnTo>
                  <a:lnTo>
                    <a:pt x="220964" y="8898"/>
                  </a:lnTo>
                  <a:lnTo>
                    <a:pt x="215925" y="7273"/>
                  </a:lnTo>
                  <a:lnTo>
                    <a:pt x="210837" y="5808"/>
                  </a:lnTo>
                  <a:lnTo>
                    <a:pt x="205705" y="4506"/>
                  </a:lnTo>
                  <a:lnTo>
                    <a:pt x="200534" y="3367"/>
                  </a:lnTo>
                  <a:lnTo>
                    <a:pt x="195330" y="2392"/>
                  </a:lnTo>
                  <a:lnTo>
                    <a:pt x="190097" y="1582"/>
                  </a:lnTo>
                  <a:lnTo>
                    <a:pt x="184842" y="938"/>
                  </a:lnTo>
                  <a:lnTo>
                    <a:pt x="179569" y="461"/>
                  </a:lnTo>
                  <a:lnTo>
                    <a:pt x="174283" y="15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7131" cy="167167"/>
            </a:xfrm>
            <a:custGeom>
              <a:avLst/>
              <a:pathLst>
                <a:path w="7131" h="167167">
                  <a:moveTo>
                    <a:pt x="7131" y="15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5" y="5269756"/>
              <a:ext cx="167166" cy="167860"/>
            </a:xfrm>
            <a:custGeom>
              <a:avLst/>
              <a:pathLst>
                <a:path w="167166" h="167860">
                  <a:moveTo>
                    <a:pt x="167166" y="0"/>
                  </a:moveTo>
                  <a:lnTo>
                    <a:pt x="161793" y="86"/>
                  </a:lnTo>
                  <a:lnTo>
                    <a:pt x="156427" y="345"/>
                  </a:lnTo>
                  <a:lnTo>
                    <a:pt x="151071" y="776"/>
                  </a:lnTo>
                  <a:lnTo>
                    <a:pt x="145733" y="1379"/>
                  </a:lnTo>
                  <a:lnTo>
                    <a:pt x="140416" y="2154"/>
                  </a:lnTo>
                  <a:lnTo>
                    <a:pt x="135127" y="3098"/>
                  </a:lnTo>
                  <a:lnTo>
                    <a:pt x="129871" y="4213"/>
                  </a:lnTo>
                  <a:lnTo>
                    <a:pt x="124653" y="5495"/>
                  </a:lnTo>
                  <a:lnTo>
                    <a:pt x="119480" y="6945"/>
                  </a:lnTo>
                  <a:lnTo>
                    <a:pt x="114355" y="8560"/>
                  </a:lnTo>
                  <a:lnTo>
                    <a:pt x="109286" y="10339"/>
                  </a:lnTo>
                  <a:lnTo>
                    <a:pt x="104276" y="12280"/>
                  </a:lnTo>
                  <a:lnTo>
                    <a:pt x="99331" y="14381"/>
                  </a:lnTo>
                  <a:lnTo>
                    <a:pt x="94456" y="16640"/>
                  </a:lnTo>
                  <a:lnTo>
                    <a:pt x="89656" y="19055"/>
                  </a:lnTo>
                  <a:lnTo>
                    <a:pt x="84936" y="21622"/>
                  </a:lnTo>
                  <a:lnTo>
                    <a:pt x="80302" y="24340"/>
                  </a:lnTo>
                  <a:lnTo>
                    <a:pt x="75757" y="27205"/>
                  </a:lnTo>
                  <a:lnTo>
                    <a:pt x="71306" y="30215"/>
                  </a:lnTo>
                  <a:lnTo>
                    <a:pt x="66954" y="33366"/>
                  </a:lnTo>
                  <a:lnTo>
                    <a:pt x="62706" y="36656"/>
                  </a:lnTo>
                  <a:lnTo>
                    <a:pt x="58566" y="40080"/>
                  </a:lnTo>
                  <a:lnTo>
                    <a:pt x="54538" y="43635"/>
                  </a:lnTo>
                  <a:lnTo>
                    <a:pt x="50627" y="47319"/>
                  </a:lnTo>
                  <a:lnTo>
                    <a:pt x="46835" y="51126"/>
                  </a:lnTo>
                  <a:lnTo>
                    <a:pt x="43168" y="55053"/>
                  </a:lnTo>
                  <a:lnTo>
                    <a:pt x="39629" y="59095"/>
                  </a:lnTo>
                  <a:lnTo>
                    <a:pt x="36222" y="63250"/>
                  </a:lnTo>
                  <a:lnTo>
                    <a:pt x="32950" y="67511"/>
                  </a:lnTo>
                  <a:lnTo>
                    <a:pt x="29817" y="71876"/>
                  </a:lnTo>
                  <a:lnTo>
                    <a:pt x="26826" y="76339"/>
                  </a:lnTo>
                  <a:lnTo>
                    <a:pt x="23979" y="80896"/>
                  </a:lnTo>
                  <a:lnTo>
                    <a:pt x="21281" y="85542"/>
                  </a:lnTo>
                  <a:lnTo>
                    <a:pt x="18733" y="90272"/>
                  </a:lnTo>
                  <a:lnTo>
                    <a:pt x="16339" y="95082"/>
                  </a:lnTo>
                  <a:lnTo>
                    <a:pt x="14100" y="99966"/>
                  </a:lnTo>
                  <a:lnTo>
                    <a:pt x="12020" y="104920"/>
                  </a:lnTo>
                  <a:lnTo>
                    <a:pt x="10099" y="109938"/>
                  </a:lnTo>
                  <a:lnTo>
                    <a:pt x="8341" y="115015"/>
                  </a:lnTo>
                  <a:lnTo>
                    <a:pt x="6747" y="120146"/>
                  </a:lnTo>
                  <a:lnTo>
                    <a:pt x="5319" y="125325"/>
                  </a:lnTo>
                  <a:lnTo>
                    <a:pt x="4058" y="130548"/>
                  </a:lnTo>
                  <a:lnTo>
                    <a:pt x="2966" y="135808"/>
                  </a:lnTo>
                  <a:lnTo>
                    <a:pt x="2043" y="141101"/>
                  </a:lnTo>
                  <a:lnTo>
                    <a:pt x="1290" y="146421"/>
                  </a:lnTo>
                  <a:lnTo>
                    <a:pt x="709" y="151763"/>
                  </a:lnTo>
                  <a:lnTo>
                    <a:pt x="300" y="157120"/>
                  </a:lnTo>
                  <a:lnTo>
                    <a:pt x="64" y="162487"/>
                  </a:lnTo>
                  <a:lnTo>
                    <a:pt x="0" y="16786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35" y="5269756"/>
              <a:ext cx="334321" cy="334329"/>
            </a:xfrm>
            <a:custGeom>
              <a:avLst/>
              <a:pathLst>
                <a:path w="334321" h="334329">
                  <a:moveTo>
                    <a:pt x="0" y="167860"/>
                  </a:moveTo>
                  <a:lnTo>
                    <a:pt x="106" y="173176"/>
                  </a:lnTo>
                  <a:lnTo>
                    <a:pt x="382" y="178487"/>
                  </a:lnTo>
                  <a:lnTo>
                    <a:pt x="826" y="183786"/>
                  </a:lnTo>
                  <a:lnTo>
                    <a:pt x="1439" y="189069"/>
                  </a:lnTo>
                  <a:lnTo>
                    <a:pt x="2220" y="194329"/>
                  </a:lnTo>
                  <a:lnTo>
                    <a:pt x="3167" y="199562"/>
                  </a:lnTo>
                  <a:lnTo>
                    <a:pt x="4280" y="204762"/>
                  </a:lnTo>
                  <a:lnTo>
                    <a:pt x="5558" y="209923"/>
                  </a:lnTo>
                  <a:lnTo>
                    <a:pt x="7000" y="215042"/>
                  </a:lnTo>
                  <a:lnTo>
                    <a:pt x="8604" y="220112"/>
                  </a:lnTo>
                  <a:lnTo>
                    <a:pt x="10368" y="225129"/>
                  </a:lnTo>
                  <a:lnTo>
                    <a:pt x="12291" y="230087"/>
                  </a:lnTo>
                  <a:lnTo>
                    <a:pt x="14371" y="234981"/>
                  </a:lnTo>
                  <a:lnTo>
                    <a:pt x="16605" y="239807"/>
                  </a:lnTo>
                  <a:lnTo>
                    <a:pt x="18992" y="244559"/>
                  </a:lnTo>
                  <a:lnTo>
                    <a:pt x="21528" y="249233"/>
                  </a:lnTo>
                  <a:lnTo>
                    <a:pt x="24212" y="253823"/>
                  </a:lnTo>
                  <a:lnTo>
                    <a:pt x="27041" y="258326"/>
                  </a:lnTo>
                  <a:lnTo>
                    <a:pt x="30011" y="262737"/>
                  </a:lnTo>
                  <a:lnTo>
                    <a:pt x="33121" y="267051"/>
                  </a:lnTo>
                  <a:lnTo>
                    <a:pt x="36365" y="271264"/>
                  </a:lnTo>
                  <a:lnTo>
                    <a:pt x="39743" y="275372"/>
                  </a:lnTo>
                  <a:lnTo>
                    <a:pt x="43249" y="279370"/>
                  </a:lnTo>
                  <a:lnTo>
                    <a:pt x="46880" y="283255"/>
                  </a:lnTo>
                  <a:lnTo>
                    <a:pt x="50634" y="287022"/>
                  </a:lnTo>
                  <a:lnTo>
                    <a:pt x="54505" y="290668"/>
                  </a:lnTo>
                  <a:lnTo>
                    <a:pt x="58490" y="294189"/>
                  </a:lnTo>
                  <a:lnTo>
                    <a:pt x="62585" y="297581"/>
                  </a:lnTo>
                  <a:lnTo>
                    <a:pt x="66786" y="300842"/>
                  </a:lnTo>
                  <a:lnTo>
                    <a:pt x="71089" y="303967"/>
                  </a:lnTo>
                  <a:lnTo>
                    <a:pt x="75489" y="306954"/>
                  </a:lnTo>
                  <a:lnTo>
                    <a:pt x="79981" y="309799"/>
                  </a:lnTo>
                  <a:lnTo>
                    <a:pt x="84562" y="312500"/>
                  </a:lnTo>
                  <a:lnTo>
                    <a:pt x="89227" y="315054"/>
                  </a:lnTo>
                  <a:lnTo>
                    <a:pt x="93970" y="317458"/>
                  </a:lnTo>
                  <a:lnTo>
                    <a:pt x="98787" y="319710"/>
                  </a:lnTo>
                  <a:lnTo>
                    <a:pt x="103674" y="321808"/>
                  </a:lnTo>
                  <a:lnTo>
                    <a:pt x="108624" y="323749"/>
                  </a:lnTo>
                  <a:lnTo>
                    <a:pt x="113635" y="325532"/>
                  </a:lnTo>
                  <a:lnTo>
                    <a:pt x="118699" y="327154"/>
                  </a:lnTo>
                  <a:lnTo>
                    <a:pt x="123812" y="328615"/>
                  </a:lnTo>
                  <a:lnTo>
                    <a:pt x="128969" y="329912"/>
                  </a:lnTo>
                  <a:lnTo>
                    <a:pt x="134165" y="331045"/>
                  </a:lnTo>
                  <a:lnTo>
                    <a:pt x="139394" y="332011"/>
                  </a:lnTo>
                  <a:lnTo>
                    <a:pt x="144651" y="332811"/>
                  </a:lnTo>
                  <a:lnTo>
                    <a:pt x="149931" y="333444"/>
                  </a:lnTo>
                  <a:lnTo>
                    <a:pt x="155229" y="333908"/>
                  </a:lnTo>
                  <a:lnTo>
                    <a:pt x="160538" y="334203"/>
                  </a:lnTo>
                  <a:lnTo>
                    <a:pt x="165855" y="334329"/>
                  </a:lnTo>
                  <a:lnTo>
                    <a:pt x="171172" y="334286"/>
                  </a:lnTo>
                  <a:lnTo>
                    <a:pt x="176486" y="334074"/>
                  </a:lnTo>
                  <a:lnTo>
                    <a:pt x="181790" y="333693"/>
                  </a:lnTo>
                  <a:lnTo>
                    <a:pt x="187079" y="333144"/>
                  </a:lnTo>
                  <a:lnTo>
                    <a:pt x="192349" y="332427"/>
                  </a:lnTo>
                  <a:lnTo>
                    <a:pt x="197592" y="331542"/>
                  </a:lnTo>
                  <a:lnTo>
                    <a:pt x="202805" y="330491"/>
                  </a:lnTo>
                  <a:lnTo>
                    <a:pt x="207982" y="329275"/>
                  </a:lnTo>
                  <a:lnTo>
                    <a:pt x="213117" y="327895"/>
                  </a:lnTo>
                  <a:lnTo>
                    <a:pt x="218207" y="326352"/>
                  </a:lnTo>
                  <a:lnTo>
                    <a:pt x="223244" y="324648"/>
                  </a:lnTo>
                  <a:lnTo>
                    <a:pt x="228225" y="322784"/>
                  </a:lnTo>
                  <a:lnTo>
                    <a:pt x="233143" y="320763"/>
                  </a:lnTo>
                  <a:lnTo>
                    <a:pt x="237995" y="318587"/>
                  </a:lnTo>
                  <a:lnTo>
                    <a:pt x="242776" y="316258"/>
                  </a:lnTo>
                  <a:lnTo>
                    <a:pt x="247480" y="313777"/>
                  </a:lnTo>
                  <a:lnTo>
                    <a:pt x="252102" y="311149"/>
                  </a:lnTo>
                  <a:lnTo>
                    <a:pt x="256639" y="308374"/>
                  </a:lnTo>
                  <a:lnTo>
                    <a:pt x="261085" y="305457"/>
                  </a:lnTo>
                  <a:lnTo>
                    <a:pt x="265436" y="302399"/>
                  </a:lnTo>
                  <a:lnTo>
                    <a:pt x="269688" y="299205"/>
                  </a:lnTo>
                  <a:lnTo>
                    <a:pt x="273836" y="295878"/>
                  </a:lnTo>
                  <a:lnTo>
                    <a:pt x="277876" y="292420"/>
                  </a:lnTo>
                  <a:lnTo>
                    <a:pt x="281804" y="288835"/>
                  </a:lnTo>
                  <a:lnTo>
                    <a:pt x="285615" y="285127"/>
                  </a:lnTo>
                  <a:lnTo>
                    <a:pt x="289307" y="281300"/>
                  </a:lnTo>
                  <a:lnTo>
                    <a:pt x="292876" y="277357"/>
                  </a:lnTo>
                  <a:lnTo>
                    <a:pt x="296317" y="273303"/>
                  </a:lnTo>
                  <a:lnTo>
                    <a:pt x="299628" y="269141"/>
                  </a:lnTo>
                  <a:lnTo>
                    <a:pt x="302804" y="264876"/>
                  </a:lnTo>
                  <a:lnTo>
                    <a:pt x="305843" y="260513"/>
                  </a:lnTo>
                  <a:lnTo>
                    <a:pt x="308742" y="256054"/>
                  </a:lnTo>
                  <a:lnTo>
                    <a:pt x="311498" y="251506"/>
                  </a:lnTo>
                  <a:lnTo>
                    <a:pt x="314107" y="246873"/>
                  </a:lnTo>
                  <a:lnTo>
                    <a:pt x="316568" y="242159"/>
                  </a:lnTo>
                  <a:lnTo>
                    <a:pt x="318878" y="237369"/>
                  </a:lnTo>
                  <a:lnTo>
                    <a:pt x="321034" y="232508"/>
                  </a:lnTo>
                  <a:lnTo>
                    <a:pt x="323035" y="227580"/>
                  </a:lnTo>
                  <a:lnTo>
                    <a:pt x="324877" y="222592"/>
                  </a:lnTo>
                  <a:lnTo>
                    <a:pt x="326560" y="217548"/>
                  </a:lnTo>
                  <a:lnTo>
                    <a:pt x="328082" y="212452"/>
                  </a:lnTo>
                  <a:lnTo>
                    <a:pt x="329441" y="207311"/>
                  </a:lnTo>
                  <a:lnTo>
                    <a:pt x="330636" y="202129"/>
                  </a:lnTo>
                  <a:lnTo>
                    <a:pt x="331665" y="196912"/>
                  </a:lnTo>
                  <a:lnTo>
                    <a:pt x="332528" y="191665"/>
                  </a:lnTo>
                  <a:lnTo>
                    <a:pt x="333224" y="186393"/>
                  </a:lnTo>
                  <a:lnTo>
                    <a:pt x="333751" y="181101"/>
                  </a:lnTo>
                  <a:lnTo>
                    <a:pt x="334110" y="175796"/>
                  </a:lnTo>
                  <a:lnTo>
                    <a:pt x="334300" y="170481"/>
                  </a:lnTo>
                  <a:lnTo>
                    <a:pt x="334321" y="165163"/>
                  </a:lnTo>
                  <a:lnTo>
                    <a:pt x="334173" y="159848"/>
                  </a:lnTo>
                  <a:lnTo>
                    <a:pt x="333855" y="154539"/>
                  </a:lnTo>
                  <a:lnTo>
                    <a:pt x="333369" y="149244"/>
                  </a:lnTo>
                  <a:lnTo>
                    <a:pt x="332715" y="143966"/>
                  </a:lnTo>
                  <a:lnTo>
                    <a:pt x="331893" y="138713"/>
                  </a:lnTo>
                  <a:lnTo>
                    <a:pt x="330905" y="133487"/>
                  </a:lnTo>
                  <a:lnTo>
                    <a:pt x="329751" y="128296"/>
                  </a:lnTo>
                  <a:lnTo>
                    <a:pt x="328432" y="123145"/>
                  </a:lnTo>
                  <a:lnTo>
                    <a:pt x="326951" y="118037"/>
                  </a:lnTo>
                  <a:lnTo>
                    <a:pt x="325307" y="112980"/>
                  </a:lnTo>
                  <a:lnTo>
                    <a:pt x="323503" y="107977"/>
                  </a:lnTo>
                  <a:lnTo>
                    <a:pt x="321542" y="103035"/>
                  </a:lnTo>
                  <a:lnTo>
                    <a:pt x="319424" y="98157"/>
                  </a:lnTo>
                  <a:lnTo>
                    <a:pt x="317152" y="93349"/>
                  </a:lnTo>
                  <a:lnTo>
                    <a:pt x="314728" y="88616"/>
                  </a:lnTo>
                  <a:lnTo>
                    <a:pt x="312155" y="83962"/>
                  </a:lnTo>
                  <a:lnTo>
                    <a:pt x="309435" y="79392"/>
                  </a:lnTo>
                  <a:lnTo>
                    <a:pt x="306571" y="74912"/>
                  </a:lnTo>
                  <a:lnTo>
                    <a:pt x="303566" y="70524"/>
                  </a:lnTo>
                  <a:lnTo>
                    <a:pt x="300423" y="66235"/>
                  </a:lnTo>
                  <a:lnTo>
                    <a:pt x="297145" y="62047"/>
                  </a:lnTo>
                  <a:lnTo>
                    <a:pt x="293736" y="57966"/>
                  </a:lnTo>
                  <a:lnTo>
                    <a:pt x="290199" y="53995"/>
                  </a:lnTo>
                  <a:lnTo>
                    <a:pt x="286537" y="50139"/>
                  </a:lnTo>
                  <a:lnTo>
                    <a:pt x="282754" y="46402"/>
                  </a:lnTo>
                  <a:lnTo>
                    <a:pt x="278854" y="42786"/>
                  </a:lnTo>
                  <a:lnTo>
                    <a:pt x="274842" y="39297"/>
                  </a:lnTo>
                  <a:lnTo>
                    <a:pt x="270720" y="35937"/>
                  </a:lnTo>
                  <a:lnTo>
                    <a:pt x="266494" y="32709"/>
                  </a:lnTo>
                  <a:lnTo>
                    <a:pt x="262167" y="29618"/>
                  </a:lnTo>
                  <a:lnTo>
                    <a:pt x="257743" y="26666"/>
                  </a:lnTo>
                  <a:lnTo>
                    <a:pt x="253229" y="23856"/>
                  </a:lnTo>
                  <a:lnTo>
                    <a:pt x="248627" y="21191"/>
                  </a:lnTo>
                  <a:lnTo>
                    <a:pt x="243943" y="18674"/>
                  </a:lnTo>
                  <a:lnTo>
                    <a:pt x="239181" y="16307"/>
                  </a:lnTo>
                  <a:lnTo>
                    <a:pt x="234346" y="14093"/>
                  </a:lnTo>
                  <a:lnTo>
                    <a:pt x="229443" y="12033"/>
                  </a:lnTo>
                  <a:lnTo>
                    <a:pt x="224477" y="10131"/>
                  </a:lnTo>
                  <a:lnTo>
                    <a:pt x="219453" y="8387"/>
                  </a:lnTo>
                  <a:lnTo>
                    <a:pt x="214376" y="6805"/>
                  </a:lnTo>
                  <a:lnTo>
                    <a:pt x="209252" y="5384"/>
                  </a:lnTo>
                  <a:lnTo>
                    <a:pt x="204085" y="4127"/>
                  </a:lnTo>
                  <a:lnTo>
                    <a:pt x="198880" y="3035"/>
                  </a:lnTo>
                  <a:lnTo>
                    <a:pt x="193644" y="2110"/>
                  </a:lnTo>
                  <a:lnTo>
                    <a:pt x="188380" y="1351"/>
                  </a:lnTo>
                  <a:lnTo>
                    <a:pt x="183095" y="760"/>
                  </a:lnTo>
                  <a:lnTo>
                    <a:pt x="177794" y="338"/>
                  </a:lnTo>
                  <a:lnTo>
                    <a:pt x="172483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214" y="5399291"/>
              <a:ext cx="10001" cy="167167"/>
            </a:xfrm>
            <a:custGeom>
              <a:avLst/>
              <a:pathLst>
                <a:path w="10001" h="167167">
                  <a:moveTo>
                    <a:pt x="10001" y="0"/>
                  </a:moveTo>
                  <a:lnTo>
                    <a:pt x="0" y="299"/>
                  </a:lnTo>
                  <a:lnTo>
                    <a:pt x="100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214" y="5399591"/>
              <a:ext cx="10001" cy="166867"/>
            </a:xfrm>
            <a:custGeom>
              <a:avLst/>
              <a:pathLst>
                <a:path w="10001" h="166867">
                  <a:moveTo>
                    <a:pt x="0" y="0"/>
                  </a:moveTo>
                  <a:lnTo>
                    <a:pt x="10001" y="166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214" y="5399591"/>
              <a:ext cx="10001" cy="166867"/>
            </a:xfrm>
            <a:custGeom>
              <a:avLst/>
              <a:pathLst>
                <a:path w="10001" h="166867">
                  <a:moveTo>
                    <a:pt x="0" y="0"/>
                  </a:moveTo>
                  <a:lnTo>
                    <a:pt x="10001" y="166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214" y="5399591"/>
              <a:ext cx="10001" cy="166867"/>
            </a:xfrm>
            <a:custGeom>
              <a:avLst/>
              <a:pathLst>
                <a:path w="10001" h="166867">
                  <a:moveTo>
                    <a:pt x="0" y="0"/>
                  </a:moveTo>
                  <a:lnTo>
                    <a:pt x="10001" y="166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214" y="5399591"/>
              <a:ext cx="10001" cy="166867"/>
            </a:xfrm>
            <a:custGeom>
              <a:avLst/>
              <a:pathLst>
                <a:path w="10001" h="166867">
                  <a:moveTo>
                    <a:pt x="0" y="0"/>
                  </a:moveTo>
                  <a:lnTo>
                    <a:pt x="10001" y="1668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6214" y="5399591"/>
              <a:ext cx="10001" cy="166867"/>
            </a:xfrm>
            <a:custGeom>
              <a:avLst/>
              <a:pathLst>
                <a:path w="10001" h="166867">
                  <a:moveTo>
                    <a:pt x="0" y="0"/>
                  </a:moveTo>
                  <a:lnTo>
                    <a:pt x="10001" y="1668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6214" y="5399591"/>
              <a:ext cx="10001" cy="166867"/>
            </a:xfrm>
            <a:custGeom>
              <a:avLst/>
              <a:pathLst>
                <a:path w="10001" h="166867">
                  <a:moveTo>
                    <a:pt x="0" y="0"/>
                  </a:moveTo>
                  <a:lnTo>
                    <a:pt x="10001" y="1668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7" y="5399591"/>
              <a:ext cx="334323" cy="334030"/>
            </a:xfrm>
            <a:custGeom>
              <a:avLst/>
              <a:pathLst>
                <a:path w="334323" h="334030">
                  <a:moveTo>
                    <a:pt x="157157" y="0"/>
                  </a:moveTo>
                  <a:lnTo>
                    <a:pt x="151875" y="400"/>
                  </a:lnTo>
                  <a:lnTo>
                    <a:pt x="146608" y="968"/>
                  </a:lnTo>
                  <a:lnTo>
                    <a:pt x="141362" y="1702"/>
                  </a:lnTo>
                  <a:lnTo>
                    <a:pt x="136142" y="2603"/>
                  </a:lnTo>
                  <a:lnTo>
                    <a:pt x="130953" y="3668"/>
                  </a:lnTo>
                  <a:lnTo>
                    <a:pt x="125801" y="4897"/>
                  </a:lnTo>
                  <a:lnTo>
                    <a:pt x="120689" y="6289"/>
                  </a:lnTo>
                  <a:lnTo>
                    <a:pt x="115625" y="7841"/>
                  </a:lnTo>
                  <a:lnTo>
                    <a:pt x="110612" y="9554"/>
                  </a:lnTo>
                  <a:lnTo>
                    <a:pt x="105657" y="11425"/>
                  </a:lnTo>
                  <a:lnTo>
                    <a:pt x="100762" y="13451"/>
                  </a:lnTo>
                  <a:lnTo>
                    <a:pt x="95935" y="15632"/>
                  </a:lnTo>
                  <a:lnTo>
                    <a:pt x="91179" y="17964"/>
                  </a:lnTo>
                  <a:lnTo>
                    <a:pt x="86499" y="20447"/>
                  </a:lnTo>
                  <a:lnTo>
                    <a:pt x="81901" y="23076"/>
                  </a:lnTo>
                  <a:lnTo>
                    <a:pt x="77388" y="25849"/>
                  </a:lnTo>
                  <a:lnTo>
                    <a:pt x="72965" y="28764"/>
                  </a:lnTo>
                  <a:lnTo>
                    <a:pt x="68636" y="31818"/>
                  </a:lnTo>
                  <a:lnTo>
                    <a:pt x="64407" y="35007"/>
                  </a:lnTo>
                  <a:lnTo>
                    <a:pt x="60281" y="38329"/>
                  </a:lnTo>
                  <a:lnTo>
                    <a:pt x="56262" y="41780"/>
                  </a:lnTo>
                  <a:lnTo>
                    <a:pt x="52354" y="45356"/>
                  </a:lnTo>
                  <a:lnTo>
                    <a:pt x="48562" y="49055"/>
                  </a:lnTo>
                  <a:lnTo>
                    <a:pt x="44889" y="52871"/>
                  </a:lnTo>
                  <a:lnTo>
                    <a:pt x="41338" y="56802"/>
                  </a:lnTo>
                  <a:lnTo>
                    <a:pt x="37914" y="60844"/>
                  </a:lnTo>
                  <a:lnTo>
                    <a:pt x="34620" y="64992"/>
                  </a:lnTo>
                  <a:lnTo>
                    <a:pt x="31459" y="69243"/>
                  </a:lnTo>
                  <a:lnTo>
                    <a:pt x="28434" y="73591"/>
                  </a:lnTo>
                  <a:lnTo>
                    <a:pt x="25548" y="78033"/>
                  </a:lnTo>
                  <a:lnTo>
                    <a:pt x="22805" y="82565"/>
                  </a:lnTo>
                  <a:lnTo>
                    <a:pt x="20206" y="87181"/>
                  </a:lnTo>
                  <a:lnTo>
                    <a:pt x="17755" y="91877"/>
                  </a:lnTo>
                  <a:lnTo>
                    <a:pt x="15454" y="96648"/>
                  </a:lnTo>
                  <a:lnTo>
                    <a:pt x="13306" y="101490"/>
                  </a:lnTo>
                  <a:lnTo>
                    <a:pt x="11311" y="106397"/>
                  </a:lnTo>
                  <a:lnTo>
                    <a:pt x="9474" y="111365"/>
                  </a:lnTo>
                  <a:lnTo>
                    <a:pt x="7794" y="116389"/>
                  </a:lnTo>
                  <a:lnTo>
                    <a:pt x="6275" y="121464"/>
                  </a:lnTo>
                  <a:lnTo>
                    <a:pt x="4917" y="126584"/>
                  </a:lnTo>
                  <a:lnTo>
                    <a:pt x="3722" y="131744"/>
                  </a:lnTo>
                  <a:lnTo>
                    <a:pt x="2692" y="136940"/>
                  </a:lnTo>
                  <a:lnTo>
                    <a:pt x="1826" y="142166"/>
                  </a:lnTo>
                  <a:lnTo>
                    <a:pt x="1126" y="147417"/>
                  </a:lnTo>
                  <a:lnTo>
                    <a:pt x="593" y="152687"/>
                  </a:lnTo>
                  <a:lnTo>
                    <a:pt x="228" y="157972"/>
                  </a:lnTo>
                  <a:lnTo>
                    <a:pt x="30" y="163265"/>
                  </a:lnTo>
                  <a:lnTo>
                    <a:pt x="0" y="168562"/>
                  </a:lnTo>
                  <a:lnTo>
                    <a:pt x="137" y="173858"/>
                  </a:lnTo>
                  <a:lnTo>
                    <a:pt x="442" y="179146"/>
                  </a:lnTo>
                  <a:lnTo>
                    <a:pt x="915" y="184422"/>
                  </a:lnTo>
                  <a:lnTo>
                    <a:pt x="1555" y="189680"/>
                  </a:lnTo>
                  <a:lnTo>
                    <a:pt x="2361" y="194916"/>
                  </a:lnTo>
                  <a:lnTo>
                    <a:pt x="3332" y="200123"/>
                  </a:lnTo>
                  <a:lnTo>
                    <a:pt x="4468" y="205297"/>
                  </a:lnTo>
                  <a:lnTo>
                    <a:pt x="5767" y="210432"/>
                  </a:lnTo>
                  <a:lnTo>
                    <a:pt x="7229" y="215524"/>
                  </a:lnTo>
                  <a:lnTo>
                    <a:pt x="8851" y="220567"/>
                  </a:lnTo>
                  <a:lnTo>
                    <a:pt x="10631" y="225555"/>
                  </a:lnTo>
                  <a:lnTo>
                    <a:pt x="12569" y="230485"/>
                  </a:lnTo>
                  <a:lnTo>
                    <a:pt x="14663" y="235351"/>
                  </a:lnTo>
                  <a:lnTo>
                    <a:pt x="16909" y="240149"/>
                  </a:lnTo>
                  <a:lnTo>
                    <a:pt x="19306" y="244872"/>
                  </a:lnTo>
                  <a:lnTo>
                    <a:pt x="21852" y="249518"/>
                  </a:lnTo>
                  <a:lnTo>
                    <a:pt x="24544" y="254080"/>
                  </a:lnTo>
                  <a:lnTo>
                    <a:pt x="27378" y="258555"/>
                  </a:lnTo>
                  <a:lnTo>
                    <a:pt x="30354" y="262937"/>
                  </a:lnTo>
                  <a:lnTo>
                    <a:pt x="33466" y="267224"/>
                  </a:lnTo>
                  <a:lnTo>
                    <a:pt x="36713" y="271409"/>
                  </a:lnTo>
                  <a:lnTo>
                    <a:pt x="40091" y="275490"/>
                  </a:lnTo>
                  <a:lnTo>
                    <a:pt x="43596" y="279461"/>
                  </a:lnTo>
                  <a:lnTo>
                    <a:pt x="47225" y="283319"/>
                  </a:lnTo>
                  <a:lnTo>
                    <a:pt x="50975" y="287061"/>
                  </a:lnTo>
                  <a:lnTo>
                    <a:pt x="54842" y="290682"/>
                  </a:lnTo>
                  <a:lnTo>
                    <a:pt x="58821" y="294178"/>
                  </a:lnTo>
                  <a:lnTo>
                    <a:pt x="62909" y="297547"/>
                  </a:lnTo>
                  <a:lnTo>
                    <a:pt x="67102" y="300784"/>
                  </a:lnTo>
                  <a:lnTo>
                    <a:pt x="71395" y="303887"/>
                  </a:lnTo>
                  <a:lnTo>
                    <a:pt x="75784" y="306852"/>
                  </a:lnTo>
                  <a:lnTo>
                    <a:pt x="80265" y="309677"/>
                  </a:lnTo>
                  <a:lnTo>
                    <a:pt x="84834" y="312358"/>
                  </a:lnTo>
                  <a:lnTo>
                    <a:pt x="89485" y="314894"/>
                  </a:lnTo>
                  <a:lnTo>
                    <a:pt x="94214" y="317280"/>
                  </a:lnTo>
                  <a:lnTo>
                    <a:pt x="99016" y="319516"/>
                  </a:lnTo>
                  <a:lnTo>
                    <a:pt x="103887" y="321598"/>
                  </a:lnTo>
                  <a:lnTo>
                    <a:pt x="108821" y="323525"/>
                  </a:lnTo>
                  <a:lnTo>
                    <a:pt x="113814" y="325295"/>
                  </a:lnTo>
                  <a:lnTo>
                    <a:pt x="118860" y="326906"/>
                  </a:lnTo>
                  <a:lnTo>
                    <a:pt x="123955" y="328356"/>
                  </a:lnTo>
                  <a:lnTo>
                    <a:pt x="129093" y="329643"/>
                  </a:lnTo>
                  <a:lnTo>
                    <a:pt x="134270" y="330768"/>
                  </a:lnTo>
                  <a:lnTo>
                    <a:pt x="139479" y="331727"/>
                  </a:lnTo>
                  <a:lnTo>
                    <a:pt x="144716" y="332522"/>
                  </a:lnTo>
                  <a:lnTo>
                    <a:pt x="149976" y="333150"/>
                  </a:lnTo>
                  <a:lnTo>
                    <a:pt x="155253" y="333610"/>
                  </a:lnTo>
                  <a:lnTo>
                    <a:pt x="160542" y="333904"/>
                  </a:lnTo>
                  <a:lnTo>
                    <a:pt x="165838" y="334030"/>
                  </a:lnTo>
                  <a:lnTo>
                    <a:pt x="171135" y="333988"/>
                  </a:lnTo>
                  <a:lnTo>
                    <a:pt x="176428" y="333778"/>
                  </a:lnTo>
                  <a:lnTo>
                    <a:pt x="181711" y="333400"/>
                  </a:lnTo>
                  <a:lnTo>
                    <a:pt x="186980" y="332856"/>
                  </a:lnTo>
                  <a:lnTo>
                    <a:pt x="192230" y="332144"/>
                  </a:lnTo>
                  <a:lnTo>
                    <a:pt x="197454" y="331267"/>
                  </a:lnTo>
                  <a:lnTo>
                    <a:pt x="202647" y="330224"/>
                  </a:lnTo>
                  <a:lnTo>
                    <a:pt x="207805" y="329018"/>
                  </a:lnTo>
                  <a:lnTo>
                    <a:pt x="212922" y="327649"/>
                  </a:lnTo>
                  <a:lnTo>
                    <a:pt x="217993" y="326118"/>
                  </a:lnTo>
                  <a:lnTo>
                    <a:pt x="223013" y="324428"/>
                  </a:lnTo>
                  <a:lnTo>
                    <a:pt x="227977" y="322579"/>
                  </a:lnTo>
                  <a:lnTo>
                    <a:pt x="232880" y="320574"/>
                  </a:lnTo>
                  <a:lnTo>
                    <a:pt x="237717" y="318414"/>
                  </a:lnTo>
                  <a:lnTo>
                    <a:pt x="242483" y="316102"/>
                  </a:lnTo>
                  <a:lnTo>
                    <a:pt x="247174" y="313641"/>
                  </a:lnTo>
                  <a:lnTo>
                    <a:pt x="251784" y="311032"/>
                  </a:lnTo>
                  <a:lnTo>
                    <a:pt x="256309" y="308278"/>
                  </a:lnTo>
                  <a:lnTo>
                    <a:pt x="260745" y="305383"/>
                  </a:lnTo>
                  <a:lnTo>
                    <a:pt x="265087" y="302348"/>
                  </a:lnTo>
                  <a:lnTo>
                    <a:pt x="269330" y="299177"/>
                  </a:lnTo>
                  <a:lnTo>
                    <a:pt x="273471" y="295874"/>
                  </a:lnTo>
                  <a:lnTo>
                    <a:pt x="277505" y="292441"/>
                  </a:lnTo>
                  <a:lnTo>
                    <a:pt x="281428" y="288881"/>
                  </a:lnTo>
                  <a:lnTo>
                    <a:pt x="285236" y="285200"/>
                  </a:lnTo>
                  <a:lnTo>
                    <a:pt x="288926" y="281399"/>
                  </a:lnTo>
                  <a:lnTo>
                    <a:pt x="292494" y="277484"/>
                  </a:lnTo>
                  <a:lnTo>
                    <a:pt x="295936" y="273457"/>
                  </a:lnTo>
                  <a:lnTo>
                    <a:pt x="299248" y="269323"/>
                  </a:lnTo>
                  <a:lnTo>
                    <a:pt x="302428" y="265087"/>
                  </a:lnTo>
                  <a:lnTo>
                    <a:pt x="305472" y="260752"/>
                  </a:lnTo>
                  <a:lnTo>
                    <a:pt x="308377" y="256322"/>
                  </a:lnTo>
                  <a:lnTo>
                    <a:pt x="311141" y="251803"/>
                  </a:lnTo>
                  <a:lnTo>
                    <a:pt x="313759" y="247198"/>
                  </a:lnTo>
                  <a:lnTo>
                    <a:pt x="316231" y="242513"/>
                  </a:lnTo>
                  <a:lnTo>
                    <a:pt x="318553" y="237752"/>
                  </a:lnTo>
                  <a:lnTo>
                    <a:pt x="320723" y="232920"/>
                  </a:lnTo>
                  <a:lnTo>
                    <a:pt x="322738" y="228021"/>
                  </a:lnTo>
                  <a:lnTo>
                    <a:pt x="324598" y="223061"/>
                  </a:lnTo>
                  <a:lnTo>
                    <a:pt x="326299" y="218045"/>
                  </a:lnTo>
                  <a:lnTo>
                    <a:pt x="327841" y="212977"/>
                  </a:lnTo>
                  <a:lnTo>
                    <a:pt x="329221" y="207863"/>
                  </a:lnTo>
                  <a:lnTo>
                    <a:pt x="330439" y="202707"/>
                  </a:lnTo>
                  <a:lnTo>
                    <a:pt x="331492" y="197516"/>
                  </a:lnTo>
                  <a:lnTo>
                    <a:pt x="332381" y="192294"/>
                  </a:lnTo>
                  <a:lnTo>
                    <a:pt x="333103" y="187046"/>
                  </a:lnTo>
                  <a:lnTo>
                    <a:pt x="333659" y="181778"/>
                  </a:lnTo>
                  <a:lnTo>
                    <a:pt x="334048" y="176496"/>
                  </a:lnTo>
                  <a:lnTo>
                    <a:pt x="334270" y="171203"/>
                  </a:lnTo>
                  <a:lnTo>
                    <a:pt x="334323" y="165906"/>
                  </a:lnTo>
                  <a:lnTo>
                    <a:pt x="334209" y="160610"/>
                  </a:lnTo>
                  <a:lnTo>
                    <a:pt x="333927" y="155321"/>
                  </a:lnTo>
                  <a:lnTo>
                    <a:pt x="333477" y="150043"/>
                  </a:lnTo>
                  <a:lnTo>
                    <a:pt x="332860" y="144782"/>
                  </a:lnTo>
                  <a:lnTo>
                    <a:pt x="332077" y="139543"/>
                  </a:lnTo>
                  <a:lnTo>
                    <a:pt x="331129" y="134331"/>
                  </a:lnTo>
                  <a:lnTo>
                    <a:pt x="330016" y="129152"/>
                  </a:lnTo>
                  <a:lnTo>
                    <a:pt x="328739" y="124011"/>
                  </a:lnTo>
                  <a:lnTo>
                    <a:pt x="327300" y="118913"/>
                  </a:lnTo>
                  <a:lnTo>
                    <a:pt x="325700" y="113864"/>
                  </a:lnTo>
                  <a:lnTo>
                    <a:pt x="323941" y="108867"/>
                  </a:lnTo>
                  <a:lnTo>
                    <a:pt x="322025" y="103929"/>
                  </a:lnTo>
                  <a:lnTo>
                    <a:pt x="319953" y="99053"/>
                  </a:lnTo>
                  <a:lnTo>
                    <a:pt x="317728" y="94246"/>
                  </a:lnTo>
                  <a:lnTo>
                    <a:pt x="315351" y="89512"/>
                  </a:lnTo>
                  <a:lnTo>
                    <a:pt x="312826" y="84856"/>
                  </a:lnTo>
                  <a:lnTo>
                    <a:pt x="310154" y="80282"/>
                  </a:lnTo>
                  <a:lnTo>
                    <a:pt x="307339" y="75795"/>
                  </a:lnTo>
                  <a:lnTo>
                    <a:pt x="304383" y="71399"/>
                  </a:lnTo>
                  <a:lnTo>
                    <a:pt x="301290" y="67099"/>
                  </a:lnTo>
                  <a:lnTo>
                    <a:pt x="298061" y="62899"/>
                  </a:lnTo>
                  <a:lnTo>
                    <a:pt x="294701" y="58804"/>
                  </a:lnTo>
                  <a:lnTo>
                    <a:pt x="291214" y="54817"/>
                  </a:lnTo>
                  <a:lnTo>
                    <a:pt x="287601" y="50943"/>
                  </a:lnTo>
                  <a:lnTo>
                    <a:pt x="283868" y="47185"/>
                  </a:lnTo>
                  <a:lnTo>
                    <a:pt x="280017" y="43547"/>
                  </a:lnTo>
                  <a:lnTo>
                    <a:pt x="276053" y="40034"/>
                  </a:lnTo>
                  <a:lnTo>
                    <a:pt x="271980" y="36647"/>
                  </a:lnTo>
                  <a:lnTo>
                    <a:pt x="267802" y="33391"/>
                  </a:lnTo>
                  <a:lnTo>
                    <a:pt x="263522" y="30270"/>
                  </a:lnTo>
                  <a:lnTo>
                    <a:pt x="259146" y="27285"/>
                  </a:lnTo>
                  <a:lnTo>
                    <a:pt x="254677" y="24441"/>
                  </a:lnTo>
                  <a:lnTo>
                    <a:pt x="250121" y="21739"/>
                  </a:lnTo>
                  <a:lnTo>
                    <a:pt x="245481" y="19184"/>
                  </a:lnTo>
                  <a:lnTo>
                    <a:pt x="240762" y="16776"/>
                  </a:lnTo>
                  <a:lnTo>
                    <a:pt x="235970" y="14519"/>
                  </a:lnTo>
                  <a:lnTo>
                    <a:pt x="231108" y="12416"/>
                  </a:lnTo>
                  <a:lnTo>
                    <a:pt x="226183" y="10467"/>
                  </a:lnTo>
                  <a:lnTo>
                    <a:pt x="221198" y="8676"/>
                  </a:lnTo>
                  <a:lnTo>
                    <a:pt x="216159" y="7043"/>
                  </a:lnTo>
                  <a:lnTo>
                    <a:pt x="167158" y="1668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49000" cy="167167"/>
            </a:xfrm>
            <a:custGeom>
              <a:avLst/>
              <a:pathLst>
                <a:path w="49000" h="167167">
                  <a:moveTo>
                    <a:pt x="49000" y="7342"/>
                  </a:moveTo>
                  <a:lnTo>
                    <a:pt x="43024" y="5631"/>
                  </a:lnTo>
                  <a:lnTo>
                    <a:pt x="36989" y="4143"/>
                  </a:lnTo>
                  <a:lnTo>
                    <a:pt x="30902" y="2881"/>
                  </a:lnTo>
                  <a:lnTo>
                    <a:pt x="24773" y="1845"/>
                  </a:lnTo>
                  <a:lnTo>
                    <a:pt x="18610" y="1039"/>
                  </a:lnTo>
                  <a:lnTo>
                    <a:pt x="12421" y="462"/>
                  </a:lnTo>
                  <a:lnTo>
                    <a:pt x="6214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3518" y="5399291"/>
              <a:ext cx="80025" cy="167167"/>
            </a:xfrm>
            <a:custGeom>
              <a:avLst/>
              <a:pathLst>
                <a:path w="80025" h="167167">
                  <a:moveTo>
                    <a:pt x="80025" y="0"/>
                  </a:moveTo>
                  <a:lnTo>
                    <a:pt x="74066" y="106"/>
                  </a:lnTo>
                  <a:lnTo>
                    <a:pt x="68114" y="424"/>
                  </a:lnTo>
                  <a:lnTo>
                    <a:pt x="62177" y="955"/>
                  </a:lnTo>
                  <a:lnTo>
                    <a:pt x="56264" y="1697"/>
                  </a:lnTo>
                  <a:lnTo>
                    <a:pt x="50380" y="2649"/>
                  </a:lnTo>
                  <a:lnTo>
                    <a:pt x="44534" y="3811"/>
                  </a:lnTo>
                  <a:lnTo>
                    <a:pt x="38733" y="5180"/>
                  </a:lnTo>
                  <a:lnTo>
                    <a:pt x="32984" y="6755"/>
                  </a:lnTo>
                  <a:lnTo>
                    <a:pt x="27296" y="8534"/>
                  </a:lnTo>
                  <a:lnTo>
                    <a:pt x="21674" y="10514"/>
                  </a:lnTo>
                  <a:lnTo>
                    <a:pt x="16127" y="12694"/>
                  </a:lnTo>
                  <a:lnTo>
                    <a:pt x="10661" y="15070"/>
                  </a:lnTo>
                  <a:lnTo>
                    <a:pt x="5282" y="17639"/>
                  </a:lnTo>
                  <a:lnTo>
                    <a:pt x="0" y="20399"/>
                  </a:lnTo>
                  <a:lnTo>
                    <a:pt x="8002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3518" y="5419691"/>
              <a:ext cx="80025" cy="146767"/>
            </a:xfrm>
            <a:custGeom>
              <a:avLst/>
              <a:pathLst>
                <a:path w="80025" h="146767">
                  <a:moveTo>
                    <a:pt x="0" y="0"/>
                  </a:moveTo>
                  <a:lnTo>
                    <a:pt x="80025" y="1467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3518" y="5419691"/>
              <a:ext cx="80025" cy="146767"/>
            </a:xfrm>
            <a:custGeom>
              <a:avLst/>
              <a:pathLst>
                <a:path w="80025" h="146767">
                  <a:moveTo>
                    <a:pt x="0" y="0"/>
                  </a:moveTo>
                  <a:lnTo>
                    <a:pt x="80025" y="1467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3518" y="5419691"/>
              <a:ext cx="80025" cy="146767"/>
            </a:xfrm>
            <a:custGeom>
              <a:avLst/>
              <a:pathLst>
                <a:path w="80025" h="146767">
                  <a:moveTo>
                    <a:pt x="0" y="0"/>
                  </a:moveTo>
                  <a:lnTo>
                    <a:pt x="80025" y="1467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3518" y="5419691"/>
              <a:ext cx="80025" cy="146767"/>
            </a:xfrm>
            <a:custGeom>
              <a:avLst/>
              <a:pathLst>
                <a:path w="80025" h="146767">
                  <a:moveTo>
                    <a:pt x="0" y="0"/>
                  </a:moveTo>
                  <a:lnTo>
                    <a:pt x="80025" y="1467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3518" y="5419691"/>
              <a:ext cx="80025" cy="146767"/>
            </a:xfrm>
            <a:custGeom>
              <a:avLst/>
              <a:pathLst>
                <a:path w="80025" h="146767">
                  <a:moveTo>
                    <a:pt x="0" y="0"/>
                  </a:moveTo>
                  <a:lnTo>
                    <a:pt x="80025" y="1467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85" y="5419691"/>
              <a:ext cx="167158" cy="313578"/>
            </a:xfrm>
            <a:custGeom>
              <a:avLst/>
              <a:pathLst>
                <a:path w="167158" h="313578">
                  <a:moveTo>
                    <a:pt x="87133" y="0"/>
                  </a:moveTo>
                  <a:lnTo>
                    <a:pt x="82505" y="2619"/>
                  </a:lnTo>
                  <a:lnTo>
                    <a:pt x="77962" y="5385"/>
                  </a:lnTo>
                  <a:lnTo>
                    <a:pt x="73510" y="8294"/>
                  </a:lnTo>
                  <a:lnTo>
                    <a:pt x="69153" y="11343"/>
                  </a:lnTo>
                  <a:lnTo>
                    <a:pt x="64894" y="14529"/>
                  </a:lnTo>
                  <a:lnTo>
                    <a:pt x="60740" y="17849"/>
                  </a:lnTo>
                  <a:lnTo>
                    <a:pt x="56693" y="21299"/>
                  </a:lnTo>
                  <a:lnTo>
                    <a:pt x="52757" y="24877"/>
                  </a:lnTo>
                  <a:lnTo>
                    <a:pt x="48938" y="28577"/>
                  </a:lnTo>
                  <a:lnTo>
                    <a:pt x="45238" y="32398"/>
                  </a:lnTo>
                  <a:lnTo>
                    <a:pt x="41662" y="36334"/>
                  </a:lnTo>
                  <a:lnTo>
                    <a:pt x="38213" y="40382"/>
                  </a:lnTo>
                  <a:lnTo>
                    <a:pt x="34894" y="44537"/>
                  </a:lnTo>
                  <a:lnTo>
                    <a:pt x="31709" y="48796"/>
                  </a:lnTo>
                  <a:lnTo>
                    <a:pt x="28661" y="53154"/>
                  </a:lnTo>
                  <a:lnTo>
                    <a:pt x="25753" y="57607"/>
                  </a:lnTo>
                  <a:lnTo>
                    <a:pt x="22989" y="62150"/>
                  </a:lnTo>
                  <a:lnTo>
                    <a:pt x="20370" y="66779"/>
                  </a:lnTo>
                  <a:lnTo>
                    <a:pt x="17900" y="71489"/>
                  </a:lnTo>
                  <a:lnTo>
                    <a:pt x="15581" y="76275"/>
                  </a:lnTo>
                  <a:lnTo>
                    <a:pt x="13415" y="81132"/>
                  </a:lnTo>
                  <a:lnTo>
                    <a:pt x="11405" y="86056"/>
                  </a:lnTo>
                  <a:lnTo>
                    <a:pt x="9553" y="91041"/>
                  </a:lnTo>
                  <a:lnTo>
                    <a:pt x="7860" y="96083"/>
                  </a:lnTo>
                  <a:lnTo>
                    <a:pt x="6328" y="101176"/>
                  </a:lnTo>
                  <a:lnTo>
                    <a:pt x="4959" y="106315"/>
                  </a:lnTo>
                  <a:lnTo>
                    <a:pt x="3755" y="111495"/>
                  </a:lnTo>
                  <a:lnTo>
                    <a:pt x="2715" y="116710"/>
                  </a:lnTo>
                  <a:lnTo>
                    <a:pt x="1842" y="121956"/>
                  </a:lnTo>
                  <a:lnTo>
                    <a:pt x="1137" y="127227"/>
                  </a:lnTo>
                  <a:lnTo>
                    <a:pt x="599" y="132518"/>
                  </a:lnTo>
                  <a:lnTo>
                    <a:pt x="230" y="137824"/>
                  </a:lnTo>
                  <a:lnTo>
                    <a:pt x="30" y="143138"/>
                  </a:lnTo>
                  <a:lnTo>
                    <a:pt x="0" y="148456"/>
                  </a:lnTo>
                  <a:lnTo>
                    <a:pt x="138" y="153773"/>
                  </a:lnTo>
                  <a:lnTo>
                    <a:pt x="445" y="159082"/>
                  </a:lnTo>
                  <a:lnTo>
                    <a:pt x="921" y="164379"/>
                  </a:lnTo>
                  <a:lnTo>
                    <a:pt x="1566" y="169658"/>
                  </a:lnTo>
                  <a:lnTo>
                    <a:pt x="2378" y="174914"/>
                  </a:lnTo>
                  <a:lnTo>
                    <a:pt x="3356" y="180141"/>
                  </a:lnTo>
                  <a:lnTo>
                    <a:pt x="4501" y="185335"/>
                  </a:lnTo>
                  <a:lnTo>
                    <a:pt x="5810" y="190489"/>
                  </a:lnTo>
                  <a:lnTo>
                    <a:pt x="7282" y="195599"/>
                  </a:lnTo>
                  <a:lnTo>
                    <a:pt x="8916" y="200660"/>
                  </a:lnTo>
                  <a:lnTo>
                    <a:pt x="10711" y="205667"/>
                  </a:lnTo>
                  <a:lnTo>
                    <a:pt x="12664" y="210613"/>
                  </a:lnTo>
                  <a:lnTo>
                    <a:pt x="14773" y="215496"/>
                  </a:lnTo>
                  <a:lnTo>
                    <a:pt x="17036" y="220308"/>
                  </a:lnTo>
                  <a:lnTo>
                    <a:pt x="19451" y="225046"/>
                  </a:lnTo>
                  <a:lnTo>
                    <a:pt x="22016" y="229705"/>
                  </a:lnTo>
                  <a:lnTo>
                    <a:pt x="24728" y="234280"/>
                  </a:lnTo>
                  <a:lnTo>
                    <a:pt x="27584" y="238766"/>
                  </a:lnTo>
                  <a:lnTo>
                    <a:pt x="30581" y="243160"/>
                  </a:lnTo>
                  <a:lnTo>
                    <a:pt x="33716" y="247455"/>
                  </a:lnTo>
                  <a:lnTo>
                    <a:pt x="36986" y="251649"/>
                  </a:lnTo>
                  <a:lnTo>
                    <a:pt x="40388" y="255737"/>
                  </a:lnTo>
                  <a:lnTo>
                    <a:pt x="43919" y="259714"/>
                  </a:lnTo>
                  <a:lnTo>
                    <a:pt x="47574" y="263577"/>
                  </a:lnTo>
                  <a:lnTo>
                    <a:pt x="51350" y="267322"/>
                  </a:lnTo>
                  <a:lnTo>
                    <a:pt x="55244" y="270945"/>
                  </a:lnTo>
                  <a:lnTo>
                    <a:pt x="59250" y="274442"/>
                  </a:lnTo>
                  <a:lnTo>
                    <a:pt x="63366" y="277810"/>
                  </a:lnTo>
                  <a:lnTo>
                    <a:pt x="67587" y="281045"/>
                  </a:lnTo>
                  <a:lnTo>
                    <a:pt x="71909" y="284144"/>
                  </a:lnTo>
                  <a:lnTo>
                    <a:pt x="76327" y="287105"/>
                  </a:lnTo>
                  <a:lnTo>
                    <a:pt x="80837" y="289923"/>
                  </a:lnTo>
                  <a:lnTo>
                    <a:pt x="85434" y="292596"/>
                  </a:lnTo>
                  <a:lnTo>
                    <a:pt x="90114" y="295122"/>
                  </a:lnTo>
                  <a:lnTo>
                    <a:pt x="94872" y="297498"/>
                  </a:lnTo>
                  <a:lnTo>
                    <a:pt x="99704" y="299721"/>
                  </a:lnTo>
                  <a:lnTo>
                    <a:pt x="104603" y="301789"/>
                  </a:lnTo>
                  <a:lnTo>
                    <a:pt x="109566" y="303701"/>
                  </a:lnTo>
                  <a:lnTo>
                    <a:pt x="114587" y="305453"/>
                  </a:lnTo>
                  <a:lnTo>
                    <a:pt x="119661" y="307045"/>
                  </a:lnTo>
                  <a:lnTo>
                    <a:pt x="124784" y="308475"/>
                  </a:lnTo>
                  <a:lnTo>
                    <a:pt x="129949" y="309741"/>
                  </a:lnTo>
                  <a:lnTo>
                    <a:pt x="135152" y="310842"/>
                  </a:lnTo>
                  <a:lnTo>
                    <a:pt x="140387" y="311777"/>
                  </a:lnTo>
                  <a:lnTo>
                    <a:pt x="145650" y="312545"/>
                  </a:lnTo>
                  <a:lnTo>
                    <a:pt x="150934" y="313146"/>
                  </a:lnTo>
                  <a:lnTo>
                    <a:pt x="156235" y="313578"/>
                  </a:lnTo>
                  <a:lnTo>
                    <a:pt x="167158" y="1467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12620" y="5399291"/>
              <a:ext cx="178072" cy="334334"/>
            </a:xfrm>
            <a:custGeom>
              <a:avLst/>
              <a:pathLst>
                <a:path w="178072" h="334334">
                  <a:moveTo>
                    <a:pt x="0" y="333977"/>
                  </a:moveTo>
                  <a:lnTo>
                    <a:pt x="5301" y="334240"/>
                  </a:lnTo>
                  <a:lnTo>
                    <a:pt x="10608" y="334334"/>
                  </a:lnTo>
                  <a:lnTo>
                    <a:pt x="15915" y="334260"/>
                  </a:lnTo>
                  <a:lnTo>
                    <a:pt x="21217" y="334017"/>
                  </a:lnTo>
                  <a:lnTo>
                    <a:pt x="26509" y="333606"/>
                  </a:lnTo>
                  <a:lnTo>
                    <a:pt x="31785" y="333028"/>
                  </a:lnTo>
                  <a:lnTo>
                    <a:pt x="37040" y="332282"/>
                  </a:lnTo>
                  <a:lnTo>
                    <a:pt x="42269" y="331369"/>
                  </a:lnTo>
                  <a:lnTo>
                    <a:pt x="47466" y="330291"/>
                  </a:lnTo>
                  <a:lnTo>
                    <a:pt x="52626" y="329049"/>
                  </a:lnTo>
                  <a:lnTo>
                    <a:pt x="57744" y="327644"/>
                  </a:lnTo>
                  <a:lnTo>
                    <a:pt x="62815" y="326076"/>
                  </a:lnTo>
                  <a:lnTo>
                    <a:pt x="67834" y="324349"/>
                  </a:lnTo>
                  <a:lnTo>
                    <a:pt x="72796" y="322463"/>
                  </a:lnTo>
                  <a:lnTo>
                    <a:pt x="77694" y="320420"/>
                  </a:lnTo>
                  <a:lnTo>
                    <a:pt x="82526" y="318223"/>
                  </a:lnTo>
                  <a:lnTo>
                    <a:pt x="87286" y="315874"/>
                  </a:lnTo>
                  <a:lnTo>
                    <a:pt x="91968" y="313375"/>
                  </a:lnTo>
                  <a:lnTo>
                    <a:pt x="96569" y="310728"/>
                  </a:lnTo>
                  <a:lnTo>
                    <a:pt x="101083" y="307937"/>
                  </a:lnTo>
                  <a:lnTo>
                    <a:pt x="105507" y="305003"/>
                  </a:lnTo>
                  <a:lnTo>
                    <a:pt x="109835" y="301931"/>
                  </a:lnTo>
                  <a:lnTo>
                    <a:pt x="114064" y="298723"/>
                  </a:lnTo>
                  <a:lnTo>
                    <a:pt x="118188" y="295382"/>
                  </a:lnTo>
                  <a:lnTo>
                    <a:pt x="122205" y="291912"/>
                  </a:lnTo>
                  <a:lnTo>
                    <a:pt x="126109" y="288317"/>
                  </a:lnTo>
                  <a:lnTo>
                    <a:pt x="129897" y="284599"/>
                  </a:lnTo>
                  <a:lnTo>
                    <a:pt x="133565" y="280762"/>
                  </a:lnTo>
                  <a:lnTo>
                    <a:pt x="137109" y="276812"/>
                  </a:lnTo>
                  <a:lnTo>
                    <a:pt x="140527" y="272750"/>
                  </a:lnTo>
                  <a:lnTo>
                    <a:pt x="143813" y="268583"/>
                  </a:lnTo>
                  <a:lnTo>
                    <a:pt x="146966" y="264313"/>
                  </a:lnTo>
                  <a:lnTo>
                    <a:pt x="149982" y="259945"/>
                  </a:lnTo>
                  <a:lnTo>
                    <a:pt x="152857" y="255483"/>
                  </a:lnTo>
                  <a:lnTo>
                    <a:pt x="155589" y="250933"/>
                  </a:lnTo>
                  <a:lnTo>
                    <a:pt x="158176" y="246298"/>
                  </a:lnTo>
                  <a:lnTo>
                    <a:pt x="160613" y="241583"/>
                  </a:lnTo>
                  <a:lnTo>
                    <a:pt x="162900" y="236793"/>
                  </a:lnTo>
                  <a:lnTo>
                    <a:pt x="165034" y="231933"/>
                  </a:lnTo>
                  <a:lnTo>
                    <a:pt x="167013" y="227008"/>
                  </a:lnTo>
                  <a:lnTo>
                    <a:pt x="168834" y="222023"/>
                  </a:lnTo>
                  <a:lnTo>
                    <a:pt x="170496" y="216982"/>
                  </a:lnTo>
                  <a:lnTo>
                    <a:pt x="171997" y="211891"/>
                  </a:lnTo>
                  <a:lnTo>
                    <a:pt x="173335" y="206755"/>
                  </a:lnTo>
                  <a:lnTo>
                    <a:pt x="174510" y="201579"/>
                  </a:lnTo>
                  <a:lnTo>
                    <a:pt x="175520" y="196368"/>
                  </a:lnTo>
                  <a:lnTo>
                    <a:pt x="176365" y="191128"/>
                  </a:lnTo>
                  <a:lnTo>
                    <a:pt x="177042" y="185863"/>
                  </a:lnTo>
                  <a:lnTo>
                    <a:pt x="177552" y="180580"/>
                  </a:lnTo>
                  <a:lnTo>
                    <a:pt x="177893" y="175283"/>
                  </a:lnTo>
                  <a:lnTo>
                    <a:pt x="178067" y="169979"/>
                  </a:lnTo>
                  <a:lnTo>
                    <a:pt x="178072" y="164671"/>
                  </a:lnTo>
                  <a:lnTo>
                    <a:pt x="177908" y="159366"/>
                  </a:lnTo>
                  <a:lnTo>
                    <a:pt x="177577" y="154068"/>
                  </a:lnTo>
                  <a:lnTo>
                    <a:pt x="177077" y="148784"/>
                  </a:lnTo>
                  <a:lnTo>
                    <a:pt x="176409" y="143519"/>
                  </a:lnTo>
                  <a:lnTo>
                    <a:pt x="175575" y="138277"/>
                  </a:lnTo>
                  <a:lnTo>
                    <a:pt x="174575" y="133064"/>
                  </a:lnTo>
                  <a:lnTo>
                    <a:pt x="173410" y="127886"/>
                  </a:lnTo>
                  <a:lnTo>
                    <a:pt x="172081" y="122747"/>
                  </a:lnTo>
                  <a:lnTo>
                    <a:pt x="170590" y="117653"/>
                  </a:lnTo>
                  <a:lnTo>
                    <a:pt x="168937" y="112609"/>
                  </a:lnTo>
                  <a:lnTo>
                    <a:pt x="167125" y="107620"/>
                  </a:lnTo>
                  <a:lnTo>
                    <a:pt x="165156" y="102691"/>
                  </a:lnTo>
                  <a:lnTo>
                    <a:pt x="163032" y="97827"/>
                  </a:lnTo>
                  <a:lnTo>
                    <a:pt x="160754" y="93033"/>
                  </a:lnTo>
                  <a:lnTo>
                    <a:pt x="158325" y="88314"/>
                  </a:lnTo>
                  <a:lnTo>
                    <a:pt x="155747" y="83674"/>
                  </a:lnTo>
                  <a:lnTo>
                    <a:pt x="153023" y="79119"/>
                  </a:lnTo>
                  <a:lnTo>
                    <a:pt x="150156" y="74652"/>
                  </a:lnTo>
                  <a:lnTo>
                    <a:pt x="147149" y="70278"/>
                  </a:lnTo>
                  <a:lnTo>
                    <a:pt x="144005" y="66002"/>
                  </a:lnTo>
                  <a:lnTo>
                    <a:pt x="140726" y="61828"/>
                  </a:lnTo>
                  <a:lnTo>
                    <a:pt x="137316" y="57761"/>
                  </a:lnTo>
                  <a:lnTo>
                    <a:pt x="133779" y="53803"/>
                  </a:lnTo>
                  <a:lnTo>
                    <a:pt x="130118" y="49960"/>
                  </a:lnTo>
                  <a:lnTo>
                    <a:pt x="126337" y="46235"/>
                  </a:lnTo>
                  <a:lnTo>
                    <a:pt x="122440" y="42632"/>
                  </a:lnTo>
                  <a:lnTo>
                    <a:pt x="118430" y="39154"/>
                  </a:lnTo>
                  <a:lnTo>
                    <a:pt x="114312" y="35806"/>
                  </a:lnTo>
                  <a:lnTo>
                    <a:pt x="110089" y="32590"/>
                  </a:lnTo>
                  <a:lnTo>
                    <a:pt x="105767" y="29509"/>
                  </a:lnTo>
                  <a:lnTo>
                    <a:pt x="101349" y="26568"/>
                  </a:lnTo>
                  <a:lnTo>
                    <a:pt x="96840" y="23768"/>
                  </a:lnTo>
                  <a:lnTo>
                    <a:pt x="92244" y="21113"/>
                  </a:lnTo>
                  <a:lnTo>
                    <a:pt x="87566" y="18605"/>
                  </a:lnTo>
                  <a:lnTo>
                    <a:pt x="82811" y="16246"/>
                  </a:lnTo>
                  <a:lnTo>
                    <a:pt x="77984" y="14040"/>
                  </a:lnTo>
                  <a:lnTo>
                    <a:pt x="73089" y="11988"/>
                  </a:lnTo>
                  <a:lnTo>
                    <a:pt x="68131" y="10093"/>
                  </a:lnTo>
                  <a:lnTo>
                    <a:pt x="63115" y="8356"/>
                  </a:lnTo>
                  <a:lnTo>
                    <a:pt x="58047" y="6779"/>
                  </a:lnTo>
                  <a:lnTo>
                    <a:pt x="52932" y="5364"/>
                  </a:lnTo>
                  <a:lnTo>
                    <a:pt x="47774" y="4112"/>
                  </a:lnTo>
                  <a:lnTo>
                    <a:pt x="42579" y="3024"/>
                  </a:lnTo>
                  <a:lnTo>
                    <a:pt x="37352" y="2102"/>
                  </a:lnTo>
                  <a:lnTo>
                    <a:pt x="32098" y="1346"/>
                  </a:lnTo>
                  <a:lnTo>
                    <a:pt x="26823" y="757"/>
                  </a:lnTo>
                  <a:lnTo>
                    <a:pt x="21532" y="336"/>
                  </a:lnTo>
                  <a:lnTo>
                    <a:pt x="16230" y="84"/>
                  </a:lnTo>
                  <a:lnTo>
                    <a:pt x="10923" y="0"/>
                  </a:lnTo>
                  <a:lnTo>
                    <a:pt x="109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205" y="5269756"/>
              <a:ext cx="25052" cy="167167"/>
            </a:xfrm>
            <a:custGeom>
              <a:avLst/>
              <a:pathLst>
                <a:path w="25052" h="167167">
                  <a:moveTo>
                    <a:pt x="25052" y="0"/>
                  </a:moveTo>
                  <a:lnTo>
                    <a:pt x="16673" y="210"/>
                  </a:lnTo>
                  <a:lnTo>
                    <a:pt x="8315" y="839"/>
                  </a:lnTo>
                  <a:lnTo>
                    <a:pt x="0" y="1887"/>
                  </a:lnTo>
                  <a:lnTo>
                    <a:pt x="250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205" y="5271644"/>
              <a:ext cx="25052" cy="165279"/>
            </a:xfrm>
            <a:custGeom>
              <a:avLst/>
              <a:pathLst>
                <a:path w="25052" h="165279">
                  <a:moveTo>
                    <a:pt x="0" y="0"/>
                  </a:moveTo>
                  <a:lnTo>
                    <a:pt x="25052" y="16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0205" y="5271644"/>
              <a:ext cx="25052" cy="165279"/>
            </a:xfrm>
            <a:custGeom>
              <a:avLst/>
              <a:pathLst>
                <a:path w="25052" h="165279">
                  <a:moveTo>
                    <a:pt x="0" y="0"/>
                  </a:moveTo>
                  <a:lnTo>
                    <a:pt x="25052" y="16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20205" y="5271644"/>
              <a:ext cx="25052" cy="165279"/>
            </a:xfrm>
            <a:custGeom>
              <a:avLst/>
              <a:pathLst>
                <a:path w="25052" h="165279">
                  <a:moveTo>
                    <a:pt x="0" y="0"/>
                  </a:moveTo>
                  <a:lnTo>
                    <a:pt x="25052" y="165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20205" y="5271644"/>
              <a:ext cx="25052" cy="165279"/>
            </a:xfrm>
            <a:custGeom>
              <a:avLst/>
              <a:pathLst>
                <a:path w="25052" h="165279">
                  <a:moveTo>
                    <a:pt x="0" y="0"/>
                  </a:moveTo>
                  <a:lnTo>
                    <a:pt x="25052" y="165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409984" y="5271644"/>
              <a:ext cx="135274" cy="165279"/>
            </a:xfrm>
            <a:custGeom>
              <a:avLst/>
              <a:pathLst>
                <a:path w="135274" h="165279">
                  <a:moveTo>
                    <a:pt x="110221" y="0"/>
                  </a:moveTo>
                  <a:lnTo>
                    <a:pt x="104779" y="917"/>
                  </a:lnTo>
                  <a:lnTo>
                    <a:pt x="99370" y="2013"/>
                  </a:lnTo>
                  <a:lnTo>
                    <a:pt x="94000" y="3287"/>
                  </a:lnTo>
                  <a:lnTo>
                    <a:pt x="88675" y="4738"/>
                  </a:lnTo>
                  <a:lnTo>
                    <a:pt x="83401" y="6363"/>
                  </a:lnTo>
                  <a:lnTo>
                    <a:pt x="78184" y="8162"/>
                  </a:lnTo>
                  <a:lnTo>
                    <a:pt x="73028" y="10132"/>
                  </a:lnTo>
                  <a:lnTo>
                    <a:pt x="67941" y="12272"/>
                  </a:lnTo>
                  <a:lnTo>
                    <a:pt x="62927" y="14578"/>
                  </a:lnTo>
                  <a:lnTo>
                    <a:pt x="57992" y="17048"/>
                  </a:lnTo>
                  <a:lnTo>
                    <a:pt x="53141" y="19680"/>
                  </a:lnTo>
                  <a:lnTo>
                    <a:pt x="48379" y="22471"/>
                  </a:lnTo>
                  <a:lnTo>
                    <a:pt x="43713" y="25417"/>
                  </a:lnTo>
                  <a:lnTo>
                    <a:pt x="39146" y="28515"/>
                  </a:lnTo>
                  <a:lnTo>
                    <a:pt x="34683" y="31763"/>
                  </a:lnTo>
                  <a:lnTo>
                    <a:pt x="30331" y="35156"/>
                  </a:lnTo>
                  <a:lnTo>
                    <a:pt x="26093" y="38691"/>
                  </a:lnTo>
                  <a:lnTo>
                    <a:pt x="21974" y="42364"/>
                  </a:lnTo>
                  <a:lnTo>
                    <a:pt x="17978" y="46172"/>
                  </a:lnTo>
                  <a:lnTo>
                    <a:pt x="14110" y="50108"/>
                  </a:lnTo>
                  <a:lnTo>
                    <a:pt x="10374" y="54171"/>
                  </a:lnTo>
                  <a:lnTo>
                    <a:pt x="6775" y="58354"/>
                  </a:lnTo>
                  <a:lnTo>
                    <a:pt x="3315" y="62654"/>
                  </a:lnTo>
                  <a:lnTo>
                    <a:pt x="0" y="67066"/>
                  </a:lnTo>
                  <a:lnTo>
                    <a:pt x="135274" y="165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6" y="5269756"/>
              <a:ext cx="334315" cy="334332"/>
            </a:xfrm>
            <a:custGeom>
              <a:avLst/>
              <a:pathLst>
                <a:path w="334315" h="334332">
                  <a:moveTo>
                    <a:pt x="31887" y="68954"/>
                  </a:moveTo>
                  <a:lnTo>
                    <a:pt x="28834" y="73303"/>
                  </a:lnTo>
                  <a:lnTo>
                    <a:pt x="25921" y="77747"/>
                  </a:lnTo>
                  <a:lnTo>
                    <a:pt x="23150" y="82281"/>
                  </a:lnTo>
                  <a:lnTo>
                    <a:pt x="20525" y="86901"/>
                  </a:lnTo>
                  <a:lnTo>
                    <a:pt x="18048" y="91602"/>
                  </a:lnTo>
                  <a:lnTo>
                    <a:pt x="15722" y="96379"/>
                  </a:lnTo>
                  <a:lnTo>
                    <a:pt x="13549" y="101228"/>
                  </a:lnTo>
                  <a:lnTo>
                    <a:pt x="11530" y="106144"/>
                  </a:lnTo>
                  <a:lnTo>
                    <a:pt x="9670" y="111121"/>
                  </a:lnTo>
                  <a:lnTo>
                    <a:pt x="7968" y="116155"/>
                  </a:lnTo>
                  <a:lnTo>
                    <a:pt x="6427" y="121240"/>
                  </a:lnTo>
                  <a:lnTo>
                    <a:pt x="5049" y="126372"/>
                  </a:lnTo>
                  <a:lnTo>
                    <a:pt x="3834" y="131545"/>
                  </a:lnTo>
                  <a:lnTo>
                    <a:pt x="2784" y="136754"/>
                  </a:lnTo>
                  <a:lnTo>
                    <a:pt x="1901" y="141994"/>
                  </a:lnTo>
                  <a:lnTo>
                    <a:pt x="1184" y="147259"/>
                  </a:lnTo>
                  <a:lnTo>
                    <a:pt x="635" y="152544"/>
                  </a:lnTo>
                  <a:lnTo>
                    <a:pt x="255" y="157844"/>
                  </a:lnTo>
                  <a:lnTo>
                    <a:pt x="43" y="163154"/>
                  </a:lnTo>
                  <a:lnTo>
                    <a:pt x="0" y="168467"/>
                  </a:lnTo>
                  <a:lnTo>
                    <a:pt x="125" y="173779"/>
                  </a:lnTo>
                  <a:lnTo>
                    <a:pt x="420" y="179085"/>
                  </a:lnTo>
                  <a:lnTo>
                    <a:pt x="883" y="184378"/>
                  </a:lnTo>
                  <a:lnTo>
                    <a:pt x="1514" y="189654"/>
                  </a:lnTo>
                  <a:lnTo>
                    <a:pt x="2312" y="194908"/>
                  </a:lnTo>
                  <a:lnTo>
                    <a:pt x="3277" y="200133"/>
                  </a:lnTo>
                  <a:lnTo>
                    <a:pt x="4408" y="205325"/>
                  </a:lnTo>
                  <a:lnTo>
                    <a:pt x="5703" y="210478"/>
                  </a:lnTo>
                  <a:lnTo>
                    <a:pt x="7161" y="215588"/>
                  </a:lnTo>
                  <a:lnTo>
                    <a:pt x="8781" y="220649"/>
                  </a:lnTo>
                  <a:lnTo>
                    <a:pt x="10560" y="225656"/>
                  </a:lnTo>
                  <a:lnTo>
                    <a:pt x="12498" y="230603"/>
                  </a:lnTo>
                  <a:lnTo>
                    <a:pt x="14593" y="235487"/>
                  </a:lnTo>
                  <a:lnTo>
                    <a:pt x="16841" y="240301"/>
                  </a:lnTo>
                  <a:lnTo>
                    <a:pt x="19242" y="245042"/>
                  </a:lnTo>
                  <a:lnTo>
                    <a:pt x="21791" y="249704"/>
                  </a:lnTo>
                  <a:lnTo>
                    <a:pt x="24488" y="254283"/>
                  </a:lnTo>
                  <a:lnTo>
                    <a:pt x="27329" y="258773"/>
                  </a:lnTo>
                  <a:lnTo>
                    <a:pt x="30311" y="263171"/>
                  </a:lnTo>
                  <a:lnTo>
                    <a:pt x="33431" y="267472"/>
                  </a:lnTo>
                  <a:lnTo>
                    <a:pt x="36687" y="271672"/>
                  </a:lnTo>
                  <a:lnTo>
                    <a:pt x="40074" y="275766"/>
                  </a:lnTo>
                  <a:lnTo>
                    <a:pt x="43590" y="279750"/>
                  </a:lnTo>
                  <a:lnTo>
                    <a:pt x="47231" y="283621"/>
                  </a:lnTo>
                  <a:lnTo>
                    <a:pt x="50992" y="287373"/>
                  </a:lnTo>
                  <a:lnTo>
                    <a:pt x="54872" y="291005"/>
                  </a:lnTo>
                  <a:lnTo>
                    <a:pt x="58864" y="294511"/>
                  </a:lnTo>
                  <a:lnTo>
                    <a:pt x="62966" y="297889"/>
                  </a:lnTo>
                  <a:lnTo>
                    <a:pt x="67174" y="301134"/>
                  </a:lnTo>
                  <a:lnTo>
                    <a:pt x="71482" y="304245"/>
                  </a:lnTo>
                  <a:lnTo>
                    <a:pt x="75887" y="307216"/>
                  </a:lnTo>
                  <a:lnTo>
                    <a:pt x="80384" y="310047"/>
                  </a:lnTo>
                  <a:lnTo>
                    <a:pt x="84969" y="312732"/>
                  </a:lnTo>
                  <a:lnTo>
                    <a:pt x="89637" y="315271"/>
                  </a:lnTo>
                  <a:lnTo>
                    <a:pt x="94383" y="317660"/>
                  </a:lnTo>
                  <a:lnTo>
                    <a:pt x="99203" y="319897"/>
                  </a:lnTo>
                  <a:lnTo>
                    <a:pt x="104092" y="321980"/>
                  </a:lnTo>
                  <a:lnTo>
                    <a:pt x="109044" y="323906"/>
                  </a:lnTo>
                  <a:lnTo>
                    <a:pt x="114055" y="325674"/>
                  </a:lnTo>
                  <a:lnTo>
                    <a:pt x="119119" y="327282"/>
                  </a:lnTo>
                  <a:lnTo>
                    <a:pt x="124233" y="328728"/>
                  </a:lnTo>
                  <a:lnTo>
                    <a:pt x="129389" y="330011"/>
                  </a:lnTo>
                  <a:lnTo>
                    <a:pt x="134584" y="331129"/>
                  </a:lnTo>
                  <a:lnTo>
                    <a:pt x="139811" y="332082"/>
                  </a:lnTo>
                  <a:lnTo>
                    <a:pt x="145067" y="332868"/>
                  </a:lnTo>
                  <a:lnTo>
                    <a:pt x="150344" y="333486"/>
                  </a:lnTo>
                  <a:lnTo>
                    <a:pt x="155639" y="333937"/>
                  </a:lnTo>
                  <a:lnTo>
                    <a:pt x="160945" y="334219"/>
                  </a:lnTo>
                  <a:lnTo>
                    <a:pt x="166257" y="334332"/>
                  </a:lnTo>
                  <a:lnTo>
                    <a:pt x="171571" y="334276"/>
                  </a:lnTo>
                  <a:lnTo>
                    <a:pt x="176880" y="334052"/>
                  </a:lnTo>
                  <a:lnTo>
                    <a:pt x="182179" y="333659"/>
                  </a:lnTo>
                  <a:lnTo>
                    <a:pt x="187463" y="333097"/>
                  </a:lnTo>
                  <a:lnTo>
                    <a:pt x="192726" y="332368"/>
                  </a:lnTo>
                  <a:lnTo>
                    <a:pt x="197964" y="331472"/>
                  </a:lnTo>
                  <a:lnTo>
                    <a:pt x="203170" y="330410"/>
                  </a:lnTo>
                  <a:lnTo>
                    <a:pt x="208340" y="329183"/>
                  </a:lnTo>
                  <a:lnTo>
                    <a:pt x="213469" y="327793"/>
                  </a:lnTo>
                  <a:lnTo>
                    <a:pt x="218551" y="326240"/>
                  </a:lnTo>
                  <a:lnTo>
                    <a:pt x="223580" y="324526"/>
                  </a:lnTo>
                  <a:lnTo>
                    <a:pt x="228553" y="322654"/>
                  </a:lnTo>
                  <a:lnTo>
                    <a:pt x="233464" y="320624"/>
                  </a:lnTo>
                  <a:lnTo>
                    <a:pt x="238308" y="318439"/>
                  </a:lnTo>
                  <a:lnTo>
                    <a:pt x="243079" y="316101"/>
                  </a:lnTo>
                  <a:lnTo>
                    <a:pt x="247775" y="313613"/>
                  </a:lnTo>
                  <a:lnTo>
                    <a:pt x="252388" y="310977"/>
                  </a:lnTo>
                  <a:lnTo>
                    <a:pt x="256916" y="308196"/>
                  </a:lnTo>
                  <a:lnTo>
                    <a:pt x="261353" y="305272"/>
                  </a:lnTo>
                  <a:lnTo>
                    <a:pt x="265695" y="302209"/>
                  </a:lnTo>
                  <a:lnTo>
                    <a:pt x="269937" y="299009"/>
                  </a:lnTo>
                  <a:lnTo>
                    <a:pt x="274075" y="295676"/>
                  </a:lnTo>
                  <a:lnTo>
                    <a:pt x="278105" y="292213"/>
                  </a:lnTo>
                  <a:lnTo>
                    <a:pt x="282024" y="288624"/>
                  </a:lnTo>
                  <a:lnTo>
                    <a:pt x="285826" y="284912"/>
                  </a:lnTo>
                  <a:lnTo>
                    <a:pt x="289508" y="281081"/>
                  </a:lnTo>
                  <a:lnTo>
                    <a:pt x="293067" y="277135"/>
                  </a:lnTo>
                  <a:lnTo>
                    <a:pt x="296498" y="273078"/>
                  </a:lnTo>
                  <a:lnTo>
                    <a:pt x="299799" y="268913"/>
                  </a:lnTo>
                  <a:lnTo>
                    <a:pt x="302966" y="264646"/>
                  </a:lnTo>
                  <a:lnTo>
                    <a:pt x="305995" y="260281"/>
                  </a:lnTo>
                  <a:lnTo>
                    <a:pt x="308885" y="255821"/>
                  </a:lnTo>
                  <a:lnTo>
                    <a:pt x="311631" y="251272"/>
                  </a:lnTo>
                  <a:lnTo>
                    <a:pt x="314231" y="246638"/>
                  </a:lnTo>
                  <a:lnTo>
                    <a:pt x="316682" y="241924"/>
                  </a:lnTo>
                  <a:lnTo>
                    <a:pt x="318983" y="237134"/>
                  </a:lnTo>
                  <a:lnTo>
                    <a:pt x="321130" y="232273"/>
                  </a:lnTo>
                  <a:lnTo>
                    <a:pt x="323121" y="227347"/>
                  </a:lnTo>
                  <a:lnTo>
                    <a:pt x="324955" y="222360"/>
                  </a:lnTo>
                  <a:lnTo>
                    <a:pt x="326630" y="217317"/>
                  </a:lnTo>
                  <a:lnTo>
                    <a:pt x="328143" y="212223"/>
                  </a:lnTo>
                  <a:lnTo>
                    <a:pt x="329494" y="207084"/>
                  </a:lnTo>
                  <a:lnTo>
                    <a:pt x="330680" y="201905"/>
                  </a:lnTo>
                  <a:lnTo>
                    <a:pt x="331702" y="196690"/>
                  </a:lnTo>
                  <a:lnTo>
                    <a:pt x="332557" y="191446"/>
                  </a:lnTo>
                  <a:lnTo>
                    <a:pt x="333245" y="186177"/>
                  </a:lnTo>
                  <a:lnTo>
                    <a:pt x="333765" y="180889"/>
                  </a:lnTo>
                  <a:lnTo>
                    <a:pt x="334117" y="175587"/>
                  </a:lnTo>
                  <a:lnTo>
                    <a:pt x="334300" y="170276"/>
                  </a:lnTo>
                  <a:lnTo>
                    <a:pt x="334315" y="164962"/>
                  </a:lnTo>
                  <a:lnTo>
                    <a:pt x="334160" y="159651"/>
                  </a:lnTo>
                  <a:lnTo>
                    <a:pt x="333837" y="154347"/>
                  </a:lnTo>
                  <a:lnTo>
                    <a:pt x="333345" y="149056"/>
                  </a:lnTo>
                  <a:lnTo>
                    <a:pt x="332686" y="143784"/>
                  </a:lnTo>
                  <a:lnTo>
                    <a:pt x="331859" y="138535"/>
                  </a:lnTo>
                  <a:lnTo>
                    <a:pt x="330866" y="133315"/>
                  </a:lnTo>
                  <a:lnTo>
                    <a:pt x="329707" y="128129"/>
                  </a:lnTo>
                  <a:lnTo>
                    <a:pt x="328384" y="122982"/>
                  </a:lnTo>
                  <a:lnTo>
                    <a:pt x="326899" y="117881"/>
                  </a:lnTo>
                  <a:lnTo>
                    <a:pt x="325251" y="112829"/>
                  </a:lnTo>
                  <a:lnTo>
                    <a:pt x="323445" y="107832"/>
                  </a:lnTo>
                  <a:lnTo>
                    <a:pt x="321480" y="102895"/>
                  </a:lnTo>
                  <a:lnTo>
                    <a:pt x="319359" y="98022"/>
                  </a:lnTo>
                  <a:lnTo>
                    <a:pt x="317085" y="93220"/>
                  </a:lnTo>
                  <a:lnTo>
                    <a:pt x="314659" y="88493"/>
                  </a:lnTo>
                  <a:lnTo>
                    <a:pt x="312084" y="83844"/>
                  </a:lnTo>
                  <a:lnTo>
                    <a:pt x="309362" y="79281"/>
                  </a:lnTo>
                  <a:lnTo>
                    <a:pt x="306497" y="74805"/>
                  </a:lnTo>
                  <a:lnTo>
                    <a:pt x="303491" y="70424"/>
                  </a:lnTo>
                  <a:lnTo>
                    <a:pt x="300348" y="66140"/>
                  </a:lnTo>
                  <a:lnTo>
                    <a:pt x="297069" y="61958"/>
                  </a:lnTo>
                  <a:lnTo>
                    <a:pt x="293660" y="57882"/>
                  </a:lnTo>
                  <a:lnTo>
                    <a:pt x="290123" y="53917"/>
                  </a:lnTo>
                  <a:lnTo>
                    <a:pt x="286461" y="50066"/>
                  </a:lnTo>
                  <a:lnTo>
                    <a:pt x="282679" y="46334"/>
                  </a:lnTo>
                  <a:lnTo>
                    <a:pt x="278780" y="42723"/>
                  </a:lnTo>
                  <a:lnTo>
                    <a:pt x="274769" y="39239"/>
                  </a:lnTo>
                  <a:lnTo>
                    <a:pt x="270649" y="35883"/>
                  </a:lnTo>
                  <a:lnTo>
                    <a:pt x="266424" y="32660"/>
                  </a:lnTo>
                  <a:lnTo>
                    <a:pt x="262099" y="29574"/>
                  </a:lnTo>
                  <a:lnTo>
                    <a:pt x="257678" y="26626"/>
                  </a:lnTo>
                  <a:lnTo>
                    <a:pt x="253165" y="23820"/>
                  </a:lnTo>
                  <a:lnTo>
                    <a:pt x="248566" y="21159"/>
                  </a:lnTo>
                  <a:lnTo>
                    <a:pt x="243884" y="18645"/>
                  </a:lnTo>
                  <a:lnTo>
                    <a:pt x="239125" y="16282"/>
                  </a:lnTo>
                  <a:lnTo>
                    <a:pt x="234293" y="14071"/>
                  </a:lnTo>
                  <a:lnTo>
                    <a:pt x="229394" y="12015"/>
                  </a:lnTo>
                  <a:lnTo>
                    <a:pt x="224431" y="10115"/>
                  </a:lnTo>
                  <a:lnTo>
                    <a:pt x="219411" y="8375"/>
                  </a:lnTo>
                  <a:lnTo>
                    <a:pt x="214337" y="6794"/>
                  </a:lnTo>
                  <a:lnTo>
                    <a:pt x="209216" y="5376"/>
                  </a:lnTo>
                  <a:lnTo>
                    <a:pt x="204053" y="4121"/>
                  </a:lnTo>
                  <a:lnTo>
                    <a:pt x="198852" y="3031"/>
                  </a:lnTo>
                  <a:lnTo>
                    <a:pt x="193620" y="2107"/>
                  </a:lnTo>
                  <a:lnTo>
                    <a:pt x="188360" y="1349"/>
                  </a:lnTo>
                  <a:lnTo>
                    <a:pt x="183079" y="759"/>
                  </a:lnTo>
                  <a:lnTo>
                    <a:pt x="177783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759" y="5018213"/>
              <a:ext cx="47280" cy="167167"/>
            </a:xfrm>
            <a:custGeom>
              <a:avLst/>
              <a:pathLst>
                <a:path w="47280" h="167167">
                  <a:moveTo>
                    <a:pt x="47280" y="0"/>
                  </a:moveTo>
                  <a:lnTo>
                    <a:pt x="41289" y="107"/>
                  </a:lnTo>
                  <a:lnTo>
                    <a:pt x="35306" y="429"/>
                  </a:lnTo>
                  <a:lnTo>
                    <a:pt x="29339" y="965"/>
                  </a:lnTo>
                  <a:lnTo>
                    <a:pt x="23394" y="1715"/>
                  </a:lnTo>
                  <a:lnTo>
                    <a:pt x="17481" y="2677"/>
                  </a:lnTo>
                  <a:lnTo>
                    <a:pt x="11605" y="3850"/>
                  </a:lnTo>
                  <a:lnTo>
                    <a:pt x="5776" y="5234"/>
                  </a:lnTo>
                  <a:lnTo>
                    <a:pt x="0" y="6825"/>
                  </a:lnTo>
                  <a:lnTo>
                    <a:pt x="472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759" y="5025038"/>
              <a:ext cx="47280" cy="160341"/>
            </a:xfrm>
            <a:custGeom>
              <a:avLst/>
              <a:pathLst>
                <a:path w="47280" h="160341">
                  <a:moveTo>
                    <a:pt x="0" y="0"/>
                  </a:moveTo>
                  <a:lnTo>
                    <a:pt x="47280" y="1603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3759" y="5025038"/>
              <a:ext cx="47280" cy="160341"/>
            </a:xfrm>
            <a:custGeom>
              <a:avLst/>
              <a:pathLst>
                <a:path w="47280" h="160341">
                  <a:moveTo>
                    <a:pt x="0" y="0"/>
                  </a:moveTo>
                  <a:lnTo>
                    <a:pt x="47280" y="1603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3759" y="5025038"/>
              <a:ext cx="47280" cy="160341"/>
            </a:xfrm>
            <a:custGeom>
              <a:avLst/>
              <a:pathLst>
                <a:path w="47280" h="160341">
                  <a:moveTo>
                    <a:pt x="0" y="0"/>
                  </a:moveTo>
                  <a:lnTo>
                    <a:pt x="47280" y="1603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84" y="5025038"/>
              <a:ext cx="167154" cy="167806"/>
            </a:xfrm>
            <a:custGeom>
              <a:avLst/>
              <a:pathLst>
                <a:path w="167154" h="167806">
                  <a:moveTo>
                    <a:pt x="119874" y="0"/>
                  </a:moveTo>
                  <a:lnTo>
                    <a:pt x="114704" y="1616"/>
                  </a:lnTo>
                  <a:lnTo>
                    <a:pt x="109588" y="3399"/>
                  </a:lnTo>
                  <a:lnTo>
                    <a:pt x="104533" y="5346"/>
                  </a:lnTo>
                  <a:lnTo>
                    <a:pt x="99544" y="7457"/>
                  </a:lnTo>
                  <a:lnTo>
                    <a:pt x="94626" y="9728"/>
                  </a:lnTo>
                  <a:lnTo>
                    <a:pt x="89783" y="12157"/>
                  </a:lnTo>
                  <a:lnTo>
                    <a:pt x="85023" y="14742"/>
                  </a:lnTo>
                  <a:lnTo>
                    <a:pt x="80348" y="17479"/>
                  </a:lnTo>
                  <a:lnTo>
                    <a:pt x="75764" y="20367"/>
                  </a:lnTo>
                  <a:lnTo>
                    <a:pt x="71277" y="23402"/>
                  </a:lnTo>
                  <a:lnTo>
                    <a:pt x="66890" y="26580"/>
                  </a:lnTo>
                  <a:lnTo>
                    <a:pt x="62609" y="29899"/>
                  </a:lnTo>
                  <a:lnTo>
                    <a:pt x="58437" y="33355"/>
                  </a:lnTo>
                  <a:lnTo>
                    <a:pt x="54379" y="36945"/>
                  </a:lnTo>
                  <a:lnTo>
                    <a:pt x="50440" y="40664"/>
                  </a:lnTo>
                  <a:lnTo>
                    <a:pt x="46624" y="44508"/>
                  </a:lnTo>
                  <a:lnTo>
                    <a:pt x="42934" y="48475"/>
                  </a:lnTo>
                  <a:lnTo>
                    <a:pt x="39374" y="52558"/>
                  </a:lnTo>
                  <a:lnTo>
                    <a:pt x="35949" y="56755"/>
                  </a:lnTo>
                  <a:lnTo>
                    <a:pt x="32661" y="61061"/>
                  </a:lnTo>
                  <a:lnTo>
                    <a:pt x="29515" y="65471"/>
                  </a:lnTo>
                  <a:lnTo>
                    <a:pt x="26513" y="69981"/>
                  </a:lnTo>
                  <a:lnTo>
                    <a:pt x="23659" y="74585"/>
                  </a:lnTo>
                  <a:lnTo>
                    <a:pt x="20956" y="79280"/>
                  </a:lnTo>
                  <a:lnTo>
                    <a:pt x="18406" y="84059"/>
                  </a:lnTo>
                  <a:lnTo>
                    <a:pt x="16013" y="88919"/>
                  </a:lnTo>
                  <a:lnTo>
                    <a:pt x="13778" y="93854"/>
                  </a:lnTo>
                  <a:lnTo>
                    <a:pt x="11704" y="98859"/>
                  </a:lnTo>
                  <a:lnTo>
                    <a:pt x="9793" y="103928"/>
                  </a:lnTo>
                  <a:lnTo>
                    <a:pt x="8048" y="109056"/>
                  </a:lnTo>
                  <a:lnTo>
                    <a:pt x="6470" y="114239"/>
                  </a:lnTo>
                  <a:lnTo>
                    <a:pt x="5060" y="119469"/>
                  </a:lnTo>
                  <a:lnTo>
                    <a:pt x="3821" y="124743"/>
                  </a:lnTo>
                  <a:lnTo>
                    <a:pt x="2754" y="130054"/>
                  </a:lnTo>
                  <a:lnTo>
                    <a:pt x="1858" y="135397"/>
                  </a:lnTo>
                  <a:lnTo>
                    <a:pt x="1137" y="140766"/>
                  </a:lnTo>
                  <a:lnTo>
                    <a:pt x="590" y="146156"/>
                  </a:lnTo>
                  <a:lnTo>
                    <a:pt x="218" y="151560"/>
                  </a:lnTo>
                  <a:lnTo>
                    <a:pt x="21" y="156974"/>
                  </a:lnTo>
                  <a:lnTo>
                    <a:pt x="0" y="162391"/>
                  </a:lnTo>
                  <a:lnTo>
                    <a:pt x="154" y="167806"/>
                  </a:lnTo>
                  <a:lnTo>
                    <a:pt x="167154" y="1603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4038" y="5018213"/>
              <a:ext cx="334149" cy="334334"/>
            </a:xfrm>
            <a:custGeom>
              <a:avLst/>
              <a:pathLst>
                <a:path w="334149" h="334334">
                  <a:moveTo>
                    <a:pt x="0" y="174632"/>
                  </a:moveTo>
                  <a:lnTo>
                    <a:pt x="321" y="179930"/>
                  </a:lnTo>
                  <a:lnTo>
                    <a:pt x="810" y="185215"/>
                  </a:lnTo>
                  <a:lnTo>
                    <a:pt x="1467" y="190482"/>
                  </a:lnTo>
                  <a:lnTo>
                    <a:pt x="2290" y="195726"/>
                  </a:lnTo>
                  <a:lnTo>
                    <a:pt x="3280" y="200941"/>
                  </a:lnTo>
                  <a:lnTo>
                    <a:pt x="4435" y="206121"/>
                  </a:lnTo>
                  <a:lnTo>
                    <a:pt x="5753" y="211263"/>
                  </a:lnTo>
                  <a:lnTo>
                    <a:pt x="7235" y="216360"/>
                  </a:lnTo>
                  <a:lnTo>
                    <a:pt x="8877" y="221407"/>
                  </a:lnTo>
                  <a:lnTo>
                    <a:pt x="10679" y="226400"/>
                  </a:lnTo>
                  <a:lnTo>
                    <a:pt x="12638" y="231333"/>
                  </a:lnTo>
                  <a:lnTo>
                    <a:pt x="14753" y="236201"/>
                  </a:lnTo>
                  <a:lnTo>
                    <a:pt x="17021" y="241000"/>
                  </a:lnTo>
                  <a:lnTo>
                    <a:pt x="19441" y="245724"/>
                  </a:lnTo>
                  <a:lnTo>
                    <a:pt x="22009" y="250369"/>
                  </a:lnTo>
                  <a:lnTo>
                    <a:pt x="24724" y="254931"/>
                  </a:lnTo>
                  <a:lnTo>
                    <a:pt x="27582" y="259403"/>
                  </a:lnTo>
                  <a:lnTo>
                    <a:pt x="30581" y="263783"/>
                  </a:lnTo>
                  <a:lnTo>
                    <a:pt x="33717" y="268065"/>
                  </a:lnTo>
                  <a:lnTo>
                    <a:pt x="36987" y="272246"/>
                  </a:lnTo>
                  <a:lnTo>
                    <a:pt x="40389" y="276321"/>
                  </a:lnTo>
                  <a:lnTo>
                    <a:pt x="43918" y="280285"/>
                  </a:lnTo>
                  <a:lnTo>
                    <a:pt x="47571" y="284136"/>
                  </a:lnTo>
                  <a:lnTo>
                    <a:pt x="51345" y="287868"/>
                  </a:lnTo>
                  <a:lnTo>
                    <a:pt x="55235" y="291479"/>
                  </a:lnTo>
                  <a:lnTo>
                    <a:pt x="59238" y="294965"/>
                  </a:lnTo>
                  <a:lnTo>
                    <a:pt x="63350" y="298322"/>
                  </a:lnTo>
                  <a:lnTo>
                    <a:pt x="67566" y="301546"/>
                  </a:lnTo>
                  <a:lnTo>
                    <a:pt x="71883" y="304635"/>
                  </a:lnTo>
                  <a:lnTo>
                    <a:pt x="76295" y="307586"/>
                  </a:lnTo>
                  <a:lnTo>
                    <a:pt x="80799" y="310395"/>
                  </a:lnTo>
                  <a:lnTo>
                    <a:pt x="85389" y="313059"/>
                  </a:lnTo>
                  <a:lnTo>
                    <a:pt x="90062" y="315577"/>
                  </a:lnTo>
                  <a:lnTo>
                    <a:pt x="94813" y="317945"/>
                  </a:lnTo>
                  <a:lnTo>
                    <a:pt x="99636" y="320160"/>
                  </a:lnTo>
                  <a:lnTo>
                    <a:pt x="104527" y="322222"/>
                  </a:lnTo>
                  <a:lnTo>
                    <a:pt x="109481" y="324127"/>
                  </a:lnTo>
                  <a:lnTo>
                    <a:pt x="114493" y="325874"/>
                  </a:lnTo>
                  <a:lnTo>
                    <a:pt x="119558" y="327461"/>
                  </a:lnTo>
                  <a:lnTo>
                    <a:pt x="124671" y="328887"/>
                  </a:lnTo>
                  <a:lnTo>
                    <a:pt x="129827" y="330149"/>
                  </a:lnTo>
                  <a:lnTo>
                    <a:pt x="135020" y="331247"/>
                  </a:lnTo>
                  <a:lnTo>
                    <a:pt x="140245" y="332179"/>
                  </a:lnTo>
                  <a:lnTo>
                    <a:pt x="145498" y="332946"/>
                  </a:lnTo>
                  <a:lnTo>
                    <a:pt x="150772" y="333545"/>
                  </a:lnTo>
                  <a:lnTo>
                    <a:pt x="156062" y="333976"/>
                  </a:lnTo>
                  <a:lnTo>
                    <a:pt x="161363" y="334239"/>
                  </a:lnTo>
                  <a:lnTo>
                    <a:pt x="166670" y="334334"/>
                  </a:lnTo>
                  <a:lnTo>
                    <a:pt x="171978" y="334260"/>
                  </a:lnTo>
                  <a:lnTo>
                    <a:pt x="177280" y="334018"/>
                  </a:lnTo>
                  <a:lnTo>
                    <a:pt x="182572" y="333608"/>
                  </a:lnTo>
                  <a:lnTo>
                    <a:pt x="187848" y="333029"/>
                  </a:lnTo>
                  <a:lnTo>
                    <a:pt x="193104" y="332284"/>
                  </a:lnTo>
                  <a:lnTo>
                    <a:pt x="198332" y="331372"/>
                  </a:lnTo>
                  <a:lnTo>
                    <a:pt x="203530" y="330294"/>
                  </a:lnTo>
                  <a:lnTo>
                    <a:pt x="208690" y="329052"/>
                  </a:lnTo>
                  <a:lnTo>
                    <a:pt x="213809" y="327647"/>
                  </a:lnTo>
                  <a:lnTo>
                    <a:pt x="218880" y="326080"/>
                  </a:lnTo>
                  <a:lnTo>
                    <a:pt x="223899" y="324353"/>
                  </a:lnTo>
                  <a:lnTo>
                    <a:pt x="228861" y="322467"/>
                  </a:lnTo>
                  <a:lnTo>
                    <a:pt x="233760" y="320425"/>
                  </a:lnTo>
                  <a:lnTo>
                    <a:pt x="238592" y="318228"/>
                  </a:lnTo>
                  <a:lnTo>
                    <a:pt x="243352" y="315879"/>
                  </a:lnTo>
                  <a:lnTo>
                    <a:pt x="248035" y="313380"/>
                  </a:lnTo>
                  <a:lnTo>
                    <a:pt x="252636" y="310734"/>
                  </a:lnTo>
                  <a:lnTo>
                    <a:pt x="257151" y="307943"/>
                  </a:lnTo>
                  <a:lnTo>
                    <a:pt x="261574" y="305010"/>
                  </a:lnTo>
                  <a:lnTo>
                    <a:pt x="265903" y="301938"/>
                  </a:lnTo>
                  <a:lnTo>
                    <a:pt x="270132" y="298730"/>
                  </a:lnTo>
                  <a:lnTo>
                    <a:pt x="274257" y="295389"/>
                  </a:lnTo>
                  <a:lnTo>
                    <a:pt x="278273" y="291920"/>
                  </a:lnTo>
                  <a:lnTo>
                    <a:pt x="282178" y="288324"/>
                  </a:lnTo>
                  <a:lnTo>
                    <a:pt x="285966" y="284606"/>
                  </a:lnTo>
                  <a:lnTo>
                    <a:pt x="289635" y="280770"/>
                  </a:lnTo>
                  <a:lnTo>
                    <a:pt x="293180" y="276820"/>
                  </a:lnTo>
                  <a:lnTo>
                    <a:pt x="296597" y="272758"/>
                  </a:lnTo>
                  <a:lnTo>
                    <a:pt x="299884" y="268591"/>
                  </a:lnTo>
                  <a:lnTo>
                    <a:pt x="303037" y="264321"/>
                  </a:lnTo>
                  <a:lnTo>
                    <a:pt x="306053" y="259953"/>
                  </a:lnTo>
                  <a:lnTo>
                    <a:pt x="308929" y="255492"/>
                  </a:lnTo>
                  <a:lnTo>
                    <a:pt x="311661" y="250941"/>
                  </a:lnTo>
                  <a:lnTo>
                    <a:pt x="314248" y="246306"/>
                  </a:lnTo>
                  <a:lnTo>
                    <a:pt x="316686" y="241591"/>
                  </a:lnTo>
                  <a:lnTo>
                    <a:pt x="318974" y="236802"/>
                  </a:lnTo>
                  <a:lnTo>
                    <a:pt x="321108" y="231942"/>
                  </a:lnTo>
                  <a:lnTo>
                    <a:pt x="323087" y="227017"/>
                  </a:lnTo>
                  <a:lnTo>
                    <a:pt x="324908" y="222031"/>
                  </a:lnTo>
                  <a:lnTo>
                    <a:pt x="326570" y="216990"/>
                  </a:lnTo>
                  <a:lnTo>
                    <a:pt x="328072" y="211899"/>
                  </a:lnTo>
                  <a:lnTo>
                    <a:pt x="329411" y="206763"/>
                  </a:lnTo>
                  <a:lnTo>
                    <a:pt x="330586" y="201587"/>
                  </a:lnTo>
                  <a:lnTo>
                    <a:pt x="331596" y="196376"/>
                  </a:lnTo>
                  <a:lnTo>
                    <a:pt x="332440" y="191135"/>
                  </a:lnTo>
                  <a:lnTo>
                    <a:pt x="333118" y="185871"/>
                  </a:lnTo>
                  <a:lnTo>
                    <a:pt x="333628" y="180588"/>
                  </a:lnTo>
                  <a:lnTo>
                    <a:pt x="333970" y="175291"/>
                  </a:lnTo>
                  <a:lnTo>
                    <a:pt x="334144" y="169986"/>
                  </a:lnTo>
                  <a:lnTo>
                    <a:pt x="334149" y="164678"/>
                  </a:lnTo>
                  <a:lnTo>
                    <a:pt x="333986" y="159373"/>
                  </a:lnTo>
                  <a:lnTo>
                    <a:pt x="333654" y="154075"/>
                  </a:lnTo>
                  <a:lnTo>
                    <a:pt x="333155" y="148791"/>
                  </a:lnTo>
                  <a:lnTo>
                    <a:pt x="332487" y="143525"/>
                  </a:lnTo>
                  <a:lnTo>
                    <a:pt x="331653" y="138283"/>
                  </a:lnTo>
                  <a:lnTo>
                    <a:pt x="330653" y="133070"/>
                  </a:lnTo>
                  <a:lnTo>
                    <a:pt x="329488" y="127892"/>
                  </a:lnTo>
                  <a:lnTo>
                    <a:pt x="328160" y="122753"/>
                  </a:lnTo>
                  <a:lnTo>
                    <a:pt x="326668" y="117659"/>
                  </a:lnTo>
                  <a:lnTo>
                    <a:pt x="325016" y="112615"/>
                  </a:lnTo>
                  <a:lnTo>
                    <a:pt x="323204" y="107626"/>
                  </a:lnTo>
                  <a:lnTo>
                    <a:pt x="321235" y="102696"/>
                  </a:lnTo>
                  <a:lnTo>
                    <a:pt x="319111" y="97832"/>
                  </a:lnTo>
                  <a:lnTo>
                    <a:pt x="316833" y="93038"/>
                  </a:lnTo>
                  <a:lnTo>
                    <a:pt x="314404" y="88318"/>
                  </a:lnTo>
                  <a:lnTo>
                    <a:pt x="311826" y="83678"/>
                  </a:lnTo>
                  <a:lnTo>
                    <a:pt x="309103" y="79123"/>
                  </a:lnTo>
                  <a:lnTo>
                    <a:pt x="306236" y="74656"/>
                  </a:lnTo>
                  <a:lnTo>
                    <a:pt x="303229" y="70282"/>
                  </a:lnTo>
                  <a:lnTo>
                    <a:pt x="300084" y="66006"/>
                  </a:lnTo>
                  <a:lnTo>
                    <a:pt x="296805" y="61832"/>
                  </a:lnTo>
                  <a:lnTo>
                    <a:pt x="293396" y="57764"/>
                  </a:lnTo>
                  <a:lnTo>
                    <a:pt x="289859" y="53806"/>
                  </a:lnTo>
                  <a:lnTo>
                    <a:pt x="286198" y="49963"/>
                  </a:lnTo>
                  <a:lnTo>
                    <a:pt x="282417" y="46237"/>
                  </a:lnTo>
                  <a:lnTo>
                    <a:pt x="278519" y="42634"/>
                  </a:lnTo>
                  <a:lnTo>
                    <a:pt x="274510" y="39156"/>
                  </a:lnTo>
                  <a:lnTo>
                    <a:pt x="270391" y="35808"/>
                  </a:lnTo>
                  <a:lnTo>
                    <a:pt x="266169" y="32592"/>
                  </a:lnTo>
                  <a:lnTo>
                    <a:pt x="261846" y="29511"/>
                  </a:lnTo>
                  <a:lnTo>
                    <a:pt x="257428" y="26569"/>
                  </a:lnTo>
                  <a:lnTo>
                    <a:pt x="252919" y="23769"/>
                  </a:lnTo>
                  <a:lnTo>
                    <a:pt x="248323" y="21114"/>
                  </a:lnTo>
                  <a:lnTo>
                    <a:pt x="243645" y="18606"/>
                  </a:lnTo>
                  <a:lnTo>
                    <a:pt x="238890" y="16247"/>
                  </a:lnTo>
                  <a:lnTo>
                    <a:pt x="234062" y="14041"/>
                  </a:lnTo>
                  <a:lnTo>
                    <a:pt x="229167" y="11989"/>
                  </a:lnTo>
                  <a:lnTo>
                    <a:pt x="224209" y="10093"/>
                  </a:lnTo>
                  <a:lnTo>
                    <a:pt x="219194" y="8356"/>
                  </a:lnTo>
                  <a:lnTo>
                    <a:pt x="214125" y="6779"/>
                  </a:lnTo>
                  <a:lnTo>
                    <a:pt x="209010" y="5364"/>
                  </a:lnTo>
                  <a:lnTo>
                    <a:pt x="203852" y="4112"/>
                  </a:lnTo>
                  <a:lnTo>
                    <a:pt x="198656" y="3024"/>
                  </a:lnTo>
                  <a:lnTo>
                    <a:pt x="193429" y="2102"/>
                  </a:lnTo>
                  <a:lnTo>
                    <a:pt x="188176" y="1346"/>
                  </a:lnTo>
                  <a:lnTo>
                    <a:pt x="182900" y="757"/>
                  </a:lnTo>
                  <a:lnTo>
                    <a:pt x="177609" y="336"/>
                  </a:lnTo>
                  <a:lnTo>
                    <a:pt x="172307" y="84"/>
                  </a:lnTo>
                  <a:lnTo>
                    <a:pt x="167000" y="0"/>
                  </a:lnTo>
                  <a:lnTo>
                    <a:pt x="1670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0936" y="4659281"/>
              <a:ext cx="102298" cy="167167"/>
            </a:xfrm>
            <a:custGeom>
              <a:avLst/>
              <a:pathLst>
                <a:path w="102298" h="167167">
                  <a:moveTo>
                    <a:pt x="102298" y="0"/>
                  </a:moveTo>
                  <a:lnTo>
                    <a:pt x="96505" y="100"/>
                  </a:lnTo>
                  <a:lnTo>
                    <a:pt x="90720" y="401"/>
                  </a:lnTo>
                  <a:lnTo>
                    <a:pt x="84948" y="902"/>
                  </a:lnTo>
                  <a:lnTo>
                    <a:pt x="79197" y="1603"/>
                  </a:lnTo>
                  <a:lnTo>
                    <a:pt x="73473" y="2503"/>
                  </a:lnTo>
                  <a:lnTo>
                    <a:pt x="67785" y="3601"/>
                  </a:lnTo>
                  <a:lnTo>
                    <a:pt x="62137" y="4895"/>
                  </a:lnTo>
                  <a:lnTo>
                    <a:pt x="56538" y="6384"/>
                  </a:lnTo>
                  <a:lnTo>
                    <a:pt x="50994" y="8067"/>
                  </a:lnTo>
                  <a:lnTo>
                    <a:pt x="45512" y="9940"/>
                  </a:lnTo>
                  <a:lnTo>
                    <a:pt x="40098" y="12002"/>
                  </a:lnTo>
                  <a:lnTo>
                    <a:pt x="34758" y="14251"/>
                  </a:lnTo>
                  <a:lnTo>
                    <a:pt x="29500" y="16683"/>
                  </a:lnTo>
                  <a:lnTo>
                    <a:pt x="24329" y="19296"/>
                  </a:lnTo>
                  <a:lnTo>
                    <a:pt x="19252" y="22087"/>
                  </a:lnTo>
                  <a:lnTo>
                    <a:pt x="14274" y="25052"/>
                  </a:lnTo>
                  <a:lnTo>
                    <a:pt x="9403" y="28187"/>
                  </a:lnTo>
                  <a:lnTo>
                    <a:pt x="4642" y="31490"/>
                  </a:lnTo>
                  <a:lnTo>
                    <a:pt x="0" y="34955"/>
                  </a:lnTo>
                  <a:lnTo>
                    <a:pt x="1022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0936" y="4694237"/>
              <a:ext cx="102298" cy="132211"/>
            </a:xfrm>
            <a:custGeom>
              <a:avLst/>
              <a:pathLst>
                <a:path w="102298" h="132211">
                  <a:moveTo>
                    <a:pt x="0" y="0"/>
                  </a:moveTo>
                  <a:lnTo>
                    <a:pt x="102298" y="132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320936" y="4694237"/>
              <a:ext cx="102298" cy="132211"/>
            </a:xfrm>
            <a:custGeom>
              <a:avLst/>
              <a:pathLst>
                <a:path w="102298" h="132211">
                  <a:moveTo>
                    <a:pt x="0" y="0"/>
                  </a:moveTo>
                  <a:lnTo>
                    <a:pt x="102298" y="132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88" y="4694237"/>
              <a:ext cx="255766" cy="299361"/>
            </a:xfrm>
            <a:custGeom>
              <a:avLst/>
              <a:pathLst>
                <a:path w="255766" h="299361">
                  <a:moveTo>
                    <a:pt x="64848" y="0"/>
                  </a:moveTo>
                  <a:lnTo>
                    <a:pt x="60667" y="3342"/>
                  </a:lnTo>
                  <a:lnTo>
                    <a:pt x="56596" y="6817"/>
                  </a:lnTo>
                  <a:lnTo>
                    <a:pt x="52639" y="10420"/>
                  </a:lnTo>
                  <a:lnTo>
                    <a:pt x="48799" y="14149"/>
                  </a:lnTo>
                  <a:lnTo>
                    <a:pt x="45080" y="17998"/>
                  </a:lnTo>
                  <a:lnTo>
                    <a:pt x="41486" y="21964"/>
                  </a:lnTo>
                  <a:lnTo>
                    <a:pt x="38021" y="26044"/>
                  </a:lnTo>
                  <a:lnTo>
                    <a:pt x="34688" y="30232"/>
                  </a:lnTo>
                  <a:lnTo>
                    <a:pt x="31491" y="34525"/>
                  </a:lnTo>
                  <a:lnTo>
                    <a:pt x="28434" y="38917"/>
                  </a:lnTo>
                  <a:lnTo>
                    <a:pt x="25518" y="43406"/>
                  </a:lnTo>
                  <a:lnTo>
                    <a:pt x="22748" y="47985"/>
                  </a:lnTo>
                  <a:lnTo>
                    <a:pt x="20125" y="52651"/>
                  </a:lnTo>
                  <a:lnTo>
                    <a:pt x="17654" y="57399"/>
                  </a:lnTo>
                  <a:lnTo>
                    <a:pt x="15335" y="62223"/>
                  </a:lnTo>
                  <a:lnTo>
                    <a:pt x="13172" y="67119"/>
                  </a:lnTo>
                  <a:lnTo>
                    <a:pt x="11167" y="72082"/>
                  </a:lnTo>
                  <a:lnTo>
                    <a:pt x="9322" y="77106"/>
                  </a:lnTo>
                  <a:lnTo>
                    <a:pt x="7639" y="82187"/>
                  </a:lnTo>
                  <a:lnTo>
                    <a:pt x="6120" y="87319"/>
                  </a:lnTo>
                  <a:lnTo>
                    <a:pt x="4765" y="92497"/>
                  </a:lnTo>
                  <a:lnTo>
                    <a:pt x="3577" y="97715"/>
                  </a:lnTo>
                  <a:lnTo>
                    <a:pt x="2556" y="102970"/>
                  </a:lnTo>
                  <a:lnTo>
                    <a:pt x="1704" y="108254"/>
                  </a:lnTo>
                  <a:lnTo>
                    <a:pt x="1022" y="113562"/>
                  </a:lnTo>
                  <a:lnTo>
                    <a:pt x="510" y="118890"/>
                  </a:lnTo>
                  <a:lnTo>
                    <a:pt x="169" y="124232"/>
                  </a:lnTo>
                  <a:lnTo>
                    <a:pt x="0" y="129581"/>
                  </a:lnTo>
                  <a:lnTo>
                    <a:pt x="1" y="134934"/>
                  </a:lnTo>
                  <a:lnTo>
                    <a:pt x="174" y="140283"/>
                  </a:lnTo>
                  <a:lnTo>
                    <a:pt x="518" y="145624"/>
                  </a:lnTo>
                  <a:lnTo>
                    <a:pt x="1033" y="150952"/>
                  </a:lnTo>
                  <a:lnTo>
                    <a:pt x="1718" y="156260"/>
                  </a:lnTo>
                  <a:lnTo>
                    <a:pt x="2572" y="161544"/>
                  </a:lnTo>
                  <a:lnTo>
                    <a:pt x="3596" y="166797"/>
                  </a:lnTo>
                  <a:lnTo>
                    <a:pt x="4787" y="172015"/>
                  </a:lnTo>
                  <a:lnTo>
                    <a:pt x="6144" y="177193"/>
                  </a:lnTo>
                  <a:lnTo>
                    <a:pt x="7667" y="182324"/>
                  </a:lnTo>
                  <a:lnTo>
                    <a:pt x="9353" y="187404"/>
                  </a:lnTo>
                  <a:lnTo>
                    <a:pt x="11201" y="192427"/>
                  </a:lnTo>
                  <a:lnTo>
                    <a:pt x="13208" y="197389"/>
                  </a:lnTo>
                  <a:lnTo>
                    <a:pt x="15374" y="202283"/>
                  </a:lnTo>
                  <a:lnTo>
                    <a:pt x="17695" y="207106"/>
                  </a:lnTo>
                  <a:lnTo>
                    <a:pt x="20169" y="211852"/>
                  </a:lnTo>
                  <a:lnTo>
                    <a:pt x="22794" y="216517"/>
                  </a:lnTo>
                  <a:lnTo>
                    <a:pt x="25567" y="221095"/>
                  </a:lnTo>
                  <a:lnTo>
                    <a:pt x="28485" y="225582"/>
                  </a:lnTo>
                  <a:lnTo>
                    <a:pt x="31545" y="229973"/>
                  </a:lnTo>
                  <a:lnTo>
                    <a:pt x="34745" y="234264"/>
                  </a:lnTo>
                  <a:lnTo>
                    <a:pt x="38079" y="238450"/>
                  </a:lnTo>
                  <a:lnTo>
                    <a:pt x="41547" y="242528"/>
                  </a:lnTo>
                  <a:lnTo>
                    <a:pt x="45143" y="246492"/>
                  </a:lnTo>
                  <a:lnTo>
                    <a:pt x="48864" y="250339"/>
                  </a:lnTo>
                  <a:lnTo>
                    <a:pt x="52706" y="254065"/>
                  </a:lnTo>
                  <a:lnTo>
                    <a:pt x="56666" y="257666"/>
                  </a:lnTo>
                  <a:lnTo>
                    <a:pt x="60739" y="261139"/>
                  </a:lnTo>
                  <a:lnTo>
                    <a:pt x="64921" y="264479"/>
                  </a:lnTo>
                  <a:lnTo>
                    <a:pt x="69207" y="267684"/>
                  </a:lnTo>
                  <a:lnTo>
                    <a:pt x="73595" y="270750"/>
                  </a:lnTo>
                  <a:lnTo>
                    <a:pt x="78078" y="273674"/>
                  </a:lnTo>
                  <a:lnTo>
                    <a:pt x="82652" y="276453"/>
                  </a:lnTo>
                  <a:lnTo>
                    <a:pt x="87313" y="279084"/>
                  </a:lnTo>
                  <a:lnTo>
                    <a:pt x="92056" y="281565"/>
                  </a:lnTo>
                  <a:lnTo>
                    <a:pt x="96876" y="283892"/>
                  </a:lnTo>
                  <a:lnTo>
                    <a:pt x="101768" y="286064"/>
                  </a:lnTo>
                  <a:lnTo>
                    <a:pt x="106727" y="288078"/>
                  </a:lnTo>
                  <a:lnTo>
                    <a:pt x="111747" y="289932"/>
                  </a:lnTo>
                  <a:lnTo>
                    <a:pt x="116825" y="291625"/>
                  </a:lnTo>
                  <a:lnTo>
                    <a:pt x="121954" y="293154"/>
                  </a:lnTo>
                  <a:lnTo>
                    <a:pt x="127130" y="294518"/>
                  </a:lnTo>
                  <a:lnTo>
                    <a:pt x="132346" y="295716"/>
                  </a:lnTo>
                  <a:lnTo>
                    <a:pt x="137599" y="296747"/>
                  </a:lnTo>
                  <a:lnTo>
                    <a:pt x="142881" y="297608"/>
                  </a:lnTo>
                  <a:lnTo>
                    <a:pt x="148188" y="298300"/>
                  </a:lnTo>
                  <a:lnTo>
                    <a:pt x="153515" y="298822"/>
                  </a:lnTo>
                  <a:lnTo>
                    <a:pt x="158856" y="299173"/>
                  </a:lnTo>
                  <a:lnTo>
                    <a:pt x="164205" y="299353"/>
                  </a:lnTo>
                  <a:lnTo>
                    <a:pt x="169558" y="299361"/>
                  </a:lnTo>
                  <a:lnTo>
                    <a:pt x="174908" y="299198"/>
                  </a:lnTo>
                  <a:lnTo>
                    <a:pt x="180249" y="298864"/>
                  </a:lnTo>
                  <a:lnTo>
                    <a:pt x="185578" y="298359"/>
                  </a:lnTo>
                  <a:lnTo>
                    <a:pt x="190887" y="297684"/>
                  </a:lnTo>
                  <a:lnTo>
                    <a:pt x="196173" y="296839"/>
                  </a:lnTo>
                  <a:lnTo>
                    <a:pt x="201428" y="295826"/>
                  </a:lnTo>
                  <a:lnTo>
                    <a:pt x="206649" y="294644"/>
                  </a:lnTo>
                  <a:lnTo>
                    <a:pt x="211828" y="293296"/>
                  </a:lnTo>
                  <a:lnTo>
                    <a:pt x="216962" y="291783"/>
                  </a:lnTo>
                  <a:lnTo>
                    <a:pt x="222045" y="290107"/>
                  </a:lnTo>
                  <a:lnTo>
                    <a:pt x="227072" y="288268"/>
                  </a:lnTo>
                  <a:lnTo>
                    <a:pt x="232037" y="286270"/>
                  </a:lnTo>
                  <a:lnTo>
                    <a:pt x="236936" y="284114"/>
                  </a:lnTo>
                  <a:lnTo>
                    <a:pt x="241763" y="281802"/>
                  </a:lnTo>
                  <a:lnTo>
                    <a:pt x="246514" y="279336"/>
                  </a:lnTo>
                  <a:lnTo>
                    <a:pt x="251183" y="276720"/>
                  </a:lnTo>
                  <a:lnTo>
                    <a:pt x="255766" y="273955"/>
                  </a:lnTo>
                  <a:lnTo>
                    <a:pt x="167146" y="1322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67161" cy="308911"/>
            </a:xfrm>
            <a:custGeom>
              <a:avLst/>
              <a:pathLst>
                <a:path w="167161" h="308911">
                  <a:moveTo>
                    <a:pt x="88620" y="308911"/>
                  </a:moveTo>
                  <a:lnTo>
                    <a:pt x="93094" y="306014"/>
                  </a:lnTo>
                  <a:lnTo>
                    <a:pt x="97473" y="302975"/>
                  </a:lnTo>
                  <a:lnTo>
                    <a:pt x="101753" y="299799"/>
                  </a:lnTo>
                  <a:lnTo>
                    <a:pt x="105930" y="296487"/>
                  </a:lnTo>
                  <a:lnTo>
                    <a:pt x="109999" y="293044"/>
                  </a:lnTo>
                  <a:lnTo>
                    <a:pt x="113956" y="289473"/>
                  </a:lnTo>
                  <a:lnTo>
                    <a:pt x="117798" y="285778"/>
                  </a:lnTo>
                  <a:lnTo>
                    <a:pt x="121519" y="281962"/>
                  </a:lnTo>
                  <a:lnTo>
                    <a:pt x="125117" y="278029"/>
                  </a:lnTo>
                  <a:lnTo>
                    <a:pt x="128588" y="273984"/>
                  </a:lnTo>
                  <a:lnTo>
                    <a:pt x="131928" y="269830"/>
                  </a:lnTo>
                  <a:lnTo>
                    <a:pt x="135134" y="265572"/>
                  </a:lnTo>
                  <a:lnTo>
                    <a:pt x="138203" y="261214"/>
                  </a:lnTo>
                  <a:lnTo>
                    <a:pt x="141131" y="256760"/>
                  </a:lnTo>
                  <a:lnTo>
                    <a:pt x="143916" y="252215"/>
                  </a:lnTo>
                  <a:lnTo>
                    <a:pt x="146554" y="247583"/>
                  </a:lnTo>
                  <a:lnTo>
                    <a:pt x="149043" y="242870"/>
                  </a:lnTo>
                  <a:lnTo>
                    <a:pt x="151381" y="238080"/>
                  </a:lnTo>
                  <a:lnTo>
                    <a:pt x="153565" y="233217"/>
                  </a:lnTo>
                  <a:lnTo>
                    <a:pt x="155592" y="228288"/>
                  </a:lnTo>
                  <a:lnTo>
                    <a:pt x="157462" y="223296"/>
                  </a:lnTo>
                  <a:lnTo>
                    <a:pt x="159171" y="218248"/>
                  </a:lnTo>
                  <a:lnTo>
                    <a:pt x="160719" y="213147"/>
                  </a:lnTo>
                  <a:lnTo>
                    <a:pt x="162103" y="208000"/>
                  </a:lnTo>
                  <a:lnTo>
                    <a:pt x="163323" y="202811"/>
                  </a:lnTo>
                  <a:lnTo>
                    <a:pt x="164376" y="197586"/>
                  </a:lnTo>
                  <a:lnTo>
                    <a:pt x="165262" y="192330"/>
                  </a:lnTo>
                  <a:lnTo>
                    <a:pt x="165981" y="187048"/>
                  </a:lnTo>
                  <a:lnTo>
                    <a:pt x="166530" y="181746"/>
                  </a:lnTo>
                  <a:lnTo>
                    <a:pt x="166910" y="176430"/>
                  </a:lnTo>
                  <a:lnTo>
                    <a:pt x="167121" y="171103"/>
                  </a:lnTo>
                  <a:lnTo>
                    <a:pt x="167161" y="165773"/>
                  </a:lnTo>
                  <a:lnTo>
                    <a:pt x="167032" y="160445"/>
                  </a:lnTo>
                  <a:lnTo>
                    <a:pt x="166733" y="155123"/>
                  </a:lnTo>
                  <a:lnTo>
                    <a:pt x="166264" y="149813"/>
                  </a:lnTo>
                  <a:lnTo>
                    <a:pt x="165626" y="144521"/>
                  </a:lnTo>
                  <a:lnTo>
                    <a:pt x="164820" y="139252"/>
                  </a:lnTo>
                  <a:lnTo>
                    <a:pt x="163846" y="134012"/>
                  </a:lnTo>
                  <a:lnTo>
                    <a:pt x="162706" y="128805"/>
                  </a:lnTo>
                  <a:lnTo>
                    <a:pt x="161400" y="123637"/>
                  </a:lnTo>
                  <a:lnTo>
                    <a:pt x="159930" y="118514"/>
                  </a:lnTo>
                  <a:lnTo>
                    <a:pt x="158298" y="113440"/>
                  </a:lnTo>
                  <a:lnTo>
                    <a:pt x="156504" y="108420"/>
                  </a:lnTo>
                  <a:lnTo>
                    <a:pt x="154552" y="103460"/>
                  </a:lnTo>
                  <a:lnTo>
                    <a:pt x="152442" y="98565"/>
                  </a:lnTo>
                  <a:lnTo>
                    <a:pt x="150178" y="93740"/>
                  </a:lnTo>
                  <a:lnTo>
                    <a:pt x="147760" y="88990"/>
                  </a:lnTo>
                  <a:lnTo>
                    <a:pt x="145193" y="84318"/>
                  </a:lnTo>
                  <a:lnTo>
                    <a:pt x="142478" y="79732"/>
                  </a:lnTo>
                  <a:lnTo>
                    <a:pt x="139618" y="75234"/>
                  </a:lnTo>
                  <a:lnTo>
                    <a:pt x="136616" y="70829"/>
                  </a:lnTo>
                  <a:lnTo>
                    <a:pt x="133475" y="66523"/>
                  </a:lnTo>
                  <a:lnTo>
                    <a:pt x="130198" y="62318"/>
                  </a:lnTo>
                  <a:lnTo>
                    <a:pt x="126789" y="58221"/>
                  </a:lnTo>
                  <a:lnTo>
                    <a:pt x="123252" y="54234"/>
                  </a:lnTo>
                  <a:lnTo>
                    <a:pt x="119588" y="50362"/>
                  </a:lnTo>
                  <a:lnTo>
                    <a:pt x="115804" y="46608"/>
                  </a:lnTo>
                  <a:lnTo>
                    <a:pt x="111901" y="42978"/>
                  </a:lnTo>
                  <a:lnTo>
                    <a:pt x="107885" y="39473"/>
                  </a:lnTo>
                  <a:lnTo>
                    <a:pt x="103759" y="36099"/>
                  </a:lnTo>
                  <a:lnTo>
                    <a:pt x="99528" y="32857"/>
                  </a:lnTo>
                  <a:lnTo>
                    <a:pt x="95195" y="29752"/>
                  </a:lnTo>
                  <a:lnTo>
                    <a:pt x="90766" y="26787"/>
                  </a:lnTo>
                  <a:lnTo>
                    <a:pt x="86244" y="23965"/>
                  </a:lnTo>
                  <a:lnTo>
                    <a:pt x="81635" y="21288"/>
                  </a:lnTo>
                  <a:lnTo>
                    <a:pt x="76942" y="18760"/>
                  </a:lnTo>
                  <a:lnTo>
                    <a:pt x="72172" y="16382"/>
                  </a:lnTo>
                  <a:lnTo>
                    <a:pt x="67328" y="14158"/>
                  </a:lnTo>
                  <a:lnTo>
                    <a:pt x="62415" y="12089"/>
                  </a:lnTo>
                  <a:lnTo>
                    <a:pt x="57440" y="10178"/>
                  </a:lnTo>
                  <a:lnTo>
                    <a:pt x="52405" y="8426"/>
                  </a:lnTo>
                  <a:lnTo>
                    <a:pt x="47318" y="6836"/>
                  </a:lnTo>
                  <a:lnTo>
                    <a:pt x="42182" y="5409"/>
                  </a:lnTo>
                  <a:lnTo>
                    <a:pt x="37004" y="4147"/>
                  </a:lnTo>
                  <a:lnTo>
                    <a:pt x="31787" y="3050"/>
                  </a:lnTo>
                  <a:lnTo>
                    <a:pt x="26539" y="2120"/>
                  </a:lnTo>
                  <a:lnTo>
                    <a:pt x="21264" y="1357"/>
                  </a:lnTo>
                  <a:lnTo>
                    <a:pt x="15966" y="764"/>
                  </a:lnTo>
                  <a:lnTo>
                    <a:pt x="10653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6559" y="4213821"/>
              <a:ext cx="131912" cy="167167"/>
            </a:xfrm>
            <a:custGeom>
              <a:avLst/>
              <a:pathLst>
                <a:path w="131912" h="167167">
                  <a:moveTo>
                    <a:pt x="131912" y="0"/>
                  </a:moveTo>
                  <a:lnTo>
                    <a:pt x="126283" y="94"/>
                  </a:lnTo>
                  <a:lnTo>
                    <a:pt x="120661" y="379"/>
                  </a:lnTo>
                  <a:lnTo>
                    <a:pt x="115051" y="852"/>
                  </a:lnTo>
                  <a:lnTo>
                    <a:pt x="109460" y="1514"/>
                  </a:lnTo>
                  <a:lnTo>
                    <a:pt x="103894" y="2364"/>
                  </a:lnTo>
                  <a:lnTo>
                    <a:pt x="98361" y="3401"/>
                  </a:lnTo>
                  <a:lnTo>
                    <a:pt x="92865" y="4624"/>
                  </a:lnTo>
                  <a:lnTo>
                    <a:pt x="87414" y="6031"/>
                  </a:lnTo>
                  <a:lnTo>
                    <a:pt x="82013" y="7621"/>
                  </a:lnTo>
                  <a:lnTo>
                    <a:pt x="76669" y="9391"/>
                  </a:lnTo>
                  <a:lnTo>
                    <a:pt x="71388" y="11341"/>
                  </a:lnTo>
                  <a:lnTo>
                    <a:pt x="66175" y="13467"/>
                  </a:lnTo>
                  <a:lnTo>
                    <a:pt x="61037" y="15768"/>
                  </a:lnTo>
                  <a:lnTo>
                    <a:pt x="55979" y="18241"/>
                  </a:lnTo>
                  <a:lnTo>
                    <a:pt x="51007" y="20882"/>
                  </a:lnTo>
                  <a:lnTo>
                    <a:pt x="46127" y="23689"/>
                  </a:lnTo>
                  <a:lnTo>
                    <a:pt x="41344" y="26659"/>
                  </a:lnTo>
                  <a:lnTo>
                    <a:pt x="36664" y="29789"/>
                  </a:lnTo>
                  <a:lnTo>
                    <a:pt x="32092" y="33074"/>
                  </a:lnTo>
                  <a:lnTo>
                    <a:pt x="27633" y="36511"/>
                  </a:lnTo>
                  <a:lnTo>
                    <a:pt x="23293" y="40097"/>
                  </a:lnTo>
                  <a:lnTo>
                    <a:pt x="19076" y="43827"/>
                  </a:lnTo>
                  <a:lnTo>
                    <a:pt x="14986" y="47696"/>
                  </a:lnTo>
                  <a:lnTo>
                    <a:pt x="11030" y="51701"/>
                  </a:lnTo>
                  <a:lnTo>
                    <a:pt x="7210" y="55837"/>
                  </a:lnTo>
                  <a:lnTo>
                    <a:pt x="3532" y="60099"/>
                  </a:lnTo>
                  <a:lnTo>
                    <a:pt x="0" y="64483"/>
                  </a:lnTo>
                  <a:lnTo>
                    <a:pt x="13191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96559" y="4278305"/>
              <a:ext cx="131912" cy="102683"/>
            </a:xfrm>
            <a:custGeom>
              <a:avLst/>
              <a:pathLst>
                <a:path w="131912" h="102683">
                  <a:moveTo>
                    <a:pt x="0" y="0"/>
                  </a:moveTo>
                  <a:lnTo>
                    <a:pt x="131912" y="1026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06" y="4278305"/>
              <a:ext cx="334333" cy="269835"/>
            </a:xfrm>
            <a:custGeom>
              <a:avLst/>
              <a:pathLst>
                <a:path w="334333" h="269835">
                  <a:moveTo>
                    <a:pt x="35253" y="0"/>
                  </a:moveTo>
                  <a:lnTo>
                    <a:pt x="32065" y="4231"/>
                  </a:lnTo>
                  <a:lnTo>
                    <a:pt x="29013" y="8562"/>
                  </a:lnTo>
                  <a:lnTo>
                    <a:pt x="26100" y="12988"/>
                  </a:lnTo>
                  <a:lnTo>
                    <a:pt x="23328" y="17503"/>
                  </a:lnTo>
                  <a:lnTo>
                    <a:pt x="20701" y="22104"/>
                  </a:lnTo>
                  <a:lnTo>
                    <a:pt x="18221" y="26786"/>
                  </a:lnTo>
                  <a:lnTo>
                    <a:pt x="15890" y="31544"/>
                  </a:lnTo>
                  <a:lnTo>
                    <a:pt x="13712" y="36374"/>
                  </a:lnTo>
                  <a:lnTo>
                    <a:pt x="11688" y="41270"/>
                  </a:lnTo>
                  <a:lnTo>
                    <a:pt x="9820" y="46228"/>
                  </a:lnTo>
                  <a:lnTo>
                    <a:pt x="8110" y="51243"/>
                  </a:lnTo>
                  <a:lnTo>
                    <a:pt x="6559" y="56309"/>
                  </a:lnTo>
                  <a:lnTo>
                    <a:pt x="5170" y="61422"/>
                  </a:lnTo>
                  <a:lnTo>
                    <a:pt x="3944" y="66576"/>
                  </a:lnTo>
                  <a:lnTo>
                    <a:pt x="2882" y="71767"/>
                  </a:lnTo>
                  <a:lnTo>
                    <a:pt x="1985" y="76988"/>
                  </a:lnTo>
                  <a:lnTo>
                    <a:pt x="1253" y="82236"/>
                  </a:lnTo>
                  <a:lnTo>
                    <a:pt x="689" y="87504"/>
                  </a:lnTo>
                  <a:lnTo>
                    <a:pt x="291" y="92787"/>
                  </a:lnTo>
                  <a:lnTo>
                    <a:pt x="61" y="98080"/>
                  </a:lnTo>
                  <a:lnTo>
                    <a:pt x="0" y="103378"/>
                  </a:lnTo>
                  <a:lnTo>
                    <a:pt x="105" y="108675"/>
                  </a:lnTo>
                  <a:lnTo>
                    <a:pt x="379" y="113966"/>
                  </a:lnTo>
                  <a:lnTo>
                    <a:pt x="821" y="119246"/>
                  </a:lnTo>
                  <a:lnTo>
                    <a:pt x="1429" y="124509"/>
                  </a:lnTo>
                  <a:lnTo>
                    <a:pt x="2204" y="129751"/>
                  </a:lnTo>
                  <a:lnTo>
                    <a:pt x="3145" y="134965"/>
                  </a:lnTo>
                  <a:lnTo>
                    <a:pt x="4250" y="140146"/>
                  </a:lnTo>
                  <a:lnTo>
                    <a:pt x="5519" y="145290"/>
                  </a:lnTo>
                  <a:lnTo>
                    <a:pt x="6950" y="150391"/>
                  </a:lnTo>
                  <a:lnTo>
                    <a:pt x="8543" y="155445"/>
                  </a:lnTo>
                  <a:lnTo>
                    <a:pt x="10294" y="160445"/>
                  </a:lnTo>
                  <a:lnTo>
                    <a:pt x="12204" y="165387"/>
                  </a:lnTo>
                  <a:lnTo>
                    <a:pt x="14269" y="170266"/>
                  </a:lnTo>
                  <a:lnTo>
                    <a:pt x="16487" y="175078"/>
                  </a:lnTo>
                  <a:lnTo>
                    <a:pt x="18857" y="179816"/>
                  </a:lnTo>
                  <a:lnTo>
                    <a:pt x="21376" y="184478"/>
                  </a:lnTo>
                  <a:lnTo>
                    <a:pt x="24041" y="189057"/>
                  </a:lnTo>
                  <a:lnTo>
                    <a:pt x="26850" y="193549"/>
                  </a:lnTo>
                  <a:lnTo>
                    <a:pt x="29800" y="197950"/>
                  </a:lnTo>
                  <a:lnTo>
                    <a:pt x="32888" y="202255"/>
                  </a:lnTo>
                  <a:lnTo>
                    <a:pt x="36111" y="206460"/>
                  </a:lnTo>
                  <a:lnTo>
                    <a:pt x="39465" y="210561"/>
                  </a:lnTo>
                  <a:lnTo>
                    <a:pt x="42948" y="214554"/>
                  </a:lnTo>
                  <a:lnTo>
                    <a:pt x="46556" y="218434"/>
                  </a:lnTo>
                  <a:lnTo>
                    <a:pt x="50285" y="222198"/>
                  </a:lnTo>
                  <a:lnTo>
                    <a:pt x="54131" y="225842"/>
                  </a:lnTo>
                  <a:lnTo>
                    <a:pt x="58090" y="229362"/>
                  </a:lnTo>
                  <a:lnTo>
                    <a:pt x="62160" y="232755"/>
                  </a:lnTo>
                  <a:lnTo>
                    <a:pt x="66334" y="236018"/>
                  </a:lnTo>
                  <a:lnTo>
                    <a:pt x="70610" y="239146"/>
                  </a:lnTo>
                  <a:lnTo>
                    <a:pt x="74983" y="242137"/>
                  </a:lnTo>
                  <a:lnTo>
                    <a:pt x="79449" y="244988"/>
                  </a:lnTo>
                  <a:lnTo>
                    <a:pt x="84003" y="247697"/>
                  </a:lnTo>
                  <a:lnTo>
                    <a:pt x="88640" y="250259"/>
                  </a:lnTo>
                  <a:lnTo>
                    <a:pt x="93356" y="252674"/>
                  </a:lnTo>
                  <a:lnTo>
                    <a:pt x="98146" y="254937"/>
                  </a:lnTo>
                  <a:lnTo>
                    <a:pt x="103006" y="257048"/>
                  </a:lnTo>
                  <a:lnTo>
                    <a:pt x="107930" y="259004"/>
                  </a:lnTo>
                  <a:lnTo>
                    <a:pt x="112913" y="260802"/>
                  </a:lnTo>
                  <a:lnTo>
                    <a:pt x="117951" y="262442"/>
                  </a:lnTo>
                  <a:lnTo>
                    <a:pt x="123039" y="263922"/>
                  </a:lnTo>
                  <a:lnTo>
                    <a:pt x="128171" y="265239"/>
                  </a:lnTo>
                  <a:lnTo>
                    <a:pt x="133342" y="266393"/>
                  </a:lnTo>
                  <a:lnTo>
                    <a:pt x="138547" y="267383"/>
                  </a:lnTo>
                  <a:lnTo>
                    <a:pt x="143780" y="268207"/>
                  </a:lnTo>
                  <a:lnTo>
                    <a:pt x="149038" y="268865"/>
                  </a:lnTo>
                  <a:lnTo>
                    <a:pt x="154313" y="269356"/>
                  </a:lnTo>
                  <a:lnTo>
                    <a:pt x="159601" y="269680"/>
                  </a:lnTo>
                  <a:lnTo>
                    <a:pt x="164897" y="269835"/>
                  </a:lnTo>
                  <a:lnTo>
                    <a:pt x="170195" y="269823"/>
                  </a:lnTo>
                  <a:lnTo>
                    <a:pt x="175490" y="269643"/>
                  </a:lnTo>
                  <a:lnTo>
                    <a:pt x="180777" y="269296"/>
                  </a:lnTo>
                  <a:lnTo>
                    <a:pt x="186050" y="268781"/>
                  </a:lnTo>
                  <a:lnTo>
                    <a:pt x="191305" y="268099"/>
                  </a:lnTo>
                  <a:lnTo>
                    <a:pt x="196534" y="267251"/>
                  </a:lnTo>
                  <a:lnTo>
                    <a:pt x="201735" y="266237"/>
                  </a:lnTo>
                  <a:lnTo>
                    <a:pt x="206900" y="265060"/>
                  </a:lnTo>
                  <a:lnTo>
                    <a:pt x="212026" y="263719"/>
                  </a:lnTo>
                  <a:lnTo>
                    <a:pt x="217107" y="262216"/>
                  </a:lnTo>
                  <a:lnTo>
                    <a:pt x="222137" y="260554"/>
                  </a:lnTo>
                  <a:lnTo>
                    <a:pt x="227113" y="258732"/>
                  </a:lnTo>
                  <a:lnTo>
                    <a:pt x="232028" y="256754"/>
                  </a:lnTo>
                  <a:lnTo>
                    <a:pt x="236878" y="254621"/>
                  </a:lnTo>
                  <a:lnTo>
                    <a:pt x="241658" y="252336"/>
                  </a:lnTo>
                  <a:lnTo>
                    <a:pt x="246363" y="249900"/>
                  </a:lnTo>
                  <a:lnTo>
                    <a:pt x="250988" y="247316"/>
                  </a:lnTo>
                  <a:lnTo>
                    <a:pt x="255530" y="244587"/>
                  </a:lnTo>
                  <a:lnTo>
                    <a:pt x="259982" y="241716"/>
                  </a:lnTo>
                  <a:lnTo>
                    <a:pt x="264341" y="238705"/>
                  </a:lnTo>
                  <a:lnTo>
                    <a:pt x="268603" y="235557"/>
                  </a:lnTo>
                  <a:lnTo>
                    <a:pt x="272763" y="232276"/>
                  </a:lnTo>
                  <a:lnTo>
                    <a:pt x="276817" y="228864"/>
                  </a:lnTo>
                  <a:lnTo>
                    <a:pt x="280760" y="225326"/>
                  </a:lnTo>
                  <a:lnTo>
                    <a:pt x="284590" y="221664"/>
                  </a:lnTo>
                  <a:lnTo>
                    <a:pt x="288301" y="217883"/>
                  </a:lnTo>
                  <a:lnTo>
                    <a:pt x="291891" y="213987"/>
                  </a:lnTo>
                  <a:lnTo>
                    <a:pt x="295356" y="209978"/>
                  </a:lnTo>
                  <a:lnTo>
                    <a:pt x="298691" y="205862"/>
                  </a:lnTo>
                  <a:lnTo>
                    <a:pt x="301895" y="201642"/>
                  </a:lnTo>
                  <a:lnTo>
                    <a:pt x="304964" y="197323"/>
                  </a:lnTo>
                  <a:lnTo>
                    <a:pt x="307893" y="192909"/>
                  </a:lnTo>
                  <a:lnTo>
                    <a:pt x="310682" y="188404"/>
                  </a:lnTo>
                  <a:lnTo>
                    <a:pt x="313326" y="183813"/>
                  </a:lnTo>
                  <a:lnTo>
                    <a:pt x="315824" y="179140"/>
                  </a:lnTo>
                  <a:lnTo>
                    <a:pt x="318172" y="174391"/>
                  </a:lnTo>
                  <a:lnTo>
                    <a:pt x="320369" y="169569"/>
                  </a:lnTo>
                  <a:lnTo>
                    <a:pt x="322411" y="164681"/>
                  </a:lnTo>
                  <a:lnTo>
                    <a:pt x="324298" y="159730"/>
                  </a:lnTo>
                  <a:lnTo>
                    <a:pt x="326027" y="154721"/>
                  </a:lnTo>
                  <a:lnTo>
                    <a:pt x="327596" y="149661"/>
                  </a:lnTo>
                  <a:lnTo>
                    <a:pt x="329004" y="144553"/>
                  </a:lnTo>
                  <a:lnTo>
                    <a:pt x="330250" y="139404"/>
                  </a:lnTo>
                  <a:lnTo>
                    <a:pt x="331332" y="134217"/>
                  </a:lnTo>
                  <a:lnTo>
                    <a:pt x="332249" y="128999"/>
                  </a:lnTo>
                  <a:lnTo>
                    <a:pt x="333000" y="123754"/>
                  </a:lnTo>
                  <a:lnTo>
                    <a:pt x="333584" y="118488"/>
                  </a:lnTo>
                  <a:lnTo>
                    <a:pt x="334001" y="113206"/>
                  </a:lnTo>
                  <a:lnTo>
                    <a:pt x="334251" y="107914"/>
                  </a:lnTo>
                  <a:lnTo>
                    <a:pt x="334333" y="102617"/>
                  </a:lnTo>
                  <a:lnTo>
                    <a:pt x="334247" y="97319"/>
                  </a:lnTo>
                  <a:lnTo>
                    <a:pt x="333993" y="92027"/>
                  </a:lnTo>
                  <a:lnTo>
                    <a:pt x="333571" y="86746"/>
                  </a:lnTo>
                  <a:lnTo>
                    <a:pt x="332983" y="81480"/>
                  </a:lnTo>
                  <a:lnTo>
                    <a:pt x="332228" y="76236"/>
                  </a:lnTo>
                  <a:lnTo>
                    <a:pt x="167165" y="1026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165062" cy="167167"/>
            </a:xfrm>
            <a:custGeom>
              <a:avLst/>
              <a:pathLst>
                <a:path w="165062" h="167167">
                  <a:moveTo>
                    <a:pt x="165062" y="140720"/>
                  </a:moveTo>
                  <a:lnTo>
                    <a:pt x="164104" y="135315"/>
                  </a:lnTo>
                  <a:lnTo>
                    <a:pt x="162970" y="129945"/>
                  </a:lnTo>
                  <a:lnTo>
                    <a:pt x="161660" y="124615"/>
                  </a:lnTo>
                  <a:lnTo>
                    <a:pt x="160176" y="119330"/>
                  </a:lnTo>
                  <a:lnTo>
                    <a:pt x="158520" y="114098"/>
                  </a:lnTo>
                  <a:lnTo>
                    <a:pt x="156692" y="108922"/>
                  </a:lnTo>
                  <a:lnTo>
                    <a:pt x="154695" y="103809"/>
                  </a:lnTo>
                  <a:lnTo>
                    <a:pt x="152532" y="98765"/>
                  </a:lnTo>
                  <a:lnTo>
                    <a:pt x="150204" y="93794"/>
                  </a:lnTo>
                  <a:lnTo>
                    <a:pt x="147714" y="88903"/>
                  </a:lnTo>
                  <a:lnTo>
                    <a:pt x="145065" y="84095"/>
                  </a:lnTo>
                  <a:lnTo>
                    <a:pt x="142260" y="79378"/>
                  </a:lnTo>
                  <a:lnTo>
                    <a:pt x="139301" y="74755"/>
                  </a:lnTo>
                  <a:lnTo>
                    <a:pt x="136192" y="70231"/>
                  </a:lnTo>
                  <a:lnTo>
                    <a:pt x="132936" y="65812"/>
                  </a:lnTo>
                  <a:lnTo>
                    <a:pt x="129537" y="61503"/>
                  </a:lnTo>
                  <a:lnTo>
                    <a:pt x="125999" y="57307"/>
                  </a:lnTo>
                  <a:lnTo>
                    <a:pt x="122324" y="53230"/>
                  </a:lnTo>
                  <a:lnTo>
                    <a:pt x="118518" y="49275"/>
                  </a:lnTo>
                  <a:lnTo>
                    <a:pt x="114583" y="45448"/>
                  </a:lnTo>
                  <a:lnTo>
                    <a:pt x="110526" y="41752"/>
                  </a:lnTo>
                  <a:lnTo>
                    <a:pt x="106349" y="38191"/>
                  </a:lnTo>
                  <a:lnTo>
                    <a:pt x="102057" y="34769"/>
                  </a:lnTo>
                  <a:lnTo>
                    <a:pt x="97656" y="31490"/>
                  </a:lnTo>
                  <a:lnTo>
                    <a:pt x="93149" y="28357"/>
                  </a:lnTo>
                  <a:lnTo>
                    <a:pt x="88542" y="25374"/>
                  </a:lnTo>
                  <a:lnTo>
                    <a:pt x="83839" y="22544"/>
                  </a:lnTo>
                  <a:lnTo>
                    <a:pt x="79046" y="19869"/>
                  </a:lnTo>
                  <a:lnTo>
                    <a:pt x="74167" y="17354"/>
                  </a:lnTo>
                  <a:lnTo>
                    <a:pt x="69209" y="14999"/>
                  </a:lnTo>
                  <a:lnTo>
                    <a:pt x="64176" y="12809"/>
                  </a:lnTo>
                  <a:lnTo>
                    <a:pt x="59074" y="10786"/>
                  </a:lnTo>
                  <a:lnTo>
                    <a:pt x="53909" y="8930"/>
                  </a:lnTo>
                  <a:lnTo>
                    <a:pt x="48685" y="7246"/>
                  </a:lnTo>
                  <a:lnTo>
                    <a:pt x="43408" y="5734"/>
                  </a:lnTo>
                  <a:lnTo>
                    <a:pt x="38085" y="4396"/>
                  </a:lnTo>
                  <a:lnTo>
                    <a:pt x="32721" y="3233"/>
                  </a:lnTo>
                  <a:lnTo>
                    <a:pt x="27321" y="2247"/>
                  </a:lnTo>
                  <a:lnTo>
                    <a:pt x="21892" y="1439"/>
                  </a:lnTo>
                  <a:lnTo>
                    <a:pt x="16440" y="810"/>
                  </a:lnTo>
                  <a:lnTo>
                    <a:pt x="10970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3125" y="3707720"/>
              <a:ext cx="165886" cy="167167"/>
            </a:xfrm>
            <a:custGeom>
              <a:avLst/>
              <a:pathLst>
                <a:path w="165886" h="167167">
                  <a:moveTo>
                    <a:pt x="165886" y="0"/>
                  </a:moveTo>
                  <a:lnTo>
                    <a:pt x="160512" y="86"/>
                  </a:lnTo>
                  <a:lnTo>
                    <a:pt x="155143" y="345"/>
                  </a:lnTo>
                  <a:lnTo>
                    <a:pt x="149786" y="777"/>
                  </a:lnTo>
                  <a:lnTo>
                    <a:pt x="144445" y="1380"/>
                  </a:lnTo>
                  <a:lnTo>
                    <a:pt x="139126" y="2155"/>
                  </a:lnTo>
                  <a:lnTo>
                    <a:pt x="133835" y="3101"/>
                  </a:lnTo>
                  <a:lnTo>
                    <a:pt x="128577" y="4216"/>
                  </a:lnTo>
                  <a:lnTo>
                    <a:pt x="123358" y="5500"/>
                  </a:lnTo>
                  <a:lnTo>
                    <a:pt x="118183" y="6950"/>
                  </a:lnTo>
                  <a:lnTo>
                    <a:pt x="113057" y="8567"/>
                  </a:lnTo>
                  <a:lnTo>
                    <a:pt x="107985" y="10347"/>
                  </a:lnTo>
                  <a:lnTo>
                    <a:pt x="102974" y="12290"/>
                  </a:lnTo>
                  <a:lnTo>
                    <a:pt x="98027" y="14392"/>
                  </a:lnTo>
                  <a:lnTo>
                    <a:pt x="93151" y="16653"/>
                  </a:lnTo>
                  <a:lnTo>
                    <a:pt x="88350" y="19069"/>
                  </a:lnTo>
                  <a:lnTo>
                    <a:pt x="83629" y="21638"/>
                  </a:lnTo>
                  <a:lnTo>
                    <a:pt x="78993" y="24358"/>
                  </a:lnTo>
                  <a:lnTo>
                    <a:pt x="74447" y="27225"/>
                  </a:lnTo>
                  <a:lnTo>
                    <a:pt x="69995" y="30237"/>
                  </a:lnTo>
                  <a:lnTo>
                    <a:pt x="65642" y="33390"/>
                  </a:lnTo>
                  <a:lnTo>
                    <a:pt x="61394" y="36682"/>
                  </a:lnTo>
                  <a:lnTo>
                    <a:pt x="57253" y="40109"/>
                  </a:lnTo>
                  <a:lnTo>
                    <a:pt x="53224" y="43667"/>
                  </a:lnTo>
                  <a:lnTo>
                    <a:pt x="49312" y="47353"/>
                  </a:lnTo>
                  <a:lnTo>
                    <a:pt x="45521" y="51162"/>
                  </a:lnTo>
                  <a:lnTo>
                    <a:pt x="41853" y="55092"/>
                  </a:lnTo>
                  <a:lnTo>
                    <a:pt x="38314" y="59137"/>
                  </a:lnTo>
                  <a:lnTo>
                    <a:pt x="34907" y="63294"/>
                  </a:lnTo>
                  <a:lnTo>
                    <a:pt x="31636" y="67558"/>
                  </a:lnTo>
                  <a:lnTo>
                    <a:pt x="28503" y="71926"/>
                  </a:lnTo>
                  <a:lnTo>
                    <a:pt x="25512" y="76392"/>
                  </a:lnTo>
                  <a:lnTo>
                    <a:pt x="22666" y="80951"/>
                  </a:lnTo>
                  <a:lnTo>
                    <a:pt x="19969" y="85600"/>
                  </a:lnTo>
                  <a:lnTo>
                    <a:pt x="17422" y="90333"/>
                  </a:lnTo>
                  <a:lnTo>
                    <a:pt x="15029" y="95146"/>
                  </a:lnTo>
                  <a:lnTo>
                    <a:pt x="12791" y="100033"/>
                  </a:lnTo>
                  <a:lnTo>
                    <a:pt x="10712" y="104989"/>
                  </a:lnTo>
                  <a:lnTo>
                    <a:pt x="8794" y="110010"/>
                  </a:lnTo>
                  <a:lnTo>
                    <a:pt x="7037" y="115090"/>
                  </a:lnTo>
                  <a:lnTo>
                    <a:pt x="5445" y="120223"/>
                  </a:lnTo>
                  <a:lnTo>
                    <a:pt x="4019" y="125406"/>
                  </a:lnTo>
                  <a:lnTo>
                    <a:pt x="2760" y="130631"/>
                  </a:lnTo>
                  <a:lnTo>
                    <a:pt x="1670" y="135894"/>
                  </a:lnTo>
                  <a:lnTo>
                    <a:pt x="749" y="141189"/>
                  </a:lnTo>
                  <a:lnTo>
                    <a:pt x="0" y="146512"/>
                  </a:lnTo>
                  <a:lnTo>
                    <a:pt x="16588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44" y="3708786"/>
              <a:ext cx="334334" cy="333251"/>
            </a:xfrm>
            <a:custGeom>
              <a:avLst/>
              <a:pathLst>
                <a:path w="334334" h="333251">
                  <a:moveTo>
                    <a:pt x="1280" y="145446"/>
                  </a:moveTo>
                  <a:lnTo>
                    <a:pt x="708" y="150714"/>
                  </a:lnTo>
                  <a:lnTo>
                    <a:pt x="304" y="155998"/>
                  </a:lnTo>
                  <a:lnTo>
                    <a:pt x="68" y="161291"/>
                  </a:lnTo>
                  <a:lnTo>
                    <a:pt x="0" y="166590"/>
                  </a:lnTo>
                  <a:lnTo>
                    <a:pt x="99" y="171888"/>
                  </a:lnTo>
                  <a:lnTo>
                    <a:pt x="366" y="177180"/>
                  </a:lnTo>
                  <a:lnTo>
                    <a:pt x="801" y="182461"/>
                  </a:lnTo>
                  <a:lnTo>
                    <a:pt x="1403" y="187726"/>
                  </a:lnTo>
                  <a:lnTo>
                    <a:pt x="2172" y="192969"/>
                  </a:lnTo>
                  <a:lnTo>
                    <a:pt x="3106" y="198185"/>
                  </a:lnTo>
                  <a:lnTo>
                    <a:pt x="4206" y="203368"/>
                  </a:lnTo>
                  <a:lnTo>
                    <a:pt x="5469" y="208515"/>
                  </a:lnTo>
                  <a:lnTo>
                    <a:pt x="6894" y="213618"/>
                  </a:lnTo>
                  <a:lnTo>
                    <a:pt x="8481" y="218674"/>
                  </a:lnTo>
                  <a:lnTo>
                    <a:pt x="10227" y="223677"/>
                  </a:lnTo>
                  <a:lnTo>
                    <a:pt x="12131" y="228622"/>
                  </a:lnTo>
                  <a:lnTo>
                    <a:pt x="14190" y="233505"/>
                  </a:lnTo>
                  <a:lnTo>
                    <a:pt x="16403" y="238319"/>
                  </a:lnTo>
                  <a:lnTo>
                    <a:pt x="18768" y="243061"/>
                  </a:lnTo>
                  <a:lnTo>
                    <a:pt x="21282" y="247726"/>
                  </a:lnTo>
                  <a:lnTo>
                    <a:pt x="23942" y="252309"/>
                  </a:lnTo>
                  <a:lnTo>
                    <a:pt x="26746" y="256805"/>
                  </a:lnTo>
                  <a:lnTo>
                    <a:pt x="29692" y="261210"/>
                  </a:lnTo>
                  <a:lnTo>
                    <a:pt x="32775" y="265520"/>
                  </a:lnTo>
                  <a:lnTo>
                    <a:pt x="35994" y="269729"/>
                  </a:lnTo>
                  <a:lnTo>
                    <a:pt x="39344" y="273834"/>
                  </a:lnTo>
                  <a:lnTo>
                    <a:pt x="42823" y="277832"/>
                  </a:lnTo>
                  <a:lnTo>
                    <a:pt x="46427" y="281716"/>
                  </a:lnTo>
                  <a:lnTo>
                    <a:pt x="50152" y="285485"/>
                  </a:lnTo>
                  <a:lnTo>
                    <a:pt x="53994" y="289134"/>
                  </a:lnTo>
                  <a:lnTo>
                    <a:pt x="57951" y="292659"/>
                  </a:lnTo>
                  <a:lnTo>
                    <a:pt x="62017" y="296057"/>
                  </a:lnTo>
                  <a:lnTo>
                    <a:pt x="66188" y="299324"/>
                  </a:lnTo>
                  <a:lnTo>
                    <a:pt x="70462" y="302458"/>
                  </a:lnTo>
                  <a:lnTo>
                    <a:pt x="74832" y="305454"/>
                  </a:lnTo>
                  <a:lnTo>
                    <a:pt x="79295" y="308311"/>
                  </a:lnTo>
                  <a:lnTo>
                    <a:pt x="83846" y="311025"/>
                  </a:lnTo>
                  <a:lnTo>
                    <a:pt x="88482" y="313593"/>
                  </a:lnTo>
                  <a:lnTo>
                    <a:pt x="93196" y="316012"/>
                  </a:lnTo>
                  <a:lnTo>
                    <a:pt x="97984" y="318281"/>
                  </a:lnTo>
                  <a:lnTo>
                    <a:pt x="102842" y="320398"/>
                  </a:lnTo>
                  <a:lnTo>
                    <a:pt x="107765" y="322359"/>
                  </a:lnTo>
                  <a:lnTo>
                    <a:pt x="112747" y="324163"/>
                  </a:lnTo>
                  <a:lnTo>
                    <a:pt x="117785" y="325808"/>
                  </a:lnTo>
                  <a:lnTo>
                    <a:pt x="122871" y="327293"/>
                  </a:lnTo>
                  <a:lnTo>
                    <a:pt x="128002" y="328616"/>
                  </a:lnTo>
                  <a:lnTo>
                    <a:pt x="133173" y="329776"/>
                  </a:lnTo>
                  <a:lnTo>
                    <a:pt x="138378" y="330771"/>
                  </a:lnTo>
                  <a:lnTo>
                    <a:pt x="143611" y="331601"/>
                  </a:lnTo>
                  <a:lnTo>
                    <a:pt x="148868" y="332264"/>
                  </a:lnTo>
                  <a:lnTo>
                    <a:pt x="154144" y="332761"/>
                  </a:lnTo>
                  <a:lnTo>
                    <a:pt x="159433" y="333090"/>
                  </a:lnTo>
                  <a:lnTo>
                    <a:pt x="164729" y="333251"/>
                  </a:lnTo>
                  <a:lnTo>
                    <a:pt x="170028" y="333244"/>
                  </a:lnTo>
                  <a:lnTo>
                    <a:pt x="175324" y="333069"/>
                  </a:lnTo>
                  <a:lnTo>
                    <a:pt x="180612" y="332727"/>
                  </a:lnTo>
                  <a:lnTo>
                    <a:pt x="185887" y="332217"/>
                  </a:lnTo>
                  <a:lnTo>
                    <a:pt x="191142" y="331540"/>
                  </a:lnTo>
                  <a:lnTo>
                    <a:pt x="196374" y="330697"/>
                  </a:lnTo>
                  <a:lnTo>
                    <a:pt x="201576" y="329689"/>
                  </a:lnTo>
                  <a:lnTo>
                    <a:pt x="206743" y="328516"/>
                  </a:lnTo>
                  <a:lnTo>
                    <a:pt x="211871" y="327180"/>
                  </a:lnTo>
                  <a:lnTo>
                    <a:pt x="216954" y="325682"/>
                  </a:lnTo>
                  <a:lnTo>
                    <a:pt x="221987" y="324024"/>
                  </a:lnTo>
                  <a:lnTo>
                    <a:pt x="226965" y="322207"/>
                  </a:lnTo>
                  <a:lnTo>
                    <a:pt x="231882" y="320234"/>
                  </a:lnTo>
                  <a:lnTo>
                    <a:pt x="236735" y="318105"/>
                  </a:lnTo>
                  <a:lnTo>
                    <a:pt x="241518" y="315824"/>
                  </a:lnTo>
                  <a:lnTo>
                    <a:pt x="246226" y="313392"/>
                  </a:lnTo>
                  <a:lnTo>
                    <a:pt x="250854" y="310812"/>
                  </a:lnTo>
                  <a:lnTo>
                    <a:pt x="255399" y="308087"/>
                  </a:lnTo>
                  <a:lnTo>
                    <a:pt x="259855" y="305219"/>
                  </a:lnTo>
                  <a:lnTo>
                    <a:pt x="264218" y="302211"/>
                  </a:lnTo>
                  <a:lnTo>
                    <a:pt x="268483" y="299067"/>
                  </a:lnTo>
                  <a:lnTo>
                    <a:pt x="272646" y="295789"/>
                  </a:lnTo>
                  <a:lnTo>
                    <a:pt x="276704" y="292381"/>
                  </a:lnTo>
                  <a:lnTo>
                    <a:pt x="280651" y="288846"/>
                  </a:lnTo>
                  <a:lnTo>
                    <a:pt x="284484" y="285187"/>
                  </a:lnTo>
                  <a:lnTo>
                    <a:pt x="288200" y="281409"/>
                  </a:lnTo>
                  <a:lnTo>
                    <a:pt x="291794" y="277515"/>
                  </a:lnTo>
                  <a:lnTo>
                    <a:pt x="295262" y="273509"/>
                  </a:lnTo>
                  <a:lnTo>
                    <a:pt x="298602" y="269395"/>
                  </a:lnTo>
                  <a:lnTo>
                    <a:pt x="301810" y="265177"/>
                  </a:lnTo>
                  <a:lnTo>
                    <a:pt x="304882" y="260860"/>
                  </a:lnTo>
                  <a:lnTo>
                    <a:pt x="307816" y="256448"/>
                  </a:lnTo>
                  <a:lnTo>
                    <a:pt x="310609" y="251944"/>
                  </a:lnTo>
                  <a:lnTo>
                    <a:pt x="313258" y="247355"/>
                  </a:lnTo>
                  <a:lnTo>
                    <a:pt x="315760" y="242684"/>
                  </a:lnTo>
                  <a:lnTo>
                    <a:pt x="318113" y="237936"/>
                  </a:lnTo>
                  <a:lnTo>
                    <a:pt x="320313" y="233115"/>
                  </a:lnTo>
                  <a:lnTo>
                    <a:pt x="322360" y="228228"/>
                  </a:lnTo>
                  <a:lnTo>
                    <a:pt x="324252" y="223278"/>
                  </a:lnTo>
                  <a:lnTo>
                    <a:pt x="325985" y="218270"/>
                  </a:lnTo>
                  <a:lnTo>
                    <a:pt x="327559" y="213210"/>
                  </a:lnTo>
                  <a:lnTo>
                    <a:pt x="328971" y="208103"/>
                  </a:lnTo>
                  <a:lnTo>
                    <a:pt x="330221" y="202954"/>
                  </a:lnTo>
                  <a:lnTo>
                    <a:pt x="331307" y="197767"/>
                  </a:lnTo>
                  <a:lnTo>
                    <a:pt x="332228" y="192549"/>
                  </a:lnTo>
                  <a:lnTo>
                    <a:pt x="332984" y="187304"/>
                  </a:lnTo>
                  <a:lnTo>
                    <a:pt x="333572" y="182038"/>
                  </a:lnTo>
                  <a:lnTo>
                    <a:pt x="333994" y="176756"/>
                  </a:lnTo>
                  <a:lnTo>
                    <a:pt x="334248" y="171463"/>
                  </a:lnTo>
                  <a:lnTo>
                    <a:pt x="334334" y="166164"/>
                  </a:lnTo>
                  <a:lnTo>
                    <a:pt x="334252" y="160866"/>
                  </a:lnTo>
                  <a:lnTo>
                    <a:pt x="334002" y="155573"/>
                  </a:lnTo>
                  <a:lnTo>
                    <a:pt x="333584" y="150290"/>
                  </a:lnTo>
                  <a:lnTo>
                    <a:pt x="333000" y="145024"/>
                  </a:lnTo>
                  <a:lnTo>
                    <a:pt x="332248" y="139778"/>
                  </a:lnTo>
                  <a:lnTo>
                    <a:pt x="331331" y="134559"/>
                  </a:lnTo>
                  <a:lnTo>
                    <a:pt x="330249" y="129372"/>
                  </a:lnTo>
                  <a:lnTo>
                    <a:pt x="329003" y="124222"/>
                  </a:lnTo>
                  <a:lnTo>
                    <a:pt x="327594" y="119113"/>
                  </a:lnTo>
                  <a:lnTo>
                    <a:pt x="326024" y="114052"/>
                  </a:lnTo>
                  <a:lnTo>
                    <a:pt x="324295" y="109044"/>
                  </a:lnTo>
                  <a:lnTo>
                    <a:pt x="322407" y="104092"/>
                  </a:lnTo>
                  <a:lnTo>
                    <a:pt x="320364" y="99203"/>
                  </a:lnTo>
                  <a:lnTo>
                    <a:pt x="318167" y="94381"/>
                  </a:lnTo>
                  <a:lnTo>
                    <a:pt x="315818" y="89631"/>
                  </a:lnTo>
                  <a:lnTo>
                    <a:pt x="313319" y="84958"/>
                  </a:lnTo>
                  <a:lnTo>
                    <a:pt x="310674" y="80367"/>
                  </a:lnTo>
                  <a:lnTo>
                    <a:pt x="307885" y="75861"/>
                  </a:lnTo>
                  <a:lnTo>
                    <a:pt x="304954" y="71447"/>
                  </a:lnTo>
                  <a:lnTo>
                    <a:pt x="301885" y="67127"/>
                  </a:lnTo>
                  <a:lnTo>
                    <a:pt x="298680" y="62907"/>
                  </a:lnTo>
                  <a:lnTo>
                    <a:pt x="295343" y="58790"/>
                  </a:lnTo>
                  <a:lnTo>
                    <a:pt x="291878" y="54782"/>
                  </a:lnTo>
                  <a:lnTo>
                    <a:pt x="288287" y="50885"/>
                  </a:lnTo>
                  <a:lnTo>
                    <a:pt x="284574" y="47104"/>
                  </a:lnTo>
                  <a:lnTo>
                    <a:pt x="280744" y="43443"/>
                  </a:lnTo>
                  <a:lnTo>
                    <a:pt x="276799" y="39905"/>
                  </a:lnTo>
                  <a:lnTo>
                    <a:pt x="272744" y="36493"/>
                  </a:lnTo>
                  <a:lnTo>
                    <a:pt x="268583" y="33212"/>
                  </a:lnTo>
                  <a:lnTo>
                    <a:pt x="264320" y="30064"/>
                  </a:lnTo>
                  <a:lnTo>
                    <a:pt x="259960" y="27053"/>
                  </a:lnTo>
                  <a:lnTo>
                    <a:pt x="255506" y="24182"/>
                  </a:lnTo>
                  <a:lnTo>
                    <a:pt x="250964" y="21454"/>
                  </a:lnTo>
                  <a:lnTo>
                    <a:pt x="246337" y="18870"/>
                  </a:lnTo>
                  <a:lnTo>
                    <a:pt x="241631" y="16435"/>
                  </a:lnTo>
                  <a:lnTo>
                    <a:pt x="236850" y="14150"/>
                  </a:lnTo>
                  <a:lnTo>
                    <a:pt x="231999" y="12018"/>
                  </a:lnTo>
                  <a:lnTo>
                    <a:pt x="227083" y="10040"/>
                  </a:lnTo>
                  <a:lnTo>
                    <a:pt x="222106" y="8220"/>
                  </a:lnTo>
                  <a:lnTo>
                    <a:pt x="217075" y="6558"/>
                  </a:lnTo>
                  <a:lnTo>
                    <a:pt x="211993" y="5056"/>
                  </a:lnTo>
                  <a:lnTo>
                    <a:pt x="206866" y="3716"/>
                  </a:lnTo>
                  <a:lnTo>
                    <a:pt x="201700" y="2540"/>
                  </a:lnTo>
                  <a:lnTo>
                    <a:pt x="196498" y="1527"/>
                  </a:lnTo>
                  <a:lnTo>
                    <a:pt x="191267" y="680"/>
                  </a:lnTo>
                  <a:lnTo>
                    <a:pt x="186012" y="0"/>
                  </a:lnTo>
                  <a:lnTo>
                    <a:pt x="167166" y="166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8846" cy="167167"/>
            </a:xfrm>
            <a:custGeom>
              <a:avLst/>
              <a:pathLst>
                <a:path w="18846" h="167167">
                  <a:moveTo>
                    <a:pt x="18846" y="1065"/>
                  </a:moveTo>
                  <a:lnTo>
                    <a:pt x="9438" y="26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2025-06-05T14:09:28Z</dcterms:modified>
  <cp:category/>
</cp:coreProperties>
</file>